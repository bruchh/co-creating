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1" d="100"/>
          <a:sy n="61" d="100"/>
        </p:scale>
        <p:origin x="780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customXml" Target="../customXml/item3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customXml" Target="../customXml/item2.xml"/><Relationship Id="rId7" Type="http://schemas.openxmlformats.org/officeDocument/2006/relationships/slide" Target="slides/slide6.xml"/><Relationship Id="rId71" Type="http://schemas.openxmlformats.org/officeDocument/2006/relationships/presProps" Target="presProps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00" b="1" i="0">
                <a:solidFill>
                  <a:srgbClr val="3B0A85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0" i="0">
                <a:solidFill>
                  <a:srgbClr val="3B0A85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00" b="1" i="0">
                <a:solidFill>
                  <a:srgbClr val="3B0A85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700" b="0" i="0">
                <a:solidFill>
                  <a:srgbClr val="3B0A85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00" b="1" i="0">
                <a:solidFill>
                  <a:srgbClr val="3B0A85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22013" y="3280436"/>
            <a:ext cx="7780655" cy="5283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10/9/2025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3B0A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694677" y="700645"/>
            <a:ext cx="10427970" cy="3437890"/>
          </a:xfrm>
          <a:custGeom>
            <a:avLst/>
            <a:gdLst/>
            <a:ahLst/>
            <a:cxnLst/>
            <a:rect l="l" t="t" r="r" b="b"/>
            <a:pathLst>
              <a:path w="10427970" h="3437890">
                <a:moveTo>
                  <a:pt x="10427818" y="2120912"/>
                </a:moveTo>
                <a:lnTo>
                  <a:pt x="10354907" y="0"/>
                </a:lnTo>
                <a:lnTo>
                  <a:pt x="0" y="355930"/>
                </a:lnTo>
                <a:lnTo>
                  <a:pt x="72898" y="2476843"/>
                </a:lnTo>
                <a:lnTo>
                  <a:pt x="105930" y="3437674"/>
                </a:lnTo>
                <a:lnTo>
                  <a:pt x="8453145" y="3150755"/>
                </a:lnTo>
                <a:lnTo>
                  <a:pt x="8420113" y="2189924"/>
                </a:lnTo>
                <a:lnTo>
                  <a:pt x="10427818" y="2120912"/>
                </a:lnTo>
                <a:close/>
              </a:path>
            </a:pathLst>
          </a:custGeom>
          <a:solidFill>
            <a:srgbClr val="DAFF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00" b="1" i="0">
                <a:solidFill>
                  <a:srgbClr val="3B0A85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10/9/2025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10/9/2025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‹Nr.›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3B0A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77734" y="292754"/>
            <a:ext cx="17332531" cy="8597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00" b="1" i="0">
                <a:solidFill>
                  <a:srgbClr val="3B0A85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288878" y="2199931"/>
            <a:ext cx="7542530" cy="21577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0" i="0">
                <a:solidFill>
                  <a:srgbClr val="3B0A85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‹Nr.›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://www.citizenscience.gov/" TargetMode="Externa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jsu.edu/writingcenter/docs/handouts/Research%20Questions.pdf" TargetMode="Externa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jsu.edu/writingcenter/docs/handouts/Research%20Questions.pdf" TargetMode="Externa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7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9.png"/><Relationship Id="rId4" Type="http://schemas.openxmlformats.org/officeDocument/2006/relationships/image" Target="../media/image2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researchbasics.education.uconn.edu/types-of-survey-questions/" TargetMode="External"/><Relationship Id="rId4" Type="http://schemas.openxmlformats.org/officeDocument/2006/relationships/image" Target="../media/image12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5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5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9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D0C2F5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1376928" y="501244"/>
            <a:ext cx="7198359" cy="4394200"/>
            <a:chOff x="1376928" y="501244"/>
            <a:chExt cx="7198359" cy="4394200"/>
          </a:xfrm>
        </p:grpSpPr>
        <p:sp>
          <p:nvSpPr>
            <p:cNvPr id="4" name="object 4"/>
            <p:cNvSpPr/>
            <p:nvPr/>
          </p:nvSpPr>
          <p:spPr>
            <a:xfrm>
              <a:off x="4730146" y="501244"/>
              <a:ext cx="3554095" cy="3660775"/>
            </a:xfrm>
            <a:custGeom>
              <a:avLst/>
              <a:gdLst/>
              <a:ahLst/>
              <a:cxnLst/>
              <a:rect l="l" t="t" r="r" b="b"/>
              <a:pathLst>
                <a:path w="3554095" h="3660775">
                  <a:moveTo>
                    <a:pt x="2478370" y="1319545"/>
                  </a:moveTo>
                  <a:lnTo>
                    <a:pt x="1160065" y="1319545"/>
                  </a:lnTo>
                  <a:lnTo>
                    <a:pt x="1115884" y="1276625"/>
                  </a:lnTo>
                  <a:lnTo>
                    <a:pt x="1074076" y="1233544"/>
                  </a:lnTo>
                  <a:lnTo>
                    <a:pt x="1034631" y="1190354"/>
                  </a:lnTo>
                  <a:lnTo>
                    <a:pt x="997542" y="1147110"/>
                  </a:lnTo>
                  <a:lnTo>
                    <a:pt x="962800" y="1103863"/>
                  </a:lnTo>
                  <a:lnTo>
                    <a:pt x="930396" y="1060666"/>
                  </a:lnTo>
                  <a:lnTo>
                    <a:pt x="900322" y="1017573"/>
                  </a:lnTo>
                  <a:lnTo>
                    <a:pt x="872569" y="974636"/>
                  </a:lnTo>
                  <a:lnTo>
                    <a:pt x="847130" y="931909"/>
                  </a:lnTo>
                  <a:lnTo>
                    <a:pt x="823996" y="889444"/>
                  </a:lnTo>
                  <a:lnTo>
                    <a:pt x="803158" y="847294"/>
                  </a:lnTo>
                  <a:lnTo>
                    <a:pt x="784608" y="805512"/>
                  </a:lnTo>
                  <a:lnTo>
                    <a:pt x="768338" y="764152"/>
                  </a:lnTo>
                  <a:lnTo>
                    <a:pt x="754340" y="723265"/>
                  </a:lnTo>
                  <a:lnTo>
                    <a:pt x="742604" y="682905"/>
                  </a:lnTo>
                  <a:lnTo>
                    <a:pt x="733122" y="643126"/>
                  </a:lnTo>
                  <a:lnTo>
                    <a:pt x="725887" y="603979"/>
                  </a:lnTo>
                  <a:lnTo>
                    <a:pt x="720889" y="565518"/>
                  </a:lnTo>
                  <a:lnTo>
                    <a:pt x="718154" y="528251"/>
                  </a:lnTo>
                  <a:lnTo>
                    <a:pt x="718120" y="527795"/>
                  </a:lnTo>
                  <a:lnTo>
                    <a:pt x="719238" y="454778"/>
                  </a:lnTo>
                  <a:lnTo>
                    <a:pt x="729171" y="385350"/>
                  </a:lnTo>
                  <a:lnTo>
                    <a:pt x="747853" y="319936"/>
                  </a:lnTo>
                  <a:lnTo>
                    <a:pt x="775218" y="258959"/>
                  </a:lnTo>
                  <a:lnTo>
                    <a:pt x="811197" y="202842"/>
                  </a:lnTo>
                  <a:lnTo>
                    <a:pt x="855723" y="152009"/>
                  </a:lnTo>
                  <a:lnTo>
                    <a:pt x="908730" y="106883"/>
                  </a:lnTo>
                  <a:lnTo>
                    <a:pt x="970277" y="67823"/>
                  </a:lnTo>
                  <a:lnTo>
                    <a:pt x="1039915" y="35446"/>
                  </a:lnTo>
                  <a:lnTo>
                    <a:pt x="1077906" y="21816"/>
                  </a:lnTo>
                  <a:lnTo>
                    <a:pt x="1117959" y="9982"/>
                  </a:lnTo>
                  <a:lnTo>
                    <a:pt x="1160065" y="0"/>
                  </a:lnTo>
                  <a:lnTo>
                    <a:pt x="1485291" y="116669"/>
                  </a:lnTo>
                  <a:lnTo>
                    <a:pt x="1640108" y="490864"/>
                  </a:lnTo>
                  <a:lnTo>
                    <a:pt x="1687102" y="887660"/>
                  </a:lnTo>
                  <a:lnTo>
                    <a:pt x="1688749" y="1060666"/>
                  </a:lnTo>
                  <a:lnTo>
                    <a:pt x="1688858" y="1072130"/>
                  </a:lnTo>
                  <a:lnTo>
                    <a:pt x="2650654" y="1072130"/>
                  </a:lnTo>
                  <a:lnTo>
                    <a:pt x="2495970" y="1299918"/>
                  </a:lnTo>
                  <a:lnTo>
                    <a:pt x="2478370" y="1319545"/>
                  </a:lnTo>
                  <a:close/>
                </a:path>
                <a:path w="3554095" h="3660775">
                  <a:moveTo>
                    <a:pt x="2650654" y="1072130"/>
                  </a:moveTo>
                  <a:lnTo>
                    <a:pt x="1688858" y="1072130"/>
                  </a:lnTo>
                  <a:lnTo>
                    <a:pt x="1697656" y="1024566"/>
                  </a:lnTo>
                  <a:lnTo>
                    <a:pt x="1707709" y="977096"/>
                  </a:lnTo>
                  <a:lnTo>
                    <a:pt x="1718980" y="929814"/>
                  </a:lnTo>
                  <a:lnTo>
                    <a:pt x="1731429" y="882814"/>
                  </a:lnTo>
                  <a:lnTo>
                    <a:pt x="1745017" y="836190"/>
                  </a:lnTo>
                  <a:lnTo>
                    <a:pt x="1759707" y="790036"/>
                  </a:lnTo>
                  <a:lnTo>
                    <a:pt x="1775458" y="744447"/>
                  </a:lnTo>
                  <a:lnTo>
                    <a:pt x="1792233" y="699515"/>
                  </a:lnTo>
                  <a:lnTo>
                    <a:pt x="1809992" y="655336"/>
                  </a:lnTo>
                  <a:lnTo>
                    <a:pt x="1828697" y="612002"/>
                  </a:lnTo>
                  <a:lnTo>
                    <a:pt x="1848310" y="569609"/>
                  </a:lnTo>
                  <a:lnTo>
                    <a:pt x="1868790" y="528251"/>
                  </a:lnTo>
                  <a:lnTo>
                    <a:pt x="1890100" y="488020"/>
                  </a:lnTo>
                  <a:lnTo>
                    <a:pt x="1912201" y="449012"/>
                  </a:lnTo>
                  <a:lnTo>
                    <a:pt x="1935054" y="411320"/>
                  </a:lnTo>
                  <a:lnTo>
                    <a:pt x="1958619" y="375038"/>
                  </a:lnTo>
                  <a:lnTo>
                    <a:pt x="1982860" y="340260"/>
                  </a:lnTo>
                  <a:lnTo>
                    <a:pt x="2007736" y="307081"/>
                  </a:lnTo>
                  <a:lnTo>
                    <a:pt x="2033209" y="275594"/>
                  </a:lnTo>
                  <a:lnTo>
                    <a:pt x="2059240" y="245894"/>
                  </a:lnTo>
                  <a:lnTo>
                    <a:pt x="2085790" y="218074"/>
                  </a:lnTo>
                  <a:lnTo>
                    <a:pt x="2140295" y="168451"/>
                  </a:lnTo>
                  <a:lnTo>
                    <a:pt x="2196411" y="127477"/>
                  </a:lnTo>
                  <a:lnTo>
                    <a:pt x="2253830" y="95906"/>
                  </a:lnTo>
                  <a:lnTo>
                    <a:pt x="2312241" y="74489"/>
                  </a:lnTo>
                  <a:lnTo>
                    <a:pt x="2371333" y="63978"/>
                  </a:lnTo>
                  <a:lnTo>
                    <a:pt x="2401039" y="63047"/>
                  </a:lnTo>
                  <a:lnTo>
                    <a:pt x="2430798" y="65125"/>
                  </a:lnTo>
                  <a:lnTo>
                    <a:pt x="2490325" y="78683"/>
                  </a:lnTo>
                  <a:lnTo>
                    <a:pt x="2549603" y="105403"/>
                  </a:lnTo>
                  <a:lnTo>
                    <a:pt x="2608322" y="146038"/>
                  </a:lnTo>
                  <a:lnTo>
                    <a:pt x="2637376" y="171809"/>
                  </a:lnTo>
                  <a:lnTo>
                    <a:pt x="2666174" y="201340"/>
                  </a:lnTo>
                  <a:lnTo>
                    <a:pt x="2694676" y="234727"/>
                  </a:lnTo>
                  <a:lnTo>
                    <a:pt x="2814944" y="627854"/>
                  </a:lnTo>
                  <a:lnTo>
                    <a:pt x="2692657" y="1010277"/>
                  </a:lnTo>
                  <a:lnTo>
                    <a:pt x="2650654" y="1072130"/>
                  </a:lnTo>
                  <a:close/>
                </a:path>
                <a:path w="3554095" h="3660775">
                  <a:moveTo>
                    <a:pt x="3545535" y="1414705"/>
                  </a:moveTo>
                  <a:lnTo>
                    <a:pt x="2393039" y="1414705"/>
                  </a:lnTo>
                  <a:lnTo>
                    <a:pt x="2927717" y="921362"/>
                  </a:lnTo>
                  <a:lnTo>
                    <a:pt x="3287539" y="893706"/>
                  </a:lnTo>
                  <a:lnTo>
                    <a:pt x="3490347" y="1069454"/>
                  </a:lnTo>
                  <a:lnTo>
                    <a:pt x="3553985" y="1186322"/>
                  </a:lnTo>
                  <a:lnTo>
                    <a:pt x="3545535" y="1414705"/>
                  </a:lnTo>
                  <a:close/>
                </a:path>
                <a:path w="3554095" h="3660775">
                  <a:moveTo>
                    <a:pt x="684131" y="2122235"/>
                  </a:moveTo>
                  <a:lnTo>
                    <a:pt x="639057" y="2122235"/>
                  </a:lnTo>
                  <a:lnTo>
                    <a:pt x="593635" y="2119694"/>
                  </a:lnTo>
                  <a:lnTo>
                    <a:pt x="594384" y="2119694"/>
                  </a:lnTo>
                  <a:lnTo>
                    <a:pt x="552358" y="2114947"/>
                  </a:lnTo>
                  <a:lnTo>
                    <a:pt x="510821" y="2107828"/>
                  </a:lnTo>
                  <a:lnTo>
                    <a:pt x="470555" y="2098503"/>
                  </a:lnTo>
                  <a:lnTo>
                    <a:pt x="431606" y="2087057"/>
                  </a:lnTo>
                  <a:lnTo>
                    <a:pt x="394020" y="2073573"/>
                  </a:lnTo>
                  <a:lnTo>
                    <a:pt x="357843" y="2058135"/>
                  </a:lnTo>
                  <a:lnTo>
                    <a:pt x="323122" y="2040828"/>
                  </a:lnTo>
                  <a:lnTo>
                    <a:pt x="289904" y="2021734"/>
                  </a:lnTo>
                  <a:lnTo>
                    <a:pt x="228159" y="1978525"/>
                  </a:lnTo>
                  <a:lnTo>
                    <a:pt x="172981" y="1929178"/>
                  </a:lnTo>
                  <a:lnTo>
                    <a:pt x="124740" y="1874363"/>
                  </a:lnTo>
                  <a:lnTo>
                    <a:pt x="83807" y="1814753"/>
                  </a:lnTo>
                  <a:lnTo>
                    <a:pt x="50554" y="1751018"/>
                  </a:lnTo>
                  <a:lnTo>
                    <a:pt x="25351" y="1683828"/>
                  </a:lnTo>
                  <a:lnTo>
                    <a:pt x="8569" y="1613855"/>
                  </a:lnTo>
                  <a:lnTo>
                    <a:pt x="581" y="1541769"/>
                  </a:lnTo>
                  <a:lnTo>
                    <a:pt x="0" y="1505143"/>
                  </a:lnTo>
                  <a:lnTo>
                    <a:pt x="1756" y="1468241"/>
                  </a:lnTo>
                  <a:lnTo>
                    <a:pt x="12466" y="1393943"/>
                  </a:lnTo>
                  <a:lnTo>
                    <a:pt x="21513" y="1356715"/>
                  </a:lnTo>
                  <a:lnTo>
                    <a:pt x="33082" y="1319545"/>
                  </a:lnTo>
                  <a:lnTo>
                    <a:pt x="281435" y="1110789"/>
                  </a:lnTo>
                  <a:lnTo>
                    <a:pt x="660806" y="1133984"/>
                  </a:lnTo>
                  <a:lnTo>
                    <a:pt x="1008061" y="1249960"/>
                  </a:lnTo>
                  <a:lnTo>
                    <a:pt x="1160065" y="1319545"/>
                  </a:lnTo>
                  <a:lnTo>
                    <a:pt x="2478370" y="1319545"/>
                  </a:lnTo>
                  <a:lnTo>
                    <a:pt x="2393039" y="1414705"/>
                  </a:lnTo>
                  <a:lnTo>
                    <a:pt x="3545535" y="1414705"/>
                  </a:lnTo>
                  <a:lnTo>
                    <a:pt x="3540155" y="1560120"/>
                  </a:lnTo>
                  <a:lnTo>
                    <a:pt x="3231385" y="1807238"/>
                  </a:lnTo>
                  <a:lnTo>
                    <a:pt x="2869089" y="1943732"/>
                  </a:lnTo>
                  <a:lnTo>
                    <a:pt x="2694676" y="1985662"/>
                  </a:lnTo>
                  <a:lnTo>
                    <a:pt x="2750904" y="2023726"/>
                  </a:lnTo>
                  <a:lnTo>
                    <a:pt x="1079837" y="2023726"/>
                  </a:lnTo>
                  <a:lnTo>
                    <a:pt x="1027388" y="2046400"/>
                  </a:lnTo>
                  <a:lnTo>
                    <a:pt x="975700" y="2065946"/>
                  </a:lnTo>
                  <a:lnTo>
                    <a:pt x="924817" y="2082448"/>
                  </a:lnTo>
                  <a:lnTo>
                    <a:pt x="874788" y="2095990"/>
                  </a:lnTo>
                  <a:lnTo>
                    <a:pt x="825657" y="2106656"/>
                  </a:lnTo>
                  <a:lnTo>
                    <a:pt x="777473" y="2114529"/>
                  </a:lnTo>
                  <a:lnTo>
                    <a:pt x="730280" y="2119694"/>
                  </a:lnTo>
                  <a:lnTo>
                    <a:pt x="684131" y="2122235"/>
                  </a:lnTo>
                  <a:close/>
                </a:path>
                <a:path w="3554095" h="3660775">
                  <a:moveTo>
                    <a:pt x="863437" y="3202403"/>
                  </a:moveTo>
                  <a:lnTo>
                    <a:pt x="797824" y="3197129"/>
                  </a:lnTo>
                  <a:lnTo>
                    <a:pt x="733505" y="3177394"/>
                  </a:lnTo>
                  <a:lnTo>
                    <a:pt x="671126" y="3141874"/>
                  </a:lnTo>
                  <a:lnTo>
                    <a:pt x="640866" y="3117780"/>
                  </a:lnTo>
                  <a:lnTo>
                    <a:pt x="611334" y="3089244"/>
                  </a:lnTo>
                  <a:lnTo>
                    <a:pt x="582611" y="3056099"/>
                  </a:lnTo>
                  <a:lnTo>
                    <a:pt x="554776" y="3018180"/>
                  </a:lnTo>
                  <a:lnTo>
                    <a:pt x="527912" y="2975321"/>
                  </a:lnTo>
                  <a:lnTo>
                    <a:pt x="469627" y="2577733"/>
                  </a:lnTo>
                  <a:lnTo>
                    <a:pt x="675409" y="2278278"/>
                  </a:lnTo>
                  <a:lnTo>
                    <a:pt x="945425" y="2089445"/>
                  </a:lnTo>
                  <a:lnTo>
                    <a:pt x="1079837" y="2023726"/>
                  </a:lnTo>
                  <a:lnTo>
                    <a:pt x="2750904" y="2023726"/>
                  </a:lnTo>
                  <a:lnTo>
                    <a:pt x="3244649" y="2357974"/>
                  </a:lnTo>
                  <a:lnTo>
                    <a:pt x="3307832" y="2480492"/>
                  </a:lnTo>
                  <a:lnTo>
                    <a:pt x="2240784" y="2480492"/>
                  </a:lnTo>
                  <a:lnTo>
                    <a:pt x="2243500" y="2499523"/>
                  </a:lnTo>
                  <a:lnTo>
                    <a:pt x="1555635" y="2499523"/>
                  </a:lnTo>
                  <a:lnTo>
                    <a:pt x="1510106" y="2633502"/>
                  </a:lnTo>
                  <a:lnTo>
                    <a:pt x="1501763" y="2652046"/>
                  </a:lnTo>
                  <a:lnTo>
                    <a:pt x="1467763" y="2717879"/>
                  </a:lnTo>
                  <a:lnTo>
                    <a:pt x="1448418" y="2751167"/>
                  </a:lnTo>
                  <a:lnTo>
                    <a:pt x="1427618" y="2784482"/>
                  </a:lnTo>
                  <a:lnTo>
                    <a:pt x="1405444" y="2817659"/>
                  </a:lnTo>
                  <a:lnTo>
                    <a:pt x="1381975" y="2850531"/>
                  </a:lnTo>
                  <a:lnTo>
                    <a:pt x="1357295" y="2882934"/>
                  </a:lnTo>
                  <a:lnTo>
                    <a:pt x="1331482" y="2914701"/>
                  </a:lnTo>
                  <a:lnTo>
                    <a:pt x="1304618" y="2945667"/>
                  </a:lnTo>
                  <a:lnTo>
                    <a:pt x="1276784" y="2975668"/>
                  </a:lnTo>
                  <a:lnTo>
                    <a:pt x="1248060" y="3004536"/>
                  </a:lnTo>
                  <a:lnTo>
                    <a:pt x="1218528" y="3032107"/>
                  </a:lnTo>
                  <a:lnTo>
                    <a:pt x="1188268" y="3058214"/>
                  </a:lnTo>
                  <a:lnTo>
                    <a:pt x="1157362" y="3082693"/>
                  </a:lnTo>
                  <a:lnTo>
                    <a:pt x="1125889" y="3105378"/>
                  </a:lnTo>
                  <a:lnTo>
                    <a:pt x="1061570" y="3144704"/>
                  </a:lnTo>
                  <a:lnTo>
                    <a:pt x="995957" y="3174866"/>
                  </a:lnTo>
                  <a:lnTo>
                    <a:pt x="929697" y="3194540"/>
                  </a:lnTo>
                  <a:lnTo>
                    <a:pt x="896527" y="3200031"/>
                  </a:lnTo>
                  <a:lnTo>
                    <a:pt x="863437" y="3202403"/>
                  </a:lnTo>
                  <a:close/>
                </a:path>
                <a:path w="3554095" h="3660775">
                  <a:moveTo>
                    <a:pt x="2875081" y="3106760"/>
                  </a:moveTo>
                  <a:lnTo>
                    <a:pt x="2528641" y="2899194"/>
                  </a:lnTo>
                  <a:lnTo>
                    <a:pt x="2314235" y="2620257"/>
                  </a:lnTo>
                  <a:lnTo>
                    <a:pt x="2240784" y="2480492"/>
                  </a:lnTo>
                  <a:lnTo>
                    <a:pt x="3307832" y="2480492"/>
                  </a:lnTo>
                  <a:lnTo>
                    <a:pt x="3418248" y="2694601"/>
                  </a:lnTo>
                  <a:lnTo>
                    <a:pt x="3392551" y="2938447"/>
                  </a:lnTo>
                  <a:lnTo>
                    <a:pt x="3344634" y="3032417"/>
                  </a:lnTo>
                  <a:lnTo>
                    <a:pt x="2875081" y="3106760"/>
                  </a:lnTo>
                  <a:close/>
                </a:path>
                <a:path w="3554095" h="3660775">
                  <a:moveTo>
                    <a:pt x="1510106" y="2633502"/>
                  </a:moveTo>
                  <a:lnTo>
                    <a:pt x="1555635" y="2499523"/>
                  </a:lnTo>
                  <a:lnTo>
                    <a:pt x="1548742" y="2527987"/>
                  </a:lnTo>
                  <a:lnTo>
                    <a:pt x="1539827" y="2557637"/>
                  </a:lnTo>
                  <a:lnTo>
                    <a:pt x="1528971" y="2588307"/>
                  </a:lnTo>
                  <a:lnTo>
                    <a:pt x="1516257" y="2619832"/>
                  </a:lnTo>
                  <a:lnTo>
                    <a:pt x="1510106" y="2633502"/>
                  </a:lnTo>
                  <a:close/>
                </a:path>
                <a:path w="3554095" h="3660775">
                  <a:moveTo>
                    <a:pt x="2012401" y="3660470"/>
                  </a:moveTo>
                  <a:lnTo>
                    <a:pt x="1555635" y="3438926"/>
                  </a:lnTo>
                  <a:lnTo>
                    <a:pt x="1441444" y="3044312"/>
                  </a:lnTo>
                  <a:lnTo>
                    <a:pt x="1498539" y="2667539"/>
                  </a:lnTo>
                  <a:lnTo>
                    <a:pt x="1510106" y="2633502"/>
                  </a:lnTo>
                  <a:lnTo>
                    <a:pt x="1516257" y="2619832"/>
                  </a:lnTo>
                  <a:lnTo>
                    <a:pt x="1528971" y="2588307"/>
                  </a:lnTo>
                  <a:lnTo>
                    <a:pt x="1539827" y="2557637"/>
                  </a:lnTo>
                  <a:lnTo>
                    <a:pt x="1548742" y="2527987"/>
                  </a:lnTo>
                  <a:lnTo>
                    <a:pt x="1555635" y="2499523"/>
                  </a:lnTo>
                  <a:lnTo>
                    <a:pt x="2243500" y="2499523"/>
                  </a:lnTo>
                  <a:lnTo>
                    <a:pt x="2325535" y="3074347"/>
                  </a:lnTo>
                  <a:lnTo>
                    <a:pt x="2233647" y="3434466"/>
                  </a:lnTo>
                  <a:lnTo>
                    <a:pt x="2088231" y="3612593"/>
                  </a:lnTo>
                  <a:lnTo>
                    <a:pt x="2012401" y="3660470"/>
                  </a:lnTo>
                  <a:close/>
                </a:path>
              </a:pathLst>
            </a:custGeom>
            <a:solidFill>
              <a:srgbClr val="DBC2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376921" y="937106"/>
              <a:ext cx="7198359" cy="3958590"/>
            </a:xfrm>
            <a:custGeom>
              <a:avLst/>
              <a:gdLst/>
              <a:ahLst/>
              <a:cxnLst/>
              <a:rect l="l" t="t" r="r" b="b"/>
              <a:pathLst>
                <a:path w="7198359" h="3958590">
                  <a:moveTo>
                    <a:pt x="7198068" y="1389824"/>
                  </a:moveTo>
                  <a:lnTo>
                    <a:pt x="7150290" y="0"/>
                  </a:lnTo>
                  <a:lnTo>
                    <a:pt x="0" y="245770"/>
                  </a:lnTo>
                  <a:lnTo>
                    <a:pt x="47777" y="1635607"/>
                  </a:lnTo>
                  <a:lnTo>
                    <a:pt x="87693" y="2796971"/>
                  </a:lnTo>
                  <a:lnTo>
                    <a:pt x="127609" y="3958336"/>
                  </a:lnTo>
                  <a:lnTo>
                    <a:pt x="3628415" y="3838003"/>
                  </a:lnTo>
                  <a:lnTo>
                    <a:pt x="3588499" y="2676639"/>
                  </a:lnTo>
                  <a:lnTo>
                    <a:pt x="6693890" y="2569895"/>
                  </a:lnTo>
                  <a:lnTo>
                    <a:pt x="6653974" y="1408531"/>
                  </a:lnTo>
                  <a:lnTo>
                    <a:pt x="7198068" y="1389824"/>
                  </a:lnTo>
                  <a:close/>
                </a:path>
              </a:pathLst>
            </a:custGeom>
            <a:solidFill>
              <a:srgbClr val="3B0A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 rot="21540000">
            <a:off x="1751445" y="1273842"/>
            <a:ext cx="6449506" cy="996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7375"/>
              </a:lnSpc>
            </a:pPr>
            <a:r>
              <a:rPr sz="11775" baseline="-4246" dirty="0">
                <a:solidFill>
                  <a:srgbClr val="DAFF6B"/>
                </a:solidFill>
                <a:latin typeface="Arial MT"/>
                <a:cs typeface="Arial MT"/>
              </a:rPr>
              <a:t>H</a:t>
            </a:r>
            <a:r>
              <a:rPr sz="11775" baseline="-3538" dirty="0">
                <a:solidFill>
                  <a:srgbClr val="DAFF6B"/>
                </a:solidFill>
                <a:latin typeface="Arial MT"/>
                <a:cs typeface="Arial MT"/>
              </a:rPr>
              <a:t>O</a:t>
            </a:r>
            <a:r>
              <a:rPr sz="11775" baseline="-2830" dirty="0">
                <a:solidFill>
                  <a:srgbClr val="DAFF6B"/>
                </a:solidFill>
                <a:latin typeface="Arial MT"/>
                <a:cs typeface="Arial MT"/>
              </a:rPr>
              <a:t>W</a:t>
            </a:r>
            <a:r>
              <a:rPr sz="11775" spc="390" baseline="-2830" dirty="0">
                <a:solidFill>
                  <a:srgbClr val="DAFF6B"/>
                </a:solidFill>
                <a:latin typeface="Arial MT"/>
                <a:cs typeface="Arial MT"/>
              </a:rPr>
              <a:t> </a:t>
            </a:r>
            <a:r>
              <a:rPr sz="11775" spc="-750" baseline="-1415" dirty="0">
                <a:solidFill>
                  <a:srgbClr val="DAFF6B"/>
                </a:solidFill>
                <a:latin typeface="Arial MT"/>
                <a:cs typeface="Arial MT"/>
              </a:rPr>
              <a:t>T</a:t>
            </a:r>
            <a:r>
              <a:rPr sz="11775" spc="-750" baseline="-1061" dirty="0">
                <a:solidFill>
                  <a:srgbClr val="DAFF6B"/>
                </a:solidFill>
                <a:latin typeface="Arial MT"/>
                <a:cs typeface="Arial MT"/>
              </a:rPr>
              <a:t>O</a:t>
            </a:r>
            <a:r>
              <a:rPr sz="11775" spc="382" baseline="-1061" dirty="0">
                <a:solidFill>
                  <a:srgbClr val="DAFF6B"/>
                </a:solidFill>
                <a:latin typeface="Arial MT"/>
                <a:cs typeface="Arial MT"/>
              </a:rPr>
              <a:t> </a:t>
            </a:r>
            <a:r>
              <a:rPr sz="7850" spc="-475" dirty="0">
                <a:solidFill>
                  <a:srgbClr val="DAFF6B"/>
                </a:solidFill>
                <a:latin typeface="Arial MT"/>
                <a:cs typeface="Arial MT"/>
              </a:rPr>
              <a:t>US</a:t>
            </a:r>
            <a:r>
              <a:rPr sz="11775" spc="-712" baseline="1061" dirty="0">
                <a:solidFill>
                  <a:srgbClr val="DAFF6B"/>
                </a:solidFill>
                <a:latin typeface="Arial MT"/>
                <a:cs typeface="Arial MT"/>
              </a:rPr>
              <a:t>E</a:t>
            </a:r>
            <a:endParaRPr sz="11775" baseline="1061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 rot="21540000">
            <a:off x="1787858" y="2442256"/>
            <a:ext cx="5912487" cy="996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7309"/>
              </a:lnSpc>
            </a:pPr>
            <a:r>
              <a:rPr sz="11775" baseline="-4600" dirty="0">
                <a:solidFill>
                  <a:srgbClr val="DAFF6B"/>
                </a:solidFill>
                <a:latin typeface="Arial MT"/>
                <a:cs typeface="Arial MT"/>
              </a:rPr>
              <a:t>T</a:t>
            </a:r>
            <a:r>
              <a:rPr sz="11775" baseline="-3892" dirty="0">
                <a:solidFill>
                  <a:srgbClr val="DAFF6B"/>
                </a:solidFill>
                <a:latin typeface="Arial MT"/>
                <a:cs typeface="Arial MT"/>
              </a:rPr>
              <a:t>H</a:t>
            </a:r>
            <a:r>
              <a:rPr sz="11775" baseline="-3184" dirty="0">
                <a:solidFill>
                  <a:srgbClr val="DAFF6B"/>
                </a:solidFill>
                <a:latin typeface="Arial MT"/>
                <a:cs typeface="Arial MT"/>
              </a:rPr>
              <a:t>I</a:t>
            </a:r>
            <a:r>
              <a:rPr sz="11775" baseline="-2830" dirty="0">
                <a:solidFill>
                  <a:srgbClr val="DAFF6B"/>
                </a:solidFill>
                <a:latin typeface="Arial MT"/>
                <a:cs typeface="Arial MT"/>
              </a:rPr>
              <a:t>S</a:t>
            </a:r>
            <a:r>
              <a:rPr sz="11775" spc="-540" baseline="-2830" dirty="0">
                <a:solidFill>
                  <a:srgbClr val="DAFF6B"/>
                </a:solidFill>
                <a:latin typeface="Arial MT"/>
                <a:cs typeface="Arial MT"/>
              </a:rPr>
              <a:t> </a:t>
            </a:r>
            <a:r>
              <a:rPr sz="11775" spc="-15" baseline="-2123" dirty="0">
                <a:solidFill>
                  <a:srgbClr val="DAFF6B"/>
                </a:solidFill>
                <a:latin typeface="Arial MT"/>
                <a:cs typeface="Arial MT"/>
              </a:rPr>
              <a:t>S</a:t>
            </a:r>
            <a:r>
              <a:rPr sz="11775" spc="-15" baseline="-1415" dirty="0">
                <a:solidFill>
                  <a:srgbClr val="DAFF6B"/>
                </a:solidFill>
                <a:latin typeface="Arial MT"/>
                <a:cs typeface="Arial MT"/>
              </a:rPr>
              <a:t>L</a:t>
            </a:r>
            <a:r>
              <a:rPr sz="11775" spc="-15" baseline="-1061" dirty="0">
                <a:solidFill>
                  <a:srgbClr val="DAFF6B"/>
                </a:solidFill>
                <a:latin typeface="Arial MT"/>
                <a:cs typeface="Arial MT"/>
              </a:rPr>
              <a:t>I</a:t>
            </a:r>
            <a:r>
              <a:rPr sz="7850" spc="-10" dirty="0">
                <a:solidFill>
                  <a:srgbClr val="DAFF6B"/>
                </a:solidFill>
                <a:latin typeface="Arial MT"/>
                <a:cs typeface="Arial MT"/>
              </a:rPr>
              <a:t>DE-</a:t>
            </a:r>
            <a:endParaRPr sz="7850" dirty="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 rot="21540000">
            <a:off x="1781888" y="3643860"/>
            <a:ext cx="2898142" cy="996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7665"/>
              </a:lnSpc>
            </a:pPr>
            <a:r>
              <a:rPr sz="11775" spc="-427" baseline="-1415" dirty="0">
                <a:solidFill>
                  <a:srgbClr val="DAFF6B"/>
                </a:solidFill>
                <a:latin typeface="Arial MT"/>
                <a:cs typeface="Arial MT"/>
              </a:rPr>
              <a:t>D</a:t>
            </a:r>
            <a:r>
              <a:rPr sz="7850" spc="-285" dirty="0">
                <a:solidFill>
                  <a:srgbClr val="DAFF6B"/>
                </a:solidFill>
                <a:latin typeface="Arial MT"/>
                <a:cs typeface="Arial MT"/>
              </a:rPr>
              <a:t>ECK</a:t>
            </a:r>
            <a:endParaRPr sz="7850">
              <a:latin typeface="Arial MT"/>
              <a:cs typeface="Arial M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413360" y="3321405"/>
            <a:ext cx="3764915" cy="2044700"/>
          </a:xfrm>
          <a:custGeom>
            <a:avLst/>
            <a:gdLst/>
            <a:ahLst/>
            <a:cxnLst/>
            <a:rect l="l" t="t" r="r" b="b"/>
            <a:pathLst>
              <a:path w="3764915" h="2044700">
                <a:moveTo>
                  <a:pt x="397306" y="645312"/>
                </a:moveTo>
                <a:lnTo>
                  <a:pt x="395820" y="643509"/>
                </a:lnTo>
                <a:lnTo>
                  <a:pt x="396151" y="644931"/>
                </a:lnTo>
                <a:lnTo>
                  <a:pt x="397306" y="645312"/>
                </a:lnTo>
                <a:close/>
              </a:path>
              <a:path w="3764915" h="2044700">
                <a:moveTo>
                  <a:pt x="2597175" y="1768805"/>
                </a:moveTo>
                <a:lnTo>
                  <a:pt x="1551940" y="1429753"/>
                </a:lnTo>
                <a:lnTo>
                  <a:pt x="1548434" y="1427276"/>
                </a:lnTo>
                <a:lnTo>
                  <a:pt x="1541411" y="1422323"/>
                </a:lnTo>
                <a:lnTo>
                  <a:pt x="1517637" y="1414614"/>
                </a:lnTo>
                <a:lnTo>
                  <a:pt x="1504835" y="1413129"/>
                </a:lnTo>
                <a:lnTo>
                  <a:pt x="1498231" y="1408315"/>
                </a:lnTo>
                <a:lnTo>
                  <a:pt x="1494929" y="1405915"/>
                </a:lnTo>
                <a:lnTo>
                  <a:pt x="1484464" y="1399857"/>
                </a:lnTo>
                <a:lnTo>
                  <a:pt x="1460436" y="1396060"/>
                </a:lnTo>
                <a:lnTo>
                  <a:pt x="1451813" y="1387919"/>
                </a:lnTo>
                <a:lnTo>
                  <a:pt x="1441704" y="1383309"/>
                </a:lnTo>
                <a:lnTo>
                  <a:pt x="1431010" y="1379842"/>
                </a:lnTo>
                <a:lnTo>
                  <a:pt x="1419860" y="1377569"/>
                </a:lnTo>
                <a:lnTo>
                  <a:pt x="1414297" y="1373085"/>
                </a:lnTo>
                <a:lnTo>
                  <a:pt x="1408074" y="1369733"/>
                </a:lnTo>
                <a:lnTo>
                  <a:pt x="1401241" y="1367510"/>
                </a:lnTo>
                <a:lnTo>
                  <a:pt x="1393863" y="1366469"/>
                </a:lnTo>
                <a:lnTo>
                  <a:pt x="1388656" y="1360754"/>
                </a:lnTo>
                <a:lnTo>
                  <a:pt x="1384147" y="1363306"/>
                </a:lnTo>
                <a:lnTo>
                  <a:pt x="1378407" y="1356106"/>
                </a:lnTo>
                <a:lnTo>
                  <a:pt x="1370977" y="1352359"/>
                </a:lnTo>
                <a:lnTo>
                  <a:pt x="1362938" y="1349743"/>
                </a:lnTo>
                <a:lnTo>
                  <a:pt x="1355369" y="1345958"/>
                </a:lnTo>
                <a:lnTo>
                  <a:pt x="1280248" y="1312240"/>
                </a:lnTo>
                <a:lnTo>
                  <a:pt x="1243406" y="1293609"/>
                </a:lnTo>
                <a:lnTo>
                  <a:pt x="1207858" y="1272743"/>
                </a:lnTo>
                <a:lnTo>
                  <a:pt x="1202436" y="1273644"/>
                </a:lnTo>
                <a:lnTo>
                  <a:pt x="1197190" y="1274622"/>
                </a:lnTo>
                <a:lnTo>
                  <a:pt x="1195806" y="1278178"/>
                </a:lnTo>
                <a:lnTo>
                  <a:pt x="1202004" y="1286865"/>
                </a:lnTo>
                <a:lnTo>
                  <a:pt x="1212989" y="1294434"/>
                </a:lnTo>
                <a:lnTo>
                  <a:pt x="1212151" y="1299502"/>
                </a:lnTo>
                <a:lnTo>
                  <a:pt x="1208036" y="1300835"/>
                </a:lnTo>
                <a:lnTo>
                  <a:pt x="1203960" y="1303515"/>
                </a:lnTo>
                <a:lnTo>
                  <a:pt x="1197635" y="1302804"/>
                </a:lnTo>
                <a:lnTo>
                  <a:pt x="1147241" y="1278445"/>
                </a:lnTo>
                <a:lnTo>
                  <a:pt x="1103109" y="1250772"/>
                </a:lnTo>
                <a:lnTo>
                  <a:pt x="1059688" y="1222006"/>
                </a:lnTo>
                <a:lnTo>
                  <a:pt x="932395" y="1132649"/>
                </a:lnTo>
                <a:lnTo>
                  <a:pt x="890905" y="1101826"/>
                </a:lnTo>
                <a:lnTo>
                  <a:pt x="809828" y="1036815"/>
                </a:lnTo>
                <a:lnTo>
                  <a:pt x="769810" y="1003808"/>
                </a:lnTo>
                <a:lnTo>
                  <a:pt x="537502" y="766889"/>
                </a:lnTo>
                <a:lnTo>
                  <a:pt x="532307" y="758532"/>
                </a:lnTo>
                <a:lnTo>
                  <a:pt x="532257" y="761187"/>
                </a:lnTo>
                <a:lnTo>
                  <a:pt x="531329" y="763549"/>
                </a:lnTo>
                <a:lnTo>
                  <a:pt x="530885" y="763409"/>
                </a:lnTo>
                <a:lnTo>
                  <a:pt x="529196" y="764197"/>
                </a:lnTo>
                <a:lnTo>
                  <a:pt x="531964" y="761085"/>
                </a:lnTo>
                <a:lnTo>
                  <a:pt x="532257" y="761187"/>
                </a:lnTo>
                <a:lnTo>
                  <a:pt x="532257" y="758431"/>
                </a:lnTo>
                <a:lnTo>
                  <a:pt x="530783" y="755370"/>
                </a:lnTo>
                <a:lnTo>
                  <a:pt x="528662" y="752005"/>
                </a:lnTo>
                <a:lnTo>
                  <a:pt x="522008" y="749846"/>
                </a:lnTo>
                <a:lnTo>
                  <a:pt x="520966" y="744169"/>
                </a:lnTo>
                <a:lnTo>
                  <a:pt x="517652" y="739089"/>
                </a:lnTo>
                <a:lnTo>
                  <a:pt x="511568" y="737120"/>
                </a:lnTo>
                <a:lnTo>
                  <a:pt x="511073" y="730275"/>
                </a:lnTo>
                <a:lnTo>
                  <a:pt x="507365" y="726401"/>
                </a:lnTo>
                <a:lnTo>
                  <a:pt x="501142" y="724382"/>
                </a:lnTo>
                <a:lnTo>
                  <a:pt x="500773" y="717600"/>
                </a:lnTo>
                <a:lnTo>
                  <a:pt x="498932" y="715657"/>
                </a:lnTo>
                <a:lnTo>
                  <a:pt x="497078" y="713727"/>
                </a:lnTo>
                <a:lnTo>
                  <a:pt x="490308" y="712863"/>
                </a:lnTo>
                <a:lnTo>
                  <a:pt x="489953" y="706069"/>
                </a:lnTo>
                <a:lnTo>
                  <a:pt x="486397" y="702246"/>
                </a:lnTo>
                <a:lnTo>
                  <a:pt x="480021" y="700176"/>
                </a:lnTo>
                <a:lnTo>
                  <a:pt x="479806" y="693432"/>
                </a:lnTo>
                <a:lnTo>
                  <a:pt x="476250" y="689610"/>
                </a:lnTo>
                <a:lnTo>
                  <a:pt x="469874" y="687539"/>
                </a:lnTo>
                <a:lnTo>
                  <a:pt x="469658" y="680796"/>
                </a:lnTo>
                <a:lnTo>
                  <a:pt x="466496" y="675767"/>
                </a:lnTo>
                <a:lnTo>
                  <a:pt x="458520" y="673188"/>
                </a:lnTo>
                <a:lnTo>
                  <a:pt x="459981" y="673646"/>
                </a:lnTo>
                <a:lnTo>
                  <a:pt x="458520" y="671944"/>
                </a:lnTo>
                <a:lnTo>
                  <a:pt x="458495" y="668375"/>
                </a:lnTo>
                <a:lnTo>
                  <a:pt x="455180" y="664260"/>
                </a:lnTo>
                <a:lnTo>
                  <a:pt x="451599" y="663282"/>
                </a:lnTo>
                <a:lnTo>
                  <a:pt x="450265" y="661149"/>
                </a:lnTo>
                <a:lnTo>
                  <a:pt x="449834" y="661009"/>
                </a:lnTo>
                <a:lnTo>
                  <a:pt x="449757" y="654316"/>
                </a:lnTo>
                <a:lnTo>
                  <a:pt x="446493" y="650582"/>
                </a:lnTo>
                <a:lnTo>
                  <a:pt x="439686" y="648373"/>
                </a:lnTo>
                <a:lnTo>
                  <a:pt x="439623" y="641680"/>
                </a:lnTo>
                <a:lnTo>
                  <a:pt x="436346" y="637946"/>
                </a:lnTo>
                <a:lnTo>
                  <a:pt x="429539" y="635736"/>
                </a:lnTo>
                <a:lnTo>
                  <a:pt x="429615" y="629094"/>
                </a:lnTo>
                <a:lnTo>
                  <a:pt x="426199" y="625309"/>
                </a:lnTo>
                <a:lnTo>
                  <a:pt x="419544" y="623150"/>
                </a:lnTo>
                <a:lnTo>
                  <a:pt x="420014" y="615289"/>
                </a:lnTo>
                <a:lnTo>
                  <a:pt x="418693" y="612190"/>
                </a:lnTo>
                <a:lnTo>
                  <a:pt x="416979" y="610311"/>
                </a:lnTo>
                <a:lnTo>
                  <a:pt x="410222" y="609447"/>
                </a:lnTo>
                <a:lnTo>
                  <a:pt x="410006" y="602703"/>
                </a:lnTo>
                <a:lnTo>
                  <a:pt x="406984" y="597712"/>
                </a:lnTo>
                <a:lnTo>
                  <a:pt x="403936" y="596734"/>
                </a:lnTo>
                <a:lnTo>
                  <a:pt x="403936" y="655472"/>
                </a:lnTo>
                <a:lnTo>
                  <a:pt x="402297" y="653605"/>
                </a:lnTo>
                <a:lnTo>
                  <a:pt x="401675" y="652068"/>
                </a:lnTo>
                <a:lnTo>
                  <a:pt x="403313" y="653935"/>
                </a:lnTo>
                <a:lnTo>
                  <a:pt x="403936" y="655472"/>
                </a:lnTo>
                <a:lnTo>
                  <a:pt x="403936" y="596734"/>
                </a:lnTo>
                <a:lnTo>
                  <a:pt x="400608" y="595642"/>
                </a:lnTo>
                <a:lnTo>
                  <a:pt x="397954" y="591591"/>
                </a:lnTo>
                <a:lnTo>
                  <a:pt x="397954" y="648195"/>
                </a:lnTo>
                <a:lnTo>
                  <a:pt x="397395" y="648004"/>
                </a:lnTo>
                <a:lnTo>
                  <a:pt x="397624" y="646747"/>
                </a:lnTo>
                <a:lnTo>
                  <a:pt x="397954" y="648195"/>
                </a:lnTo>
                <a:lnTo>
                  <a:pt x="397954" y="591591"/>
                </a:lnTo>
                <a:lnTo>
                  <a:pt x="397446" y="590816"/>
                </a:lnTo>
                <a:lnTo>
                  <a:pt x="397446" y="645363"/>
                </a:lnTo>
                <a:lnTo>
                  <a:pt x="393687" y="644131"/>
                </a:lnTo>
                <a:lnTo>
                  <a:pt x="395376" y="643356"/>
                </a:lnTo>
                <a:lnTo>
                  <a:pt x="395820" y="643509"/>
                </a:lnTo>
                <a:lnTo>
                  <a:pt x="396544" y="643737"/>
                </a:lnTo>
                <a:lnTo>
                  <a:pt x="397306" y="645312"/>
                </a:lnTo>
                <a:lnTo>
                  <a:pt x="397446" y="645363"/>
                </a:lnTo>
                <a:lnTo>
                  <a:pt x="397446" y="590816"/>
                </a:lnTo>
                <a:lnTo>
                  <a:pt x="318541" y="470217"/>
                </a:lnTo>
                <a:lnTo>
                  <a:pt x="304406" y="456298"/>
                </a:lnTo>
                <a:lnTo>
                  <a:pt x="293382" y="439369"/>
                </a:lnTo>
                <a:lnTo>
                  <a:pt x="273519" y="406222"/>
                </a:lnTo>
                <a:lnTo>
                  <a:pt x="275424" y="402831"/>
                </a:lnTo>
                <a:lnTo>
                  <a:pt x="277507" y="400837"/>
                </a:lnTo>
                <a:lnTo>
                  <a:pt x="283514" y="396113"/>
                </a:lnTo>
                <a:lnTo>
                  <a:pt x="287096" y="395935"/>
                </a:lnTo>
                <a:lnTo>
                  <a:pt x="291833" y="396138"/>
                </a:lnTo>
                <a:lnTo>
                  <a:pt x="285877" y="382193"/>
                </a:lnTo>
                <a:lnTo>
                  <a:pt x="279184" y="369341"/>
                </a:lnTo>
                <a:lnTo>
                  <a:pt x="271043" y="357352"/>
                </a:lnTo>
                <a:lnTo>
                  <a:pt x="260731" y="345998"/>
                </a:lnTo>
                <a:lnTo>
                  <a:pt x="255714" y="341693"/>
                </a:lnTo>
                <a:lnTo>
                  <a:pt x="251142" y="337540"/>
                </a:lnTo>
                <a:lnTo>
                  <a:pt x="248513" y="331355"/>
                </a:lnTo>
                <a:lnTo>
                  <a:pt x="236054" y="327304"/>
                </a:lnTo>
                <a:lnTo>
                  <a:pt x="236016" y="325958"/>
                </a:lnTo>
                <a:lnTo>
                  <a:pt x="238480" y="326758"/>
                </a:lnTo>
                <a:lnTo>
                  <a:pt x="237070" y="327634"/>
                </a:lnTo>
                <a:lnTo>
                  <a:pt x="248513" y="331355"/>
                </a:lnTo>
                <a:lnTo>
                  <a:pt x="256692" y="340677"/>
                </a:lnTo>
                <a:lnTo>
                  <a:pt x="260731" y="345998"/>
                </a:lnTo>
                <a:lnTo>
                  <a:pt x="259499" y="338924"/>
                </a:lnTo>
                <a:lnTo>
                  <a:pt x="257441" y="332917"/>
                </a:lnTo>
                <a:lnTo>
                  <a:pt x="250253" y="331914"/>
                </a:lnTo>
                <a:lnTo>
                  <a:pt x="250228" y="330568"/>
                </a:lnTo>
                <a:lnTo>
                  <a:pt x="250532" y="323989"/>
                </a:lnTo>
                <a:lnTo>
                  <a:pt x="248196" y="319227"/>
                </a:lnTo>
                <a:lnTo>
                  <a:pt x="244957" y="312839"/>
                </a:lnTo>
                <a:lnTo>
                  <a:pt x="239763" y="308483"/>
                </a:lnTo>
                <a:lnTo>
                  <a:pt x="240703" y="302120"/>
                </a:lnTo>
                <a:lnTo>
                  <a:pt x="239090" y="296252"/>
                </a:lnTo>
                <a:lnTo>
                  <a:pt x="232575" y="294132"/>
                </a:lnTo>
                <a:lnTo>
                  <a:pt x="231800" y="289877"/>
                </a:lnTo>
                <a:lnTo>
                  <a:pt x="231533" y="288455"/>
                </a:lnTo>
                <a:lnTo>
                  <a:pt x="229628" y="282498"/>
                </a:lnTo>
                <a:lnTo>
                  <a:pt x="223761" y="279374"/>
                </a:lnTo>
                <a:lnTo>
                  <a:pt x="223761" y="287274"/>
                </a:lnTo>
                <a:lnTo>
                  <a:pt x="222554" y="285546"/>
                </a:lnTo>
                <a:lnTo>
                  <a:pt x="221792" y="283959"/>
                </a:lnTo>
                <a:lnTo>
                  <a:pt x="222237" y="280098"/>
                </a:lnTo>
                <a:lnTo>
                  <a:pt x="222389" y="280149"/>
                </a:lnTo>
                <a:lnTo>
                  <a:pt x="222084" y="284060"/>
                </a:lnTo>
                <a:lnTo>
                  <a:pt x="222707" y="285597"/>
                </a:lnTo>
                <a:lnTo>
                  <a:pt x="223761" y="287274"/>
                </a:lnTo>
                <a:lnTo>
                  <a:pt x="223761" y="279374"/>
                </a:lnTo>
                <a:lnTo>
                  <a:pt x="223215" y="279082"/>
                </a:lnTo>
                <a:lnTo>
                  <a:pt x="223126" y="276390"/>
                </a:lnTo>
                <a:lnTo>
                  <a:pt x="222313" y="273456"/>
                </a:lnTo>
                <a:lnTo>
                  <a:pt x="219519" y="271208"/>
                </a:lnTo>
                <a:lnTo>
                  <a:pt x="215036" y="257733"/>
                </a:lnTo>
                <a:lnTo>
                  <a:pt x="209473" y="243916"/>
                </a:lnTo>
                <a:lnTo>
                  <a:pt x="202399" y="230949"/>
                </a:lnTo>
                <a:lnTo>
                  <a:pt x="193395" y="220014"/>
                </a:lnTo>
                <a:lnTo>
                  <a:pt x="190347" y="209677"/>
                </a:lnTo>
                <a:lnTo>
                  <a:pt x="186512" y="200418"/>
                </a:lnTo>
                <a:lnTo>
                  <a:pt x="181737" y="190868"/>
                </a:lnTo>
                <a:lnTo>
                  <a:pt x="175145" y="182041"/>
                </a:lnTo>
                <a:lnTo>
                  <a:pt x="174904" y="180632"/>
                </a:lnTo>
                <a:lnTo>
                  <a:pt x="72859" y="147535"/>
                </a:lnTo>
                <a:lnTo>
                  <a:pt x="73152" y="147624"/>
                </a:lnTo>
                <a:lnTo>
                  <a:pt x="174904" y="180632"/>
                </a:lnTo>
                <a:lnTo>
                  <a:pt x="175044" y="178003"/>
                </a:lnTo>
                <a:lnTo>
                  <a:pt x="174548" y="175183"/>
                </a:lnTo>
                <a:lnTo>
                  <a:pt x="172275" y="169100"/>
                </a:lnTo>
                <a:lnTo>
                  <a:pt x="168833" y="163982"/>
                </a:lnTo>
                <a:lnTo>
                  <a:pt x="165087" y="158762"/>
                </a:lnTo>
                <a:lnTo>
                  <a:pt x="151599" y="119672"/>
                </a:lnTo>
                <a:lnTo>
                  <a:pt x="136944" y="81534"/>
                </a:lnTo>
                <a:lnTo>
                  <a:pt x="124790" y="40208"/>
                </a:lnTo>
                <a:lnTo>
                  <a:pt x="116078" y="0"/>
                </a:lnTo>
                <a:lnTo>
                  <a:pt x="103479" y="2590"/>
                </a:lnTo>
                <a:lnTo>
                  <a:pt x="90170" y="4940"/>
                </a:lnTo>
                <a:lnTo>
                  <a:pt x="78219" y="9080"/>
                </a:lnTo>
                <a:lnTo>
                  <a:pt x="68961" y="19431"/>
                </a:lnTo>
                <a:lnTo>
                  <a:pt x="66548" y="19977"/>
                </a:lnTo>
                <a:lnTo>
                  <a:pt x="66052" y="21158"/>
                </a:lnTo>
                <a:lnTo>
                  <a:pt x="64693" y="24714"/>
                </a:lnTo>
                <a:lnTo>
                  <a:pt x="65201" y="27559"/>
                </a:lnTo>
                <a:lnTo>
                  <a:pt x="56261" y="29997"/>
                </a:lnTo>
                <a:lnTo>
                  <a:pt x="47053" y="28346"/>
                </a:lnTo>
                <a:lnTo>
                  <a:pt x="37934" y="29387"/>
                </a:lnTo>
                <a:lnTo>
                  <a:pt x="30124" y="37541"/>
                </a:lnTo>
                <a:lnTo>
                  <a:pt x="10807" y="51295"/>
                </a:lnTo>
                <a:lnTo>
                  <a:pt x="1473" y="70967"/>
                </a:lnTo>
                <a:lnTo>
                  <a:pt x="0" y="93192"/>
                </a:lnTo>
                <a:lnTo>
                  <a:pt x="4318" y="114617"/>
                </a:lnTo>
                <a:lnTo>
                  <a:pt x="17119" y="169506"/>
                </a:lnTo>
                <a:lnTo>
                  <a:pt x="34213" y="219113"/>
                </a:lnTo>
                <a:lnTo>
                  <a:pt x="52920" y="270573"/>
                </a:lnTo>
                <a:lnTo>
                  <a:pt x="74066" y="320154"/>
                </a:lnTo>
                <a:lnTo>
                  <a:pt x="96913" y="368960"/>
                </a:lnTo>
                <a:lnTo>
                  <a:pt x="119367" y="414959"/>
                </a:lnTo>
                <a:lnTo>
                  <a:pt x="142824" y="459955"/>
                </a:lnTo>
                <a:lnTo>
                  <a:pt x="167271" y="503936"/>
                </a:lnTo>
                <a:lnTo>
                  <a:pt x="192709" y="546900"/>
                </a:lnTo>
                <a:lnTo>
                  <a:pt x="218744" y="590054"/>
                </a:lnTo>
                <a:lnTo>
                  <a:pt x="245757" y="632206"/>
                </a:lnTo>
                <a:lnTo>
                  <a:pt x="273367" y="674535"/>
                </a:lnTo>
                <a:lnTo>
                  <a:pt x="302336" y="714641"/>
                </a:lnTo>
                <a:lnTo>
                  <a:pt x="331876" y="754926"/>
                </a:lnTo>
                <a:lnTo>
                  <a:pt x="362394" y="794207"/>
                </a:lnTo>
                <a:lnTo>
                  <a:pt x="425513" y="872096"/>
                </a:lnTo>
                <a:lnTo>
                  <a:pt x="458127" y="910704"/>
                </a:lnTo>
                <a:lnTo>
                  <a:pt x="526580" y="983653"/>
                </a:lnTo>
                <a:lnTo>
                  <a:pt x="634568" y="1090777"/>
                </a:lnTo>
                <a:lnTo>
                  <a:pt x="672033" y="1125626"/>
                </a:lnTo>
                <a:lnTo>
                  <a:pt x="749325" y="1192085"/>
                </a:lnTo>
                <a:lnTo>
                  <a:pt x="788289" y="1224749"/>
                </a:lnTo>
                <a:lnTo>
                  <a:pt x="828116" y="1255039"/>
                </a:lnTo>
                <a:lnTo>
                  <a:pt x="949312" y="1342415"/>
                </a:lnTo>
                <a:lnTo>
                  <a:pt x="1032484" y="1394764"/>
                </a:lnTo>
                <a:lnTo>
                  <a:pt x="1116761" y="1444802"/>
                </a:lnTo>
                <a:lnTo>
                  <a:pt x="1160005" y="1466837"/>
                </a:lnTo>
                <a:lnTo>
                  <a:pt x="1202944" y="1490103"/>
                </a:lnTo>
                <a:lnTo>
                  <a:pt x="1334960" y="1551622"/>
                </a:lnTo>
                <a:lnTo>
                  <a:pt x="1515884" y="1622336"/>
                </a:lnTo>
                <a:lnTo>
                  <a:pt x="1608569" y="1652397"/>
                </a:lnTo>
                <a:lnTo>
                  <a:pt x="1798370" y="1701952"/>
                </a:lnTo>
                <a:lnTo>
                  <a:pt x="1847088" y="1711083"/>
                </a:lnTo>
                <a:lnTo>
                  <a:pt x="1895094" y="1722640"/>
                </a:lnTo>
                <a:lnTo>
                  <a:pt x="1944344" y="1730603"/>
                </a:lnTo>
                <a:lnTo>
                  <a:pt x="1993277" y="1739811"/>
                </a:lnTo>
                <a:lnTo>
                  <a:pt x="2143252" y="1759077"/>
                </a:lnTo>
                <a:lnTo>
                  <a:pt x="2194382" y="1764982"/>
                </a:lnTo>
                <a:lnTo>
                  <a:pt x="2245957" y="1768360"/>
                </a:lnTo>
                <a:lnTo>
                  <a:pt x="2348547" y="1773605"/>
                </a:lnTo>
                <a:lnTo>
                  <a:pt x="2399995" y="1774278"/>
                </a:lnTo>
                <a:lnTo>
                  <a:pt x="2451570" y="1773643"/>
                </a:lnTo>
                <a:lnTo>
                  <a:pt x="2502484" y="1774139"/>
                </a:lnTo>
                <a:lnTo>
                  <a:pt x="2597175" y="1768805"/>
                </a:lnTo>
                <a:close/>
              </a:path>
              <a:path w="3764915" h="2044700">
                <a:moveTo>
                  <a:pt x="3764483" y="1614741"/>
                </a:moveTo>
                <a:lnTo>
                  <a:pt x="3755186" y="1528953"/>
                </a:lnTo>
                <a:lnTo>
                  <a:pt x="3747452" y="1489049"/>
                </a:lnTo>
                <a:lnTo>
                  <a:pt x="3732707" y="1452232"/>
                </a:lnTo>
                <a:lnTo>
                  <a:pt x="3729024" y="1447025"/>
                </a:lnTo>
                <a:lnTo>
                  <a:pt x="3725367" y="1440497"/>
                </a:lnTo>
                <a:lnTo>
                  <a:pt x="3720249" y="1436166"/>
                </a:lnTo>
                <a:lnTo>
                  <a:pt x="3714140" y="1431518"/>
                </a:lnTo>
                <a:lnTo>
                  <a:pt x="3706736" y="1414437"/>
                </a:lnTo>
                <a:lnTo>
                  <a:pt x="3660864" y="1387538"/>
                </a:lnTo>
                <a:lnTo>
                  <a:pt x="3607600" y="1371587"/>
                </a:lnTo>
                <a:lnTo>
                  <a:pt x="3553574" y="1358074"/>
                </a:lnTo>
                <a:lnTo>
                  <a:pt x="3446691" y="1327404"/>
                </a:lnTo>
                <a:lnTo>
                  <a:pt x="3440023" y="1322578"/>
                </a:lnTo>
                <a:lnTo>
                  <a:pt x="3436683" y="1320152"/>
                </a:lnTo>
                <a:lnTo>
                  <a:pt x="3425736" y="1315262"/>
                </a:lnTo>
                <a:lnTo>
                  <a:pt x="3401999" y="1310233"/>
                </a:lnTo>
                <a:lnTo>
                  <a:pt x="3395434" y="1305433"/>
                </a:lnTo>
                <a:lnTo>
                  <a:pt x="3392538" y="1301826"/>
                </a:lnTo>
                <a:lnTo>
                  <a:pt x="3381629" y="1296949"/>
                </a:lnTo>
                <a:lnTo>
                  <a:pt x="3357461" y="1293114"/>
                </a:lnTo>
                <a:lnTo>
                  <a:pt x="3351695" y="1285913"/>
                </a:lnTo>
                <a:lnTo>
                  <a:pt x="3344202" y="1282141"/>
                </a:lnTo>
                <a:lnTo>
                  <a:pt x="3283166" y="1252994"/>
                </a:lnTo>
                <a:lnTo>
                  <a:pt x="3194926" y="1204341"/>
                </a:lnTo>
                <a:lnTo>
                  <a:pt x="3151949" y="1178394"/>
                </a:lnTo>
                <a:lnTo>
                  <a:pt x="3110153" y="1150137"/>
                </a:lnTo>
                <a:lnTo>
                  <a:pt x="3028581" y="1091641"/>
                </a:lnTo>
                <a:lnTo>
                  <a:pt x="2989643" y="1058976"/>
                </a:lnTo>
                <a:lnTo>
                  <a:pt x="2945180" y="1019187"/>
                </a:lnTo>
                <a:lnTo>
                  <a:pt x="2925064" y="1003312"/>
                </a:lnTo>
                <a:lnTo>
                  <a:pt x="2908503" y="991273"/>
                </a:lnTo>
                <a:lnTo>
                  <a:pt x="2899283" y="989609"/>
                </a:lnTo>
                <a:lnTo>
                  <a:pt x="2889478" y="993114"/>
                </a:lnTo>
                <a:lnTo>
                  <a:pt x="2883357" y="999134"/>
                </a:lnTo>
                <a:lnTo>
                  <a:pt x="2879864" y="1007351"/>
                </a:lnTo>
                <a:lnTo>
                  <a:pt x="2878518" y="1017600"/>
                </a:lnTo>
                <a:lnTo>
                  <a:pt x="2880842" y="1023683"/>
                </a:lnTo>
                <a:lnTo>
                  <a:pt x="2889504" y="1055865"/>
                </a:lnTo>
                <a:lnTo>
                  <a:pt x="2892945" y="1087691"/>
                </a:lnTo>
                <a:lnTo>
                  <a:pt x="2895320" y="1120508"/>
                </a:lnTo>
                <a:lnTo>
                  <a:pt x="2902343" y="1150823"/>
                </a:lnTo>
                <a:lnTo>
                  <a:pt x="2925140" y="1186256"/>
                </a:lnTo>
                <a:lnTo>
                  <a:pt x="2970123" y="1232890"/>
                </a:lnTo>
                <a:lnTo>
                  <a:pt x="3043923" y="1299552"/>
                </a:lnTo>
                <a:lnTo>
                  <a:pt x="3121482" y="1362100"/>
                </a:lnTo>
                <a:lnTo>
                  <a:pt x="3161804" y="1391208"/>
                </a:lnTo>
                <a:lnTo>
                  <a:pt x="3287712" y="1472107"/>
                </a:lnTo>
                <a:lnTo>
                  <a:pt x="3305848" y="1480654"/>
                </a:lnTo>
                <a:lnTo>
                  <a:pt x="3314357" y="1486090"/>
                </a:lnTo>
                <a:lnTo>
                  <a:pt x="3322040" y="1492580"/>
                </a:lnTo>
                <a:lnTo>
                  <a:pt x="3327095" y="1500898"/>
                </a:lnTo>
                <a:lnTo>
                  <a:pt x="3327463" y="1506359"/>
                </a:lnTo>
                <a:lnTo>
                  <a:pt x="3322510" y="1515440"/>
                </a:lnTo>
                <a:lnTo>
                  <a:pt x="3315932" y="1521307"/>
                </a:lnTo>
                <a:lnTo>
                  <a:pt x="3305848" y="1518043"/>
                </a:lnTo>
                <a:lnTo>
                  <a:pt x="3296501" y="1517675"/>
                </a:lnTo>
                <a:lnTo>
                  <a:pt x="3287445" y="1521421"/>
                </a:lnTo>
                <a:lnTo>
                  <a:pt x="3279406" y="1526819"/>
                </a:lnTo>
                <a:lnTo>
                  <a:pt x="3269094" y="1524812"/>
                </a:lnTo>
                <a:lnTo>
                  <a:pt x="3259086" y="1524228"/>
                </a:lnTo>
                <a:lnTo>
                  <a:pt x="3249536" y="1526476"/>
                </a:lnTo>
                <a:lnTo>
                  <a:pt x="3240621" y="1532928"/>
                </a:lnTo>
                <a:lnTo>
                  <a:pt x="3237674" y="1530642"/>
                </a:lnTo>
                <a:lnTo>
                  <a:pt x="3235109" y="1531137"/>
                </a:lnTo>
                <a:lnTo>
                  <a:pt x="3233318" y="1533232"/>
                </a:lnTo>
                <a:lnTo>
                  <a:pt x="3231388" y="1533118"/>
                </a:lnTo>
                <a:lnTo>
                  <a:pt x="3231388" y="1544624"/>
                </a:lnTo>
                <a:lnTo>
                  <a:pt x="3231134" y="1545869"/>
                </a:lnTo>
                <a:lnTo>
                  <a:pt x="3231235" y="1544574"/>
                </a:lnTo>
                <a:lnTo>
                  <a:pt x="3231388" y="1544624"/>
                </a:lnTo>
                <a:lnTo>
                  <a:pt x="3231388" y="1533118"/>
                </a:lnTo>
                <a:lnTo>
                  <a:pt x="3223120" y="1532597"/>
                </a:lnTo>
                <a:lnTo>
                  <a:pt x="3214052" y="1530985"/>
                </a:lnTo>
                <a:lnTo>
                  <a:pt x="3204540" y="1534579"/>
                </a:lnTo>
                <a:lnTo>
                  <a:pt x="3196120" y="1539849"/>
                </a:lnTo>
                <a:lnTo>
                  <a:pt x="3175266" y="1537093"/>
                </a:lnTo>
                <a:lnTo>
                  <a:pt x="3117100" y="1543596"/>
                </a:lnTo>
                <a:lnTo>
                  <a:pt x="3014573" y="1557070"/>
                </a:lnTo>
                <a:lnTo>
                  <a:pt x="2860979" y="1575333"/>
                </a:lnTo>
                <a:lnTo>
                  <a:pt x="2581973" y="1599653"/>
                </a:lnTo>
                <a:lnTo>
                  <a:pt x="2563723" y="1597736"/>
                </a:lnTo>
                <a:lnTo>
                  <a:pt x="2544711" y="1598244"/>
                </a:lnTo>
                <a:lnTo>
                  <a:pt x="2508173" y="1595742"/>
                </a:lnTo>
                <a:lnTo>
                  <a:pt x="2456002" y="1597507"/>
                </a:lnTo>
                <a:lnTo>
                  <a:pt x="2302421" y="1590408"/>
                </a:lnTo>
                <a:lnTo>
                  <a:pt x="2150084" y="1574380"/>
                </a:lnTo>
                <a:lnTo>
                  <a:pt x="2099487" y="1567307"/>
                </a:lnTo>
                <a:lnTo>
                  <a:pt x="1998573" y="1550593"/>
                </a:lnTo>
                <a:lnTo>
                  <a:pt x="1948637" y="1539735"/>
                </a:lnTo>
                <a:lnTo>
                  <a:pt x="1898116" y="1530032"/>
                </a:lnTo>
                <a:lnTo>
                  <a:pt x="1798523" y="1504403"/>
                </a:lnTo>
                <a:lnTo>
                  <a:pt x="1600936" y="1445641"/>
                </a:lnTo>
                <a:lnTo>
                  <a:pt x="2597175" y="1768805"/>
                </a:lnTo>
                <a:lnTo>
                  <a:pt x="2656624" y="1766735"/>
                </a:lnTo>
                <a:lnTo>
                  <a:pt x="2810586" y="1753920"/>
                </a:lnTo>
                <a:lnTo>
                  <a:pt x="3063341" y="1723758"/>
                </a:lnTo>
                <a:lnTo>
                  <a:pt x="3363125" y="1676806"/>
                </a:lnTo>
                <a:lnTo>
                  <a:pt x="3368306" y="1673148"/>
                </a:lnTo>
                <a:lnTo>
                  <a:pt x="3372955" y="1670659"/>
                </a:lnTo>
                <a:lnTo>
                  <a:pt x="3378149" y="1667002"/>
                </a:lnTo>
                <a:lnTo>
                  <a:pt x="3384524" y="1669059"/>
                </a:lnTo>
                <a:lnTo>
                  <a:pt x="3392005" y="1670151"/>
                </a:lnTo>
                <a:lnTo>
                  <a:pt x="3396831" y="1673059"/>
                </a:lnTo>
                <a:lnTo>
                  <a:pt x="3399853" y="1678038"/>
                </a:lnTo>
                <a:lnTo>
                  <a:pt x="3395535" y="1681988"/>
                </a:lnTo>
                <a:lnTo>
                  <a:pt x="3390112" y="1682889"/>
                </a:lnTo>
                <a:lnTo>
                  <a:pt x="3357448" y="1713687"/>
                </a:lnTo>
                <a:lnTo>
                  <a:pt x="3322574" y="1741093"/>
                </a:lnTo>
                <a:lnTo>
                  <a:pt x="3286607" y="1764144"/>
                </a:lnTo>
                <a:lnTo>
                  <a:pt x="3249053" y="1786674"/>
                </a:lnTo>
                <a:lnTo>
                  <a:pt x="3223526" y="1802422"/>
                </a:lnTo>
                <a:lnTo>
                  <a:pt x="3199295" y="1819935"/>
                </a:lnTo>
                <a:lnTo>
                  <a:pt x="3176562" y="1840598"/>
                </a:lnTo>
                <a:lnTo>
                  <a:pt x="3156699" y="1862188"/>
                </a:lnTo>
                <a:lnTo>
                  <a:pt x="3118142" y="1889734"/>
                </a:lnTo>
                <a:lnTo>
                  <a:pt x="3091523" y="1923821"/>
                </a:lnTo>
                <a:lnTo>
                  <a:pt x="3090621" y="1926209"/>
                </a:lnTo>
                <a:lnTo>
                  <a:pt x="3089719" y="1928583"/>
                </a:lnTo>
                <a:lnTo>
                  <a:pt x="3088881" y="1930984"/>
                </a:lnTo>
                <a:lnTo>
                  <a:pt x="3077895" y="1960791"/>
                </a:lnTo>
                <a:lnTo>
                  <a:pt x="3077146" y="2000605"/>
                </a:lnTo>
                <a:lnTo>
                  <a:pt x="3088779" y="2044433"/>
                </a:lnTo>
                <a:lnTo>
                  <a:pt x="3139783" y="2038286"/>
                </a:lnTo>
                <a:lnTo>
                  <a:pt x="3188284" y="2028647"/>
                </a:lnTo>
                <a:lnTo>
                  <a:pt x="3234982" y="2014423"/>
                </a:lnTo>
                <a:lnTo>
                  <a:pt x="3279800" y="1996922"/>
                </a:lnTo>
                <a:lnTo>
                  <a:pt x="3323031" y="1976234"/>
                </a:lnTo>
                <a:lnTo>
                  <a:pt x="3364992" y="1952459"/>
                </a:lnTo>
                <a:lnTo>
                  <a:pt x="3405594" y="1926907"/>
                </a:lnTo>
                <a:lnTo>
                  <a:pt x="3445548" y="1898472"/>
                </a:lnTo>
                <a:lnTo>
                  <a:pt x="3484372" y="1869681"/>
                </a:lnTo>
                <a:lnTo>
                  <a:pt x="3558844" y="1811058"/>
                </a:lnTo>
                <a:lnTo>
                  <a:pt x="3595751" y="1782978"/>
                </a:lnTo>
                <a:lnTo>
                  <a:pt x="3632720" y="1756257"/>
                </a:lnTo>
                <a:lnTo>
                  <a:pt x="3640213" y="1750669"/>
                </a:lnTo>
                <a:lnTo>
                  <a:pt x="3707701" y="1700466"/>
                </a:lnTo>
                <a:lnTo>
                  <a:pt x="3709124" y="1699590"/>
                </a:lnTo>
                <a:lnTo>
                  <a:pt x="3718039" y="1693138"/>
                </a:lnTo>
                <a:lnTo>
                  <a:pt x="3722001" y="1689087"/>
                </a:lnTo>
                <a:lnTo>
                  <a:pt x="3747312" y="1665249"/>
                </a:lnTo>
                <a:lnTo>
                  <a:pt x="3761206" y="1641716"/>
                </a:lnTo>
                <a:lnTo>
                  <a:pt x="3764483" y="1614741"/>
                </a:lnTo>
                <a:close/>
              </a:path>
            </a:pathLst>
          </a:custGeom>
          <a:solidFill>
            <a:srgbClr val="DAFF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0329355" y="4114751"/>
            <a:ext cx="6128385" cy="4864100"/>
          </a:xfrm>
          <a:prstGeom prst="rect">
            <a:avLst/>
          </a:prstGeom>
        </p:spPr>
        <p:txBody>
          <a:bodyPr vert="horz" wrap="square" lIns="0" tIns="55879" rIns="0" bIns="0" rtlCol="0">
            <a:spAutoFit/>
          </a:bodyPr>
          <a:lstStyle/>
          <a:p>
            <a:pPr marL="12700" marR="213995">
              <a:lnSpc>
                <a:spcPts val="2700"/>
              </a:lnSpc>
              <a:spcBef>
                <a:spcPts val="439"/>
              </a:spcBef>
            </a:pPr>
            <a:r>
              <a:rPr sz="2500" dirty="0">
                <a:solidFill>
                  <a:srgbClr val="3B0A85"/>
                </a:solidFill>
                <a:latin typeface="Trebuchet MS"/>
                <a:cs typeface="Trebuchet MS"/>
              </a:rPr>
              <a:t>The</a:t>
            </a:r>
            <a:r>
              <a:rPr sz="2500" spc="-3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60" dirty="0">
                <a:solidFill>
                  <a:srgbClr val="3B0A85"/>
                </a:solidFill>
                <a:latin typeface="Trebuchet MS"/>
                <a:cs typeface="Trebuchet MS"/>
              </a:rPr>
              <a:t>slides</a:t>
            </a:r>
            <a:r>
              <a:rPr sz="2500" spc="-3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3B0A85"/>
                </a:solidFill>
                <a:latin typeface="Trebuchet MS"/>
                <a:cs typeface="Trebuchet MS"/>
              </a:rPr>
              <a:t>contain</a:t>
            </a:r>
            <a:r>
              <a:rPr sz="2500" spc="-3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3B0A85"/>
                </a:solidFill>
                <a:latin typeface="Trebuchet MS"/>
                <a:cs typeface="Trebuchet MS"/>
              </a:rPr>
              <a:t>relevant</a:t>
            </a:r>
            <a:r>
              <a:rPr sz="2500" spc="-3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55" dirty="0">
                <a:solidFill>
                  <a:srgbClr val="3B0A85"/>
                </a:solidFill>
                <a:latin typeface="Trebuchet MS"/>
                <a:cs typeface="Trebuchet MS"/>
              </a:rPr>
              <a:t>content</a:t>
            </a:r>
            <a:r>
              <a:rPr sz="2500" spc="-3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-25" dirty="0">
                <a:solidFill>
                  <a:srgbClr val="3B0A85"/>
                </a:solidFill>
                <a:latin typeface="Trebuchet MS"/>
                <a:cs typeface="Trebuchet MS"/>
              </a:rPr>
              <a:t>for </a:t>
            </a:r>
            <a:r>
              <a:rPr sz="2500" spc="60" dirty="0">
                <a:solidFill>
                  <a:srgbClr val="3B0A85"/>
                </a:solidFill>
                <a:latin typeface="Trebuchet MS"/>
                <a:cs typeface="Trebuchet MS"/>
              </a:rPr>
              <a:t>your</a:t>
            </a:r>
            <a:r>
              <a:rPr sz="2500" spc="-2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65" dirty="0">
                <a:solidFill>
                  <a:srgbClr val="3B0A85"/>
                </a:solidFill>
                <a:latin typeface="Trebuchet MS"/>
                <a:cs typeface="Trebuchet MS"/>
              </a:rPr>
              <a:t>own</a:t>
            </a:r>
            <a:r>
              <a:rPr sz="2500" spc="-2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260" dirty="0">
                <a:solidFill>
                  <a:srgbClr val="3B0A85"/>
                </a:solidFill>
                <a:latin typeface="Trebuchet MS"/>
                <a:cs typeface="Trebuchet MS"/>
              </a:rPr>
              <a:t>Co-</a:t>
            </a:r>
            <a:r>
              <a:rPr sz="2500" dirty="0">
                <a:solidFill>
                  <a:srgbClr val="3B0A85"/>
                </a:solidFill>
                <a:latin typeface="Trebuchet MS"/>
                <a:cs typeface="Trebuchet MS"/>
              </a:rPr>
              <a:t>Creating</a:t>
            </a:r>
            <a:r>
              <a:rPr sz="2500" spc="-2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80" dirty="0">
                <a:solidFill>
                  <a:srgbClr val="3B0A85"/>
                </a:solidFill>
                <a:latin typeface="Trebuchet MS"/>
                <a:cs typeface="Trebuchet MS"/>
              </a:rPr>
              <a:t>Our</a:t>
            </a:r>
            <a:r>
              <a:rPr sz="2500" spc="-2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70" dirty="0">
                <a:solidFill>
                  <a:srgbClr val="3B0A85"/>
                </a:solidFill>
                <a:latin typeface="Trebuchet MS"/>
                <a:cs typeface="Trebuchet MS"/>
              </a:rPr>
              <a:t>City</a:t>
            </a:r>
            <a:r>
              <a:rPr sz="2500" spc="-2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-10" dirty="0">
                <a:solidFill>
                  <a:srgbClr val="3B0A85"/>
                </a:solidFill>
                <a:latin typeface="Trebuchet MS"/>
                <a:cs typeface="Trebuchet MS"/>
              </a:rPr>
              <a:t>project. </a:t>
            </a:r>
            <a:r>
              <a:rPr sz="2500" dirty="0">
                <a:solidFill>
                  <a:srgbClr val="3B0A85"/>
                </a:solidFill>
                <a:latin typeface="Trebuchet MS"/>
                <a:cs typeface="Trebuchet MS"/>
              </a:rPr>
              <a:t>They</a:t>
            </a:r>
            <a:r>
              <a:rPr sz="2500" spc="-5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3B0A85"/>
                </a:solidFill>
                <a:latin typeface="Trebuchet MS"/>
                <a:cs typeface="Trebuchet MS"/>
              </a:rPr>
              <a:t>are</a:t>
            </a:r>
            <a:r>
              <a:rPr sz="2500" spc="-4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70" dirty="0">
                <a:solidFill>
                  <a:srgbClr val="3B0A85"/>
                </a:solidFill>
                <a:latin typeface="Trebuchet MS"/>
                <a:cs typeface="Trebuchet MS"/>
              </a:rPr>
              <a:t>provided</a:t>
            </a:r>
            <a:r>
              <a:rPr sz="2500" spc="-5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3B0A85"/>
                </a:solidFill>
                <a:latin typeface="Trebuchet MS"/>
                <a:cs typeface="Trebuchet MS"/>
              </a:rPr>
              <a:t>for</a:t>
            </a:r>
            <a:r>
              <a:rPr sz="2500" spc="-4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-10" dirty="0">
                <a:solidFill>
                  <a:srgbClr val="3B0A85"/>
                </a:solidFill>
                <a:latin typeface="Trebuchet MS"/>
                <a:cs typeface="Trebuchet MS"/>
              </a:rPr>
              <a:t>informational </a:t>
            </a:r>
            <a:r>
              <a:rPr sz="2500" spc="50" dirty="0">
                <a:solidFill>
                  <a:srgbClr val="3B0A85"/>
                </a:solidFill>
                <a:latin typeface="Trebuchet MS"/>
                <a:cs typeface="Trebuchet MS"/>
              </a:rPr>
              <a:t>purposes,</a:t>
            </a:r>
            <a:r>
              <a:rPr sz="2500" spc="-10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-20" dirty="0">
                <a:solidFill>
                  <a:srgbClr val="3B0A85"/>
                </a:solidFill>
                <a:latin typeface="Trebuchet MS"/>
                <a:cs typeface="Trebuchet MS"/>
              </a:rPr>
              <a:t>illustrating</a:t>
            </a:r>
            <a:r>
              <a:rPr sz="2500" spc="-9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3B0A85"/>
                </a:solidFill>
                <a:latin typeface="Trebuchet MS"/>
                <a:cs typeface="Trebuchet MS"/>
              </a:rPr>
              <a:t>the</a:t>
            </a:r>
            <a:r>
              <a:rPr sz="2500" spc="-10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3B0A85"/>
                </a:solidFill>
                <a:latin typeface="Trebuchet MS"/>
                <a:cs typeface="Trebuchet MS"/>
              </a:rPr>
              <a:t>five</a:t>
            </a:r>
            <a:r>
              <a:rPr sz="2500" spc="-9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105" dirty="0">
                <a:solidFill>
                  <a:srgbClr val="3B0A85"/>
                </a:solidFill>
                <a:latin typeface="Trebuchet MS"/>
                <a:cs typeface="Trebuchet MS"/>
              </a:rPr>
              <a:t>stages</a:t>
            </a:r>
            <a:r>
              <a:rPr sz="2500" spc="-10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-25" dirty="0">
                <a:solidFill>
                  <a:srgbClr val="3B0A85"/>
                </a:solidFill>
                <a:latin typeface="Trebuchet MS"/>
                <a:cs typeface="Trebuchet MS"/>
              </a:rPr>
              <a:t>of </a:t>
            </a:r>
            <a:r>
              <a:rPr sz="2500" dirty="0">
                <a:solidFill>
                  <a:srgbClr val="3B0A85"/>
                </a:solidFill>
                <a:latin typeface="Trebuchet MS"/>
                <a:cs typeface="Trebuchet MS"/>
              </a:rPr>
              <a:t>the</a:t>
            </a:r>
            <a:r>
              <a:rPr sz="2500" spc="-9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3B0A85"/>
                </a:solidFill>
                <a:latin typeface="Trebuchet MS"/>
                <a:cs typeface="Trebuchet MS"/>
              </a:rPr>
              <a:t>citizen</a:t>
            </a:r>
            <a:r>
              <a:rPr sz="2500" spc="-8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85" dirty="0">
                <a:solidFill>
                  <a:srgbClr val="3B0A85"/>
                </a:solidFill>
                <a:latin typeface="Trebuchet MS"/>
                <a:cs typeface="Trebuchet MS"/>
              </a:rPr>
              <a:t>science</a:t>
            </a:r>
            <a:r>
              <a:rPr sz="2500" spc="-8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55" dirty="0">
                <a:solidFill>
                  <a:srgbClr val="3B0A85"/>
                </a:solidFill>
                <a:latin typeface="Trebuchet MS"/>
                <a:cs typeface="Trebuchet MS"/>
              </a:rPr>
              <a:t>process,</a:t>
            </a:r>
            <a:r>
              <a:rPr sz="2500" spc="-8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85" dirty="0">
                <a:solidFill>
                  <a:srgbClr val="3B0A85"/>
                </a:solidFill>
                <a:latin typeface="Trebuchet MS"/>
                <a:cs typeface="Trebuchet MS"/>
              </a:rPr>
              <a:t>and</a:t>
            </a:r>
            <a:r>
              <a:rPr sz="2500" spc="-8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105" dirty="0">
                <a:solidFill>
                  <a:srgbClr val="3B0A85"/>
                </a:solidFill>
                <a:latin typeface="Trebuchet MS"/>
                <a:cs typeface="Trebuchet MS"/>
              </a:rPr>
              <a:t>may</a:t>
            </a:r>
            <a:r>
              <a:rPr sz="2500" spc="-8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85" dirty="0">
                <a:solidFill>
                  <a:srgbClr val="3B0A85"/>
                </a:solidFill>
                <a:latin typeface="Trebuchet MS"/>
                <a:cs typeface="Trebuchet MS"/>
              </a:rPr>
              <a:t>be </a:t>
            </a:r>
            <a:r>
              <a:rPr sz="2500" spc="125" dirty="0">
                <a:solidFill>
                  <a:srgbClr val="3B0A85"/>
                </a:solidFill>
                <a:latin typeface="Trebuchet MS"/>
                <a:cs typeface="Trebuchet MS"/>
              </a:rPr>
              <a:t>used</a:t>
            </a:r>
            <a:r>
              <a:rPr sz="2500" spc="-4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130" dirty="0">
                <a:solidFill>
                  <a:srgbClr val="3B0A85"/>
                </a:solidFill>
                <a:latin typeface="Trebuchet MS"/>
                <a:cs typeface="Trebuchet MS"/>
              </a:rPr>
              <a:t>as</a:t>
            </a:r>
            <a:r>
              <a:rPr sz="2500" spc="-3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3B0A85"/>
                </a:solidFill>
                <a:latin typeface="Trebuchet MS"/>
                <a:cs typeface="Trebuchet MS"/>
              </a:rPr>
              <a:t>a</a:t>
            </a:r>
            <a:r>
              <a:rPr sz="2500" spc="-4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3B0A85"/>
                </a:solidFill>
                <a:latin typeface="Trebuchet MS"/>
                <a:cs typeface="Trebuchet MS"/>
              </a:rPr>
              <a:t>starting</a:t>
            </a:r>
            <a:r>
              <a:rPr sz="2500" spc="-3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3B0A85"/>
                </a:solidFill>
                <a:latin typeface="Trebuchet MS"/>
                <a:cs typeface="Trebuchet MS"/>
              </a:rPr>
              <a:t>point</a:t>
            </a:r>
            <a:r>
              <a:rPr sz="2500" spc="-3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3B0A85"/>
                </a:solidFill>
                <a:latin typeface="Trebuchet MS"/>
                <a:cs typeface="Trebuchet MS"/>
              </a:rPr>
              <a:t>for</a:t>
            </a:r>
            <a:r>
              <a:rPr sz="2500" spc="-4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60" dirty="0">
                <a:solidFill>
                  <a:srgbClr val="3B0A85"/>
                </a:solidFill>
                <a:latin typeface="Trebuchet MS"/>
                <a:cs typeface="Trebuchet MS"/>
              </a:rPr>
              <a:t>your</a:t>
            </a:r>
            <a:r>
              <a:rPr sz="2500" spc="-3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40" dirty="0">
                <a:solidFill>
                  <a:srgbClr val="3B0A85"/>
                </a:solidFill>
                <a:latin typeface="Trebuchet MS"/>
                <a:cs typeface="Trebuchet MS"/>
              </a:rPr>
              <a:t>own </a:t>
            </a:r>
            <a:r>
              <a:rPr sz="2500" spc="-10" dirty="0">
                <a:solidFill>
                  <a:srgbClr val="3B0A85"/>
                </a:solidFill>
                <a:latin typeface="Trebuchet MS"/>
                <a:cs typeface="Trebuchet MS"/>
              </a:rPr>
              <a:t>project.</a:t>
            </a:r>
            <a:endParaRPr sz="2500" dirty="0">
              <a:latin typeface="Trebuchet MS"/>
              <a:cs typeface="Trebuchet MS"/>
            </a:endParaRPr>
          </a:p>
          <a:p>
            <a:pPr marL="12700" marR="5080">
              <a:lnSpc>
                <a:spcPts val="2700"/>
              </a:lnSpc>
              <a:spcBef>
                <a:spcPts val="2700"/>
              </a:spcBef>
            </a:pPr>
            <a:r>
              <a:rPr sz="2500" dirty="0">
                <a:solidFill>
                  <a:srgbClr val="3B0A85"/>
                </a:solidFill>
                <a:latin typeface="Trebuchet MS"/>
                <a:cs typeface="Trebuchet MS"/>
              </a:rPr>
              <a:t>Please</a:t>
            </a:r>
            <a:r>
              <a:rPr sz="2500" spc="-4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75" dirty="0">
                <a:solidFill>
                  <a:srgbClr val="3B0A85"/>
                </a:solidFill>
                <a:latin typeface="Trebuchet MS"/>
                <a:cs typeface="Trebuchet MS"/>
              </a:rPr>
              <a:t>adapt</a:t>
            </a:r>
            <a:r>
              <a:rPr sz="2500" spc="-4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85" dirty="0">
                <a:solidFill>
                  <a:srgbClr val="3B0A85"/>
                </a:solidFill>
                <a:latin typeface="Trebuchet MS"/>
                <a:cs typeface="Trebuchet MS"/>
              </a:rPr>
              <a:t>and</a:t>
            </a:r>
            <a:r>
              <a:rPr sz="2500" spc="-4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130" dirty="0">
                <a:solidFill>
                  <a:srgbClr val="3B0A85"/>
                </a:solidFill>
                <a:latin typeface="Trebuchet MS"/>
                <a:cs typeface="Trebuchet MS"/>
              </a:rPr>
              <a:t>add</a:t>
            </a:r>
            <a:r>
              <a:rPr sz="2500" spc="-4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3B0A85"/>
                </a:solidFill>
                <a:latin typeface="Trebuchet MS"/>
                <a:cs typeface="Trebuchet MS"/>
              </a:rPr>
              <a:t>to</a:t>
            </a:r>
            <a:r>
              <a:rPr sz="2500" spc="-4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65" dirty="0">
                <a:solidFill>
                  <a:srgbClr val="3B0A85"/>
                </a:solidFill>
                <a:latin typeface="Trebuchet MS"/>
                <a:cs typeface="Trebuchet MS"/>
              </a:rPr>
              <a:t>these</a:t>
            </a:r>
            <a:r>
              <a:rPr sz="2500" spc="-4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60" dirty="0">
                <a:solidFill>
                  <a:srgbClr val="3B0A85"/>
                </a:solidFill>
                <a:latin typeface="Trebuchet MS"/>
                <a:cs typeface="Trebuchet MS"/>
              </a:rPr>
              <a:t>slides</a:t>
            </a:r>
            <a:r>
              <a:rPr sz="2500" spc="-4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-25" dirty="0">
                <a:solidFill>
                  <a:srgbClr val="3B0A85"/>
                </a:solidFill>
                <a:latin typeface="Trebuchet MS"/>
                <a:cs typeface="Trebuchet MS"/>
              </a:rPr>
              <a:t>to </a:t>
            </a:r>
            <a:r>
              <a:rPr sz="2500" dirty="0">
                <a:solidFill>
                  <a:srgbClr val="3B0A85"/>
                </a:solidFill>
                <a:latin typeface="Trebuchet MS"/>
                <a:cs typeface="Trebuchet MS"/>
              </a:rPr>
              <a:t>suit</a:t>
            </a:r>
            <a:r>
              <a:rPr sz="2500" spc="-5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60" dirty="0">
                <a:solidFill>
                  <a:srgbClr val="3B0A85"/>
                </a:solidFill>
                <a:latin typeface="Trebuchet MS"/>
                <a:cs typeface="Trebuchet MS"/>
              </a:rPr>
              <a:t>your</a:t>
            </a:r>
            <a:r>
              <a:rPr sz="2500" spc="-4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3B0A85"/>
                </a:solidFill>
                <a:latin typeface="Trebuchet MS"/>
                <a:cs typeface="Trebuchet MS"/>
              </a:rPr>
              <a:t>project</a:t>
            </a:r>
            <a:r>
              <a:rPr sz="2500" spc="-4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160" dirty="0">
                <a:solidFill>
                  <a:srgbClr val="3B0A85"/>
                </a:solidFill>
                <a:latin typeface="Trebuchet MS"/>
                <a:cs typeface="Trebuchet MS"/>
              </a:rPr>
              <a:t>by</a:t>
            </a:r>
            <a:r>
              <a:rPr sz="2500" spc="-4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70" dirty="0">
                <a:solidFill>
                  <a:srgbClr val="3B0A85"/>
                </a:solidFill>
                <a:latin typeface="Trebuchet MS"/>
                <a:cs typeface="Trebuchet MS"/>
              </a:rPr>
              <a:t>adding</a:t>
            </a:r>
            <a:r>
              <a:rPr sz="2500" spc="-4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60" dirty="0">
                <a:solidFill>
                  <a:srgbClr val="3B0A85"/>
                </a:solidFill>
                <a:latin typeface="Trebuchet MS"/>
                <a:cs typeface="Trebuchet MS"/>
              </a:rPr>
              <a:t>your</a:t>
            </a:r>
            <a:r>
              <a:rPr sz="2500" spc="-4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40" dirty="0">
                <a:solidFill>
                  <a:srgbClr val="3B0A85"/>
                </a:solidFill>
                <a:latin typeface="Trebuchet MS"/>
                <a:cs typeface="Trebuchet MS"/>
              </a:rPr>
              <a:t>own </a:t>
            </a:r>
            <a:r>
              <a:rPr sz="2500" spc="-75" dirty="0">
                <a:solidFill>
                  <a:srgbClr val="3B0A85"/>
                </a:solidFill>
                <a:latin typeface="Trebuchet MS"/>
                <a:cs typeface="Trebuchet MS"/>
              </a:rPr>
              <a:t>material,</a:t>
            </a:r>
            <a:r>
              <a:rPr sz="2500" spc="-1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3B0A85"/>
                </a:solidFill>
                <a:latin typeface="Trebuchet MS"/>
                <a:cs typeface="Trebuchet MS"/>
              </a:rPr>
              <a:t>examples,</a:t>
            </a:r>
            <a:r>
              <a:rPr sz="2500" spc="-1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85" dirty="0">
                <a:solidFill>
                  <a:srgbClr val="3B0A85"/>
                </a:solidFill>
                <a:latin typeface="Trebuchet MS"/>
                <a:cs typeface="Trebuchet MS"/>
              </a:rPr>
              <a:t>and</a:t>
            </a:r>
            <a:r>
              <a:rPr sz="2500" spc="-1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3B0A85"/>
                </a:solidFill>
                <a:latin typeface="Trebuchet MS"/>
                <a:cs typeface="Trebuchet MS"/>
              </a:rPr>
              <a:t>results</a:t>
            </a:r>
            <a:r>
              <a:rPr sz="2500" spc="-1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3B0A85"/>
                </a:solidFill>
                <a:latin typeface="Trebuchet MS"/>
                <a:cs typeface="Trebuchet MS"/>
              </a:rPr>
              <a:t>from</a:t>
            </a:r>
            <a:r>
              <a:rPr sz="2500" spc="-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40" dirty="0">
                <a:solidFill>
                  <a:srgbClr val="3B0A85"/>
                </a:solidFill>
                <a:latin typeface="Trebuchet MS"/>
                <a:cs typeface="Trebuchet MS"/>
              </a:rPr>
              <a:t>your </a:t>
            </a:r>
            <a:r>
              <a:rPr sz="2500" spc="260" dirty="0">
                <a:solidFill>
                  <a:srgbClr val="3B0A85"/>
                </a:solidFill>
                <a:latin typeface="Trebuchet MS"/>
                <a:cs typeface="Trebuchet MS"/>
              </a:rPr>
              <a:t>Co-</a:t>
            </a:r>
            <a:r>
              <a:rPr sz="2500" dirty="0">
                <a:solidFill>
                  <a:srgbClr val="3B0A85"/>
                </a:solidFill>
                <a:latin typeface="Trebuchet MS"/>
                <a:cs typeface="Trebuchet MS"/>
              </a:rPr>
              <a:t>Creating</a:t>
            </a:r>
            <a:r>
              <a:rPr sz="2500" spc="-1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80" dirty="0">
                <a:solidFill>
                  <a:srgbClr val="3B0A85"/>
                </a:solidFill>
                <a:latin typeface="Trebuchet MS"/>
                <a:cs typeface="Trebuchet MS"/>
              </a:rPr>
              <a:t>Our</a:t>
            </a:r>
            <a:r>
              <a:rPr sz="2500" spc="-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70" dirty="0">
                <a:solidFill>
                  <a:srgbClr val="3B0A85"/>
                </a:solidFill>
                <a:latin typeface="Trebuchet MS"/>
                <a:cs typeface="Trebuchet MS"/>
              </a:rPr>
              <a:t>City</a:t>
            </a:r>
            <a:r>
              <a:rPr sz="2500" spc="-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3B0A85"/>
                </a:solidFill>
                <a:latin typeface="Trebuchet MS"/>
                <a:cs typeface="Trebuchet MS"/>
              </a:rPr>
              <a:t>research.</a:t>
            </a:r>
            <a:r>
              <a:rPr sz="2500" spc="-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35" dirty="0">
                <a:solidFill>
                  <a:srgbClr val="3B0A85"/>
                </a:solidFill>
                <a:latin typeface="Trebuchet MS"/>
                <a:cs typeface="Trebuchet MS"/>
              </a:rPr>
              <a:t>You </a:t>
            </a:r>
            <a:r>
              <a:rPr sz="2500" spc="75" dirty="0">
                <a:solidFill>
                  <a:srgbClr val="3B0A85"/>
                </a:solidFill>
                <a:latin typeface="Trebuchet MS"/>
                <a:cs typeface="Trebuchet MS"/>
              </a:rPr>
              <a:t>should</a:t>
            </a:r>
            <a:r>
              <a:rPr sz="2500" spc="-6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50" dirty="0">
                <a:solidFill>
                  <a:srgbClr val="3B0A85"/>
                </a:solidFill>
                <a:latin typeface="Trebuchet MS"/>
                <a:cs typeface="Trebuchet MS"/>
              </a:rPr>
              <a:t>also</a:t>
            </a:r>
            <a:r>
              <a:rPr sz="2500" spc="-6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75" dirty="0">
                <a:solidFill>
                  <a:srgbClr val="3B0A85"/>
                </a:solidFill>
                <a:latin typeface="Trebuchet MS"/>
                <a:cs typeface="Trebuchet MS"/>
              </a:rPr>
              <a:t>consider</a:t>
            </a:r>
            <a:r>
              <a:rPr sz="2500" spc="-6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3B0A85"/>
                </a:solidFill>
                <a:latin typeface="Trebuchet MS"/>
                <a:cs typeface="Trebuchet MS"/>
              </a:rPr>
              <a:t>rearranging</a:t>
            </a:r>
            <a:r>
              <a:rPr sz="2500" spc="-6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60" dirty="0">
                <a:solidFill>
                  <a:srgbClr val="3B0A85"/>
                </a:solidFill>
                <a:latin typeface="Trebuchet MS"/>
                <a:cs typeface="Trebuchet MS"/>
              </a:rPr>
              <a:t>slides</a:t>
            </a:r>
            <a:r>
              <a:rPr sz="2500" spc="-6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105" dirty="0">
                <a:solidFill>
                  <a:srgbClr val="3B0A85"/>
                </a:solidFill>
                <a:latin typeface="Trebuchet MS"/>
                <a:cs typeface="Trebuchet MS"/>
              </a:rPr>
              <a:t>as </a:t>
            </a:r>
            <a:r>
              <a:rPr sz="2500" dirty="0">
                <a:solidFill>
                  <a:srgbClr val="3B0A85"/>
                </a:solidFill>
                <a:latin typeface="Trebuchet MS"/>
                <a:cs typeface="Trebuchet MS"/>
              </a:rPr>
              <a:t>appropriate</a:t>
            </a:r>
            <a:r>
              <a:rPr sz="2500" spc="-1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3B0A85"/>
                </a:solidFill>
                <a:latin typeface="Trebuchet MS"/>
                <a:cs typeface="Trebuchet MS"/>
              </a:rPr>
              <a:t>for</a:t>
            </a:r>
            <a:r>
              <a:rPr sz="2500" spc="-1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3B0A85"/>
                </a:solidFill>
                <a:latin typeface="Trebuchet MS"/>
                <a:cs typeface="Trebuchet MS"/>
              </a:rPr>
              <a:t>the</a:t>
            </a:r>
            <a:r>
              <a:rPr sz="2500" spc="-1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-20" dirty="0">
                <a:solidFill>
                  <a:srgbClr val="3B0A85"/>
                </a:solidFill>
                <a:latin typeface="Trebuchet MS"/>
                <a:cs typeface="Trebuchet MS"/>
              </a:rPr>
              <a:t>flow</a:t>
            </a:r>
            <a:r>
              <a:rPr sz="2500" spc="-1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3B0A85"/>
                </a:solidFill>
                <a:latin typeface="Trebuchet MS"/>
                <a:cs typeface="Trebuchet MS"/>
              </a:rPr>
              <a:t>of</a:t>
            </a:r>
            <a:r>
              <a:rPr sz="2500" spc="-1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60" dirty="0">
                <a:solidFill>
                  <a:srgbClr val="3B0A85"/>
                </a:solidFill>
                <a:latin typeface="Trebuchet MS"/>
                <a:cs typeface="Trebuchet MS"/>
              </a:rPr>
              <a:t>your</a:t>
            </a:r>
            <a:r>
              <a:rPr sz="2500" spc="-10" dirty="0">
                <a:solidFill>
                  <a:srgbClr val="3B0A85"/>
                </a:solidFill>
                <a:latin typeface="Trebuchet MS"/>
                <a:cs typeface="Trebuchet MS"/>
              </a:rPr>
              <a:t> project.</a:t>
            </a:r>
            <a:endParaRPr sz="25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 rot="21300000">
            <a:off x="1593493" y="2352492"/>
            <a:ext cx="9412764" cy="1346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125"/>
              </a:lnSpc>
            </a:pPr>
            <a:r>
              <a:rPr sz="15900" spc="-644" baseline="-2882" dirty="0">
                <a:solidFill>
                  <a:srgbClr val="DAFF6B"/>
                </a:solidFill>
                <a:latin typeface="Arial MT"/>
                <a:cs typeface="Arial MT"/>
              </a:rPr>
              <a:t>C</a:t>
            </a:r>
            <a:r>
              <a:rPr sz="15900" spc="-644" baseline="-2358" dirty="0">
                <a:solidFill>
                  <a:srgbClr val="DAFF6B"/>
                </a:solidFill>
                <a:latin typeface="Arial MT"/>
                <a:cs typeface="Arial MT"/>
              </a:rPr>
              <a:t>O</a:t>
            </a:r>
            <a:r>
              <a:rPr sz="15900" spc="-644" baseline="-2096" dirty="0">
                <a:solidFill>
                  <a:srgbClr val="DAFF6B"/>
                </a:solidFill>
                <a:latin typeface="Arial MT"/>
                <a:cs typeface="Arial MT"/>
              </a:rPr>
              <a:t>-</a:t>
            </a:r>
            <a:r>
              <a:rPr sz="15900" spc="-15" baseline="-1834" dirty="0">
                <a:solidFill>
                  <a:srgbClr val="DAFF6B"/>
                </a:solidFill>
                <a:latin typeface="Arial MT"/>
                <a:cs typeface="Arial MT"/>
              </a:rPr>
              <a:t>C</a:t>
            </a:r>
            <a:r>
              <a:rPr sz="15900" spc="-15" baseline="-1572" dirty="0">
                <a:solidFill>
                  <a:srgbClr val="DAFF6B"/>
                </a:solidFill>
                <a:latin typeface="Arial MT"/>
                <a:cs typeface="Arial MT"/>
              </a:rPr>
              <a:t>R</a:t>
            </a:r>
            <a:r>
              <a:rPr sz="15900" spc="-15" baseline="-1048" dirty="0">
                <a:solidFill>
                  <a:srgbClr val="DAFF6B"/>
                </a:solidFill>
                <a:latin typeface="Arial MT"/>
                <a:cs typeface="Arial MT"/>
              </a:rPr>
              <a:t>E</a:t>
            </a:r>
            <a:r>
              <a:rPr sz="10600" spc="-10" dirty="0">
                <a:solidFill>
                  <a:srgbClr val="DAFF6B"/>
                </a:solidFill>
                <a:latin typeface="Arial MT"/>
                <a:cs typeface="Arial MT"/>
              </a:rPr>
              <a:t>ATING</a:t>
            </a:r>
            <a:endParaRPr sz="106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 rot="21300000">
            <a:off x="1702987" y="3779267"/>
            <a:ext cx="6472045" cy="1346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235"/>
              </a:lnSpc>
            </a:pPr>
            <a:r>
              <a:rPr sz="15900" spc="-592" baseline="-1834" dirty="0">
                <a:solidFill>
                  <a:srgbClr val="DAFF6B"/>
                </a:solidFill>
                <a:latin typeface="Arial MT"/>
                <a:cs typeface="Arial MT"/>
              </a:rPr>
              <a:t>O</a:t>
            </a:r>
            <a:r>
              <a:rPr sz="15900" spc="-592" baseline="-1572" dirty="0">
                <a:solidFill>
                  <a:srgbClr val="DAFF6B"/>
                </a:solidFill>
                <a:latin typeface="Arial MT"/>
                <a:cs typeface="Arial MT"/>
              </a:rPr>
              <a:t>U</a:t>
            </a:r>
            <a:r>
              <a:rPr sz="15900" spc="-592" baseline="-1048" dirty="0">
                <a:solidFill>
                  <a:srgbClr val="DAFF6B"/>
                </a:solidFill>
                <a:latin typeface="Arial MT"/>
                <a:cs typeface="Arial MT"/>
              </a:rPr>
              <a:t>R</a:t>
            </a:r>
            <a:r>
              <a:rPr sz="15900" spc="547" baseline="-1048" dirty="0">
                <a:solidFill>
                  <a:srgbClr val="DAFF6B"/>
                </a:solidFill>
                <a:latin typeface="Arial MT"/>
                <a:cs typeface="Arial MT"/>
              </a:rPr>
              <a:t> </a:t>
            </a:r>
            <a:r>
              <a:rPr sz="10600" spc="-275" dirty="0">
                <a:solidFill>
                  <a:srgbClr val="DAFF6B"/>
                </a:solidFill>
                <a:latin typeface="Arial MT"/>
                <a:cs typeface="Arial MT"/>
              </a:rPr>
              <a:t>CITY</a:t>
            </a:r>
            <a:endParaRPr sz="106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389247" y="1260053"/>
            <a:ext cx="4187190" cy="859790"/>
          </a:xfrm>
          <a:prstGeom prst="rect">
            <a:avLst/>
          </a:prstGeom>
          <a:solidFill>
            <a:srgbClr val="DAFF6B"/>
          </a:solidFill>
        </p:spPr>
        <p:txBody>
          <a:bodyPr vert="horz" wrap="square" lIns="0" tIns="94615" rIns="0" bIns="0" rtlCol="0">
            <a:spAutoFit/>
          </a:bodyPr>
          <a:lstStyle/>
          <a:p>
            <a:pPr marL="201930">
              <a:lnSpc>
                <a:spcPct val="100000"/>
              </a:lnSpc>
              <a:spcBef>
                <a:spcPts val="745"/>
              </a:spcBef>
            </a:pPr>
            <a:r>
              <a:rPr sz="3950" spc="130" dirty="0"/>
              <a:t>INTRODUCTION</a:t>
            </a:r>
            <a:endParaRPr sz="3950"/>
          </a:p>
        </p:txBody>
      </p:sp>
      <p:sp>
        <p:nvSpPr>
          <p:cNvPr id="5" name="object 5"/>
          <p:cNvSpPr txBox="1"/>
          <p:nvPr/>
        </p:nvSpPr>
        <p:spPr>
          <a:xfrm>
            <a:off x="9920104" y="4914649"/>
            <a:ext cx="6069965" cy="4178300"/>
          </a:xfrm>
          <a:prstGeom prst="rect">
            <a:avLst/>
          </a:prstGeom>
        </p:spPr>
        <p:txBody>
          <a:bodyPr vert="horz" wrap="square" lIns="0" tIns="55879" rIns="0" bIns="0" rtlCol="0">
            <a:spAutoFit/>
          </a:bodyPr>
          <a:lstStyle/>
          <a:p>
            <a:pPr marL="12700" marR="115570" algn="just">
              <a:lnSpc>
                <a:spcPts val="2700"/>
              </a:lnSpc>
              <a:spcBef>
                <a:spcPts val="439"/>
              </a:spcBef>
            </a:pP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Before</a:t>
            </a:r>
            <a:r>
              <a:rPr sz="25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getting</a:t>
            </a:r>
            <a:r>
              <a:rPr sz="25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45" dirty="0">
                <a:solidFill>
                  <a:srgbClr val="FFFFFF"/>
                </a:solidFill>
                <a:latin typeface="Trebuchet MS"/>
                <a:cs typeface="Trebuchet MS"/>
              </a:rPr>
              <a:t>started</a:t>
            </a:r>
            <a:r>
              <a:rPr sz="25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with</a:t>
            </a:r>
            <a:r>
              <a:rPr sz="25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sz="25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Trebuchet MS"/>
                <a:cs typeface="Trebuchet MS"/>
              </a:rPr>
              <a:t>research, </a:t>
            </a:r>
            <a:r>
              <a:rPr sz="2500" spc="75" dirty="0">
                <a:solidFill>
                  <a:srgbClr val="FFFFFF"/>
                </a:solidFill>
                <a:latin typeface="Trebuchet MS"/>
                <a:cs typeface="Trebuchet MS"/>
              </a:rPr>
              <a:t>consider</a:t>
            </a:r>
            <a:r>
              <a:rPr sz="2500" spc="-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45" dirty="0">
                <a:solidFill>
                  <a:srgbClr val="FFFFFF"/>
                </a:solidFill>
                <a:latin typeface="Trebuchet MS"/>
                <a:cs typeface="Trebuchet MS"/>
              </a:rPr>
              <a:t>providing</a:t>
            </a:r>
            <a:r>
              <a:rPr sz="2500" spc="-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60" dirty="0">
                <a:solidFill>
                  <a:srgbClr val="FFFFFF"/>
                </a:solidFill>
                <a:latin typeface="Trebuchet MS"/>
                <a:cs typeface="Trebuchet MS"/>
              </a:rPr>
              <a:t>your</a:t>
            </a:r>
            <a:r>
              <a:rPr sz="2500" spc="-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220" dirty="0">
                <a:solidFill>
                  <a:srgbClr val="FFFFFF"/>
                </a:solidFill>
                <a:latin typeface="Trebuchet MS"/>
                <a:cs typeface="Trebuchet MS"/>
              </a:rPr>
              <a:t>co-</a:t>
            </a:r>
            <a:r>
              <a:rPr sz="2500" spc="45" dirty="0">
                <a:solidFill>
                  <a:srgbClr val="FFFFFF"/>
                </a:solidFill>
                <a:latin typeface="Trebuchet MS"/>
                <a:cs typeface="Trebuchet MS"/>
              </a:rPr>
              <a:t>researchers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with</a:t>
            </a:r>
            <a:r>
              <a:rPr sz="2500" spc="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an</a:t>
            </a:r>
            <a:r>
              <a:rPr sz="2500" spc="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introduction</a:t>
            </a:r>
            <a:r>
              <a:rPr sz="2500" spc="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sz="2500" spc="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sz="2500" spc="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Trebuchet MS"/>
                <a:cs typeface="Trebuchet MS"/>
              </a:rPr>
              <a:t>project.</a:t>
            </a:r>
            <a:endParaRPr sz="2500">
              <a:latin typeface="Trebuchet MS"/>
              <a:cs typeface="Trebuchet MS"/>
            </a:endParaRPr>
          </a:p>
          <a:p>
            <a:pPr marL="12700" marR="5080">
              <a:lnSpc>
                <a:spcPts val="2700"/>
              </a:lnSpc>
              <a:spcBef>
                <a:spcPts val="2700"/>
              </a:spcBef>
            </a:pP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sz="2500" spc="-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Trebuchet MS"/>
                <a:cs typeface="Trebuchet MS"/>
              </a:rPr>
              <a:t>following</a:t>
            </a:r>
            <a:r>
              <a:rPr sz="2500" spc="-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60" dirty="0">
                <a:solidFill>
                  <a:srgbClr val="FFFFFF"/>
                </a:solidFill>
                <a:latin typeface="Trebuchet MS"/>
                <a:cs typeface="Trebuchet MS"/>
              </a:rPr>
              <a:t>slides</a:t>
            </a:r>
            <a:r>
              <a:rPr sz="2500" spc="-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105" dirty="0">
                <a:solidFill>
                  <a:srgbClr val="FFFFFF"/>
                </a:solidFill>
                <a:latin typeface="Trebuchet MS"/>
                <a:cs typeface="Trebuchet MS"/>
              </a:rPr>
              <a:t>show</a:t>
            </a:r>
            <a:r>
              <a:rPr sz="2500" spc="-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sz="2500" spc="-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Trebuchet MS"/>
                <a:cs typeface="Trebuchet MS"/>
              </a:rPr>
              <a:t>starting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point</a:t>
            </a:r>
            <a:r>
              <a:rPr sz="2500" spc="-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for</a:t>
            </a:r>
            <a:r>
              <a:rPr sz="2500" spc="-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260" dirty="0">
                <a:solidFill>
                  <a:srgbClr val="FFFFFF"/>
                </a:solidFill>
                <a:latin typeface="Trebuchet MS"/>
                <a:cs typeface="Trebuchet MS"/>
              </a:rPr>
              <a:t>Co-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Creating</a:t>
            </a:r>
            <a:r>
              <a:rPr sz="2500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80" dirty="0">
                <a:solidFill>
                  <a:srgbClr val="FFFFFF"/>
                </a:solidFill>
                <a:latin typeface="Trebuchet MS"/>
                <a:cs typeface="Trebuchet MS"/>
              </a:rPr>
              <a:t>Our</a:t>
            </a:r>
            <a:r>
              <a:rPr sz="2500" spc="-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70" dirty="0">
                <a:solidFill>
                  <a:srgbClr val="FFFFFF"/>
                </a:solidFill>
                <a:latin typeface="Trebuchet MS"/>
                <a:cs typeface="Trebuchet MS"/>
              </a:rPr>
              <a:t>City</a:t>
            </a:r>
            <a:r>
              <a:rPr sz="2500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85" dirty="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sz="2500" spc="-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50" dirty="0">
                <a:solidFill>
                  <a:srgbClr val="FFFFFF"/>
                </a:solidFill>
                <a:latin typeface="Trebuchet MS"/>
                <a:cs typeface="Trebuchet MS"/>
              </a:rPr>
              <a:t>cover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sz="2500" spc="-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120" dirty="0">
                <a:solidFill>
                  <a:srgbClr val="FFFFFF"/>
                </a:solidFill>
                <a:latin typeface="Trebuchet MS"/>
                <a:cs typeface="Trebuchet MS"/>
              </a:rPr>
              <a:t>basics</a:t>
            </a:r>
            <a:r>
              <a:rPr sz="2500" spc="-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of</a:t>
            </a:r>
            <a:r>
              <a:rPr sz="2500" spc="-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citizen</a:t>
            </a:r>
            <a:r>
              <a:rPr sz="2500" spc="-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Trebuchet MS"/>
                <a:cs typeface="Trebuchet MS"/>
              </a:rPr>
              <a:t>science.</a:t>
            </a:r>
            <a:endParaRPr sz="2500">
              <a:latin typeface="Trebuchet MS"/>
              <a:cs typeface="Trebuchet MS"/>
            </a:endParaRPr>
          </a:p>
          <a:p>
            <a:pPr marL="12700" marR="77470">
              <a:lnSpc>
                <a:spcPts val="2700"/>
              </a:lnSpc>
              <a:spcBef>
                <a:spcPts val="2700"/>
              </a:spcBef>
            </a:pP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sz="2500" spc="-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75" dirty="0">
                <a:solidFill>
                  <a:srgbClr val="FFFFFF"/>
                </a:solidFill>
                <a:latin typeface="Trebuchet MS"/>
                <a:cs typeface="Trebuchet MS"/>
              </a:rPr>
              <a:t>adapt</a:t>
            </a:r>
            <a:r>
              <a:rPr sz="2500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65" dirty="0">
                <a:solidFill>
                  <a:srgbClr val="FFFFFF"/>
                </a:solidFill>
                <a:latin typeface="Trebuchet MS"/>
                <a:cs typeface="Trebuchet MS"/>
              </a:rPr>
              <a:t>these</a:t>
            </a:r>
            <a:r>
              <a:rPr sz="2500" spc="-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sz="2500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60" dirty="0">
                <a:solidFill>
                  <a:srgbClr val="FFFFFF"/>
                </a:solidFill>
                <a:latin typeface="Trebuchet MS"/>
                <a:cs typeface="Trebuchet MS"/>
              </a:rPr>
              <a:t>your</a:t>
            </a:r>
            <a:r>
              <a:rPr sz="2500" spc="-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65" dirty="0">
                <a:solidFill>
                  <a:srgbClr val="FFFFFF"/>
                </a:solidFill>
                <a:latin typeface="Trebuchet MS"/>
                <a:cs typeface="Trebuchet MS"/>
              </a:rPr>
              <a:t>own</a:t>
            </a:r>
            <a:r>
              <a:rPr sz="2500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260" dirty="0">
                <a:solidFill>
                  <a:srgbClr val="FFFFFF"/>
                </a:solidFill>
                <a:latin typeface="Trebuchet MS"/>
                <a:cs typeface="Trebuchet MS"/>
              </a:rPr>
              <a:t>Co-</a:t>
            </a:r>
            <a:r>
              <a:rPr sz="2500" spc="-10" dirty="0">
                <a:solidFill>
                  <a:srgbClr val="FFFFFF"/>
                </a:solidFill>
                <a:latin typeface="Trebuchet MS"/>
                <a:cs typeface="Trebuchet MS"/>
              </a:rPr>
              <a:t>Creating </a:t>
            </a:r>
            <a:r>
              <a:rPr sz="2500" spc="80" dirty="0">
                <a:solidFill>
                  <a:srgbClr val="FFFFFF"/>
                </a:solidFill>
                <a:latin typeface="Trebuchet MS"/>
                <a:cs typeface="Trebuchet MS"/>
              </a:rPr>
              <a:t>Our</a:t>
            </a:r>
            <a:r>
              <a:rPr sz="2500" spc="-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70" dirty="0">
                <a:solidFill>
                  <a:srgbClr val="FFFFFF"/>
                </a:solidFill>
                <a:latin typeface="Trebuchet MS"/>
                <a:cs typeface="Trebuchet MS"/>
              </a:rPr>
              <a:t>City</a:t>
            </a:r>
            <a:r>
              <a:rPr sz="2500" spc="-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-40" dirty="0">
                <a:solidFill>
                  <a:srgbClr val="FFFFFF"/>
                </a:solidFill>
                <a:latin typeface="Trebuchet MS"/>
                <a:cs typeface="Trebuchet MS"/>
              </a:rPr>
              <a:t>project,</a:t>
            </a:r>
            <a:r>
              <a:rPr sz="2500" spc="-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75" dirty="0">
                <a:solidFill>
                  <a:srgbClr val="FFFFFF"/>
                </a:solidFill>
                <a:latin typeface="Trebuchet MS"/>
                <a:cs typeface="Trebuchet MS"/>
              </a:rPr>
              <a:t>consider</a:t>
            </a:r>
            <a:r>
              <a:rPr sz="2500" spc="-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70" dirty="0">
                <a:solidFill>
                  <a:srgbClr val="FFFFFF"/>
                </a:solidFill>
                <a:latin typeface="Trebuchet MS"/>
                <a:cs typeface="Trebuchet MS"/>
              </a:rPr>
              <a:t>adding</a:t>
            </a:r>
            <a:r>
              <a:rPr sz="2500" spc="-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-25" dirty="0">
                <a:solidFill>
                  <a:srgbClr val="FFFFFF"/>
                </a:solidFill>
                <a:latin typeface="Trebuchet MS"/>
                <a:cs typeface="Trebuchet MS"/>
              </a:rPr>
              <a:t>an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introduction</a:t>
            </a:r>
            <a:r>
              <a:rPr sz="2500" spc="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sz="2500" spc="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60" dirty="0">
                <a:solidFill>
                  <a:srgbClr val="FFFFFF"/>
                </a:solidFill>
                <a:latin typeface="Trebuchet MS"/>
                <a:cs typeface="Trebuchet MS"/>
              </a:rPr>
              <a:t>your</a:t>
            </a:r>
            <a:r>
              <a:rPr sz="2500" spc="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team</a:t>
            </a:r>
            <a:r>
              <a:rPr sz="2500" spc="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85" dirty="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sz="2500" spc="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2500" spc="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Trebuchet MS"/>
                <a:cs typeface="Trebuchet MS"/>
              </a:rPr>
              <a:t>timeline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of</a:t>
            </a:r>
            <a:r>
              <a:rPr sz="2500" spc="-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60" dirty="0">
                <a:solidFill>
                  <a:srgbClr val="FFFFFF"/>
                </a:solidFill>
                <a:latin typeface="Trebuchet MS"/>
                <a:cs typeface="Trebuchet MS"/>
              </a:rPr>
              <a:t>your</a:t>
            </a:r>
            <a:r>
              <a:rPr sz="2500" spc="-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Trebuchet MS"/>
                <a:cs typeface="Trebuchet MS"/>
              </a:rPr>
              <a:t>project.</a:t>
            </a:r>
            <a:endParaRPr sz="25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D0C2F5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9760779" y="1998985"/>
            <a:ext cx="8527415" cy="8288020"/>
            <a:chOff x="9760779" y="1998985"/>
            <a:chExt cx="8527415" cy="8288020"/>
          </a:xfrm>
        </p:grpSpPr>
        <p:sp>
          <p:nvSpPr>
            <p:cNvPr id="4" name="object 4"/>
            <p:cNvSpPr/>
            <p:nvPr/>
          </p:nvSpPr>
          <p:spPr>
            <a:xfrm>
              <a:off x="11750332" y="4362949"/>
              <a:ext cx="6537959" cy="5924550"/>
            </a:xfrm>
            <a:custGeom>
              <a:avLst/>
              <a:gdLst/>
              <a:ahLst/>
              <a:cxnLst/>
              <a:rect l="l" t="t" r="r" b="b"/>
              <a:pathLst>
                <a:path w="6537959" h="5924550">
                  <a:moveTo>
                    <a:pt x="6523138" y="0"/>
                  </a:moveTo>
                  <a:lnTo>
                    <a:pt x="6524500" y="2365"/>
                  </a:lnTo>
                  <a:lnTo>
                    <a:pt x="6522139" y="3727"/>
                  </a:lnTo>
                  <a:lnTo>
                    <a:pt x="6520773" y="1365"/>
                  </a:lnTo>
                  <a:lnTo>
                    <a:pt x="6523138" y="0"/>
                  </a:lnTo>
                  <a:close/>
                </a:path>
                <a:path w="6537959" h="5924550">
                  <a:moveTo>
                    <a:pt x="6422616" y="58298"/>
                  </a:moveTo>
                  <a:lnTo>
                    <a:pt x="6423753" y="60265"/>
                  </a:lnTo>
                  <a:lnTo>
                    <a:pt x="6421782" y="61402"/>
                  </a:lnTo>
                  <a:lnTo>
                    <a:pt x="6420645" y="59435"/>
                  </a:lnTo>
                  <a:lnTo>
                    <a:pt x="6422616" y="58298"/>
                  </a:lnTo>
                  <a:close/>
                </a:path>
                <a:path w="6537959" h="5924550">
                  <a:moveTo>
                    <a:pt x="6480933" y="157490"/>
                  </a:moveTo>
                  <a:lnTo>
                    <a:pt x="6482982" y="161039"/>
                  </a:lnTo>
                  <a:lnTo>
                    <a:pt x="6479438" y="163084"/>
                  </a:lnTo>
                  <a:lnTo>
                    <a:pt x="6477389" y="159540"/>
                  </a:lnTo>
                  <a:lnTo>
                    <a:pt x="6480933" y="157490"/>
                  </a:lnTo>
                  <a:close/>
                </a:path>
                <a:path w="6537959" h="5924550">
                  <a:moveTo>
                    <a:pt x="6537666" y="257343"/>
                  </a:moveTo>
                  <a:lnTo>
                    <a:pt x="6537666" y="264697"/>
                  </a:lnTo>
                  <a:lnTo>
                    <a:pt x="6536787" y="264697"/>
                  </a:lnTo>
                  <a:lnTo>
                    <a:pt x="6533825" y="259562"/>
                  </a:lnTo>
                  <a:lnTo>
                    <a:pt x="6537666" y="257343"/>
                  </a:lnTo>
                  <a:close/>
                </a:path>
                <a:path w="6537959" h="5924550">
                  <a:moveTo>
                    <a:pt x="6322177" y="116284"/>
                  </a:moveTo>
                  <a:lnTo>
                    <a:pt x="6323314" y="118256"/>
                  </a:lnTo>
                  <a:lnTo>
                    <a:pt x="6321347" y="119393"/>
                  </a:lnTo>
                  <a:lnTo>
                    <a:pt x="6320210" y="117422"/>
                  </a:lnTo>
                  <a:lnTo>
                    <a:pt x="6322177" y="116284"/>
                  </a:lnTo>
                  <a:close/>
                </a:path>
                <a:path w="6537959" h="5924550">
                  <a:moveTo>
                    <a:pt x="6380498" y="215481"/>
                  </a:moveTo>
                  <a:lnTo>
                    <a:pt x="6382542" y="219026"/>
                  </a:lnTo>
                  <a:lnTo>
                    <a:pt x="6379003" y="221070"/>
                  </a:lnTo>
                  <a:lnTo>
                    <a:pt x="6376954" y="217526"/>
                  </a:lnTo>
                  <a:lnTo>
                    <a:pt x="6380498" y="215481"/>
                  </a:lnTo>
                  <a:close/>
                </a:path>
                <a:path w="6537959" h="5924550">
                  <a:moveTo>
                    <a:pt x="6438901" y="314367"/>
                  </a:moveTo>
                  <a:lnTo>
                    <a:pt x="6442083" y="319882"/>
                  </a:lnTo>
                  <a:lnTo>
                    <a:pt x="6436572" y="323064"/>
                  </a:lnTo>
                  <a:lnTo>
                    <a:pt x="6433390" y="317549"/>
                  </a:lnTo>
                  <a:lnTo>
                    <a:pt x="6438901" y="314367"/>
                  </a:lnTo>
                  <a:close/>
                </a:path>
                <a:path w="6537959" h="5924550">
                  <a:moveTo>
                    <a:pt x="6497304" y="413252"/>
                  </a:moveTo>
                  <a:lnTo>
                    <a:pt x="6501627" y="420734"/>
                  </a:lnTo>
                  <a:lnTo>
                    <a:pt x="6494145" y="425053"/>
                  </a:lnTo>
                  <a:lnTo>
                    <a:pt x="6489822" y="417571"/>
                  </a:lnTo>
                  <a:lnTo>
                    <a:pt x="6497304" y="413252"/>
                  </a:lnTo>
                  <a:close/>
                </a:path>
                <a:path w="6537959" h="5924550">
                  <a:moveTo>
                    <a:pt x="6221659" y="174588"/>
                  </a:moveTo>
                  <a:lnTo>
                    <a:pt x="6222567" y="176160"/>
                  </a:lnTo>
                  <a:lnTo>
                    <a:pt x="6220990" y="177072"/>
                  </a:lnTo>
                  <a:lnTo>
                    <a:pt x="6220083" y="175495"/>
                  </a:lnTo>
                  <a:lnTo>
                    <a:pt x="6221659" y="174588"/>
                  </a:lnTo>
                  <a:close/>
                </a:path>
                <a:path w="6537959" h="5924550">
                  <a:moveTo>
                    <a:pt x="6279976" y="273780"/>
                  </a:moveTo>
                  <a:lnTo>
                    <a:pt x="6281796" y="276934"/>
                  </a:lnTo>
                  <a:lnTo>
                    <a:pt x="6278646" y="278754"/>
                  </a:lnTo>
                  <a:lnTo>
                    <a:pt x="6276826" y="275600"/>
                  </a:lnTo>
                  <a:lnTo>
                    <a:pt x="6279976" y="273780"/>
                  </a:lnTo>
                  <a:close/>
                </a:path>
                <a:path w="6537959" h="5924550">
                  <a:moveTo>
                    <a:pt x="6338384" y="372666"/>
                  </a:moveTo>
                  <a:lnTo>
                    <a:pt x="6341336" y="377787"/>
                  </a:lnTo>
                  <a:lnTo>
                    <a:pt x="6336215" y="380744"/>
                  </a:lnTo>
                  <a:lnTo>
                    <a:pt x="6333258" y="375623"/>
                  </a:lnTo>
                  <a:lnTo>
                    <a:pt x="6338384" y="372666"/>
                  </a:lnTo>
                  <a:close/>
                </a:path>
                <a:path w="6537959" h="5924550">
                  <a:moveTo>
                    <a:pt x="6396787" y="471551"/>
                  </a:moveTo>
                  <a:lnTo>
                    <a:pt x="6400876" y="478639"/>
                  </a:lnTo>
                  <a:lnTo>
                    <a:pt x="6393788" y="482733"/>
                  </a:lnTo>
                  <a:lnTo>
                    <a:pt x="6389694" y="475645"/>
                  </a:lnTo>
                  <a:lnTo>
                    <a:pt x="6396787" y="471551"/>
                  </a:lnTo>
                  <a:close/>
                </a:path>
                <a:path w="6537959" h="5924550">
                  <a:moveTo>
                    <a:pt x="6455103" y="570748"/>
                  </a:moveTo>
                  <a:lnTo>
                    <a:pt x="6460105" y="579408"/>
                  </a:lnTo>
                  <a:lnTo>
                    <a:pt x="6451444" y="584410"/>
                  </a:lnTo>
                  <a:lnTo>
                    <a:pt x="6446443" y="575750"/>
                  </a:lnTo>
                  <a:lnTo>
                    <a:pt x="6455103" y="570748"/>
                  </a:lnTo>
                  <a:close/>
                </a:path>
                <a:path w="6537959" h="5924550">
                  <a:moveTo>
                    <a:pt x="6513511" y="669633"/>
                  </a:moveTo>
                  <a:lnTo>
                    <a:pt x="6519650" y="680265"/>
                  </a:lnTo>
                  <a:lnTo>
                    <a:pt x="6509013" y="686404"/>
                  </a:lnTo>
                  <a:lnTo>
                    <a:pt x="6502874" y="675772"/>
                  </a:lnTo>
                  <a:lnTo>
                    <a:pt x="6513511" y="669633"/>
                  </a:lnTo>
                  <a:close/>
                </a:path>
                <a:path w="6537959" h="5924550">
                  <a:moveTo>
                    <a:pt x="6119955" y="233566"/>
                  </a:moveTo>
                  <a:lnTo>
                    <a:pt x="6121525" y="233566"/>
                  </a:lnTo>
                  <a:lnTo>
                    <a:pt x="6121816" y="234070"/>
                  </a:lnTo>
                  <a:lnTo>
                    <a:pt x="6120246" y="234070"/>
                  </a:lnTo>
                  <a:lnTo>
                    <a:pt x="6119955" y="233566"/>
                  </a:lnTo>
                  <a:close/>
                </a:path>
                <a:path w="6537959" h="5924550">
                  <a:moveTo>
                    <a:pt x="6179459" y="332079"/>
                  </a:moveTo>
                  <a:lnTo>
                    <a:pt x="6181049" y="334835"/>
                  </a:lnTo>
                  <a:lnTo>
                    <a:pt x="6178289" y="336430"/>
                  </a:lnTo>
                  <a:lnTo>
                    <a:pt x="6176699" y="333675"/>
                  </a:lnTo>
                  <a:lnTo>
                    <a:pt x="6179459" y="332079"/>
                  </a:lnTo>
                  <a:close/>
                </a:path>
                <a:path w="6537959" h="5924550">
                  <a:moveTo>
                    <a:pt x="6237861" y="430965"/>
                  </a:moveTo>
                  <a:lnTo>
                    <a:pt x="6240590" y="435691"/>
                  </a:lnTo>
                  <a:lnTo>
                    <a:pt x="6235863" y="438424"/>
                  </a:lnTo>
                  <a:lnTo>
                    <a:pt x="6233130" y="433692"/>
                  </a:lnTo>
                  <a:lnTo>
                    <a:pt x="6237861" y="430965"/>
                  </a:lnTo>
                  <a:close/>
                </a:path>
                <a:path w="6537959" h="5924550">
                  <a:moveTo>
                    <a:pt x="6296265" y="529850"/>
                  </a:moveTo>
                  <a:lnTo>
                    <a:pt x="6300134" y="536548"/>
                  </a:lnTo>
                  <a:lnTo>
                    <a:pt x="6293436" y="540413"/>
                  </a:lnTo>
                  <a:lnTo>
                    <a:pt x="6289567" y="533715"/>
                  </a:lnTo>
                  <a:lnTo>
                    <a:pt x="6296265" y="529850"/>
                  </a:lnTo>
                  <a:close/>
                </a:path>
                <a:path w="6537959" h="5924550">
                  <a:moveTo>
                    <a:pt x="6354586" y="629047"/>
                  </a:moveTo>
                  <a:lnTo>
                    <a:pt x="6359358" y="637318"/>
                  </a:lnTo>
                  <a:lnTo>
                    <a:pt x="6351092" y="642095"/>
                  </a:lnTo>
                  <a:lnTo>
                    <a:pt x="6346315" y="633824"/>
                  </a:lnTo>
                  <a:lnTo>
                    <a:pt x="6354586" y="629047"/>
                  </a:lnTo>
                  <a:close/>
                </a:path>
                <a:path w="6537959" h="5924550">
                  <a:moveTo>
                    <a:pt x="6412988" y="727928"/>
                  </a:moveTo>
                  <a:lnTo>
                    <a:pt x="6418903" y="738174"/>
                  </a:lnTo>
                  <a:lnTo>
                    <a:pt x="6408661" y="744083"/>
                  </a:lnTo>
                  <a:lnTo>
                    <a:pt x="6402747" y="733842"/>
                  </a:lnTo>
                  <a:lnTo>
                    <a:pt x="6412988" y="727928"/>
                  </a:lnTo>
                  <a:close/>
                </a:path>
                <a:path w="6537959" h="5924550">
                  <a:moveTo>
                    <a:pt x="6471314" y="827125"/>
                  </a:moveTo>
                  <a:lnTo>
                    <a:pt x="6478136" y="838939"/>
                  </a:lnTo>
                  <a:lnTo>
                    <a:pt x="6466312" y="845765"/>
                  </a:lnTo>
                  <a:lnTo>
                    <a:pt x="6459490" y="833951"/>
                  </a:lnTo>
                  <a:lnTo>
                    <a:pt x="6471314" y="827125"/>
                  </a:lnTo>
                  <a:close/>
                </a:path>
                <a:path w="6537959" h="5924550">
                  <a:moveTo>
                    <a:pt x="6529713" y="926005"/>
                  </a:moveTo>
                  <a:lnTo>
                    <a:pt x="6537676" y="939796"/>
                  </a:lnTo>
                  <a:lnTo>
                    <a:pt x="6523886" y="947759"/>
                  </a:lnTo>
                  <a:lnTo>
                    <a:pt x="6515927" y="933969"/>
                  </a:lnTo>
                  <a:lnTo>
                    <a:pt x="6529713" y="926005"/>
                  </a:lnTo>
                  <a:close/>
                </a:path>
                <a:path w="6537959" h="5924550">
                  <a:moveTo>
                    <a:pt x="6079019" y="390071"/>
                  </a:moveTo>
                  <a:lnTo>
                    <a:pt x="6080610" y="392826"/>
                  </a:lnTo>
                  <a:lnTo>
                    <a:pt x="6077855" y="394417"/>
                  </a:lnTo>
                  <a:lnTo>
                    <a:pt x="6076264" y="391662"/>
                  </a:lnTo>
                  <a:lnTo>
                    <a:pt x="6079019" y="390071"/>
                  </a:lnTo>
                  <a:close/>
                </a:path>
                <a:path w="6537959" h="5924550">
                  <a:moveTo>
                    <a:pt x="6137340" y="489263"/>
                  </a:moveTo>
                  <a:lnTo>
                    <a:pt x="6139838" y="493596"/>
                  </a:lnTo>
                  <a:lnTo>
                    <a:pt x="6135506" y="496099"/>
                  </a:lnTo>
                  <a:lnTo>
                    <a:pt x="6133007" y="491767"/>
                  </a:lnTo>
                  <a:lnTo>
                    <a:pt x="6137340" y="489263"/>
                  </a:lnTo>
                  <a:close/>
                </a:path>
                <a:path w="6537959" h="5924550">
                  <a:moveTo>
                    <a:pt x="6195743" y="588153"/>
                  </a:moveTo>
                  <a:lnTo>
                    <a:pt x="6199379" y="594453"/>
                  </a:lnTo>
                  <a:lnTo>
                    <a:pt x="6193079" y="598088"/>
                  </a:lnTo>
                  <a:lnTo>
                    <a:pt x="6189439" y="591789"/>
                  </a:lnTo>
                  <a:lnTo>
                    <a:pt x="6195743" y="588153"/>
                  </a:lnTo>
                  <a:close/>
                </a:path>
                <a:path w="6537959" h="5924550">
                  <a:moveTo>
                    <a:pt x="6254146" y="687039"/>
                  </a:moveTo>
                  <a:lnTo>
                    <a:pt x="6258923" y="695309"/>
                  </a:lnTo>
                  <a:lnTo>
                    <a:pt x="6250653" y="700082"/>
                  </a:lnTo>
                  <a:lnTo>
                    <a:pt x="6245876" y="691811"/>
                  </a:lnTo>
                  <a:lnTo>
                    <a:pt x="6254146" y="687039"/>
                  </a:lnTo>
                  <a:close/>
                </a:path>
                <a:path w="6537959" h="5924550">
                  <a:moveTo>
                    <a:pt x="6312467" y="786231"/>
                  </a:moveTo>
                  <a:lnTo>
                    <a:pt x="6318152" y="796074"/>
                  </a:lnTo>
                  <a:lnTo>
                    <a:pt x="6308309" y="801759"/>
                  </a:lnTo>
                  <a:lnTo>
                    <a:pt x="6302624" y="791916"/>
                  </a:lnTo>
                  <a:lnTo>
                    <a:pt x="6312467" y="786231"/>
                  </a:lnTo>
                  <a:close/>
                </a:path>
                <a:path w="6537959" h="5924550">
                  <a:moveTo>
                    <a:pt x="6370788" y="885424"/>
                  </a:moveTo>
                  <a:lnTo>
                    <a:pt x="6377380" y="896849"/>
                  </a:lnTo>
                  <a:lnTo>
                    <a:pt x="6365960" y="903441"/>
                  </a:lnTo>
                  <a:lnTo>
                    <a:pt x="6359363" y="892021"/>
                  </a:lnTo>
                  <a:lnTo>
                    <a:pt x="6370788" y="885424"/>
                  </a:lnTo>
                  <a:close/>
                </a:path>
                <a:path w="6537959" h="5924550">
                  <a:moveTo>
                    <a:pt x="6429191" y="984309"/>
                  </a:moveTo>
                  <a:lnTo>
                    <a:pt x="6436925" y="997701"/>
                  </a:lnTo>
                  <a:lnTo>
                    <a:pt x="6423533" y="1005435"/>
                  </a:lnTo>
                  <a:lnTo>
                    <a:pt x="6415799" y="992044"/>
                  </a:lnTo>
                  <a:lnTo>
                    <a:pt x="6429191" y="984309"/>
                  </a:lnTo>
                  <a:close/>
                </a:path>
                <a:path w="6537959" h="5924550">
                  <a:moveTo>
                    <a:pt x="6487599" y="1083195"/>
                  </a:moveTo>
                  <a:lnTo>
                    <a:pt x="6496465" y="1098558"/>
                  </a:lnTo>
                  <a:lnTo>
                    <a:pt x="6481102" y="1107424"/>
                  </a:lnTo>
                  <a:lnTo>
                    <a:pt x="6472236" y="1092066"/>
                  </a:lnTo>
                  <a:lnTo>
                    <a:pt x="6487599" y="1083195"/>
                  </a:lnTo>
                  <a:close/>
                </a:path>
                <a:path w="6537959" h="5924550">
                  <a:moveTo>
                    <a:pt x="6537666" y="1187151"/>
                  </a:moveTo>
                  <a:lnTo>
                    <a:pt x="6537666" y="1207215"/>
                  </a:lnTo>
                  <a:lnTo>
                    <a:pt x="6528979" y="1192166"/>
                  </a:lnTo>
                  <a:lnTo>
                    <a:pt x="6537666" y="1187151"/>
                  </a:lnTo>
                  <a:close/>
                </a:path>
                <a:path w="6537959" h="5924550">
                  <a:moveTo>
                    <a:pt x="5978497" y="448366"/>
                  </a:moveTo>
                  <a:lnTo>
                    <a:pt x="5979863" y="450732"/>
                  </a:lnTo>
                  <a:lnTo>
                    <a:pt x="5977498" y="452098"/>
                  </a:lnTo>
                  <a:lnTo>
                    <a:pt x="5976132" y="449733"/>
                  </a:lnTo>
                  <a:lnTo>
                    <a:pt x="5978497" y="448366"/>
                  </a:lnTo>
                  <a:close/>
                </a:path>
                <a:path w="6537959" h="5924550">
                  <a:moveTo>
                    <a:pt x="6036818" y="547568"/>
                  </a:moveTo>
                  <a:lnTo>
                    <a:pt x="6039092" y="551506"/>
                  </a:lnTo>
                  <a:lnTo>
                    <a:pt x="6035154" y="553780"/>
                  </a:lnTo>
                  <a:lnTo>
                    <a:pt x="6032880" y="549842"/>
                  </a:lnTo>
                  <a:lnTo>
                    <a:pt x="6036818" y="547568"/>
                  </a:lnTo>
                  <a:close/>
                </a:path>
                <a:path w="6537959" h="5924550">
                  <a:moveTo>
                    <a:pt x="6095221" y="646448"/>
                  </a:moveTo>
                  <a:lnTo>
                    <a:pt x="6098632" y="652357"/>
                  </a:lnTo>
                  <a:lnTo>
                    <a:pt x="6092722" y="655769"/>
                  </a:lnTo>
                  <a:lnTo>
                    <a:pt x="6089312" y="649859"/>
                  </a:lnTo>
                  <a:lnTo>
                    <a:pt x="6095221" y="646448"/>
                  </a:lnTo>
                  <a:close/>
                </a:path>
                <a:path w="6537959" h="5924550">
                  <a:moveTo>
                    <a:pt x="6153624" y="745333"/>
                  </a:moveTo>
                  <a:lnTo>
                    <a:pt x="6158172" y="753210"/>
                  </a:lnTo>
                  <a:lnTo>
                    <a:pt x="6150296" y="757758"/>
                  </a:lnTo>
                  <a:lnTo>
                    <a:pt x="6145748" y="749881"/>
                  </a:lnTo>
                  <a:lnTo>
                    <a:pt x="6153624" y="745333"/>
                  </a:lnTo>
                  <a:close/>
                </a:path>
                <a:path w="6537959" h="5924550">
                  <a:moveTo>
                    <a:pt x="6211945" y="844530"/>
                  </a:moveTo>
                  <a:lnTo>
                    <a:pt x="6217401" y="853984"/>
                  </a:lnTo>
                  <a:lnTo>
                    <a:pt x="6207952" y="859440"/>
                  </a:lnTo>
                  <a:lnTo>
                    <a:pt x="6202496" y="849986"/>
                  </a:lnTo>
                  <a:lnTo>
                    <a:pt x="6211945" y="844530"/>
                  </a:lnTo>
                  <a:close/>
                </a:path>
                <a:path w="6537959" h="5924550">
                  <a:moveTo>
                    <a:pt x="6270348" y="943416"/>
                  </a:moveTo>
                  <a:lnTo>
                    <a:pt x="6276945" y="954836"/>
                  </a:lnTo>
                  <a:lnTo>
                    <a:pt x="6265525" y="961429"/>
                  </a:lnTo>
                  <a:lnTo>
                    <a:pt x="6258928" y="950009"/>
                  </a:lnTo>
                  <a:lnTo>
                    <a:pt x="6270348" y="943416"/>
                  </a:lnTo>
                  <a:close/>
                </a:path>
                <a:path w="6537959" h="5924550">
                  <a:moveTo>
                    <a:pt x="6328673" y="1042608"/>
                  </a:moveTo>
                  <a:lnTo>
                    <a:pt x="6336174" y="1055606"/>
                  </a:lnTo>
                  <a:lnTo>
                    <a:pt x="6323177" y="1063111"/>
                  </a:lnTo>
                  <a:lnTo>
                    <a:pt x="6315676" y="1050113"/>
                  </a:lnTo>
                  <a:lnTo>
                    <a:pt x="6328673" y="1042608"/>
                  </a:lnTo>
                  <a:close/>
                </a:path>
                <a:path w="6537959" h="5924550">
                  <a:moveTo>
                    <a:pt x="6387077" y="1141494"/>
                  </a:moveTo>
                  <a:lnTo>
                    <a:pt x="6395719" y="1156463"/>
                  </a:lnTo>
                  <a:lnTo>
                    <a:pt x="6380750" y="1165105"/>
                  </a:lnTo>
                  <a:lnTo>
                    <a:pt x="6372108" y="1150136"/>
                  </a:lnTo>
                  <a:lnTo>
                    <a:pt x="6387077" y="1141494"/>
                  </a:lnTo>
                  <a:close/>
                </a:path>
                <a:path w="6537959" h="5924550">
                  <a:moveTo>
                    <a:pt x="6445480" y="1240379"/>
                  </a:moveTo>
                  <a:lnTo>
                    <a:pt x="6455259" y="1257315"/>
                  </a:lnTo>
                  <a:lnTo>
                    <a:pt x="6438323" y="1267094"/>
                  </a:lnTo>
                  <a:lnTo>
                    <a:pt x="6428544" y="1250158"/>
                  </a:lnTo>
                  <a:lnTo>
                    <a:pt x="6445480" y="1240379"/>
                  </a:lnTo>
                  <a:close/>
                </a:path>
                <a:path w="6537959" h="5924550">
                  <a:moveTo>
                    <a:pt x="6503796" y="1339572"/>
                  </a:moveTo>
                  <a:lnTo>
                    <a:pt x="6514487" y="1358089"/>
                  </a:lnTo>
                  <a:lnTo>
                    <a:pt x="6495979" y="1368775"/>
                  </a:lnTo>
                  <a:lnTo>
                    <a:pt x="6485288" y="1350258"/>
                  </a:lnTo>
                  <a:lnTo>
                    <a:pt x="6503796" y="1339572"/>
                  </a:lnTo>
                  <a:close/>
                </a:path>
                <a:path w="6537959" h="5924550">
                  <a:moveTo>
                    <a:pt x="5877975" y="506670"/>
                  </a:moveTo>
                  <a:lnTo>
                    <a:pt x="5879112" y="508641"/>
                  </a:lnTo>
                  <a:lnTo>
                    <a:pt x="5877146" y="509779"/>
                  </a:lnTo>
                  <a:lnTo>
                    <a:pt x="5876009" y="507807"/>
                  </a:lnTo>
                  <a:lnTo>
                    <a:pt x="5877975" y="506670"/>
                  </a:lnTo>
                  <a:close/>
                </a:path>
                <a:path w="6537959" h="5924550">
                  <a:moveTo>
                    <a:pt x="5936301" y="605863"/>
                  </a:moveTo>
                  <a:lnTo>
                    <a:pt x="5938345" y="609411"/>
                  </a:lnTo>
                  <a:lnTo>
                    <a:pt x="5934801" y="611456"/>
                  </a:lnTo>
                  <a:lnTo>
                    <a:pt x="5932752" y="607912"/>
                  </a:lnTo>
                  <a:lnTo>
                    <a:pt x="5936301" y="605863"/>
                  </a:lnTo>
                  <a:close/>
                </a:path>
                <a:path w="6537959" h="5924550">
                  <a:moveTo>
                    <a:pt x="5994704" y="704748"/>
                  </a:moveTo>
                  <a:lnTo>
                    <a:pt x="5997886" y="710264"/>
                  </a:lnTo>
                  <a:lnTo>
                    <a:pt x="5992370" y="713450"/>
                  </a:lnTo>
                  <a:lnTo>
                    <a:pt x="5989189" y="707935"/>
                  </a:lnTo>
                  <a:lnTo>
                    <a:pt x="5994704" y="704748"/>
                  </a:lnTo>
                  <a:close/>
                </a:path>
                <a:path w="6537959" h="5924550">
                  <a:moveTo>
                    <a:pt x="6053107" y="803634"/>
                  </a:moveTo>
                  <a:lnTo>
                    <a:pt x="6057430" y="811120"/>
                  </a:lnTo>
                  <a:lnTo>
                    <a:pt x="6049944" y="815439"/>
                  </a:lnTo>
                  <a:lnTo>
                    <a:pt x="6045625" y="807957"/>
                  </a:lnTo>
                  <a:lnTo>
                    <a:pt x="6053107" y="803634"/>
                  </a:lnTo>
                  <a:close/>
                </a:path>
                <a:path w="6537959" h="5924550">
                  <a:moveTo>
                    <a:pt x="6111428" y="902831"/>
                  </a:moveTo>
                  <a:lnTo>
                    <a:pt x="6116659" y="911890"/>
                  </a:lnTo>
                  <a:lnTo>
                    <a:pt x="6107595" y="917121"/>
                  </a:lnTo>
                  <a:lnTo>
                    <a:pt x="6102364" y="908062"/>
                  </a:lnTo>
                  <a:lnTo>
                    <a:pt x="6111428" y="902831"/>
                  </a:lnTo>
                  <a:close/>
                </a:path>
                <a:path w="6537959" h="5924550">
                  <a:moveTo>
                    <a:pt x="6169831" y="1001716"/>
                  </a:moveTo>
                  <a:lnTo>
                    <a:pt x="6176199" y="1012746"/>
                  </a:lnTo>
                  <a:lnTo>
                    <a:pt x="6165168" y="1019114"/>
                  </a:lnTo>
                  <a:lnTo>
                    <a:pt x="6158800" y="1008084"/>
                  </a:lnTo>
                  <a:lnTo>
                    <a:pt x="6169831" y="1001716"/>
                  </a:lnTo>
                  <a:close/>
                </a:path>
                <a:path w="6537959" h="5924550">
                  <a:moveTo>
                    <a:pt x="6228147" y="1100909"/>
                  </a:moveTo>
                  <a:lnTo>
                    <a:pt x="6235427" y="1113516"/>
                  </a:lnTo>
                  <a:lnTo>
                    <a:pt x="6222824" y="1120792"/>
                  </a:lnTo>
                  <a:lnTo>
                    <a:pt x="6215549" y="1108184"/>
                  </a:lnTo>
                  <a:lnTo>
                    <a:pt x="6228147" y="1100909"/>
                  </a:lnTo>
                  <a:close/>
                </a:path>
                <a:path w="6537959" h="5924550">
                  <a:moveTo>
                    <a:pt x="6286555" y="1199794"/>
                  </a:moveTo>
                  <a:lnTo>
                    <a:pt x="6294968" y="1214368"/>
                  </a:lnTo>
                  <a:lnTo>
                    <a:pt x="6280393" y="1222781"/>
                  </a:lnTo>
                  <a:lnTo>
                    <a:pt x="6271980" y="1208207"/>
                  </a:lnTo>
                  <a:lnTo>
                    <a:pt x="6286555" y="1199794"/>
                  </a:lnTo>
                  <a:close/>
                </a:path>
                <a:path w="6537959" h="5924550">
                  <a:moveTo>
                    <a:pt x="6344958" y="1298684"/>
                  </a:moveTo>
                  <a:lnTo>
                    <a:pt x="6354508" y="1315221"/>
                  </a:lnTo>
                  <a:lnTo>
                    <a:pt x="6337967" y="1324770"/>
                  </a:lnTo>
                  <a:lnTo>
                    <a:pt x="6328417" y="1308234"/>
                  </a:lnTo>
                  <a:lnTo>
                    <a:pt x="6344958" y="1298684"/>
                  </a:lnTo>
                  <a:close/>
                </a:path>
                <a:path w="6537959" h="5924550">
                  <a:moveTo>
                    <a:pt x="6403279" y="1397877"/>
                  </a:moveTo>
                  <a:lnTo>
                    <a:pt x="6413741" y="1415990"/>
                  </a:lnTo>
                  <a:lnTo>
                    <a:pt x="6395622" y="1426452"/>
                  </a:lnTo>
                  <a:lnTo>
                    <a:pt x="6385165" y="1408334"/>
                  </a:lnTo>
                  <a:lnTo>
                    <a:pt x="6403279" y="1397877"/>
                  </a:lnTo>
                  <a:close/>
                </a:path>
                <a:path w="6537959" h="5924550">
                  <a:moveTo>
                    <a:pt x="6461682" y="1496762"/>
                  </a:moveTo>
                  <a:lnTo>
                    <a:pt x="6473281" y="1516847"/>
                  </a:lnTo>
                  <a:lnTo>
                    <a:pt x="6453196" y="1528441"/>
                  </a:lnTo>
                  <a:lnTo>
                    <a:pt x="6441597" y="1508356"/>
                  </a:lnTo>
                  <a:lnTo>
                    <a:pt x="6461682" y="1496762"/>
                  </a:lnTo>
                  <a:close/>
                </a:path>
                <a:path w="6537959" h="5924550">
                  <a:moveTo>
                    <a:pt x="6520090" y="1595647"/>
                  </a:moveTo>
                  <a:lnTo>
                    <a:pt x="6532821" y="1617699"/>
                  </a:lnTo>
                  <a:lnTo>
                    <a:pt x="6510765" y="1630435"/>
                  </a:lnTo>
                  <a:lnTo>
                    <a:pt x="6498033" y="1608378"/>
                  </a:lnTo>
                  <a:lnTo>
                    <a:pt x="6520090" y="1595647"/>
                  </a:lnTo>
                  <a:close/>
                </a:path>
                <a:path w="6537959" h="5924550">
                  <a:moveTo>
                    <a:pt x="5777536" y="564662"/>
                  </a:moveTo>
                  <a:lnTo>
                    <a:pt x="5778673" y="566629"/>
                  </a:lnTo>
                  <a:lnTo>
                    <a:pt x="5776706" y="567766"/>
                  </a:lnTo>
                  <a:lnTo>
                    <a:pt x="5775569" y="565799"/>
                  </a:lnTo>
                  <a:lnTo>
                    <a:pt x="5777536" y="564662"/>
                  </a:lnTo>
                  <a:close/>
                </a:path>
                <a:path w="6537959" h="5924550">
                  <a:moveTo>
                    <a:pt x="5835861" y="663855"/>
                  </a:moveTo>
                  <a:lnTo>
                    <a:pt x="5837906" y="667399"/>
                  </a:lnTo>
                  <a:lnTo>
                    <a:pt x="5834362" y="669448"/>
                  </a:lnTo>
                  <a:lnTo>
                    <a:pt x="5832313" y="665899"/>
                  </a:lnTo>
                  <a:lnTo>
                    <a:pt x="5835861" y="663855"/>
                  </a:lnTo>
                  <a:close/>
                </a:path>
                <a:path w="6537959" h="5924550">
                  <a:moveTo>
                    <a:pt x="5894264" y="762740"/>
                  </a:moveTo>
                  <a:lnTo>
                    <a:pt x="5897446" y="768256"/>
                  </a:lnTo>
                  <a:lnTo>
                    <a:pt x="5891935" y="771437"/>
                  </a:lnTo>
                  <a:lnTo>
                    <a:pt x="5888749" y="765922"/>
                  </a:lnTo>
                  <a:lnTo>
                    <a:pt x="5894264" y="762740"/>
                  </a:lnTo>
                  <a:close/>
                </a:path>
                <a:path w="6537959" h="5924550">
                  <a:moveTo>
                    <a:pt x="5952580" y="861933"/>
                  </a:moveTo>
                  <a:lnTo>
                    <a:pt x="5956675" y="869025"/>
                  </a:lnTo>
                  <a:lnTo>
                    <a:pt x="5949591" y="873119"/>
                  </a:lnTo>
                  <a:lnTo>
                    <a:pt x="5945497" y="866027"/>
                  </a:lnTo>
                  <a:lnTo>
                    <a:pt x="5952580" y="861933"/>
                  </a:lnTo>
                  <a:close/>
                </a:path>
                <a:path w="6537959" h="5924550">
                  <a:moveTo>
                    <a:pt x="6010906" y="961130"/>
                  </a:moveTo>
                  <a:lnTo>
                    <a:pt x="6015908" y="969795"/>
                  </a:lnTo>
                  <a:lnTo>
                    <a:pt x="6007243" y="974797"/>
                  </a:lnTo>
                  <a:lnTo>
                    <a:pt x="6002241" y="966137"/>
                  </a:lnTo>
                  <a:lnTo>
                    <a:pt x="6010906" y="961130"/>
                  </a:lnTo>
                  <a:close/>
                </a:path>
                <a:path w="6537959" h="5924550">
                  <a:moveTo>
                    <a:pt x="6069309" y="1060010"/>
                  </a:moveTo>
                  <a:lnTo>
                    <a:pt x="6075452" y="1070647"/>
                  </a:lnTo>
                  <a:lnTo>
                    <a:pt x="6064811" y="1076790"/>
                  </a:lnTo>
                  <a:lnTo>
                    <a:pt x="6058673" y="1066154"/>
                  </a:lnTo>
                  <a:lnTo>
                    <a:pt x="6069309" y="1060010"/>
                  </a:lnTo>
                  <a:close/>
                </a:path>
                <a:path w="6537959" h="5924550">
                  <a:moveTo>
                    <a:pt x="6127630" y="1159212"/>
                  </a:moveTo>
                  <a:lnTo>
                    <a:pt x="6134681" y="1171420"/>
                  </a:lnTo>
                  <a:lnTo>
                    <a:pt x="6122472" y="1178467"/>
                  </a:lnTo>
                  <a:lnTo>
                    <a:pt x="6115421" y="1166258"/>
                  </a:lnTo>
                  <a:lnTo>
                    <a:pt x="6127630" y="1159212"/>
                  </a:lnTo>
                  <a:close/>
                </a:path>
                <a:path w="6537959" h="5924550">
                  <a:moveTo>
                    <a:pt x="6186033" y="1258098"/>
                  </a:moveTo>
                  <a:lnTo>
                    <a:pt x="6194221" y="1272273"/>
                  </a:lnTo>
                  <a:lnTo>
                    <a:pt x="6180041" y="1280461"/>
                  </a:lnTo>
                  <a:lnTo>
                    <a:pt x="6171857" y="1266281"/>
                  </a:lnTo>
                  <a:lnTo>
                    <a:pt x="6186033" y="1258098"/>
                  </a:lnTo>
                  <a:close/>
                </a:path>
                <a:path w="6537959" h="5924550">
                  <a:moveTo>
                    <a:pt x="6244436" y="1356978"/>
                  </a:moveTo>
                  <a:lnTo>
                    <a:pt x="6253761" y="1373129"/>
                  </a:lnTo>
                  <a:lnTo>
                    <a:pt x="6237614" y="1382450"/>
                  </a:lnTo>
                  <a:lnTo>
                    <a:pt x="6228289" y="1366303"/>
                  </a:lnTo>
                  <a:lnTo>
                    <a:pt x="6244436" y="1356978"/>
                  </a:lnTo>
                  <a:close/>
                </a:path>
                <a:path w="6537959" h="5924550">
                  <a:moveTo>
                    <a:pt x="6302757" y="1456175"/>
                  </a:moveTo>
                  <a:lnTo>
                    <a:pt x="6312989" y="1473899"/>
                  </a:lnTo>
                  <a:lnTo>
                    <a:pt x="6295265" y="1484132"/>
                  </a:lnTo>
                  <a:lnTo>
                    <a:pt x="6285033" y="1466408"/>
                  </a:lnTo>
                  <a:lnTo>
                    <a:pt x="6302757" y="1456175"/>
                  </a:lnTo>
                  <a:close/>
                </a:path>
                <a:path w="6537959" h="5924550">
                  <a:moveTo>
                    <a:pt x="6361164" y="1555055"/>
                  </a:moveTo>
                  <a:lnTo>
                    <a:pt x="6372534" y="1574751"/>
                  </a:lnTo>
                  <a:lnTo>
                    <a:pt x="6352839" y="1586125"/>
                  </a:lnTo>
                  <a:lnTo>
                    <a:pt x="6341464" y="1566429"/>
                  </a:lnTo>
                  <a:lnTo>
                    <a:pt x="6361164" y="1555055"/>
                  </a:lnTo>
                  <a:close/>
                </a:path>
                <a:path w="6537959" h="5924550">
                  <a:moveTo>
                    <a:pt x="6419568" y="1653941"/>
                  </a:moveTo>
                  <a:lnTo>
                    <a:pt x="6432074" y="1675603"/>
                  </a:lnTo>
                  <a:lnTo>
                    <a:pt x="6410408" y="1688114"/>
                  </a:lnTo>
                  <a:lnTo>
                    <a:pt x="6397901" y="1666452"/>
                  </a:lnTo>
                  <a:lnTo>
                    <a:pt x="6419568" y="1653941"/>
                  </a:lnTo>
                  <a:close/>
                </a:path>
                <a:path w="6537959" h="5924550">
                  <a:moveTo>
                    <a:pt x="6477888" y="1753142"/>
                  </a:moveTo>
                  <a:lnTo>
                    <a:pt x="6491303" y="1776377"/>
                  </a:lnTo>
                  <a:lnTo>
                    <a:pt x="6468068" y="1789796"/>
                  </a:lnTo>
                  <a:lnTo>
                    <a:pt x="6454649" y="1766556"/>
                  </a:lnTo>
                  <a:lnTo>
                    <a:pt x="6477888" y="1753142"/>
                  </a:lnTo>
                  <a:close/>
                </a:path>
                <a:path w="6537959" h="5924550">
                  <a:moveTo>
                    <a:pt x="6536292" y="1852023"/>
                  </a:moveTo>
                  <a:lnTo>
                    <a:pt x="6537666" y="1854404"/>
                  </a:lnTo>
                  <a:lnTo>
                    <a:pt x="6537666" y="1884838"/>
                  </a:lnTo>
                  <a:lnTo>
                    <a:pt x="6525637" y="1891785"/>
                  </a:lnTo>
                  <a:lnTo>
                    <a:pt x="6511081" y="1866574"/>
                  </a:lnTo>
                  <a:lnTo>
                    <a:pt x="6536292" y="1852023"/>
                  </a:lnTo>
                  <a:close/>
                </a:path>
                <a:path w="6537959" h="5924550">
                  <a:moveTo>
                    <a:pt x="5677019" y="622957"/>
                  </a:moveTo>
                  <a:lnTo>
                    <a:pt x="5677926" y="624534"/>
                  </a:lnTo>
                  <a:lnTo>
                    <a:pt x="5676349" y="625442"/>
                  </a:lnTo>
                  <a:lnTo>
                    <a:pt x="5675442" y="623869"/>
                  </a:lnTo>
                  <a:lnTo>
                    <a:pt x="5677019" y="622957"/>
                  </a:lnTo>
                  <a:close/>
                </a:path>
                <a:path w="6537959" h="5924550">
                  <a:moveTo>
                    <a:pt x="5735339" y="722158"/>
                  </a:moveTo>
                  <a:lnTo>
                    <a:pt x="5737155" y="725303"/>
                  </a:lnTo>
                  <a:lnTo>
                    <a:pt x="5734005" y="727123"/>
                  </a:lnTo>
                  <a:lnTo>
                    <a:pt x="5732190" y="723973"/>
                  </a:lnTo>
                  <a:lnTo>
                    <a:pt x="5735339" y="722158"/>
                  </a:lnTo>
                  <a:close/>
                </a:path>
                <a:path w="6537959" h="5924550">
                  <a:moveTo>
                    <a:pt x="5793742" y="821043"/>
                  </a:moveTo>
                  <a:lnTo>
                    <a:pt x="5796695" y="826160"/>
                  </a:lnTo>
                  <a:lnTo>
                    <a:pt x="5791579" y="829113"/>
                  </a:lnTo>
                  <a:lnTo>
                    <a:pt x="5788626" y="823996"/>
                  </a:lnTo>
                  <a:lnTo>
                    <a:pt x="5793742" y="821043"/>
                  </a:lnTo>
                  <a:close/>
                </a:path>
                <a:path w="6537959" h="5924550">
                  <a:moveTo>
                    <a:pt x="5852146" y="919924"/>
                  </a:moveTo>
                  <a:lnTo>
                    <a:pt x="5856240" y="927016"/>
                  </a:lnTo>
                  <a:lnTo>
                    <a:pt x="5849152" y="931106"/>
                  </a:lnTo>
                  <a:lnTo>
                    <a:pt x="5845058" y="924013"/>
                  </a:lnTo>
                  <a:lnTo>
                    <a:pt x="5852146" y="919924"/>
                  </a:lnTo>
                  <a:close/>
                </a:path>
                <a:path w="6537959" h="5924550">
                  <a:moveTo>
                    <a:pt x="5910465" y="1019121"/>
                  </a:moveTo>
                  <a:lnTo>
                    <a:pt x="5915468" y="1027781"/>
                  </a:lnTo>
                  <a:lnTo>
                    <a:pt x="5906803" y="1032787"/>
                  </a:lnTo>
                  <a:lnTo>
                    <a:pt x="5901801" y="1024122"/>
                  </a:lnTo>
                  <a:lnTo>
                    <a:pt x="5910465" y="1019121"/>
                  </a:lnTo>
                  <a:close/>
                </a:path>
                <a:path w="6537959" h="5924550">
                  <a:moveTo>
                    <a:pt x="5968786" y="1118313"/>
                  </a:moveTo>
                  <a:lnTo>
                    <a:pt x="5974696" y="1128555"/>
                  </a:lnTo>
                  <a:lnTo>
                    <a:pt x="5964459" y="1134465"/>
                  </a:lnTo>
                  <a:lnTo>
                    <a:pt x="5958545" y="1124227"/>
                  </a:lnTo>
                  <a:lnTo>
                    <a:pt x="5968786" y="1118313"/>
                  </a:lnTo>
                  <a:close/>
                </a:path>
                <a:path w="6537959" h="5924550">
                  <a:moveTo>
                    <a:pt x="6027190" y="1217199"/>
                  </a:moveTo>
                  <a:lnTo>
                    <a:pt x="6034241" y="1229408"/>
                  </a:lnTo>
                  <a:lnTo>
                    <a:pt x="6022032" y="1236459"/>
                  </a:lnTo>
                  <a:lnTo>
                    <a:pt x="6014981" y="1224250"/>
                  </a:lnTo>
                  <a:lnTo>
                    <a:pt x="6027190" y="1217199"/>
                  </a:lnTo>
                  <a:close/>
                </a:path>
                <a:path w="6537959" h="5924550">
                  <a:moveTo>
                    <a:pt x="6085515" y="1316391"/>
                  </a:moveTo>
                  <a:lnTo>
                    <a:pt x="6093474" y="1330177"/>
                  </a:lnTo>
                  <a:lnTo>
                    <a:pt x="6079688" y="1338136"/>
                  </a:lnTo>
                  <a:lnTo>
                    <a:pt x="6071730" y="1324350"/>
                  </a:lnTo>
                  <a:lnTo>
                    <a:pt x="6085515" y="1316391"/>
                  </a:lnTo>
                  <a:close/>
                </a:path>
                <a:path w="6537959" h="5924550">
                  <a:moveTo>
                    <a:pt x="6143919" y="1415277"/>
                  </a:moveTo>
                  <a:lnTo>
                    <a:pt x="6153014" y="1431034"/>
                  </a:lnTo>
                  <a:lnTo>
                    <a:pt x="6137257" y="1440130"/>
                  </a:lnTo>
                  <a:lnTo>
                    <a:pt x="6128161" y="1424373"/>
                  </a:lnTo>
                  <a:lnTo>
                    <a:pt x="6143919" y="1415277"/>
                  </a:lnTo>
                  <a:close/>
                </a:path>
                <a:path w="6537959" h="5924550">
                  <a:moveTo>
                    <a:pt x="6202322" y="1514162"/>
                  </a:moveTo>
                  <a:lnTo>
                    <a:pt x="6212555" y="1531886"/>
                  </a:lnTo>
                  <a:lnTo>
                    <a:pt x="6194831" y="1542119"/>
                  </a:lnTo>
                  <a:lnTo>
                    <a:pt x="6184598" y="1524395"/>
                  </a:lnTo>
                  <a:lnTo>
                    <a:pt x="6202322" y="1514162"/>
                  </a:lnTo>
                  <a:close/>
                </a:path>
                <a:path w="6537959" h="5924550">
                  <a:moveTo>
                    <a:pt x="6260642" y="1613359"/>
                  </a:moveTo>
                  <a:lnTo>
                    <a:pt x="6271783" y="1632660"/>
                  </a:lnTo>
                  <a:lnTo>
                    <a:pt x="6252482" y="1643801"/>
                  </a:lnTo>
                  <a:lnTo>
                    <a:pt x="6241341" y="1624500"/>
                  </a:lnTo>
                  <a:lnTo>
                    <a:pt x="6260642" y="1613359"/>
                  </a:lnTo>
                  <a:close/>
                </a:path>
                <a:path w="6537959" h="5924550">
                  <a:moveTo>
                    <a:pt x="6319045" y="1712245"/>
                  </a:moveTo>
                  <a:lnTo>
                    <a:pt x="6331323" y="1733512"/>
                  </a:lnTo>
                  <a:lnTo>
                    <a:pt x="6310055" y="1745795"/>
                  </a:lnTo>
                  <a:lnTo>
                    <a:pt x="6297778" y="1724522"/>
                  </a:lnTo>
                  <a:lnTo>
                    <a:pt x="6319045" y="1712245"/>
                  </a:lnTo>
                  <a:close/>
                </a:path>
                <a:path w="6537959" h="5924550">
                  <a:moveTo>
                    <a:pt x="6377366" y="1811437"/>
                  </a:moveTo>
                  <a:lnTo>
                    <a:pt x="6390556" y="1834282"/>
                  </a:lnTo>
                  <a:lnTo>
                    <a:pt x="6367711" y="1847472"/>
                  </a:lnTo>
                  <a:lnTo>
                    <a:pt x="6354521" y="1824627"/>
                  </a:lnTo>
                  <a:lnTo>
                    <a:pt x="6377366" y="1811437"/>
                  </a:lnTo>
                  <a:close/>
                </a:path>
                <a:path w="6537959" h="5924550">
                  <a:moveTo>
                    <a:pt x="6435770" y="1910323"/>
                  </a:moveTo>
                  <a:lnTo>
                    <a:pt x="6450096" y="1935139"/>
                  </a:lnTo>
                  <a:lnTo>
                    <a:pt x="6425285" y="1949466"/>
                  </a:lnTo>
                  <a:lnTo>
                    <a:pt x="6410958" y="1924649"/>
                  </a:lnTo>
                  <a:lnTo>
                    <a:pt x="6435770" y="1910323"/>
                  </a:lnTo>
                  <a:close/>
                </a:path>
                <a:path w="6537959" h="5924550">
                  <a:moveTo>
                    <a:pt x="6494177" y="2009208"/>
                  </a:moveTo>
                  <a:lnTo>
                    <a:pt x="6509637" y="2035987"/>
                  </a:lnTo>
                  <a:lnTo>
                    <a:pt x="6482853" y="2051451"/>
                  </a:lnTo>
                  <a:lnTo>
                    <a:pt x="6467394" y="2024672"/>
                  </a:lnTo>
                  <a:lnTo>
                    <a:pt x="6494177" y="2009208"/>
                  </a:lnTo>
                  <a:close/>
                </a:path>
                <a:path w="6537959" h="5924550">
                  <a:moveTo>
                    <a:pt x="6537666" y="2116964"/>
                  </a:moveTo>
                  <a:lnTo>
                    <a:pt x="6537666" y="2148213"/>
                  </a:lnTo>
                  <a:lnTo>
                    <a:pt x="6524133" y="2124777"/>
                  </a:lnTo>
                  <a:lnTo>
                    <a:pt x="6537666" y="2116964"/>
                  </a:lnTo>
                  <a:close/>
                </a:path>
                <a:path w="6537959" h="5924550">
                  <a:moveTo>
                    <a:pt x="5575314" y="681940"/>
                  </a:moveTo>
                  <a:lnTo>
                    <a:pt x="5576890" y="681940"/>
                  </a:lnTo>
                  <a:lnTo>
                    <a:pt x="5577180" y="682444"/>
                  </a:lnTo>
                  <a:lnTo>
                    <a:pt x="5575604" y="682444"/>
                  </a:lnTo>
                  <a:lnTo>
                    <a:pt x="5575314" y="681940"/>
                  </a:lnTo>
                  <a:close/>
                </a:path>
                <a:path w="6537959" h="5924550">
                  <a:moveTo>
                    <a:pt x="5634817" y="780454"/>
                  </a:moveTo>
                  <a:lnTo>
                    <a:pt x="5636408" y="783214"/>
                  </a:lnTo>
                  <a:lnTo>
                    <a:pt x="5633653" y="784804"/>
                  </a:lnTo>
                  <a:lnTo>
                    <a:pt x="5632062" y="782045"/>
                  </a:lnTo>
                  <a:lnTo>
                    <a:pt x="5634817" y="780454"/>
                  </a:lnTo>
                  <a:close/>
                </a:path>
                <a:path w="6537959" h="5924550">
                  <a:moveTo>
                    <a:pt x="5693220" y="879339"/>
                  </a:moveTo>
                  <a:lnTo>
                    <a:pt x="5695953" y="884066"/>
                  </a:lnTo>
                  <a:lnTo>
                    <a:pt x="5691226" y="886794"/>
                  </a:lnTo>
                  <a:lnTo>
                    <a:pt x="5688494" y="882067"/>
                  </a:lnTo>
                  <a:lnTo>
                    <a:pt x="5693220" y="879339"/>
                  </a:lnTo>
                  <a:close/>
                </a:path>
                <a:path w="6537959" h="5924550">
                  <a:moveTo>
                    <a:pt x="5751623" y="978225"/>
                  </a:moveTo>
                  <a:lnTo>
                    <a:pt x="5755488" y="984918"/>
                  </a:lnTo>
                  <a:lnTo>
                    <a:pt x="5748795" y="988783"/>
                  </a:lnTo>
                  <a:lnTo>
                    <a:pt x="5744930" y="982090"/>
                  </a:lnTo>
                  <a:lnTo>
                    <a:pt x="5751623" y="978225"/>
                  </a:lnTo>
                  <a:close/>
                </a:path>
                <a:path w="6537959" h="5924550">
                  <a:moveTo>
                    <a:pt x="5809949" y="1077417"/>
                  </a:moveTo>
                  <a:lnTo>
                    <a:pt x="5814726" y="1085692"/>
                  </a:lnTo>
                  <a:lnTo>
                    <a:pt x="5806451" y="1090470"/>
                  </a:lnTo>
                  <a:lnTo>
                    <a:pt x="5801673" y="1082194"/>
                  </a:lnTo>
                  <a:lnTo>
                    <a:pt x="5809949" y="1077417"/>
                  </a:lnTo>
                  <a:close/>
                </a:path>
                <a:path w="6537959" h="5924550">
                  <a:moveTo>
                    <a:pt x="5868352" y="1176303"/>
                  </a:moveTo>
                  <a:lnTo>
                    <a:pt x="5874261" y="1186545"/>
                  </a:lnTo>
                  <a:lnTo>
                    <a:pt x="5864019" y="1192459"/>
                  </a:lnTo>
                  <a:lnTo>
                    <a:pt x="5858110" y="1182217"/>
                  </a:lnTo>
                  <a:lnTo>
                    <a:pt x="5868352" y="1176303"/>
                  </a:lnTo>
                  <a:close/>
                </a:path>
                <a:path w="6537959" h="5924550">
                  <a:moveTo>
                    <a:pt x="5926668" y="1275500"/>
                  </a:moveTo>
                  <a:lnTo>
                    <a:pt x="5933494" y="1287319"/>
                  </a:lnTo>
                  <a:lnTo>
                    <a:pt x="5921680" y="1294141"/>
                  </a:lnTo>
                  <a:lnTo>
                    <a:pt x="5914854" y="1282322"/>
                  </a:lnTo>
                  <a:lnTo>
                    <a:pt x="5926668" y="1275500"/>
                  </a:lnTo>
                  <a:close/>
                </a:path>
                <a:path w="6537959" h="5924550">
                  <a:moveTo>
                    <a:pt x="5984989" y="1374697"/>
                  </a:moveTo>
                  <a:lnTo>
                    <a:pt x="5992723" y="1388088"/>
                  </a:lnTo>
                  <a:lnTo>
                    <a:pt x="5979331" y="1395823"/>
                  </a:lnTo>
                  <a:lnTo>
                    <a:pt x="5971597" y="1382431"/>
                  </a:lnTo>
                  <a:lnTo>
                    <a:pt x="5984989" y="1374697"/>
                  </a:lnTo>
                  <a:close/>
                </a:path>
                <a:path w="6537959" h="5924550">
                  <a:moveTo>
                    <a:pt x="6043396" y="1473582"/>
                  </a:moveTo>
                  <a:lnTo>
                    <a:pt x="6052263" y="1488941"/>
                  </a:lnTo>
                  <a:lnTo>
                    <a:pt x="6036900" y="1497807"/>
                  </a:lnTo>
                  <a:lnTo>
                    <a:pt x="6028033" y="1482453"/>
                  </a:lnTo>
                  <a:lnTo>
                    <a:pt x="6043396" y="1473582"/>
                  </a:lnTo>
                  <a:close/>
                </a:path>
                <a:path w="6537959" h="5924550">
                  <a:moveTo>
                    <a:pt x="6101795" y="1572463"/>
                  </a:moveTo>
                  <a:lnTo>
                    <a:pt x="6111803" y="1589797"/>
                  </a:lnTo>
                  <a:lnTo>
                    <a:pt x="6094473" y="1599801"/>
                  </a:lnTo>
                  <a:lnTo>
                    <a:pt x="6084465" y="1582471"/>
                  </a:lnTo>
                  <a:lnTo>
                    <a:pt x="6101795" y="1572463"/>
                  </a:lnTo>
                  <a:close/>
                </a:path>
                <a:path w="6537959" h="5924550">
                  <a:moveTo>
                    <a:pt x="6160120" y="1671660"/>
                  </a:moveTo>
                  <a:lnTo>
                    <a:pt x="6171036" y="1690562"/>
                  </a:lnTo>
                  <a:lnTo>
                    <a:pt x="6152129" y="1701478"/>
                  </a:lnTo>
                  <a:lnTo>
                    <a:pt x="6141213" y="1682576"/>
                  </a:lnTo>
                  <a:lnTo>
                    <a:pt x="6160120" y="1671660"/>
                  </a:lnTo>
                  <a:close/>
                </a:path>
                <a:path w="6537959" h="5924550">
                  <a:moveTo>
                    <a:pt x="6218524" y="1770540"/>
                  </a:moveTo>
                  <a:lnTo>
                    <a:pt x="6230576" y="1791419"/>
                  </a:lnTo>
                  <a:lnTo>
                    <a:pt x="6209698" y="1803471"/>
                  </a:lnTo>
                  <a:lnTo>
                    <a:pt x="6197645" y="1782593"/>
                  </a:lnTo>
                  <a:lnTo>
                    <a:pt x="6218524" y="1770540"/>
                  </a:lnTo>
                  <a:close/>
                </a:path>
                <a:path w="6537959" h="5924550">
                  <a:moveTo>
                    <a:pt x="6276927" y="1869426"/>
                  </a:moveTo>
                  <a:lnTo>
                    <a:pt x="6290117" y="1892275"/>
                  </a:lnTo>
                  <a:lnTo>
                    <a:pt x="6267272" y="1905465"/>
                  </a:lnTo>
                  <a:lnTo>
                    <a:pt x="6254082" y="1882615"/>
                  </a:lnTo>
                  <a:lnTo>
                    <a:pt x="6276927" y="1869426"/>
                  </a:lnTo>
                  <a:close/>
                </a:path>
                <a:path w="6537959" h="5924550">
                  <a:moveTo>
                    <a:pt x="6335247" y="1968627"/>
                  </a:moveTo>
                  <a:lnTo>
                    <a:pt x="6349345" y="1993045"/>
                  </a:lnTo>
                  <a:lnTo>
                    <a:pt x="6324927" y="2007142"/>
                  </a:lnTo>
                  <a:lnTo>
                    <a:pt x="6310830" y="1982725"/>
                  </a:lnTo>
                  <a:lnTo>
                    <a:pt x="6335247" y="1968627"/>
                  </a:lnTo>
                  <a:close/>
                </a:path>
                <a:path w="6537959" h="5924550">
                  <a:moveTo>
                    <a:pt x="6393651" y="2067508"/>
                  </a:moveTo>
                  <a:lnTo>
                    <a:pt x="6408890" y="2093901"/>
                  </a:lnTo>
                  <a:lnTo>
                    <a:pt x="6382501" y="2109136"/>
                  </a:lnTo>
                  <a:lnTo>
                    <a:pt x="6367262" y="2082743"/>
                  </a:lnTo>
                  <a:lnTo>
                    <a:pt x="6393651" y="2067508"/>
                  </a:lnTo>
                  <a:close/>
                </a:path>
                <a:path w="6537959" h="5924550">
                  <a:moveTo>
                    <a:pt x="6452054" y="2166393"/>
                  </a:moveTo>
                  <a:lnTo>
                    <a:pt x="6468430" y="2194754"/>
                  </a:lnTo>
                  <a:lnTo>
                    <a:pt x="6440074" y="2211125"/>
                  </a:lnTo>
                  <a:lnTo>
                    <a:pt x="6423698" y="2182765"/>
                  </a:lnTo>
                  <a:lnTo>
                    <a:pt x="6452054" y="2166393"/>
                  </a:lnTo>
                  <a:close/>
                </a:path>
                <a:path w="6537959" h="5924550">
                  <a:moveTo>
                    <a:pt x="6510379" y="2265586"/>
                  </a:moveTo>
                  <a:lnTo>
                    <a:pt x="6527663" y="2295523"/>
                  </a:lnTo>
                  <a:lnTo>
                    <a:pt x="6497726" y="2312807"/>
                  </a:lnTo>
                  <a:lnTo>
                    <a:pt x="6480442" y="2282870"/>
                  </a:lnTo>
                  <a:lnTo>
                    <a:pt x="6510379" y="2265586"/>
                  </a:lnTo>
                  <a:close/>
                </a:path>
                <a:path w="6537959" h="5924550">
                  <a:moveTo>
                    <a:pt x="5534377" y="838441"/>
                  </a:moveTo>
                  <a:lnTo>
                    <a:pt x="5535968" y="841200"/>
                  </a:lnTo>
                  <a:lnTo>
                    <a:pt x="5533213" y="842791"/>
                  </a:lnTo>
                  <a:lnTo>
                    <a:pt x="5531622" y="840031"/>
                  </a:lnTo>
                  <a:lnTo>
                    <a:pt x="5534377" y="838441"/>
                  </a:lnTo>
                  <a:close/>
                </a:path>
                <a:path w="6537959" h="5924550">
                  <a:moveTo>
                    <a:pt x="5592703" y="937638"/>
                  </a:moveTo>
                  <a:lnTo>
                    <a:pt x="5595201" y="941970"/>
                  </a:lnTo>
                  <a:lnTo>
                    <a:pt x="5590869" y="944473"/>
                  </a:lnTo>
                  <a:lnTo>
                    <a:pt x="5588370" y="940141"/>
                  </a:lnTo>
                  <a:lnTo>
                    <a:pt x="5592703" y="937638"/>
                  </a:lnTo>
                  <a:close/>
                </a:path>
                <a:path w="6537959" h="5924550">
                  <a:moveTo>
                    <a:pt x="5651105" y="1036523"/>
                  </a:moveTo>
                  <a:lnTo>
                    <a:pt x="5654746" y="1042827"/>
                  </a:lnTo>
                  <a:lnTo>
                    <a:pt x="5648442" y="1046462"/>
                  </a:lnTo>
                  <a:lnTo>
                    <a:pt x="5644807" y="1040163"/>
                  </a:lnTo>
                  <a:lnTo>
                    <a:pt x="5651105" y="1036523"/>
                  </a:lnTo>
                  <a:close/>
                </a:path>
                <a:path w="6537959" h="5924550">
                  <a:moveTo>
                    <a:pt x="5709427" y="1135720"/>
                  </a:moveTo>
                  <a:lnTo>
                    <a:pt x="5713974" y="1143596"/>
                  </a:lnTo>
                  <a:lnTo>
                    <a:pt x="5706094" y="1148144"/>
                  </a:lnTo>
                  <a:lnTo>
                    <a:pt x="5701546" y="1140268"/>
                  </a:lnTo>
                  <a:lnTo>
                    <a:pt x="5709427" y="1135720"/>
                  </a:lnTo>
                  <a:close/>
                </a:path>
                <a:path w="6537959" h="5924550">
                  <a:moveTo>
                    <a:pt x="5767830" y="1234606"/>
                  </a:moveTo>
                  <a:lnTo>
                    <a:pt x="5773515" y="1244453"/>
                  </a:lnTo>
                  <a:lnTo>
                    <a:pt x="5763667" y="1250139"/>
                  </a:lnTo>
                  <a:lnTo>
                    <a:pt x="5757982" y="1240291"/>
                  </a:lnTo>
                  <a:lnTo>
                    <a:pt x="5767830" y="1234606"/>
                  </a:lnTo>
                  <a:close/>
                </a:path>
                <a:path w="6537959" h="5924550">
                  <a:moveTo>
                    <a:pt x="5826150" y="1333798"/>
                  </a:moveTo>
                  <a:lnTo>
                    <a:pt x="5832748" y="1345223"/>
                  </a:lnTo>
                  <a:lnTo>
                    <a:pt x="5821323" y="1351815"/>
                  </a:lnTo>
                  <a:lnTo>
                    <a:pt x="5814730" y="1340391"/>
                  </a:lnTo>
                  <a:lnTo>
                    <a:pt x="5826150" y="1333798"/>
                  </a:lnTo>
                  <a:close/>
                </a:path>
                <a:path w="6537959" h="5924550">
                  <a:moveTo>
                    <a:pt x="5884554" y="1432684"/>
                  </a:moveTo>
                  <a:lnTo>
                    <a:pt x="5892288" y="1446075"/>
                  </a:lnTo>
                  <a:lnTo>
                    <a:pt x="5878896" y="1453809"/>
                  </a:lnTo>
                  <a:lnTo>
                    <a:pt x="5871162" y="1440418"/>
                  </a:lnTo>
                  <a:lnTo>
                    <a:pt x="5884554" y="1432684"/>
                  </a:lnTo>
                  <a:close/>
                </a:path>
                <a:path w="6537959" h="5924550">
                  <a:moveTo>
                    <a:pt x="5942961" y="1531569"/>
                  </a:moveTo>
                  <a:lnTo>
                    <a:pt x="5951828" y="1546927"/>
                  </a:lnTo>
                  <a:lnTo>
                    <a:pt x="5936465" y="1555794"/>
                  </a:lnTo>
                  <a:lnTo>
                    <a:pt x="5927598" y="1540440"/>
                  </a:lnTo>
                  <a:lnTo>
                    <a:pt x="5942961" y="1531569"/>
                  </a:lnTo>
                  <a:close/>
                </a:path>
                <a:path w="6537959" h="5924550">
                  <a:moveTo>
                    <a:pt x="6001277" y="1630766"/>
                  </a:moveTo>
                  <a:lnTo>
                    <a:pt x="6011056" y="1647702"/>
                  </a:lnTo>
                  <a:lnTo>
                    <a:pt x="5994121" y="1657481"/>
                  </a:lnTo>
                  <a:lnTo>
                    <a:pt x="5984342" y="1640545"/>
                  </a:lnTo>
                  <a:lnTo>
                    <a:pt x="6001277" y="1630766"/>
                  </a:lnTo>
                  <a:close/>
                </a:path>
                <a:path w="6537959" h="5924550">
                  <a:moveTo>
                    <a:pt x="6059681" y="1729651"/>
                  </a:moveTo>
                  <a:lnTo>
                    <a:pt x="6070597" y="1748554"/>
                  </a:lnTo>
                  <a:lnTo>
                    <a:pt x="6051690" y="1759470"/>
                  </a:lnTo>
                  <a:lnTo>
                    <a:pt x="6040774" y="1740567"/>
                  </a:lnTo>
                  <a:lnTo>
                    <a:pt x="6059681" y="1729651"/>
                  </a:lnTo>
                  <a:close/>
                </a:path>
                <a:path w="6537959" h="5924550">
                  <a:moveTo>
                    <a:pt x="6118001" y="1828844"/>
                  </a:moveTo>
                  <a:lnTo>
                    <a:pt x="6129825" y="1849328"/>
                  </a:lnTo>
                  <a:lnTo>
                    <a:pt x="6109346" y="1861151"/>
                  </a:lnTo>
                  <a:lnTo>
                    <a:pt x="6097522" y="1840668"/>
                  </a:lnTo>
                  <a:lnTo>
                    <a:pt x="6118001" y="1828844"/>
                  </a:lnTo>
                  <a:close/>
                </a:path>
                <a:path w="6537959" h="5924550">
                  <a:moveTo>
                    <a:pt x="6176405" y="1927729"/>
                  </a:moveTo>
                  <a:lnTo>
                    <a:pt x="6189365" y="1950180"/>
                  </a:lnTo>
                  <a:lnTo>
                    <a:pt x="6166919" y="1963140"/>
                  </a:lnTo>
                  <a:lnTo>
                    <a:pt x="6153958" y="1940690"/>
                  </a:lnTo>
                  <a:lnTo>
                    <a:pt x="6176405" y="1927729"/>
                  </a:lnTo>
                  <a:close/>
                </a:path>
                <a:path w="6537959" h="5924550">
                  <a:moveTo>
                    <a:pt x="6234730" y="2026922"/>
                  </a:moveTo>
                  <a:lnTo>
                    <a:pt x="6248603" y="2050950"/>
                  </a:lnTo>
                  <a:lnTo>
                    <a:pt x="6224570" y="2064823"/>
                  </a:lnTo>
                  <a:lnTo>
                    <a:pt x="6210697" y="2040795"/>
                  </a:lnTo>
                  <a:lnTo>
                    <a:pt x="6234730" y="2026922"/>
                  </a:lnTo>
                  <a:close/>
                </a:path>
                <a:path w="6537959" h="5924550">
                  <a:moveTo>
                    <a:pt x="6293133" y="2125807"/>
                  </a:moveTo>
                  <a:lnTo>
                    <a:pt x="6308138" y="2151802"/>
                  </a:lnTo>
                  <a:lnTo>
                    <a:pt x="6282144" y="2166812"/>
                  </a:lnTo>
                  <a:lnTo>
                    <a:pt x="6267134" y="2140817"/>
                  </a:lnTo>
                  <a:lnTo>
                    <a:pt x="6293133" y="2125807"/>
                  </a:lnTo>
                  <a:close/>
                </a:path>
                <a:path w="6537959" h="5924550">
                  <a:moveTo>
                    <a:pt x="6351536" y="2224693"/>
                  </a:moveTo>
                  <a:lnTo>
                    <a:pt x="6367683" y="2252659"/>
                  </a:lnTo>
                  <a:lnTo>
                    <a:pt x="6339713" y="2268806"/>
                  </a:lnTo>
                  <a:lnTo>
                    <a:pt x="6323570" y="2240840"/>
                  </a:lnTo>
                  <a:lnTo>
                    <a:pt x="6351536" y="2224693"/>
                  </a:lnTo>
                  <a:close/>
                </a:path>
                <a:path w="6537959" h="5924550">
                  <a:moveTo>
                    <a:pt x="6409857" y="2323890"/>
                  </a:moveTo>
                  <a:lnTo>
                    <a:pt x="6426912" y="2353428"/>
                  </a:lnTo>
                  <a:lnTo>
                    <a:pt x="6397368" y="2370483"/>
                  </a:lnTo>
                  <a:lnTo>
                    <a:pt x="6380314" y="2340945"/>
                  </a:lnTo>
                  <a:lnTo>
                    <a:pt x="6409857" y="2323890"/>
                  </a:lnTo>
                  <a:close/>
                </a:path>
                <a:path w="6537959" h="5924550">
                  <a:moveTo>
                    <a:pt x="6468260" y="2422775"/>
                  </a:moveTo>
                  <a:lnTo>
                    <a:pt x="6486452" y="2454285"/>
                  </a:lnTo>
                  <a:lnTo>
                    <a:pt x="6454942" y="2472477"/>
                  </a:lnTo>
                  <a:lnTo>
                    <a:pt x="6436750" y="2440967"/>
                  </a:lnTo>
                  <a:lnTo>
                    <a:pt x="6468260" y="2422775"/>
                  </a:lnTo>
                  <a:close/>
                </a:path>
                <a:path w="6537959" h="5924550">
                  <a:moveTo>
                    <a:pt x="6526581" y="2521968"/>
                  </a:moveTo>
                  <a:lnTo>
                    <a:pt x="6537666" y="2541167"/>
                  </a:lnTo>
                  <a:lnTo>
                    <a:pt x="6537666" y="2559683"/>
                  </a:lnTo>
                  <a:lnTo>
                    <a:pt x="6512598" y="2574154"/>
                  </a:lnTo>
                  <a:lnTo>
                    <a:pt x="6493556" y="2541167"/>
                  </a:lnTo>
                  <a:lnTo>
                    <a:pt x="6493326" y="2541167"/>
                  </a:lnTo>
                  <a:lnTo>
                    <a:pt x="6526581" y="2521968"/>
                  </a:lnTo>
                  <a:close/>
                </a:path>
                <a:path w="6537959" h="5924550">
                  <a:moveTo>
                    <a:pt x="5433860" y="896746"/>
                  </a:moveTo>
                  <a:lnTo>
                    <a:pt x="5435222" y="899107"/>
                  </a:lnTo>
                  <a:lnTo>
                    <a:pt x="5432861" y="900473"/>
                  </a:lnTo>
                  <a:lnTo>
                    <a:pt x="5431494" y="898108"/>
                  </a:lnTo>
                  <a:lnTo>
                    <a:pt x="5433860" y="896746"/>
                  </a:lnTo>
                  <a:close/>
                </a:path>
                <a:path w="6537959" h="5924550">
                  <a:moveTo>
                    <a:pt x="5492176" y="995938"/>
                  </a:moveTo>
                  <a:lnTo>
                    <a:pt x="5494450" y="999876"/>
                  </a:lnTo>
                  <a:lnTo>
                    <a:pt x="5490512" y="1002150"/>
                  </a:lnTo>
                  <a:lnTo>
                    <a:pt x="5488238" y="998212"/>
                  </a:lnTo>
                  <a:lnTo>
                    <a:pt x="5492176" y="995938"/>
                  </a:lnTo>
                  <a:close/>
                </a:path>
                <a:path w="6537959" h="5924550">
                  <a:moveTo>
                    <a:pt x="5550579" y="1094824"/>
                  </a:moveTo>
                  <a:lnTo>
                    <a:pt x="5553990" y="1100733"/>
                  </a:lnTo>
                  <a:lnTo>
                    <a:pt x="5548085" y="1104144"/>
                  </a:lnTo>
                  <a:lnTo>
                    <a:pt x="5544674" y="1098235"/>
                  </a:lnTo>
                  <a:lnTo>
                    <a:pt x="5550579" y="1094824"/>
                  </a:lnTo>
                  <a:close/>
                </a:path>
                <a:path w="6537959" h="5924550">
                  <a:moveTo>
                    <a:pt x="5608987" y="1193709"/>
                  </a:moveTo>
                  <a:lnTo>
                    <a:pt x="5613535" y="1201590"/>
                  </a:lnTo>
                  <a:lnTo>
                    <a:pt x="5605654" y="1206138"/>
                  </a:lnTo>
                  <a:lnTo>
                    <a:pt x="5601106" y="1198257"/>
                  </a:lnTo>
                  <a:lnTo>
                    <a:pt x="5608987" y="1193709"/>
                  </a:lnTo>
                  <a:close/>
                </a:path>
                <a:path w="6537959" h="5924550">
                  <a:moveTo>
                    <a:pt x="5667308" y="1292902"/>
                  </a:moveTo>
                  <a:lnTo>
                    <a:pt x="5672768" y="1302355"/>
                  </a:lnTo>
                  <a:lnTo>
                    <a:pt x="5663314" y="1307815"/>
                  </a:lnTo>
                  <a:lnTo>
                    <a:pt x="5657854" y="1298362"/>
                  </a:lnTo>
                  <a:lnTo>
                    <a:pt x="5667308" y="1292902"/>
                  </a:lnTo>
                  <a:close/>
                </a:path>
                <a:path w="6537959" h="5924550">
                  <a:moveTo>
                    <a:pt x="5725711" y="1391787"/>
                  </a:moveTo>
                  <a:lnTo>
                    <a:pt x="5732308" y="1403212"/>
                  </a:lnTo>
                  <a:lnTo>
                    <a:pt x="5720883" y="1409809"/>
                  </a:lnTo>
                  <a:lnTo>
                    <a:pt x="5714291" y="1398384"/>
                  </a:lnTo>
                  <a:lnTo>
                    <a:pt x="5725711" y="1391787"/>
                  </a:lnTo>
                  <a:close/>
                </a:path>
                <a:path w="6537959" h="5924550">
                  <a:moveTo>
                    <a:pt x="5784031" y="1490984"/>
                  </a:moveTo>
                  <a:lnTo>
                    <a:pt x="5791536" y="1503981"/>
                  </a:lnTo>
                  <a:lnTo>
                    <a:pt x="5778539" y="1511486"/>
                  </a:lnTo>
                  <a:lnTo>
                    <a:pt x="5771034" y="1498484"/>
                  </a:lnTo>
                  <a:lnTo>
                    <a:pt x="5784031" y="1490984"/>
                  </a:lnTo>
                  <a:close/>
                </a:path>
                <a:path w="6537959" h="5924550">
                  <a:moveTo>
                    <a:pt x="5842435" y="1589870"/>
                  </a:moveTo>
                  <a:lnTo>
                    <a:pt x="5851077" y="1604838"/>
                  </a:lnTo>
                  <a:lnTo>
                    <a:pt x="5836112" y="1613476"/>
                  </a:lnTo>
                  <a:lnTo>
                    <a:pt x="5827470" y="1598512"/>
                  </a:lnTo>
                  <a:lnTo>
                    <a:pt x="5842435" y="1589870"/>
                  </a:lnTo>
                  <a:close/>
                </a:path>
                <a:path w="6537959" h="5924550">
                  <a:moveTo>
                    <a:pt x="5900838" y="1688755"/>
                  </a:moveTo>
                  <a:lnTo>
                    <a:pt x="5910617" y="1705695"/>
                  </a:lnTo>
                  <a:lnTo>
                    <a:pt x="5893686" y="1715470"/>
                  </a:lnTo>
                  <a:lnTo>
                    <a:pt x="5883907" y="1698534"/>
                  </a:lnTo>
                  <a:lnTo>
                    <a:pt x="5900838" y="1688755"/>
                  </a:lnTo>
                  <a:close/>
                </a:path>
                <a:path w="6537959" h="5924550">
                  <a:moveTo>
                    <a:pt x="5959163" y="1787947"/>
                  </a:moveTo>
                  <a:lnTo>
                    <a:pt x="5969850" y="1806460"/>
                  </a:lnTo>
                  <a:lnTo>
                    <a:pt x="5951337" y="1817151"/>
                  </a:lnTo>
                  <a:lnTo>
                    <a:pt x="5940646" y="1798639"/>
                  </a:lnTo>
                  <a:lnTo>
                    <a:pt x="5959163" y="1787947"/>
                  </a:lnTo>
                  <a:close/>
                </a:path>
                <a:path w="6537959" h="5924550">
                  <a:moveTo>
                    <a:pt x="6017566" y="1886833"/>
                  </a:moveTo>
                  <a:lnTo>
                    <a:pt x="6029390" y="1907317"/>
                  </a:lnTo>
                  <a:lnTo>
                    <a:pt x="6008910" y="1919145"/>
                  </a:lnTo>
                  <a:lnTo>
                    <a:pt x="5997082" y="1898661"/>
                  </a:lnTo>
                  <a:lnTo>
                    <a:pt x="6017566" y="1886833"/>
                  </a:lnTo>
                  <a:close/>
                </a:path>
                <a:path w="6537959" h="5924550">
                  <a:moveTo>
                    <a:pt x="6075882" y="1986030"/>
                  </a:moveTo>
                  <a:lnTo>
                    <a:pt x="6088618" y="2008086"/>
                  </a:lnTo>
                  <a:lnTo>
                    <a:pt x="6066566" y="2020823"/>
                  </a:lnTo>
                  <a:lnTo>
                    <a:pt x="6053830" y="1998761"/>
                  </a:lnTo>
                  <a:lnTo>
                    <a:pt x="6075882" y="1986030"/>
                  </a:lnTo>
                  <a:close/>
                </a:path>
                <a:path w="6537959" h="5924550">
                  <a:moveTo>
                    <a:pt x="6134203" y="2085227"/>
                  </a:moveTo>
                  <a:lnTo>
                    <a:pt x="6147847" y="2108860"/>
                  </a:lnTo>
                  <a:lnTo>
                    <a:pt x="6124218" y="2122504"/>
                  </a:lnTo>
                  <a:lnTo>
                    <a:pt x="6110574" y="2098871"/>
                  </a:lnTo>
                  <a:lnTo>
                    <a:pt x="6134203" y="2085227"/>
                  </a:lnTo>
                  <a:close/>
                </a:path>
                <a:path w="6537959" h="5924550">
                  <a:moveTo>
                    <a:pt x="6192606" y="2184107"/>
                  </a:moveTo>
                  <a:lnTo>
                    <a:pt x="6207391" y="2209712"/>
                  </a:lnTo>
                  <a:lnTo>
                    <a:pt x="6181791" y="2224493"/>
                  </a:lnTo>
                  <a:lnTo>
                    <a:pt x="6167006" y="2198888"/>
                  </a:lnTo>
                  <a:lnTo>
                    <a:pt x="6192606" y="2184107"/>
                  </a:lnTo>
                  <a:close/>
                </a:path>
                <a:path w="6537959" h="5924550">
                  <a:moveTo>
                    <a:pt x="6251009" y="2282993"/>
                  </a:moveTo>
                  <a:lnTo>
                    <a:pt x="6266927" y="2310564"/>
                  </a:lnTo>
                  <a:lnTo>
                    <a:pt x="6239360" y="2326482"/>
                  </a:lnTo>
                  <a:lnTo>
                    <a:pt x="6223442" y="2298910"/>
                  </a:lnTo>
                  <a:lnTo>
                    <a:pt x="6251009" y="2282993"/>
                  </a:lnTo>
                  <a:close/>
                </a:path>
                <a:path w="6537959" h="5924550">
                  <a:moveTo>
                    <a:pt x="6309335" y="2382190"/>
                  </a:moveTo>
                  <a:lnTo>
                    <a:pt x="6326165" y="2411339"/>
                  </a:lnTo>
                  <a:lnTo>
                    <a:pt x="6297016" y="2428164"/>
                  </a:lnTo>
                  <a:lnTo>
                    <a:pt x="6280190" y="2399020"/>
                  </a:lnTo>
                  <a:lnTo>
                    <a:pt x="6309335" y="2382190"/>
                  </a:lnTo>
                  <a:close/>
                </a:path>
                <a:path w="6537959" h="5924550">
                  <a:moveTo>
                    <a:pt x="6367738" y="2481070"/>
                  </a:moveTo>
                  <a:lnTo>
                    <a:pt x="6385705" y="2512186"/>
                  </a:lnTo>
                  <a:lnTo>
                    <a:pt x="6354585" y="2530153"/>
                  </a:lnTo>
                  <a:lnTo>
                    <a:pt x="6336622" y="2499038"/>
                  </a:lnTo>
                  <a:lnTo>
                    <a:pt x="6367738" y="2481070"/>
                  </a:lnTo>
                  <a:close/>
                </a:path>
                <a:path w="6537959" h="5924550">
                  <a:moveTo>
                    <a:pt x="6426059" y="2580272"/>
                  </a:moveTo>
                  <a:lnTo>
                    <a:pt x="6444933" y="2612964"/>
                  </a:lnTo>
                  <a:lnTo>
                    <a:pt x="6412241" y="2631839"/>
                  </a:lnTo>
                  <a:lnTo>
                    <a:pt x="6393366" y="2599147"/>
                  </a:lnTo>
                  <a:lnTo>
                    <a:pt x="6426059" y="2580272"/>
                  </a:lnTo>
                  <a:close/>
                </a:path>
                <a:path w="6537959" h="5924550">
                  <a:moveTo>
                    <a:pt x="6484462" y="2679152"/>
                  </a:moveTo>
                  <a:lnTo>
                    <a:pt x="6504474" y="2713812"/>
                  </a:lnTo>
                  <a:lnTo>
                    <a:pt x="6469809" y="2733824"/>
                  </a:lnTo>
                  <a:lnTo>
                    <a:pt x="6449798" y="2699164"/>
                  </a:lnTo>
                  <a:lnTo>
                    <a:pt x="6484462" y="2679152"/>
                  </a:lnTo>
                  <a:close/>
                </a:path>
                <a:path w="6537959" h="5924550">
                  <a:moveTo>
                    <a:pt x="6537666" y="2781039"/>
                  </a:moveTo>
                  <a:lnTo>
                    <a:pt x="6537666" y="2829880"/>
                  </a:lnTo>
                  <a:lnTo>
                    <a:pt x="6527383" y="2835817"/>
                  </a:lnTo>
                  <a:lnTo>
                    <a:pt x="6506234" y="2799186"/>
                  </a:lnTo>
                  <a:lnTo>
                    <a:pt x="6537666" y="2781039"/>
                  </a:lnTo>
                  <a:close/>
                </a:path>
                <a:path w="6537959" h="5924550">
                  <a:moveTo>
                    <a:pt x="5333338" y="955045"/>
                  </a:moveTo>
                  <a:lnTo>
                    <a:pt x="5334475" y="957017"/>
                  </a:lnTo>
                  <a:lnTo>
                    <a:pt x="5332508" y="958154"/>
                  </a:lnTo>
                  <a:lnTo>
                    <a:pt x="5331371" y="956183"/>
                  </a:lnTo>
                  <a:lnTo>
                    <a:pt x="5333338" y="955045"/>
                  </a:lnTo>
                  <a:close/>
                </a:path>
                <a:path w="6537959" h="5924550">
                  <a:moveTo>
                    <a:pt x="5391658" y="1054242"/>
                  </a:moveTo>
                  <a:lnTo>
                    <a:pt x="5393703" y="1057786"/>
                  </a:lnTo>
                  <a:lnTo>
                    <a:pt x="5390159" y="1059831"/>
                  </a:lnTo>
                  <a:lnTo>
                    <a:pt x="5388110" y="1056287"/>
                  </a:lnTo>
                  <a:lnTo>
                    <a:pt x="5391658" y="1054242"/>
                  </a:lnTo>
                  <a:close/>
                </a:path>
                <a:path w="6537959" h="5924550">
                  <a:moveTo>
                    <a:pt x="5450062" y="1153128"/>
                  </a:moveTo>
                  <a:lnTo>
                    <a:pt x="5453248" y="1158643"/>
                  </a:lnTo>
                  <a:lnTo>
                    <a:pt x="5447733" y="1161825"/>
                  </a:lnTo>
                  <a:lnTo>
                    <a:pt x="5444546" y="1156310"/>
                  </a:lnTo>
                  <a:lnTo>
                    <a:pt x="5450062" y="1153128"/>
                  </a:lnTo>
                  <a:close/>
                </a:path>
                <a:path w="6537959" h="5924550">
                  <a:moveTo>
                    <a:pt x="5508464" y="1252013"/>
                  </a:moveTo>
                  <a:lnTo>
                    <a:pt x="5512783" y="1259490"/>
                  </a:lnTo>
                  <a:lnTo>
                    <a:pt x="5505301" y="1263814"/>
                  </a:lnTo>
                  <a:lnTo>
                    <a:pt x="5500983" y="1256331"/>
                  </a:lnTo>
                  <a:lnTo>
                    <a:pt x="5508464" y="1252013"/>
                  </a:lnTo>
                  <a:close/>
                </a:path>
                <a:path w="6537959" h="5924550">
                  <a:moveTo>
                    <a:pt x="5566785" y="1351206"/>
                  </a:moveTo>
                  <a:lnTo>
                    <a:pt x="5572016" y="1360265"/>
                  </a:lnTo>
                  <a:lnTo>
                    <a:pt x="5562957" y="1365496"/>
                  </a:lnTo>
                  <a:lnTo>
                    <a:pt x="5557726" y="1356437"/>
                  </a:lnTo>
                  <a:lnTo>
                    <a:pt x="5566785" y="1351206"/>
                  </a:lnTo>
                  <a:close/>
                </a:path>
                <a:path w="6537959" h="5924550">
                  <a:moveTo>
                    <a:pt x="5625189" y="1450091"/>
                  </a:moveTo>
                  <a:lnTo>
                    <a:pt x="5631557" y="1461117"/>
                  </a:lnTo>
                  <a:lnTo>
                    <a:pt x="5620531" y="1467485"/>
                  </a:lnTo>
                  <a:lnTo>
                    <a:pt x="5614163" y="1456459"/>
                  </a:lnTo>
                  <a:lnTo>
                    <a:pt x="5625189" y="1450091"/>
                  </a:lnTo>
                  <a:close/>
                </a:path>
                <a:path w="6537959" h="5924550">
                  <a:moveTo>
                    <a:pt x="5683509" y="1549284"/>
                  </a:moveTo>
                  <a:lnTo>
                    <a:pt x="5690785" y="1561887"/>
                  </a:lnTo>
                  <a:lnTo>
                    <a:pt x="5678182" y="1569167"/>
                  </a:lnTo>
                  <a:lnTo>
                    <a:pt x="5670906" y="1556564"/>
                  </a:lnTo>
                  <a:lnTo>
                    <a:pt x="5683509" y="1549284"/>
                  </a:lnTo>
                  <a:close/>
                </a:path>
                <a:path w="6537959" h="5924550">
                  <a:moveTo>
                    <a:pt x="5741916" y="1648169"/>
                  </a:moveTo>
                  <a:lnTo>
                    <a:pt x="5750330" y="1662744"/>
                  </a:lnTo>
                  <a:lnTo>
                    <a:pt x="5735755" y="1671156"/>
                  </a:lnTo>
                  <a:lnTo>
                    <a:pt x="5727343" y="1656586"/>
                  </a:lnTo>
                  <a:lnTo>
                    <a:pt x="5741916" y="1648169"/>
                  </a:lnTo>
                  <a:close/>
                </a:path>
                <a:path w="6537959" h="5924550">
                  <a:moveTo>
                    <a:pt x="5800320" y="1747055"/>
                  </a:moveTo>
                  <a:lnTo>
                    <a:pt x="5809870" y="1763596"/>
                  </a:lnTo>
                  <a:lnTo>
                    <a:pt x="5793324" y="1773150"/>
                  </a:lnTo>
                  <a:lnTo>
                    <a:pt x="5783774" y="1756609"/>
                  </a:lnTo>
                  <a:lnTo>
                    <a:pt x="5800320" y="1747055"/>
                  </a:lnTo>
                  <a:close/>
                </a:path>
                <a:path w="6537959" h="5924550">
                  <a:moveTo>
                    <a:pt x="5858641" y="1846252"/>
                  </a:moveTo>
                  <a:lnTo>
                    <a:pt x="5869098" y="1864370"/>
                  </a:lnTo>
                  <a:lnTo>
                    <a:pt x="5850980" y="1874827"/>
                  </a:lnTo>
                  <a:lnTo>
                    <a:pt x="5840522" y="1856709"/>
                  </a:lnTo>
                  <a:lnTo>
                    <a:pt x="5858641" y="1846252"/>
                  </a:lnTo>
                  <a:close/>
                </a:path>
                <a:path w="6537959" h="5924550">
                  <a:moveTo>
                    <a:pt x="5917043" y="1945137"/>
                  </a:moveTo>
                  <a:lnTo>
                    <a:pt x="5928638" y="1965222"/>
                  </a:lnTo>
                  <a:lnTo>
                    <a:pt x="5908553" y="1976821"/>
                  </a:lnTo>
                  <a:lnTo>
                    <a:pt x="5896959" y="1956731"/>
                  </a:lnTo>
                  <a:lnTo>
                    <a:pt x="5917043" y="1945137"/>
                  </a:lnTo>
                  <a:close/>
                </a:path>
                <a:path w="6537959" h="5924550">
                  <a:moveTo>
                    <a:pt x="5975446" y="2044017"/>
                  </a:moveTo>
                  <a:lnTo>
                    <a:pt x="5988183" y="2066079"/>
                  </a:lnTo>
                  <a:lnTo>
                    <a:pt x="5966127" y="2078810"/>
                  </a:lnTo>
                  <a:lnTo>
                    <a:pt x="5953391" y="2056753"/>
                  </a:lnTo>
                  <a:lnTo>
                    <a:pt x="5975446" y="2044017"/>
                  </a:lnTo>
                  <a:close/>
                </a:path>
                <a:path w="6537959" h="5924550">
                  <a:moveTo>
                    <a:pt x="6033768" y="2143214"/>
                  </a:moveTo>
                  <a:lnTo>
                    <a:pt x="6047412" y="2166848"/>
                  </a:lnTo>
                  <a:lnTo>
                    <a:pt x="6023783" y="2180492"/>
                  </a:lnTo>
                  <a:lnTo>
                    <a:pt x="6010139" y="2156858"/>
                  </a:lnTo>
                  <a:lnTo>
                    <a:pt x="6033768" y="2143214"/>
                  </a:lnTo>
                  <a:close/>
                </a:path>
                <a:path w="6537959" h="5924550">
                  <a:moveTo>
                    <a:pt x="6092171" y="2242095"/>
                  </a:moveTo>
                  <a:lnTo>
                    <a:pt x="6106956" y="2267700"/>
                  </a:lnTo>
                  <a:lnTo>
                    <a:pt x="6081356" y="2282481"/>
                  </a:lnTo>
                  <a:lnTo>
                    <a:pt x="6066571" y="2256876"/>
                  </a:lnTo>
                  <a:lnTo>
                    <a:pt x="6092171" y="2242095"/>
                  </a:lnTo>
                  <a:close/>
                </a:path>
                <a:path w="6537959" h="5924550">
                  <a:moveTo>
                    <a:pt x="6150574" y="2340980"/>
                  </a:moveTo>
                  <a:lnTo>
                    <a:pt x="6166492" y="2368552"/>
                  </a:lnTo>
                  <a:lnTo>
                    <a:pt x="6138920" y="2384474"/>
                  </a:lnTo>
                  <a:lnTo>
                    <a:pt x="6123003" y="2356903"/>
                  </a:lnTo>
                  <a:lnTo>
                    <a:pt x="6150574" y="2340980"/>
                  </a:lnTo>
                  <a:close/>
                </a:path>
                <a:path w="6537959" h="5924550">
                  <a:moveTo>
                    <a:pt x="6208895" y="2440182"/>
                  </a:moveTo>
                  <a:lnTo>
                    <a:pt x="6225725" y="2469326"/>
                  </a:lnTo>
                  <a:lnTo>
                    <a:pt x="6196576" y="2486156"/>
                  </a:lnTo>
                  <a:lnTo>
                    <a:pt x="6179751" y="2457007"/>
                  </a:lnTo>
                  <a:lnTo>
                    <a:pt x="6208895" y="2440182"/>
                  </a:lnTo>
                  <a:close/>
                </a:path>
                <a:path w="6537959" h="5924550">
                  <a:moveTo>
                    <a:pt x="6267298" y="2539062"/>
                  </a:moveTo>
                  <a:lnTo>
                    <a:pt x="6285265" y="2570178"/>
                  </a:lnTo>
                  <a:lnTo>
                    <a:pt x="6254150" y="2588140"/>
                  </a:lnTo>
                  <a:lnTo>
                    <a:pt x="6236182" y="2557025"/>
                  </a:lnTo>
                  <a:lnTo>
                    <a:pt x="6267298" y="2539062"/>
                  </a:lnTo>
                  <a:close/>
                </a:path>
                <a:path w="6537959" h="5924550">
                  <a:moveTo>
                    <a:pt x="6325536" y="2638567"/>
                  </a:moveTo>
                  <a:lnTo>
                    <a:pt x="6344187" y="2670865"/>
                  </a:lnTo>
                  <a:lnTo>
                    <a:pt x="6311888" y="2689515"/>
                  </a:lnTo>
                  <a:lnTo>
                    <a:pt x="6293238" y="2657217"/>
                  </a:lnTo>
                  <a:lnTo>
                    <a:pt x="6325536" y="2638567"/>
                  </a:lnTo>
                  <a:close/>
                </a:path>
                <a:path w="6537959" h="5924550">
                  <a:moveTo>
                    <a:pt x="6383939" y="2737452"/>
                  </a:moveTo>
                  <a:lnTo>
                    <a:pt x="6403727" y="2771722"/>
                  </a:lnTo>
                  <a:lnTo>
                    <a:pt x="6369457" y="2791504"/>
                  </a:lnTo>
                  <a:lnTo>
                    <a:pt x="6349674" y="2757239"/>
                  </a:lnTo>
                  <a:lnTo>
                    <a:pt x="6383939" y="2737452"/>
                  </a:lnTo>
                  <a:close/>
                </a:path>
                <a:path w="6537959" h="5924550">
                  <a:moveTo>
                    <a:pt x="6442347" y="2836337"/>
                  </a:moveTo>
                  <a:lnTo>
                    <a:pt x="6463267" y="2872578"/>
                  </a:lnTo>
                  <a:lnTo>
                    <a:pt x="6427030" y="2893497"/>
                  </a:lnTo>
                  <a:lnTo>
                    <a:pt x="6406111" y="2857261"/>
                  </a:lnTo>
                  <a:lnTo>
                    <a:pt x="6442347" y="2836337"/>
                  </a:lnTo>
                  <a:close/>
                </a:path>
                <a:path w="6537959" h="5924550">
                  <a:moveTo>
                    <a:pt x="6500663" y="2935534"/>
                  </a:moveTo>
                  <a:lnTo>
                    <a:pt x="6522495" y="2973348"/>
                  </a:lnTo>
                  <a:lnTo>
                    <a:pt x="6484686" y="2995175"/>
                  </a:lnTo>
                  <a:lnTo>
                    <a:pt x="6462854" y="2957361"/>
                  </a:lnTo>
                  <a:lnTo>
                    <a:pt x="6500663" y="2935534"/>
                  </a:lnTo>
                  <a:close/>
                </a:path>
                <a:path w="6537959" h="5924550">
                  <a:moveTo>
                    <a:pt x="6537666" y="3046776"/>
                  </a:moveTo>
                  <a:lnTo>
                    <a:pt x="6537666" y="3089215"/>
                  </a:lnTo>
                  <a:lnTo>
                    <a:pt x="6519291" y="3057383"/>
                  </a:lnTo>
                  <a:lnTo>
                    <a:pt x="6537666" y="3046776"/>
                  </a:lnTo>
                  <a:close/>
                </a:path>
                <a:path w="6537959" h="5924550">
                  <a:moveTo>
                    <a:pt x="5232816" y="1013344"/>
                  </a:moveTo>
                  <a:lnTo>
                    <a:pt x="5233723" y="1014921"/>
                  </a:lnTo>
                  <a:lnTo>
                    <a:pt x="5232146" y="1015829"/>
                  </a:lnTo>
                  <a:lnTo>
                    <a:pt x="5231238" y="1014252"/>
                  </a:lnTo>
                  <a:lnTo>
                    <a:pt x="5232816" y="1013344"/>
                  </a:lnTo>
                  <a:close/>
                </a:path>
                <a:path w="6537959" h="5924550">
                  <a:moveTo>
                    <a:pt x="5291141" y="1112541"/>
                  </a:moveTo>
                  <a:lnTo>
                    <a:pt x="5292956" y="1115691"/>
                  </a:lnTo>
                  <a:lnTo>
                    <a:pt x="5289802" y="1117511"/>
                  </a:lnTo>
                  <a:lnTo>
                    <a:pt x="5287987" y="1114361"/>
                  </a:lnTo>
                  <a:lnTo>
                    <a:pt x="5291141" y="1112541"/>
                  </a:lnTo>
                  <a:close/>
                </a:path>
                <a:path w="6537959" h="5924550">
                  <a:moveTo>
                    <a:pt x="5349539" y="1211422"/>
                  </a:moveTo>
                  <a:lnTo>
                    <a:pt x="5352496" y="1216542"/>
                  </a:lnTo>
                  <a:lnTo>
                    <a:pt x="5347375" y="1219500"/>
                  </a:lnTo>
                  <a:lnTo>
                    <a:pt x="5344418" y="1214379"/>
                  </a:lnTo>
                  <a:lnTo>
                    <a:pt x="5349539" y="1211422"/>
                  </a:lnTo>
                  <a:close/>
                </a:path>
                <a:path w="6537959" h="5924550">
                  <a:moveTo>
                    <a:pt x="5407947" y="1310307"/>
                  </a:moveTo>
                  <a:lnTo>
                    <a:pt x="5412041" y="1317399"/>
                  </a:lnTo>
                  <a:lnTo>
                    <a:pt x="5404949" y="1321493"/>
                  </a:lnTo>
                  <a:lnTo>
                    <a:pt x="5400855" y="1314401"/>
                  </a:lnTo>
                  <a:lnTo>
                    <a:pt x="5407947" y="1310307"/>
                  </a:lnTo>
                  <a:close/>
                </a:path>
                <a:path w="6537959" h="5924550">
                  <a:moveTo>
                    <a:pt x="5466263" y="1409504"/>
                  </a:moveTo>
                  <a:lnTo>
                    <a:pt x="5471270" y="1418169"/>
                  </a:lnTo>
                  <a:lnTo>
                    <a:pt x="5462605" y="1423171"/>
                  </a:lnTo>
                  <a:lnTo>
                    <a:pt x="5457598" y="1414506"/>
                  </a:lnTo>
                  <a:lnTo>
                    <a:pt x="5466263" y="1409504"/>
                  </a:lnTo>
                  <a:close/>
                </a:path>
                <a:path w="6537959" h="5924550">
                  <a:moveTo>
                    <a:pt x="5524666" y="1508389"/>
                  </a:moveTo>
                  <a:lnTo>
                    <a:pt x="5530810" y="1519026"/>
                  </a:lnTo>
                  <a:lnTo>
                    <a:pt x="5520178" y="1525164"/>
                  </a:lnTo>
                  <a:lnTo>
                    <a:pt x="5514035" y="1514528"/>
                  </a:lnTo>
                  <a:lnTo>
                    <a:pt x="5524666" y="1508389"/>
                  </a:lnTo>
                  <a:close/>
                </a:path>
                <a:path w="6537959" h="5924550">
                  <a:moveTo>
                    <a:pt x="5582987" y="1607586"/>
                  </a:moveTo>
                  <a:lnTo>
                    <a:pt x="5590038" y="1619795"/>
                  </a:lnTo>
                  <a:lnTo>
                    <a:pt x="5577829" y="1626846"/>
                  </a:lnTo>
                  <a:lnTo>
                    <a:pt x="5570778" y="1614637"/>
                  </a:lnTo>
                  <a:lnTo>
                    <a:pt x="5582987" y="1607586"/>
                  </a:lnTo>
                  <a:close/>
                </a:path>
                <a:path w="6537959" h="5924550">
                  <a:moveTo>
                    <a:pt x="5641390" y="1706467"/>
                  </a:moveTo>
                  <a:lnTo>
                    <a:pt x="5649578" y="1720652"/>
                  </a:lnTo>
                  <a:lnTo>
                    <a:pt x="5635403" y="1728835"/>
                  </a:lnTo>
                  <a:lnTo>
                    <a:pt x="5627215" y="1714655"/>
                  </a:lnTo>
                  <a:lnTo>
                    <a:pt x="5641390" y="1706467"/>
                  </a:lnTo>
                  <a:close/>
                </a:path>
                <a:path w="6537959" h="5924550">
                  <a:moveTo>
                    <a:pt x="5699798" y="1805352"/>
                  </a:moveTo>
                  <a:lnTo>
                    <a:pt x="5709123" y="1821499"/>
                  </a:lnTo>
                  <a:lnTo>
                    <a:pt x="5692972" y="1830824"/>
                  </a:lnTo>
                  <a:lnTo>
                    <a:pt x="5683646" y="1814677"/>
                  </a:lnTo>
                  <a:lnTo>
                    <a:pt x="5699798" y="1805352"/>
                  </a:lnTo>
                  <a:close/>
                </a:path>
                <a:path w="6537959" h="5924550">
                  <a:moveTo>
                    <a:pt x="5758119" y="1904545"/>
                  </a:moveTo>
                  <a:lnTo>
                    <a:pt x="5768351" y="1922273"/>
                  </a:lnTo>
                  <a:lnTo>
                    <a:pt x="5750627" y="1932506"/>
                  </a:lnTo>
                  <a:lnTo>
                    <a:pt x="5740395" y="1914778"/>
                  </a:lnTo>
                  <a:lnTo>
                    <a:pt x="5758119" y="1904545"/>
                  </a:lnTo>
                  <a:close/>
                </a:path>
                <a:path w="6537959" h="5924550">
                  <a:moveTo>
                    <a:pt x="5816522" y="2003430"/>
                  </a:moveTo>
                  <a:lnTo>
                    <a:pt x="5827892" y="2023126"/>
                  </a:lnTo>
                  <a:lnTo>
                    <a:pt x="5808201" y="2034495"/>
                  </a:lnTo>
                  <a:lnTo>
                    <a:pt x="5796831" y="2014800"/>
                  </a:lnTo>
                  <a:lnTo>
                    <a:pt x="5816522" y="2003430"/>
                  </a:lnTo>
                  <a:close/>
                </a:path>
                <a:path w="6537959" h="5924550">
                  <a:moveTo>
                    <a:pt x="5874925" y="2102316"/>
                  </a:moveTo>
                  <a:lnTo>
                    <a:pt x="5887432" y="2123982"/>
                  </a:lnTo>
                  <a:lnTo>
                    <a:pt x="5865769" y="2136489"/>
                  </a:lnTo>
                  <a:lnTo>
                    <a:pt x="5853263" y="2114823"/>
                  </a:lnTo>
                  <a:lnTo>
                    <a:pt x="5874925" y="2102316"/>
                  </a:lnTo>
                  <a:close/>
                </a:path>
                <a:path w="6537959" h="5924550">
                  <a:moveTo>
                    <a:pt x="5933246" y="2201513"/>
                  </a:moveTo>
                  <a:lnTo>
                    <a:pt x="5946660" y="2224752"/>
                  </a:lnTo>
                  <a:lnTo>
                    <a:pt x="5923421" y="2238167"/>
                  </a:lnTo>
                  <a:lnTo>
                    <a:pt x="5910006" y="2214932"/>
                  </a:lnTo>
                  <a:lnTo>
                    <a:pt x="5933246" y="2201513"/>
                  </a:lnTo>
                  <a:close/>
                </a:path>
                <a:path w="6537959" h="5924550">
                  <a:moveTo>
                    <a:pt x="5991649" y="2300398"/>
                  </a:moveTo>
                  <a:lnTo>
                    <a:pt x="6006205" y="2325604"/>
                  </a:lnTo>
                  <a:lnTo>
                    <a:pt x="5980994" y="2340161"/>
                  </a:lnTo>
                  <a:lnTo>
                    <a:pt x="5966443" y="2314954"/>
                  </a:lnTo>
                  <a:lnTo>
                    <a:pt x="5991649" y="2300398"/>
                  </a:lnTo>
                  <a:close/>
                </a:path>
                <a:path w="6537959" h="5924550">
                  <a:moveTo>
                    <a:pt x="6050052" y="2399284"/>
                  </a:moveTo>
                  <a:lnTo>
                    <a:pt x="6065745" y="2426461"/>
                  </a:lnTo>
                  <a:lnTo>
                    <a:pt x="6038568" y="2442154"/>
                  </a:lnTo>
                  <a:lnTo>
                    <a:pt x="6022874" y="2414977"/>
                  </a:lnTo>
                  <a:lnTo>
                    <a:pt x="6050052" y="2399284"/>
                  </a:lnTo>
                  <a:close/>
                </a:path>
                <a:path w="6537959" h="5924550">
                  <a:moveTo>
                    <a:pt x="6108377" y="2498476"/>
                  </a:moveTo>
                  <a:lnTo>
                    <a:pt x="6124978" y="2527231"/>
                  </a:lnTo>
                  <a:lnTo>
                    <a:pt x="6096223" y="2543831"/>
                  </a:lnTo>
                  <a:lnTo>
                    <a:pt x="6079623" y="2515077"/>
                  </a:lnTo>
                  <a:lnTo>
                    <a:pt x="6108377" y="2498476"/>
                  </a:lnTo>
                  <a:close/>
                </a:path>
                <a:path w="6537959" h="5924550">
                  <a:moveTo>
                    <a:pt x="6166780" y="2597361"/>
                  </a:moveTo>
                  <a:lnTo>
                    <a:pt x="6184518" y="2628087"/>
                  </a:lnTo>
                  <a:lnTo>
                    <a:pt x="6153797" y="2645825"/>
                  </a:lnTo>
                  <a:lnTo>
                    <a:pt x="6136059" y="2615099"/>
                  </a:lnTo>
                  <a:lnTo>
                    <a:pt x="6166780" y="2597361"/>
                  </a:lnTo>
                  <a:close/>
                </a:path>
                <a:path w="6537959" h="5924550">
                  <a:moveTo>
                    <a:pt x="6225097" y="2696559"/>
                  </a:moveTo>
                  <a:lnTo>
                    <a:pt x="6243747" y="2728857"/>
                  </a:lnTo>
                  <a:lnTo>
                    <a:pt x="6211453" y="2747503"/>
                  </a:lnTo>
                  <a:lnTo>
                    <a:pt x="6192803" y="2715204"/>
                  </a:lnTo>
                  <a:lnTo>
                    <a:pt x="6225097" y="2696559"/>
                  </a:lnTo>
                  <a:close/>
                </a:path>
                <a:path w="6537959" h="5924550">
                  <a:moveTo>
                    <a:pt x="6283504" y="2795444"/>
                  </a:moveTo>
                  <a:lnTo>
                    <a:pt x="6303287" y="2829709"/>
                  </a:lnTo>
                  <a:lnTo>
                    <a:pt x="6269022" y="2849492"/>
                  </a:lnTo>
                  <a:lnTo>
                    <a:pt x="6249239" y="2815226"/>
                  </a:lnTo>
                  <a:lnTo>
                    <a:pt x="6283504" y="2795444"/>
                  </a:lnTo>
                  <a:close/>
                </a:path>
                <a:path w="6537959" h="5924550">
                  <a:moveTo>
                    <a:pt x="6341825" y="2894636"/>
                  </a:moveTo>
                  <a:lnTo>
                    <a:pt x="6362520" y="2930478"/>
                  </a:lnTo>
                  <a:lnTo>
                    <a:pt x="6326677" y="2951173"/>
                  </a:lnTo>
                  <a:lnTo>
                    <a:pt x="6305983" y="2915331"/>
                  </a:lnTo>
                  <a:lnTo>
                    <a:pt x="6341825" y="2894636"/>
                  </a:lnTo>
                  <a:close/>
                </a:path>
                <a:path w="6537959" h="5924550">
                  <a:moveTo>
                    <a:pt x="6400228" y="2993521"/>
                  </a:moveTo>
                  <a:lnTo>
                    <a:pt x="6422060" y="3031335"/>
                  </a:lnTo>
                  <a:lnTo>
                    <a:pt x="6384246" y="3053167"/>
                  </a:lnTo>
                  <a:lnTo>
                    <a:pt x="6362414" y="3015353"/>
                  </a:lnTo>
                  <a:lnTo>
                    <a:pt x="6400228" y="2993521"/>
                  </a:lnTo>
                  <a:close/>
                </a:path>
                <a:path w="6537959" h="5924550">
                  <a:moveTo>
                    <a:pt x="6458549" y="3092718"/>
                  </a:moveTo>
                  <a:lnTo>
                    <a:pt x="6481288" y="3132105"/>
                  </a:lnTo>
                  <a:lnTo>
                    <a:pt x="6441902" y="3154844"/>
                  </a:lnTo>
                  <a:lnTo>
                    <a:pt x="6419163" y="3115458"/>
                  </a:lnTo>
                  <a:lnTo>
                    <a:pt x="6458549" y="3092718"/>
                  </a:lnTo>
                  <a:close/>
                </a:path>
                <a:path w="6537959" h="5924550">
                  <a:moveTo>
                    <a:pt x="6516952" y="3191599"/>
                  </a:moveTo>
                  <a:lnTo>
                    <a:pt x="6537666" y="3227476"/>
                  </a:lnTo>
                  <a:lnTo>
                    <a:pt x="6537666" y="3234790"/>
                  </a:lnTo>
                  <a:lnTo>
                    <a:pt x="6499476" y="3256838"/>
                  </a:lnTo>
                  <a:lnTo>
                    <a:pt x="6475594" y="3215476"/>
                  </a:lnTo>
                  <a:lnTo>
                    <a:pt x="6516952" y="3191599"/>
                  </a:lnTo>
                  <a:close/>
                </a:path>
                <a:path w="6537959" h="5924550">
                  <a:moveTo>
                    <a:pt x="6537666" y="3312249"/>
                  </a:moveTo>
                  <a:lnTo>
                    <a:pt x="6537666" y="3325263"/>
                  </a:lnTo>
                  <a:lnTo>
                    <a:pt x="6532031" y="3315502"/>
                  </a:lnTo>
                  <a:lnTo>
                    <a:pt x="6537666" y="3312249"/>
                  </a:lnTo>
                  <a:close/>
                </a:path>
                <a:path w="6537959" h="5924550">
                  <a:moveTo>
                    <a:pt x="5132376" y="1071332"/>
                  </a:moveTo>
                  <a:lnTo>
                    <a:pt x="5133284" y="1072909"/>
                  </a:lnTo>
                  <a:lnTo>
                    <a:pt x="5131711" y="1073817"/>
                  </a:lnTo>
                  <a:lnTo>
                    <a:pt x="5130803" y="1072240"/>
                  </a:lnTo>
                  <a:lnTo>
                    <a:pt x="5132376" y="1071332"/>
                  </a:lnTo>
                  <a:close/>
                </a:path>
                <a:path w="6537959" h="5924550">
                  <a:moveTo>
                    <a:pt x="5190701" y="1170529"/>
                  </a:moveTo>
                  <a:lnTo>
                    <a:pt x="5192516" y="1173679"/>
                  </a:lnTo>
                  <a:lnTo>
                    <a:pt x="5189367" y="1175499"/>
                  </a:lnTo>
                  <a:lnTo>
                    <a:pt x="5187547" y="1172349"/>
                  </a:lnTo>
                  <a:lnTo>
                    <a:pt x="5190701" y="1170529"/>
                  </a:lnTo>
                  <a:close/>
                </a:path>
                <a:path w="6537959" h="5924550">
                  <a:moveTo>
                    <a:pt x="5249017" y="1269726"/>
                  </a:moveTo>
                  <a:lnTo>
                    <a:pt x="5251745" y="1274448"/>
                  </a:lnTo>
                  <a:lnTo>
                    <a:pt x="5247023" y="1277176"/>
                  </a:lnTo>
                  <a:lnTo>
                    <a:pt x="5244295" y="1272454"/>
                  </a:lnTo>
                  <a:lnTo>
                    <a:pt x="5249017" y="1269726"/>
                  </a:lnTo>
                  <a:close/>
                </a:path>
                <a:path w="6537959" h="5924550">
                  <a:moveTo>
                    <a:pt x="5307420" y="1368611"/>
                  </a:moveTo>
                  <a:lnTo>
                    <a:pt x="5311285" y="1375305"/>
                  </a:lnTo>
                  <a:lnTo>
                    <a:pt x="5304591" y="1379170"/>
                  </a:lnTo>
                  <a:lnTo>
                    <a:pt x="5300727" y="1372476"/>
                  </a:lnTo>
                  <a:lnTo>
                    <a:pt x="5307420" y="1368611"/>
                  </a:lnTo>
                  <a:close/>
                </a:path>
                <a:path w="6537959" h="5924550">
                  <a:moveTo>
                    <a:pt x="5365823" y="1467492"/>
                  </a:moveTo>
                  <a:lnTo>
                    <a:pt x="5370830" y="1476162"/>
                  </a:lnTo>
                  <a:lnTo>
                    <a:pt x="5362165" y="1481163"/>
                  </a:lnTo>
                  <a:lnTo>
                    <a:pt x="5357163" y="1472494"/>
                  </a:lnTo>
                  <a:lnTo>
                    <a:pt x="5365823" y="1467492"/>
                  </a:lnTo>
                  <a:close/>
                </a:path>
                <a:path w="6537959" h="5924550">
                  <a:moveTo>
                    <a:pt x="5424149" y="1566689"/>
                  </a:moveTo>
                  <a:lnTo>
                    <a:pt x="5430063" y="1576926"/>
                  </a:lnTo>
                  <a:lnTo>
                    <a:pt x="5419816" y="1582841"/>
                  </a:lnTo>
                  <a:lnTo>
                    <a:pt x="5413907" y="1572603"/>
                  </a:lnTo>
                  <a:lnTo>
                    <a:pt x="5424149" y="1566689"/>
                  </a:lnTo>
                  <a:close/>
                </a:path>
                <a:path w="6537959" h="5924550">
                  <a:moveTo>
                    <a:pt x="5482552" y="1665574"/>
                  </a:moveTo>
                  <a:lnTo>
                    <a:pt x="5489603" y="1677783"/>
                  </a:lnTo>
                  <a:lnTo>
                    <a:pt x="5477390" y="1684834"/>
                  </a:lnTo>
                  <a:lnTo>
                    <a:pt x="5470339" y="1672625"/>
                  </a:lnTo>
                  <a:lnTo>
                    <a:pt x="5482552" y="1665574"/>
                  </a:lnTo>
                  <a:close/>
                </a:path>
                <a:path w="6537959" h="5924550">
                  <a:moveTo>
                    <a:pt x="5540872" y="1764771"/>
                  </a:moveTo>
                  <a:lnTo>
                    <a:pt x="5548831" y="1778553"/>
                  </a:lnTo>
                  <a:lnTo>
                    <a:pt x="5535046" y="1786512"/>
                  </a:lnTo>
                  <a:lnTo>
                    <a:pt x="5527087" y="1772730"/>
                  </a:lnTo>
                  <a:lnTo>
                    <a:pt x="5540872" y="1764771"/>
                  </a:lnTo>
                  <a:close/>
                </a:path>
                <a:path w="6537959" h="5924550">
                  <a:moveTo>
                    <a:pt x="5599276" y="1863657"/>
                  </a:moveTo>
                  <a:lnTo>
                    <a:pt x="5608372" y="1879410"/>
                  </a:lnTo>
                  <a:lnTo>
                    <a:pt x="5592619" y="1888505"/>
                  </a:lnTo>
                  <a:lnTo>
                    <a:pt x="5583523" y="1872753"/>
                  </a:lnTo>
                  <a:lnTo>
                    <a:pt x="5599276" y="1863657"/>
                  </a:lnTo>
                  <a:close/>
                </a:path>
                <a:path w="6537959" h="5924550">
                  <a:moveTo>
                    <a:pt x="5657596" y="1962849"/>
                  </a:moveTo>
                  <a:lnTo>
                    <a:pt x="5667605" y="1980179"/>
                  </a:lnTo>
                  <a:lnTo>
                    <a:pt x="5650275" y="1990183"/>
                  </a:lnTo>
                  <a:lnTo>
                    <a:pt x="5640266" y="1972853"/>
                  </a:lnTo>
                  <a:lnTo>
                    <a:pt x="5657596" y="1962849"/>
                  </a:lnTo>
                  <a:close/>
                </a:path>
                <a:path w="6537959" h="5924550">
                  <a:moveTo>
                    <a:pt x="5716004" y="2061735"/>
                  </a:moveTo>
                  <a:lnTo>
                    <a:pt x="5727145" y="2081031"/>
                  </a:lnTo>
                  <a:lnTo>
                    <a:pt x="5707843" y="2092176"/>
                  </a:lnTo>
                  <a:lnTo>
                    <a:pt x="5696703" y="2072875"/>
                  </a:lnTo>
                  <a:lnTo>
                    <a:pt x="5716004" y="2061735"/>
                  </a:lnTo>
                  <a:close/>
                </a:path>
                <a:path w="6537959" h="5924550">
                  <a:moveTo>
                    <a:pt x="5774406" y="2160620"/>
                  </a:moveTo>
                  <a:lnTo>
                    <a:pt x="5786685" y="2181888"/>
                  </a:lnTo>
                  <a:lnTo>
                    <a:pt x="5765417" y="2194170"/>
                  </a:lnTo>
                  <a:lnTo>
                    <a:pt x="5753139" y="2172897"/>
                  </a:lnTo>
                  <a:lnTo>
                    <a:pt x="5774406" y="2160620"/>
                  </a:lnTo>
                  <a:close/>
                </a:path>
                <a:path w="6537959" h="5924550">
                  <a:moveTo>
                    <a:pt x="5832723" y="2259813"/>
                  </a:moveTo>
                  <a:lnTo>
                    <a:pt x="5845913" y="2282658"/>
                  </a:lnTo>
                  <a:lnTo>
                    <a:pt x="5823068" y="2295848"/>
                  </a:lnTo>
                  <a:lnTo>
                    <a:pt x="5809878" y="2273002"/>
                  </a:lnTo>
                  <a:lnTo>
                    <a:pt x="5832723" y="2259813"/>
                  </a:lnTo>
                  <a:close/>
                </a:path>
                <a:path w="6537959" h="5924550">
                  <a:moveTo>
                    <a:pt x="5891131" y="2358698"/>
                  </a:moveTo>
                  <a:lnTo>
                    <a:pt x="5905453" y="2383510"/>
                  </a:lnTo>
                  <a:lnTo>
                    <a:pt x="5880641" y="2397837"/>
                  </a:lnTo>
                  <a:lnTo>
                    <a:pt x="5866315" y="2373025"/>
                  </a:lnTo>
                  <a:lnTo>
                    <a:pt x="5891131" y="2358698"/>
                  </a:lnTo>
                  <a:close/>
                </a:path>
                <a:path w="6537959" h="5924550">
                  <a:moveTo>
                    <a:pt x="5949534" y="2457584"/>
                  </a:moveTo>
                  <a:lnTo>
                    <a:pt x="5964998" y="2484367"/>
                  </a:lnTo>
                  <a:lnTo>
                    <a:pt x="5938210" y="2499831"/>
                  </a:lnTo>
                  <a:lnTo>
                    <a:pt x="5922746" y="2473048"/>
                  </a:lnTo>
                  <a:lnTo>
                    <a:pt x="5949534" y="2457584"/>
                  </a:lnTo>
                  <a:close/>
                </a:path>
                <a:path w="6537959" h="5924550">
                  <a:moveTo>
                    <a:pt x="6007850" y="2556781"/>
                  </a:moveTo>
                  <a:lnTo>
                    <a:pt x="6024222" y="2585136"/>
                  </a:lnTo>
                  <a:lnTo>
                    <a:pt x="5995866" y="2601508"/>
                  </a:lnTo>
                  <a:lnTo>
                    <a:pt x="5979495" y="2573152"/>
                  </a:lnTo>
                  <a:lnTo>
                    <a:pt x="6007850" y="2556781"/>
                  </a:lnTo>
                  <a:close/>
                </a:path>
                <a:path w="6537959" h="5924550">
                  <a:moveTo>
                    <a:pt x="6066257" y="2655666"/>
                  </a:moveTo>
                  <a:lnTo>
                    <a:pt x="6083767" y="2685993"/>
                  </a:lnTo>
                  <a:lnTo>
                    <a:pt x="6053440" y="2703502"/>
                  </a:lnTo>
                  <a:lnTo>
                    <a:pt x="6035931" y="2673174"/>
                  </a:lnTo>
                  <a:lnTo>
                    <a:pt x="6066257" y="2655666"/>
                  </a:lnTo>
                  <a:close/>
                </a:path>
                <a:path w="6537959" h="5924550">
                  <a:moveTo>
                    <a:pt x="6124579" y="2754858"/>
                  </a:moveTo>
                  <a:lnTo>
                    <a:pt x="6143000" y="2786763"/>
                  </a:lnTo>
                  <a:lnTo>
                    <a:pt x="6111091" y="2805184"/>
                  </a:lnTo>
                  <a:lnTo>
                    <a:pt x="6092675" y="2773279"/>
                  </a:lnTo>
                  <a:lnTo>
                    <a:pt x="6124579" y="2754858"/>
                  </a:lnTo>
                  <a:close/>
                </a:path>
                <a:path w="6537959" h="5924550">
                  <a:moveTo>
                    <a:pt x="6182982" y="2853744"/>
                  </a:moveTo>
                  <a:lnTo>
                    <a:pt x="6202540" y="2887615"/>
                  </a:lnTo>
                  <a:lnTo>
                    <a:pt x="6168664" y="2907172"/>
                  </a:lnTo>
                  <a:lnTo>
                    <a:pt x="6149106" y="2873301"/>
                  </a:lnTo>
                  <a:lnTo>
                    <a:pt x="6182982" y="2853744"/>
                  </a:lnTo>
                  <a:close/>
                </a:path>
                <a:path w="6537959" h="5924550">
                  <a:moveTo>
                    <a:pt x="6241385" y="2952624"/>
                  </a:moveTo>
                  <a:lnTo>
                    <a:pt x="6262080" y="2988471"/>
                  </a:lnTo>
                  <a:lnTo>
                    <a:pt x="6226238" y="3009166"/>
                  </a:lnTo>
                  <a:lnTo>
                    <a:pt x="6205543" y="2973319"/>
                  </a:lnTo>
                  <a:lnTo>
                    <a:pt x="6241385" y="2952624"/>
                  </a:lnTo>
                  <a:close/>
                </a:path>
                <a:path w="6537959" h="5924550">
                  <a:moveTo>
                    <a:pt x="6299706" y="3051826"/>
                  </a:moveTo>
                  <a:lnTo>
                    <a:pt x="6321309" y="3089241"/>
                  </a:lnTo>
                  <a:lnTo>
                    <a:pt x="6283894" y="3110843"/>
                  </a:lnTo>
                  <a:lnTo>
                    <a:pt x="6262291" y="3073428"/>
                  </a:lnTo>
                  <a:lnTo>
                    <a:pt x="6299706" y="3051826"/>
                  </a:lnTo>
                  <a:close/>
                </a:path>
                <a:path w="6537959" h="5924550">
                  <a:moveTo>
                    <a:pt x="6358027" y="3151018"/>
                  </a:moveTo>
                  <a:lnTo>
                    <a:pt x="6380542" y="3190010"/>
                  </a:lnTo>
                  <a:lnTo>
                    <a:pt x="6341549" y="3212520"/>
                  </a:lnTo>
                  <a:lnTo>
                    <a:pt x="6319035" y="3173528"/>
                  </a:lnTo>
                  <a:lnTo>
                    <a:pt x="6358027" y="3151018"/>
                  </a:lnTo>
                  <a:close/>
                </a:path>
                <a:path w="6537959" h="5924550">
                  <a:moveTo>
                    <a:pt x="6416434" y="3249903"/>
                  </a:moveTo>
                  <a:lnTo>
                    <a:pt x="6440082" y="3290867"/>
                  </a:lnTo>
                  <a:lnTo>
                    <a:pt x="6399118" y="3314514"/>
                  </a:lnTo>
                  <a:lnTo>
                    <a:pt x="6375471" y="3273551"/>
                  </a:lnTo>
                  <a:lnTo>
                    <a:pt x="6416434" y="3249903"/>
                  </a:lnTo>
                  <a:close/>
                </a:path>
                <a:path w="6537959" h="5924550">
                  <a:moveTo>
                    <a:pt x="6474838" y="3348788"/>
                  </a:moveTo>
                  <a:lnTo>
                    <a:pt x="6499626" y="3391719"/>
                  </a:lnTo>
                  <a:lnTo>
                    <a:pt x="6456692" y="3416508"/>
                  </a:lnTo>
                  <a:lnTo>
                    <a:pt x="6431907" y="3373573"/>
                  </a:lnTo>
                  <a:lnTo>
                    <a:pt x="6474838" y="3348788"/>
                  </a:lnTo>
                  <a:close/>
                </a:path>
                <a:path w="6537959" h="5924550">
                  <a:moveTo>
                    <a:pt x="6533154" y="3447981"/>
                  </a:moveTo>
                  <a:lnTo>
                    <a:pt x="6537666" y="3455797"/>
                  </a:lnTo>
                  <a:lnTo>
                    <a:pt x="6537666" y="3504719"/>
                  </a:lnTo>
                  <a:lnTo>
                    <a:pt x="6514343" y="3518185"/>
                  </a:lnTo>
                  <a:lnTo>
                    <a:pt x="6488646" y="3473677"/>
                  </a:lnTo>
                  <a:lnTo>
                    <a:pt x="6533154" y="3447981"/>
                  </a:lnTo>
                  <a:close/>
                </a:path>
                <a:path w="6537959" h="5924550">
                  <a:moveTo>
                    <a:pt x="5030675" y="1130315"/>
                  </a:moveTo>
                  <a:lnTo>
                    <a:pt x="5032249" y="1130315"/>
                  </a:lnTo>
                  <a:lnTo>
                    <a:pt x="5032537" y="1130815"/>
                  </a:lnTo>
                  <a:lnTo>
                    <a:pt x="5030965" y="1130815"/>
                  </a:lnTo>
                  <a:lnTo>
                    <a:pt x="5030675" y="1130315"/>
                  </a:lnTo>
                  <a:close/>
                </a:path>
                <a:path w="6537959" h="5924550">
                  <a:moveTo>
                    <a:pt x="5090179" y="1228829"/>
                  </a:moveTo>
                  <a:lnTo>
                    <a:pt x="5091770" y="1231588"/>
                  </a:lnTo>
                  <a:lnTo>
                    <a:pt x="5089014" y="1233179"/>
                  </a:lnTo>
                  <a:lnTo>
                    <a:pt x="5087419" y="1230419"/>
                  </a:lnTo>
                  <a:lnTo>
                    <a:pt x="5090179" y="1228829"/>
                  </a:lnTo>
                  <a:close/>
                </a:path>
                <a:path w="6537959" h="5924550">
                  <a:moveTo>
                    <a:pt x="5148582" y="1327714"/>
                  </a:moveTo>
                  <a:lnTo>
                    <a:pt x="5151310" y="1332436"/>
                  </a:lnTo>
                  <a:lnTo>
                    <a:pt x="5146583" y="1335169"/>
                  </a:lnTo>
                  <a:lnTo>
                    <a:pt x="5143855" y="1330442"/>
                  </a:lnTo>
                  <a:lnTo>
                    <a:pt x="5148582" y="1327714"/>
                  </a:lnTo>
                  <a:close/>
                </a:path>
                <a:path w="6537959" h="5924550">
                  <a:moveTo>
                    <a:pt x="5206902" y="1426907"/>
                  </a:moveTo>
                  <a:lnTo>
                    <a:pt x="5210543" y="1433215"/>
                  </a:lnTo>
                  <a:lnTo>
                    <a:pt x="5204239" y="1436850"/>
                  </a:lnTo>
                  <a:lnTo>
                    <a:pt x="5200599" y="1430547"/>
                  </a:lnTo>
                  <a:lnTo>
                    <a:pt x="5206902" y="1426907"/>
                  </a:lnTo>
                  <a:close/>
                </a:path>
                <a:path w="6537959" h="5924550">
                  <a:moveTo>
                    <a:pt x="5265306" y="1525792"/>
                  </a:moveTo>
                  <a:lnTo>
                    <a:pt x="5270078" y="1534063"/>
                  </a:lnTo>
                  <a:lnTo>
                    <a:pt x="5261812" y="1538840"/>
                  </a:lnTo>
                  <a:lnTo>
                    <a:pt x="5257035" y="1530569"/>
                  </a:lnTo>
                  <a:lnTo>
                    <a:pt x="5265306" y="1525792"/>
                  </a:lnTo>
                  <a:close/>
                </a:path>
                <a:path w="6537959" h="5924550">
                  <a:moveTo>
                    <a:pt x="5323622" y="1624989"/>
                  </a:moveTo>
                  <a:lnTo>
                    <a:pt x="5329311" y="1634841"/>
                  </a:lnTo>
                  <a:lnTo>
                    <a:pt x="5319464" y="1640527"/>
                  </a:lnTo>
                  <a:lnTo>
                    <a:pt x="5313779" y="1630674"/>
                  </a:lnTo>
                  <a:lnTo>
                    <a:pt x="5323622" y="1624989"/>
                  </a:lnTo>
                  <a:close/>
                </a:path>
                <a:path w="6537959" h="5924550">
                  <a:moveTo>
                    <a:pt x="5382030" y="1723874"/>
                  </a:moveTo>
                  <a:lnTo>
                    <a:pt x="5388851" y="1735689"/>
                  </a:lnTo>
                  <a:lnTo>
                    <a:pt x="5377032" y="1742511"/>
                  </a:lnTo>
                  <a:lnTo>
                    <a:pt x="5370210" y="1730696"/>
                  </a:lnTo>
                  <a:lnTo>
                    <a:pt x="5382030" y="1723874"/>
                  </a:lnTo>
                  <a:close/>
                </a:path>
                <a:path w="6537959" h="5924550">
                  <a:moveTo>
                    <a:pt x="5440355" y="1823072"/>
                  </a:moveTo>
                  <a:lnTo>
                    <a:pt x="5448085" y="1836459"/>
                  </a:lnTo>
                  <a:lnTo>
                    <a:pt x="5434688" y="1844193"/>
                  </a:lnTo>
                  <a:lnTo>
                    <a:pt x="5426959" y="1830801"/>
                  </a:lnTo>
                  <a:lnTo>
                    <a:pt x="5440355" y="1823072"/>
                  </a:lnTo>
                  <a:close/>
                </a:path>
                <a:path w="6537959" h="5924550">
                  <a:moveTo>
                    <a:pt x="5498753" y="1921952"/>
                  </a:moveTo>
                  <a:lnTo>
                    <a:pt x="5507625" y="1937315"/>
                  </a:lnTo>
                  <a:lnTo>
                    <a:pt x="5492262" y="1946181"/>
                  </a:lnTo>
                  <a:lnTo>
                    <a:pt x="5483395" y="1930823"/>
                  </a:lnTo>
                  <a:lnTo>
                    <a:pt x="5498753" y="1921952"/>
                  </a:lnTo>
                  <a:close/>
                </a:path>
                <a:path w="6537959" h="5924550">
                  <a:moveTo>
                    <a:pt x="5557161" y="2020837"/>
                  </a:moveTo>
                  <a:lnTo>
                    <a:pt x="5567165" y="2038167"/>
                  </a:lnTo>
                  <a:lnTo>
                    <a:pt x="5549835" y="2048175"/>
                  </a:lnTo>
                  <a:lnTo>
                    <a:pt x="5539827" y="2030846"/>
                  </a:lnTo>
                  <a:lnTo>
                    <a:pt x="5557161" y="2020837"/>
                  </a:lnTo>
                  <a:close/>
                </a:path>
                <a:path w="6537959" h="5924550">
                  <a:moveTo>
                    <a:pt x="5615477" y="2120034"/>
                  </a:moveTo>
                  <a:lnTo>
                    <a:pt x="5626393" y="2138941"/>
                  </a:lnTo>
                  <a:lnTo>
                    <a:pt x="5607486" y="2149857"/>
                  </a:lnTo>
                  <a:lnTo>
                    <a:pt x="5596570" y="2130950"/>
                  </a:lnTo>
                  <a:lnTo>
                    <a:pt x="5615477" y="2120034"/>
                  </a:lnTo>
                  <a:close/>
                </a:path>
                <a:path w="6537959" h="5924550">
                  <a:moveTo>
                    <a:pt x="5673880" y="2218920"/>
                  </a:moveTo>
                  <a:lnTo>
                    <a:pt x="5685933" y="2239794"/>
                  </a:lnTo>
                  <a:lnTo>
                    <a:pt x="5665060" y="2251847"/>
                  </a:lnTo>
                  <a:lnTo>
                    <a:pt x="5653007" y="2230973"/>
                  </a:lnTo>
                  <a:lnTo>
                    <a:pt x="5673880" y="2218920"/>
                  </a:lnTo>
                  <a:close/>
                </a:path>
                <a:path w="6537959" h="5924550">
                  <a:moveTo>
                    <a:pt x="5732288" y="2317805"/>
                  </a:moveTo>
                  <a:lnTo>
                    <a:pt x="5745478" y="2340650"/>
                  </a:lnTo>
                  <a:lnTo>
                    <a:pt x="5722633" y="2353840"/>
                  </a:lnTo>
                  <a:lnTo>
                    <a:pt x="5709443" y="2330995"/>
                  </a:lnTo>
                  <a:lnTo>
                    <a:pt x="5732288" y="2317805"/>
                  </a:lnTo>
                  <a:close/>
                </a:path>
                <a:path w="6537959" h="5924550">
                  <a:moveTo>
                    <a:pt x="5790609" y="2416998"/>
                  </a:moveTo>
                  <a:lnTo>
                    <a:pt x="5804706" y="2441420"/>
                  </a:lnTo>
                  <a:lnTo>
                    <a:pt x="5780289" y="2455517"/>
                  </a:lnTo>
                  <a:lnTo>
                    <a:pt x="5766187" y="2431095"/>
                  </a:lnTo>
                  <a:lnTo>
                    <a:pt x="5790609" y="2416998"/>
                  </a:lnTo>
                  <a:close/>
                </a:path>
                <a:path w="6537959" h="5924550">
                  <a:moveTo>
                    <a:pt x="5849011" y="2515883"/>
                  </a:moveTo>
                  <a:lnTo>
                    <a:pt x="5864251" y="2542272"/>
                  </a:lnTo>
                  <a:lnTo>
                    <a:pt x="5837858" y="2557511"/>
                  </a:lnTo>
                  <a:lnTo>
                    <a:pt x="5822623" y="2531118"/>
                  </a:lnTo>
                  <a:lnTo>
                    <a:pt x="5849011" y="2515883"/>
                  </a:lnTo>
                  <a:close/>
                </a:path>
                <a:path w="6537959" h="5924550">
                  <a:moveTo>
                    <a:pt x="5907419" y="2614769"/>
                  </a:moveTo>
                  <a:lnTo>
                    <a:pt x="5923791" y="2643124"/>
                  </a:lnTo>
                  <a:lnTo>
                    <a:pt x="5895426" y="2659500"/>
                  </a:lnTo>
                  <a:lnTo>
                    <a:pt x="5879055" y="2631140"/>
                  </a:lnTo>
                  <a:lnTo>
                    <a:pt x="5907419" y="2614769"/>
                  </a:lnTo>
                  <a:close/>
                </a:path>
                <a:path w="6537959" h="5924550">
                  <a:moveTo>
                    <a:pt x="5965736" y="2713961"/>
                  </a:moveTo>
                  <a:lnTo>
                    <a:pt x="5983020" y="2743898"/>
                  </a:lnTo>
                  <a:lnTo>
                    <a:pt x="5953087" y="2761182"/>
                  </a:lnTo>
                  <a:lnTo>
                    <a:pt x="5935803" y="2731245"/>
                  </a:lnTo>
                  <a:lnTo>
                    <a:pt x="5965736" y="2713961"/>
                  </a:lnTo>
                  <a:close/>
                </a:path>
                <a:path w="6537959" h="5924550">
                  <a:moveTo>
                    <a:pt x="6024056" y="2813162"/>
                  </a:moveTo>
                  <a:lnTo>
                    <a:pt x="6042248" y="2844672"/>
                  </a:lnTo>
                  <a:lnTo>
                    <a:pt x="6010738" y="2862864"/>
                  </a:lnTo>
                  <a:lnTo>
                    <a:pt x="5992546" y="2831354"/>
                  </a:lnTo>
                  <a:lnTo>
                    <a:pt x="6024056" y="2813162"/>
                  </a:lnTo>
                  <a:close/>
                </a:path>
                <a:path w="6537959" h="5924550">
                  <a:moveTo>
                    <a:pt x="6082460" y="2912043"/>
                  </a:moveTo>
                  <a:lnTo>
                    <a:pt x="6101788" y="2945524"/>
                  </a:lnTo>
                  <a:lnTo>
                    <a:pt x="6068312" y="2964853"/>
                  </a:lnTo>
                  <a:lnTo>
                    <a:pt x="6048978" y="2931372"/>
                  </a:lnTo>
                  <a:lnTo>
                    <a:pt x="6082460" y="2912043"/>
                  </a:lnTo>
                  <a:close/>
                </a:path>
                <a:path w="6537959" h="5924550">
                  <a:moveTo>
                    <a:pt x="6140863" y="3010928"/>
                  </a:moveTo>
                  <a:lnTo>
                    <a:pt x="6161329" y="3046376"/>
                  </a:lnTo>
                  <a:lnTo>
                    <a:pt x="6125880" y="3066842"/>
                  </a:lnTo>
                  <a:lnTo>
                    <a:pt x="6105415" y="3031394"/>
                  </a:lnTo>
                  <a:lnTo>
                    <a:pt x="6140863" y="3010928"/>
                  </a:lnTo>
                  <a:close/>
                </a:path>
                <a:path w="6537959" h="5924550">
                  <a:moveTo>
                    <a:pt x="6199184" y="3110121"/>
                  </a:moveTo>
                  <a:lnTo>
                    <a:pt x="6220562" y="3147146"/>
                  </a:lnTo>
                  <a:lnTo>
                    <a:pt x="6183536" y="3168519"/>
                  </a:lnTo>
                  <a:lnTo>
                    <a:pt x="6162163" y="3131499"/>
                  </a:lnTo>
                  <a:lnTo>
                    <a:pt x="6199184" y="3110121"/>
                  </a:lnTo>
                  <a:close/>
                </a:path>
                <a:path w="6537959" h="5924550">
                  <a:moveTo>
                    <a:pt x="6257591" y="3209006"/>
                  </a:moveTo>
                  <a:lnTo>
                    <a:pt x="6280102" y="3247998"/>
                  </a:lnTo>
                  <a:lnTo>
                    <a:pt x="6241110" y="3270513"/>
                  </a:lnTo>
                  <a:lnTo>
                    <a:pt x="6218595" y="3231521"/>
                  </a:lnTo>
                  <a:lnTo>
                    <a:pt x="6257591" y="3209006"/>
                  </a:lnTo>
                  <a:close/>
                </a:path>
                <a:path w="6537959" h="5924550">
                  <a:moveTo>
                    <a:pt x="6315995" y="3307891"/>
                  </a:moveTo>
                  <a:lnTo>
                    <a:pt x="6339642" y="3348854"/>
                  </a:lnTo>
                  <a:lnTo>
                    <a:pt x="6298683" y="3372506"/>
                  </a:lnTo>
                  <a:lnTo>
                    <a:pt x="6275031" y="3331543"/>
                  </a:lnTo>
                  <a:lnTo>
                    <a:pt x="6315995" y="3307891"/>
                  </a:lnTo>
                  <a:close/>
                </a:path>
                <a:path w="6537959" h="5924550">
                  <a:moveTo>
                    <a:pt x="6374311" y="3407088"/>
                  </a:moveTo>
                  <a:lnTo>
                    <a:pt x="6398870" y="3449624"/>
                  </a:lnTo>
                  <a:lnTo>
                    <a:pt x="6356334" y="3474184"/>
                  </a:lnTo>
                  <a:lnTo>
                    <a:pt x="6331775" y="3431648"/>
                  </a:lnTo>
                  <a:lnTo>
                    <a:pt x="6374311" y="3407088"/>
                  </a:lnTo>
                  <a:close/>
                </a:path>
                <a:path w="6537959" h="5924550">
                  <a:moveTo>
                    <a:pt x="6432718" y="3505973"/>
                  </a:moveTo>
                  <a:lnTo>
                    <a:pt x="6458415" y="3550481"/>
                  </a:lnTo>
                  <a:lnTo>
                    <a:pt x="6413903" y="3576177"/>
                  </a:lnTo>
                  <a:lnTo>
                    <a:pt x="6388206" y="3531670"/>
                  </a:lnTo>
                  <a:lnTo>
                    <a:pt x="6432718" y="3505973"/>
                  </a:lnTo>
                  <a:close/>
                </a:path>
                <a:path w="6537959" h="5924550">
                  <a:moveTo>
                    <a:pt x="6491122" y="3604858"/>
                  </a:moveTo>
                  <a:lnTo>
                    <a:pt x="6517955" y="3651337"/>
                  </a:lnTo>
                  <a:lnTo>
                    <a:pt x="6471477" y="3678171"/>
                  </a:lnTo>
                  <a:lnTo>
                    <a:pt x="6444643" y="3631692"/>
                  </a:lnTo>
                  <a:lnTo>
                    <a:pt x="6491122" y="3604858"/>
                  </a:lnTo>
                  <a:close/>
                </a:path>
                <a:path w="6537959" h="5924550">
                  <a:moveTo>
                    <a:pt x="6537666" y="3710850"/>
                  </a:moveTo>
                  <a:lnTo>
                    <a:pt x="6537666" y="3774921"/>
                  </a:lnTo>
                  <a:lnTo>
                    <a:pt x="6529133" y="3779848"/>
                  </a:lnTo>
                  <a:lnTo>
                    <a:pt x="6501391" y="3731792"/>
                  </a:lnTo>
                  <a:lnTo>
                    <a:pt x="6537666" y="3710850"/>
                  </a:lnTo>
                  <a:close/>
                </a:path>
                <a:path w="6537959" h="5924550">
                  <a:moveTo>
                    <a:pt x="4989656" y="1287133"/>
                  </a:moveTo>
                  <a:lnTo>
                    <a:pt x="4991018" y="1289494"/>
                  </a:lnTo>
                  <a:lnTo>
                    <a:pt x="4988657" y="1290856"/>
                  </a:lnTo>
                  <a:lnTo>
                    <a:pt x="4987295" y="1288494"/>
                  </a:lnTo>
                  <a:lnTo>
                    <a:pt x="4989656" y="1287133"/>
                  </a:lnTo>
                  <a:close/>
                </a:path>
                <a:path w="6537959" h="5924550">
                  <a:moveTo>
                    <a:pt x="5048059" y="1386018"/>
                  </a:moveTo>
                  <a:lnTo>
                    <a:pt x="5050563" y="1390346"/>
                  </a:lnTo>
                  <a:lnTo>
                    <a:pt x="5046230" y="1392849"/>
                  </a:lnTo>
                  <a:lnTo>
                    <a:pt x="5043727" y="1388517"/>
                  </a:lnTo>
                  <a:lnTo>
                    <a:pt x="5048059" y="1386018"/>
                  </a:lnTo>
                  <a:close/>
                </a:path>
                <a:path w="6537959" h="5924550">
                  <a:moveTo>
                    <a:pt x="5106463" y="1484899"/>
                  </a:moveTo>
                  <a:lnTo>
                    <a:pt x="5110103" y="1491203"/>
                  </a:lnTo>
                  <a:lnTo>
                    <a:pt x="5103799" y="1494843"/>
                  </a:lnTo>
                  <a:lnTo>
                    <a:pt x="5100159" y="1488535"/>
                  </a:lnTo>
                  <a:lnTo>
                    <a:pt x="5106463" y="1484899"/>
                  </a:lnTo>
                  <a:close/>
                </a:path>
                <a:path w="6537959" h="5924550">
                  <a:moveTo>
                    <a:pt x="5164788" y="1584096"/>
                  </a:moveTo>
                  <a:lnTo>
                    <a:pt x="5169336" y="1591972"/>
                  </a:lnTo>
                  <a:lnTo>
                    <a:pt x="5161455" y="1596520"/>
                  </a:lnTo>
                  <a:lnTo>
                    <a:pt x="5156907" y="1588644"/>
                  </a:lnTo>
                  <a:lnTo>
                    <a:pt x="5164788" y="1584096"/>
                  </a:lnTo>
                  <a:close/>
                </a:path>
                <a:path w="6537959" h="5924550">
                  <a:moveTo>
                    <a:pt x="5223186" y="1682976"/>
                  </a:moveTo>
                  <a:lnTo>
                    <a:pt x="5228876" y="1692829"/>
                  </a:lnTo>
                  <a:lnTo>
                    <a:pt x="5219028" y="1698514"/>
                  </a:lnTo>
                  <a:lnTo>
                    <a:pt x="5213343" y="1688661"/>
                  </a:lnTo>
                  <a:lnTo>
                    <a:pt x="5223186" y="1682976"/>
                  </a:lnTo>
                  <a:close/>
                </a:path>
                <a:path w="6537959" h="5924550">
                  <a:moveTo>
                    <a:pt x="5281507" y="1782173"/>
                  </a:moveTo>
                  <a:lnTo>
                    <a:pt x="5288104" y="1793598"/>
                  </a:lnTo>
                  <a:lnTo>
                    <a:pt x="5276680" y="1800191"/>
                  </a:lnTo>
                  <a:lnTo>
                    <a:pt x="5270087" y="1788770"/>
                  </a:lnTo>
                  <a:lnTo>
                    <a:pt x="5281507" y="1782173"/>
                  </a:lnTo>
                  <a:close/>
                </a:path>
                <a:path w="6537959" h="5924550">
                  <a:moveTo>
                    <a:pt x="5339915" y="1881059"/>
                  </a:moveTo>
                  <a:lnTo>
                    <a:pt x="5347645" y="1894450"/>
                  </a:lnTo>
                  <a:lnTo>
                    <a:pt x="5334253" y="1902180"/>
                  </a:lnTo>
                  <a:lnTo>
                    <a:pt x="5326523" y="1888793"/>
                  </a:lnTo>
                  <a:lnTo>
                    <a:pt x="5339915" y="1881059"/>
                  </a:lnTo>
                  <a:close/>
                </a:path>
                <a:path w="6537959" h="5924550">
                  <a:moveTo>
                    <a:pt x="5398231" y="1980256"/>
                  </a:moveTo>
                  <a:lnTo>
                    <a:pt x="5406873" y="1995225"/>
                  </a:lnTo>
                  <a:lnTo>
                    <a:pt x="5391909" y="2003862"/>
                  </a:lnTo>
                  <a:lnTo>
                    <a:pt x="5383267" y="1988893"/>
                  </a:lnTo>
                  <a:lnTo>
                    <a:pt x="5398231" y="1980256"/>
                  </a:lnTo>
                  <a:close/>
                </a:path>
                <a:path w="6537959" h="5924550">
                  <a:moveTo>
                    <a:pt x="5456634" y="2079141"/>
                  </a:moveTo>
                  <a:lnTo>
                    <a:pt x="5466413" y="2096077"/>
                  </a:lnTo>
                  <a:lnTo>
                    <a:pt x="5449478" y="2105851"/>
                  </a:lnTo>
                  <a:lnTo>
                    <a:pt x="5439703" y="2088916"/>
                  </a:lnTo>
                  <a:lnTo>
                    <a:pt x="5456634" y="2079141"/>
                  </a:lnTo>
                  <a:close/>
                </a:path>
                <a:path w="6537959" h="5924550">
                  <a:moveTo>
                    <a:pt x="5514959" y="2178334"/>
                  </a:moveTo>
                  <a:lnTo>
                    <a:pt x="5525646" y="2196846"/>
                  </a:lnTo>
                  <a:lnTo>
                    <a:pt x="5507134" y="2207538"/>
                  </a:lnTo>
                  <a:lnTo>
                    <a:pt x="5496447" y="2189021"/>
                  </a:lnTo>
                  <a:lnTo>
                    <a:pt x="5514959" y="2178334"/>
                  </a:lnTo>
                  <a:close/>
                </a:path>
                <a:path w="6537959" h="5924550">
                  <a:moveTo>
                    <a:pt x="5573362" y="2277219"/>
                  </a:moveTo>
                  <a:lnTo>
                    <a:pt x="5585186" y="2297698"/>
                  </a:lnTo>
                  <a:lnTo>
                    <a:pt x="5564702" y="2309522"/>
                  </a:lnTo>
                  <a:lnTo>
                    <a:pt x="5552879" y="2289047"/>
                  </a:lnTo>
                  <a:lnTo>
                    <a:pt x="5573362" y="2277219"/>
                  </a:lnTo>
                  <a:close/>
                </a:path>
                <a:path w="6537959" h="5924550">
                  <a:moveTo>
                    <a:pt x="5631765" y="2376104"/>
                  </a:moveTo>
                  <a:lnTo>
                    <a:pt x="5644726" y="2398555"/>
                  </a:lnTo>
                  <a:lnTo>
                    <a:pt x="5622276" y="2411516"/>
                  </a:lnTo>
                  <a:lnTo>
                    <a:pt x="5609315" y="2389069"/>
                  </a:lnTo>
                  <a:lnTo>
                    <a:pt x="5631765" y="2376104"/>
                  </a:lnTo>
                  <a:close/>
                </a:path>
                <a:path w="6537959" h="5924550">
                  <a:moveTo>
                    <a:pt x="5690086" y="2475301"/>
                  </a:moveTo>
                  <a:lnTo>
                    <a:pt x="5703955" y="2499325"/>
                  </a:lnTo>
                  <a:lnTo>
                    <a:pt x="5679931" y="2513193"/>
                  </a:lnTo>
                  <a:lnTo>
                    <a:pt x="5666058" y="2489170"/>
                  </a:lnTo>
                  <a:lnTo>
                    <a:pt x="5690086" y="2475301"/>
                  </a:lnTo>
                  <a:close/>
                </a:path>
                <a:path w="6537959" h="5924550">
                  <a:moveTo>
                    <a:pt x="5748489" y="2574187"/>
                  </a:moveTo>
                  <a:lnTo>
                    <a:pt x="5763499" y="2600182"/>
                  </a:lnTo>
                  <a:lnTo>
                    <a:pt x="5737505" y="2615187"/>
                  </a:lnTo>
                  <a:lnTo>
                    <a:pt x="5722495" y="2589192"/>
                  </a:lnTo>
                  <a:lnTo>
                    <a:pt x="5748489" y="2574187"/>
                  </a:lnTo>
                  <a:close/>
                </a:path>
                <a:path w="6537959" h="5924550">
                  <a:moveTo>
                    <a:pt x="5806893" y="2673067"/>
                  </a:moveTo>
                  <a:lnTo>
                    <a:pt x="5823040" y="2701033"/>
                  </a:lnTo>
                  <a:lnTo>
                    <a:pt x="5795074" y="2717180"/>
                  </a:lnTo>
                  <a:lnTo>
                    <a:pt x="5778927" y="2689210"/>
                  </a:lnTo>
                  <a:lnTo>
                    <a:pt x="5806893" y="2673067"/>
                  </a:lnTo>
                  <a:close/>
                </a:path>
                <a:path w="6537959" h="5924550">
                  <a:moveTo>
                    <a:pt x="5865218" y="2772264"/>
                  </a:moveTo>
                  <a:lnTo>
                    <a:pt x="5882273" y="2801803"/>
                  </a:lnTo>
                  <a:lnTo>
                    <a:pt x="5852729" y="2818858"/>
                  </a:lnTo>
                  <a:lnTo>
                    <a:pt x="5835675" y="2789319"/>
                  </a:lnTo>
                  <a:lnTo>
                    <a:pt x="5865218" y="2772264"/>
                  </a:lnTo>
                  <a:close/>
                </a:path>
                <a:path w="6537959" h="5924550">
                  <a:moveTo>
                    <a:pt x="5923621" y="2871150"/>
                  </a:moveTo>
                  <a:lnTo>
                    <a:pt x="5941813" y="2902660"/>
                  </a:lnTo>
                  <a:lnTo>
                    <a:pt x="5910298" y="2920851"/>
                  </a:lnTo>
                  <a:lnTo>
                    <a:pt x="5892106" y="2889341"/>
                  </a:lnTo>
                  <a:lnTo>
                    <a:pt x="5923621" y="2871150"/>
                  </a:lnTo>
                  <a:close/>
                </a:path>
                <a:path w="6537959" h="5924550">
                  <a:moveTo>
                    <a:pt x="5981937" y="2970342"/>
                  </a:moveTo>
                  <a:lnTo>
                    <a:pt x="6001041" y="3003429"/>
                  </a:lnTo>
                  <a:lnTo>
                    <a:pt x="5967954" y="3022528"/>
                  </a:lnTo>
                  <a:lnTo>
                    <a:pt x="5948855" y="2989446"/>
                  </a:lnTo>
                  <a:lnTo>
                    <a:pt x="5981937" y="2970342"/>
                  </a:lnTo>
                  <a:close/>
                </a:path>
                <a:path w="6537959" h="5924550">
                  <a:moveTo>
                    <a:pt x="6040345" y="3069227"/>
                  </a:moveTo>
                  <a:lnTo>
                    <a:pt x="6060581" y="3104286"/>
                  </a:lnTo>
                  <a:lnTo>
                    <a:pt x="6025527" y="3124522"/>
                  </a:lnTo>
                  <a:lnTo>
                    <a:pt x="6005291" y="3089468"/>
                  </a:lnTo>
                  <a:lnTo>
                    <a:pt x="6040345" y="3069227"/>
                  </a:lnTo>
                  <a:close/>
                </a:path>
                <a:path w="6537959" h="5924550">
                  <a:moveTo>
                    <a:pt x="6098744" y="3168112"/>
                  </a:moveTo>
                  <a:lnTo>
                    <a:pt x="6120122" y="3205133"/>
                  </a:lnTo>
                  <a:lnTo>
                    <a:pt x="6083096" y="3226511"/>
                  </a:lnTo>
                  <a:lnTo>
                    <a:pt x="6061723" y="3189486"/>
                  </a:lnTo>
                  <a:lnTo>
                    <a:pt x="6098744" y="3168112"/>
                  </a:lnTo>
                  <a:close/>
                </a:path>
                <a:path w="6537959" h="5924550">
                  <a:moveTo>
                    <a:pt x="6157064" y="3267309"/>
                  </a:moveTo>
                  <a:lnTo>
                    <a:pt x="6179350" y="3305907"/>
                  </a:lnTo>
                  <a:lnTo>
                    <a:pt x="6140757" y="3328193"/>
                  </a:lnTo>
                  <a:lnTo>
                    <a:pt x="6118471" y="3289590"/>
                  </a:lnTo>
                  <a:lnTo>
                    <a:pt x="6157064" y="3267309"/>
                  </a:lnTo>
                  <a:close/>
                </a:path>
                <a:path w="6537959" h="5924550">
                  <a:moveTo>
                    <a:pt x="6215472" y="3366194"/>
                  </a:moveTo>
                  <a:lnTo>
                    <a:pt x="6238890" y="3406759"/>
                  </a:lnTo>
                  <a:lnTo>
                    <a:pt x="6198326" y="3430182"/>
                  </a:lnTo>
                  <a:lnTo>
                    <a:pt x="6174907" y="3389617"/>
                  </a:lnTo>
                  <a:lnTo>
                    <a:pt x="6215472" y="3366194"/>
                  </a:lnTo>
                  <a:close/>
                </a:path>
                <a:path w="6537959" h="5924550">
                  <a:moveTo>
                    <a:pt x="6273875" y="3465075"/>
                  </a:moveTo>
                  <a:lnTo>
                    <a:pt x="6298435" y="3507611"/>
                  </a:lnTo>
                  <a:lnTo>
                    <a:pt x="6255899" y="3532171"/>
                  </a:lnTo>
                  <a:lnTo>
                    <a:pt x="6231339" y="3489635"/>
                  </a:lnTo>
                  <a:lnTo>
                    <a:pt x="6273875" y="3465075"/>
                  </a:lnTo>
                  <a:close/>
                </a:path>
                <a:path w="6537959" h="5924550">
                  <a:moveTo>
                    <a:pt x="6332196" y="3564272"/>
                  </a:moveTo>
                  <a:lnTo>
                    <a:pt x="6357663" y="3608385"/>
                  </a:lnTo>
                  <a:lnTo>
                    <a:pt x="6313550" y="3633853"/>
                  </a:lnTo>
                  <a:lnTo>
                    <a:pt x="6288083" y="3589744"/>
                  </a:lnTo>
                  <a:lnTo>
                    <a:pt x="6332196" y="3564272"/>
                  </a:lnTo>
                  <a:close/>
                </a:path>
                <a:path w="6537959" h="5924550">
                  <a:moveTo>
                    <a:pt x="6390599" y="3663153"/>
                  </a:moveTo>
                  <a:lnTo>
                    <a:pt x="6417208" y="3709237"/>
                  </a:lnTo>
                  <a:lnTo>
                    <a:pt x="6371124" y="3735846"/>
                  </a:lnTo>
                  <a:lnTo>
                    <a:pt x="6344515" y="3689762"/>
                  </a:lnTo>
                  <a:lnTo>
                    <a:pt x="6390599" y="3663153"/>
                  </a:lnTo>
                  <a:close/>
                </a:path>
                <a:path w="6537959" h="5924550">
                  <a:moveTo>
                    <a:pt x="6448920" y="3762354"/>
                  </a:moveTo>
                  <a:lnTo>
                    <a:pt x="6476437" y="3810011"/>
                  </a:lnTo>
                  <a:lnTo>
                    <a:pt x="6428780" y="3837523"/>
                  </a:lnTo>
                  <a:lnTo>
                    <a:pt x="6401263" y="3789866"/>
                  </a:lnTo>
                  <a:lnTo>
                    <a:pt x="6448920" y="3762354"/>
                  </a:lnTo>
                  <a:close/>
                </a:path>
                <a:path w="6537959" h="5924550">
                  <a:moveTo>
                    <a:pt x="6507240" y="3861547"/>
                  </a:moveTo>
                  <a:lnTo>
                    <a:pt x="6535665" y="3910776"/>
                  </a:lnTo>
                  <a:lnTo>
                    <a:pt x="6486431" y="3939205"/>
                  </a:lnTo>
                  <a:lnTo>
                    <a:pt x="6458006" y="3889971"/>
                  </a:lnTo>
                  <a:lnTo>
                    <a:pt x="6507240" y="3861547"/>
                  </a:lnTo>
                  <a:close/>
                </a:path>
                <a:path w="6537959" h="5924550">
                  <a:moveTo>
                    <a:pt x="6537666" y="3976587"/>
                  </a:moveTo>
                  <a:lnTo>
                    <a:pt x="6537666" y="4030220"/>
                  </a:lnTo>
                  <a:lnTo>
                    <a:pt x="6514443" y="3989994"/>
                  </a:lnTo>
                  <a:lnTo>
                    <a:pt x="6537666" y="3976587"/>
                  </a:lnTo>
                  <a:close/>
                </a:path>
                <a:path w="6537959" h="5924550">
                  <a:moveTo>
                    <a:pt x="4889216" y="1345119"/>
                  </a:moveTo>
                  <a:lnTo>
                    <a:pt x="4890578" y="1347481"/>
                  </a:lnTo>
                  <a:lnTo>
                    <a:pt x="4888217" y="1348847"/>
                  </a:lnTo>
                  <a:lnTo>
                    <a:pt x="4886855" y="1346486"/>
                  </a:lnTo>
                  <a:lnTo>
                    <a:pt x="4889216" y="1345119"/>
                  </a:lnTo>
                  <a:close/>
                </a:path>
                <a:path w="6537959" h="5924550">
                  <a:moveTo>
                    <a:pt x="4947537" y="1444312"/>
                  </a:moveTo>
                  <a:lnTo>
                    <a:pt x="4949811" y="1448250"/>
                  </a:lnTo>
                  <a:lnTo>
                    <a:pt x="4945873" y="1450524"/>
                  </a:lnTo>
                  <a:lnTo>
                    <a:pt x="4943599" y="1446586"/>
                  </a:lnTo>
                  <a:lnTo>
                    <a:pt x="4947537" y="1444312"/>
                  </a:lnTo>
                  <a:close/>
                </a:path>
                <a:path w="6537959" h="5924550">
                  <a:moveTo>
                    <a:pt x="5005945" y="1543197"/>
                  </a:moveTo>
                  <a:lnTo>
                    <a:pt x="5009356" y="1549107"/>
                  </a:lnTo>
                  <a:lnTo>
                    <a:pt x="5003446" y="1552518"/>
                  </a:lnTo>
                  <a:lnTo>
                    <a:pt x="5000035" y="1546609"/>
                  </a:lnTo>
                  <a:lnTo>
                    <a:pt x="5005945" y="1543197"/>
                  </a:lnTo>
                  <a:close/>
                </a:path>
                <a:path w="6537959" h="5924550">
                  <a:moveTo>
                    <a:pt x="5064348" y="1642083"/>
                  </a:moveTo>
                  <a:lnTo>
                    <a:pt x="5068896" y="1649959"/>
                  </a:lnTo>
                  <a:lnTo>
                    <a:pt x="5061020" y="1654507"/>
                  </a:lnTo>
                  <a:lnTo>
                    <a:pt x="5056472" y="1646631"/>
                  </a:lnTo>
                  <a:lnTo>
                    <a:pt x="5064348" y="1642083"/>
                  </a:lnTo>
                  <a:close/>
                </a:path>
                <a:path w="6537959" h="5924550">
                  <a:moveTo>
                    <a:pt x="5122664" y="1741280"/>
                  </a:moveTo>
                  <a:lnTo>
                    <a:pt x="5128124" y="1750733"/>
                  </a:lnTo>
                  <a:lnTo>
                    <a:pt x="5118671" y="1756189"/>
                  </a:lnTo>
                  <a:lnTo>
                    <a:pt x="5113211" y="1746736"/>
                  </a:lnTo>
                  <a:lnTo>
                    <a:pt x="5122664" y="1741280"/>
                  </a:lnTo>
                  <a:close/>
                </a:path>
                <a:path w="6537959" h="5924550">
                  <a:moveTo>
                    <a:pt x="5181072" y="1840165"/>
                  </a:moveTo>
                  <a:lnTo>
                    <a:pt x="5187664" y="1851586"/>
                  </a:lnTo>
                  <a:lnTo>
                    <a:pt x="5176244" y="1858183"/>
                  </a:lnTo>
                  <a:lnTo>
                    <a:pt x="5169647" y="1846758"/>
                  </a:lnTo>
                  <a:lnTo>
                    <a:pt x="5181072" y="1840165"/>
                  </a:lnTo>
                  <a:close/>
                </a:path>
                <a:path w="6537959" h="5924550">
                  <a:moveTo>
                    <a:pt x="5239392" y="1939358"/>
                  </a:moveTo>
                  <a:lnTo>
                    <a:pt x="5246897" y="1952355"/>
                  </a:lnTo>
                  <a:lnTo>
                    <a:pt x="5233900" y="1959860"/>
                  </a:lnTo>
                  <a:lnTo>
                    <a:pt x="5226395" y="1946863"/>
                  </a:lnTo>
                  <a:lnTo>
                    <a:pt x="5239392" y="1939358"/>
                  </a:lnTo>
                  <a:close/>
                </a:path>
                <a:path w="6537959" h="5924550">
                  <a:moveTo>
                    <a:pt x="5297796" y="2038243"/>
                  </a:moveTo>
                  <a:lnTo>
                    <a:pt x="5306438" y="2053212"/>
                  </a:lnTo>
                  <a:lnTo>
                    <a:pt x="5291469" y="2061854"/>
                  </a:lnTo>
                  <a:lnTo>
                    <a:pt x="5282827" y="2046885"/>
                  </a:lnTo>
                  <a:lnTo>
                    <a:pt x="5297796" y="2038243"/>
                  </a:lnTo>
                  <a:close/>
                </a:path>
                <a:path w="6537959" h="5924550">
                  <a:moveTo>
                    <a:pt x="5356116" y="2137436"/>
                  </a:moveTo>
                  <a:lnTo>
                    <a:pt x="5365666" y="2153982"/>
                  </a:lnTo>
                  <a:lnTo>
                    <a:pt x="5349125" y="2163531"/>
                  </a:lnTo>
                  <a:lnTo>
                    <a:pt x="5339575" y="2146986"/>
                  </a:lnTo>
                  <a:lnTo>
                    <a:pt x="5356116" y="2137436"/>
                  </a:lnTo>
                  <a:close/>
                </a:path>
                <a:path w="6537959" h="5924550">
                  <a:moveTo>
                    <a:pt x="5414437" y="2236638"/>
                  </a:moveTo>
                  <a:lnTo>
                    <a:pt x="5424894" y="2254751"/>
                  </a:lnTo>
                  <a:lnTo>
                    <a:pt x="5406776" y="2265213"/>
                  </a:lnTo>
                  <a:lnTo>
                    <a:pt x="5396319" y="2247095"/>
                  </a:lnTo>
                  <a:lnTo>
                    <a:pt x="5414437" y="2236638"/>
                  </a:lnTo>
                  <a:close/>
                </a:path>
                <a:path w="6537959" h="5924550">
                  <a:moveTo>
                    <a:pt x="5472836" y="2335518"/>
                  </a:moveTo>
                  <a:lnTo>
                    <a:pt x="5484435" y="2355608"/>
                  </a:lnTo>
                  <a:lnTo>
                    <a:pt x="5464349" y="2367207"/>
                  </a:lnTo>
                  <a:lnTo>
                    <a:pt x="5452750" y="2347112"/>
                  </a:lnTo>
                  <a:lnTo>
                    <a:pt x="5472836" y="2335518"/>
                  </a:lnTo>
                  <a:close/>
                </a:path>
                <a:path w="6537959" h="5924550">
                  <a:moveTo>
                    <a:pt x="5531242" y="2434403"/>
                  </a:moveTo>
                  <a:lnTo>
                    <a:pt x="5543979" y="2456464"/>
                  </a:lnTo>
                  <a:lnTo>
                    <a:pt x="5521923" y="2469196"/>
                  </a:lnTo>
                  <a:lnTo>
                    <a:pt x="5509187" y="2447139"/>
                  </a:lnTo>
                  <a:lnTo>
                    <a:pt x="5531242" y="2434403"/>
                  </a:lnTo>
                  <a:close/>
                </a:path>
                <a:path w="6537959" h="5924550">
                  <a:moveTo>
                    <a:pt x="5589569" y="2533600"/>
                  </a:moveTo>
                  <a:lnTo>
                    <a:pt x="5603212" y="2557229"/>
                  </a:lnTo>
                  <a:lnTo>
                    <a:pt x="5579579" y="2570873"/>
                  </a:lnTo>
                  <a:lnTo>
                    <a:pt x="5565935" y="2547244"/>
                  </a:lnTo>
                  <a:lnTo>
                    <a:pt x="5589569" y="2533600"/>
                  </a:lnTo>
                  <a:close/>
                </a:path>
                <a:path w="6537959" h="5924550">
                  <a:moveTo>
                    <a:pt x="5647967" y="2632481"/>
                  </a:moveTo>
                  <a:lnTo>
                    <a:pt x="5662748" y="2658081"/>
                  </a:lnTo>
                  <a:lnTo>
                    <a:pt x="5637147" y="2672862"/>
                  </a:lnTo>
                  <a:lnTo>
                    <a:pt x="5622367" y="2647262"/>
                  </a:lnTo>
                  <a:lnTo>
                    <a:pt x="5647967" y="2632481"/>
                  </a:lnTo>
                  <a:close/>
                </a:path>
                <a:path w="6537959" h="5924550">
                  <a:moveTo>
                    <a:pt x="5706375" y="2731366"/>
                  </a:moveTo>
                  <a:lnTo>
                    <a:pt x="5722293" y="2758938"/>
                  </a:lnTo>
                  <a:lnTo>
                    <a:pt x="5694721" y="2774856"/>
                  </a:lnTo>
                  <a:lnTo>
                    <a:pt x="5678803" y="2747284"/>
                  </a:lnTo>
                  <a:lnTo>
                    <a:pt x="5706375" y="2731366"/>
                  </a:lnTo>
                  <a:close/>
                </a:path>
                <a:path w="6537959" h="5924550">
                  <a:moveTo>
                    <a:pt x="5764691" y="2830563"/>
                  </a:moveTo>
                  <a:lnTo>
                    <a:pt x="5781521" y="2859707"/>
                  </a:lnTo>
                  <a:lnTo>
                    <a:pt x="5752372" y="2876537"/>
                  </a:lnTo>
                  <a:lnTo>
                    <a:pt x="5735547" y="2847388"/>
                  </a:lnTo>
                  <a:lnTo>
                    <a:pt x="5764691" y="2830563"/>
                  </a:lnTo>
                  <a:close/>
                </a:path>
                <a:path w="6537959" h="5924550">
                  <a:moveTo>
                    <a:pt x="5823094" y="2929448"/>
                  </a:moveTo>
                  <a:lnTo>
                    <a:pt x="5841061" y="2960564"/>
                  </a:lnTo>
                  <a:lnTo>
                    <a:pt x="5809945" y="2978526"/>
                  </a:lnTo>
                  <a:lnTo>
                    <a:pt x="5791978" y="2947411"/>
                  </a:lnTo>
                  <a:lnTo>
                    <a:pt x="5823094" y="2929448"/>
                  </a:lnTo>
                  <a:close/>
                </a:path>
                <a:path w="6537959" h="5924550">
                  <a:moveTo>
                    <a:pt x="5881419" y="3028640"/>
                  </a:moveTo>
                  <a:lnTo>
                    <a:pt x="5900294" y="3061333"/>
                  </a:lnTo>
                  <a:lnTo>
                    <a:pt x="5867601" y="3080208"/>
                  </a:lnTo>
                  <a:lnTo>
                    <a:pt x="5848727" y="3047515"/>
                  </a:lnTo>
                  <a:lnTo>
                    <a:pt x="5881419" y="3028640"/>
                  </a:lnTo>
                  <a:close/>
                </a:path>
                <a:path w="6537959" h="5924550">
                  <a:moveTo>
                    <a:pt x="5939823" y="3127526"/>
                  </a:moveTo>
                  <a:lnTo>
                    <a:pt x="5959834" y="3162185"/>
                  </a:lnTo>
                  <a:lnTo>
                    <a:pt x="5925175" y="3182197"/>
                  </a:lnTo>
                  <a:lnTo>
                    <a:pt x="5905163" y="3147537"/>
                  </a:lnTo>
                  <a:lnTo>
                    <a:pt x="5939823" y="3127526"/>
                  </a:lnTo>
                  <a:close/>
                </a:path>
                <a:path w="6537959" h="5924550">
                  <a:moveTo>
                    <a:pt x="5998226" y="3226411"/>
                  </a:moveTo>
                  <a:lnTo>
                    <a:pt x="6019375" y="3263042"/>
                  </a:lnTo>
                  <a:lnTo>
                    <a:pt x="5982744" y="3284190"/>
                  </a:lnTo>
                  <a:lnTo>
                    <a:pt x="5961595" y="3247559"/>
                  </a:lnTo>
                  <a:lnTo>
                    <a:pt x="5998226" y="3226411"/>
                  </a:lnTo>
                  <a:close/>
                </a:path>
                <a:path w="6537959" h="5924550">
                  <a:moveTo>
                    <a:pt x="6056546" y="3325603"/>
                  </a:moveTo>
                  <a:lnTo>
                    <a:pt x="6078603" y="3363811"/>
                  </a:lnTo>
                  <a:lnTo>
                    <a:pt x="6040395" y="3385872"/>
                  </a:lnTo>
                  <a:lnTo>
                    <a:pt x="6018338" y="3347664"/>
                  </a:lnTo>
                  <a:lnTo>
                    <a:pt x="6056546" y="3325603"/>
                  </a:lnTo>
                  <a:close/>
                </a:path>
                <a:path w="6537959" h="5924550">
                  <a:moveTo>
                    <a:pt x="6114950" y="3424488"/>
                  </a:moveTo>
                  <a:lnTo>
                    <a:pt x="6138143" y="3464668"/>
                  </a:lnTo>
                  <a:lnTo>
                    <a:pt x="6097968" y="3487861"/>
                  </a:lnTo>
                  <a:lnTo>
                    <a:pt x="6074775" y="3447686"/>
                  </a:lnTo>
                  <a:lnTo>
                    <a:pt x="6114950" y="3424488"/>
                  </a:lnTo>
                  <a:close/>
                </a:path>
                <a:path w="6537959" h="5924550">
                  <a:moveTo>
                    <a:pt x="6173353" y="3523378"/>
                  </a:moveTo>
                  <a:lnTo>
                    <a:pt x="6197688" y="3565520"/>
                  </a:lnTo>
                  <a:lnTo>
                    <a:pt x="6155542" y="3589855"/>
                  </a:lnTo>
                  <a:lnTo>
                    <a:pt x="6131207" y="3547709"/>
                  </a:lnTo>
                  <a:lnTo>
                    <a:pt x="6173353" y="3523378"/>
                  </a:lnTo>
                  <a:close/>
                </a:path>
                <a:path w="6537959" h="5924550">
                  <a:moveTo>
                    <a:pt x="6231678" y="3622570"/>
                  </a:moveTo>
                  <a:lnTo>
                    <a:pt x="6256921" y="3666289"/>
                  </a:lnTo>
                  <a:lnTo>
                    <a:pt x="6213198" y="3691532"/>
                  </a:lnTo>
                  <a:lnTo>
                    <a:pt x="6187955" y="3647813"/>
                  </a:lnTo>
                  <a:lnTo>
                    <a:pt x="6231678" y="3622570"/>
                  </a:lnTo>
                  <a:close/>
                </a:path>
                <a:path w="6537959" h="5924550">
                  <a:moveTo>
                    <a:pt x="6290081" y="3721456"/>
                  </a:moveTo>
                  <a:lnTo>
                    <a:pt x="6316461" y="3767146"/>
                  </a:lnTo>
                  <a:lnTo>
                    <a:pt x="6270771" y="3793526"/>
                  </a:lnTo>
                  <a:lnTo>
                    <a:pt x="6244391" y="3747835"/>
                  </a:lnTo>
                  <a:lnTo>
                    <a:pt x="6290081" y="3721456"/>
                  </a:lnTo>
                  <a:close/>
                </a:path>
                <a:path w="6537959" h="5924550">
                  <a:moveTo>
                    <a:pt x="6348485" y="3820341"/>
                  </a:moveTo>
                  <a:lnTo>
                    <a:pt x="6376001" y="3867998"/>
                  </a:lnTo>
                  <a:lnTo>
                    <a:pt x="6328340" y="3895515"/>
                  </a:lnTo>
                  <a:lnTo>
                    <a:pt x="6300823" y="3847858"/>
                  </a:lnTo>
                  <a:lnTo>
                    <a:pt x="6348485" y="3820341"/>
                  </a:lnTo>
                  <a:close/>
                </a:path>
                <a:path w="6537959" h="5924550">
                  <a:moveTo>
                    <a:pt x="6406805" y="3919533"/>
                  </a:moveTo>
                  <a:lnTo>
                    <a:pt x="6435230" y="3968767"/>
                  </a:lnTo>
                  <a:lnTo>
                    <a:pt x="6385996" y="3997192"/>
                  </a:lnTo>
                  <a:lnTo>
                    <a:pt x="6357571" y="3947958"/>
                  </a:lnTo>
                  <a:lnTo>
                    <a:pt x="6406805" y="3919533"/>
                  </a:lnTo>
                  <a:close/>
                </a:path>
                <a:path w="6537959" h="5924550">
                  <a:moveTo>
                    <a:pt x="6465208" y="4018418"/>
                  </a:moveTo>
                  <a:lnTo>
                    <a:pt x="6494770" y="4069624"/>
                  </a:lnTo>
                  <a:lnTo>
                    <a:pt x="6443569" y="4099185"/>
                  </a:lnTo>
                  <a:lnTo>
                    <a:pt x="6414008" y="4047980"/>
                  </a:lnTo>
                  <a:lnTo>
                    <a:pt x="6465208" y="4018418"/>
                  </a:lnTo>
                  <a:close/>
                </a:path>
                <a:path w="6537959" h="5924550">
                  <a:moveTo>
                    <a:pt x="6523525" y="4117615"/>
                  </a:moveTo>
                  <a:lnTo>
                    <a:pt x="6537666" y="4142108"/>
                  </a:lnTo>
                  <a:lnTo>
                    <a:pt x="6537666" y="4179822"/>
                  </a:lnTo>
                  <a:lnTo>
                    <a:pt x="6501220" y="4200863"/>
                  </a:lnTo>
                  <a:lnTo>
                    <a:pt x="6470747" y="4148085"/>
                  </a:lnTo>
                  <a:lnTo>
                    <a:pt x="6523525" y="4117615"/>
                  </a:lnTo>
                  <a:close/>
                </a:path>
                <a:path w="6537959" h="5924550">
                  <a:moveTo>
                    <a:pt x="6537666" y="4242055"/>
                  </a:moveTo>
                  <a:lnTo>
                    <a:pt x="6537666" y="4266266"/>
                  </a:lnTo>
                  <a:lnTo>
                    <a:pt x="6527183" y="4248107"/>
                  </a:lnTo>
                  <a:lnTo>
                    <a:pt x="6537666" y="4242055"/>
                  </a:lnTo>
                  <a:close/>
                </a:path>
                <a:path w="6537959" h="5924550">
                  <a:moveTo>
                    <a:pt x="4788694" y="1403418"/>
                  </a:moveTo>
                  <a:lnTo>
                    <a:pt x="4789831" y="1405385"/>
                  </a:lnTo>
                  <a:lnTo>
                    <a:pt x="4787864" y="1406522"/>
                  </a:lnTo>
                  <a:lnTo>
                    <a:pt x="4786727" y="1404555"/>
                  </a:lnTo>
                  <a:lnTo>
                    <a:pt x="4788694" y="1403418"/>
                  </a:lnTo>
                  <a:close/>
                </a:path>
                <a:path w="6537959" h="5924550">
                  <a:moveTo>
                    <a:pt x="4847015" y="1502615"/>
                  </a:moveTo>
                  <a:lnTo>
                    <a:pt x="4849064" y="1506159"/>
                  </a:lnTo>
                  <a:lnTo>
                    <a:pt x="4845520" y="1508204"/>
                  </a:lnTo>
                  <a:lnTo>
                    <a:pt x="4843475" y="1504660"/>
                  </a:lnTo>
                  <a:lnTo>
                    <a:pt x="4847015" y="1502615"/>
                  </a:lnTo>
                  <a:close/>
                </a:path>
                <a:path w="6537959" h="5924550">
                  <a:moveTo>
                    <a:pt x="4905418" y="1601501"/>
                  </a:moveTo>
                  <a:lnTo>
                    <a:pt x="4908600" y="1607011"/>
                  </a:lnTo>
                  <a:lnTo>
                    <a:pt x="4903089" y="1610193"/>
                  </a:lnTo>
                  <a:lnTo>
                    <a:pt x="4899907" y="1604683"/>
                  </a:lnTo>
                  <a:lnTo>
                    <a:pt x="4905418" y="1601501"/>
                  </a:lnTo>
                  <a:close/>
                </a:path>
                <a:path w="6537959" h="5924550">
                  <a:moveTo>
                    <a:pt x="4963821" y="1700381"/>
                  </a:moveTo>
                  <a:lnTo>
                    <a:pt x="4968144" y="1707868"/>
                  </a:lnTo>
                  <a:lnTo>
                    <a:pt x="4960663" y="1712186"/>
                  </a:lnTo>
                  <a:lnTo>
                    <a:pt x="4956344" y="1704700"/>
                  </a:lnTo>
                  <a:lnTo>
                    <a:pt x="4963821" y="1700381"/>
                  </a:lnTo>
                  <a:close/>
                </a:path>
                <a:path w="6537959" h="5924550">
                  <a:moveTo>
                    <a:pt x="5022146" y="1799578"/>
                  </a:moveTo>
                  <a:lnTo>
                    <a:pt x="5027377" y="1808633"/>
                  </a:lnTo>
                  <a:lnTo>
                    <a:pt x="5018314" y="1813864"/>
                  </a:lnTo>
                  <a:lnTo>
                    <a:pt x="5013087" y="1804809"/>
                  </a:lnTo>
                  <a:lnTo>
                    <a:pt x="5022146" y="1799578"/>
                  </a:lnTo>
                  <a:close/>
                </a:path>
                <a:path w="6537959" h="5924550">
                  <a:moveTo>
                    <a:pt x="5080550" y="1898459"/>
                  </a:moveTo>
                  <a:lnTo>
                    <a:pt x="5086918" y="1909489"/>
                  </a:lnTo>
                  <a:lnTo>
                    <a:pt x="5075887" y="1915857"/>
                  </a:lnTo>
                  <a:lnTo>
                    <a:pt x="5069519" y="1904826"/>
                  </a:lnTo>
                  <a:lnTo>
                    <a:pt x="5080550" y="1898459"/>
                  </a:lnTo>
                  <a:close/>
                </a:path>
                <a:path w="6537959" h="5924550">
                  <a:moveTo>
                    <a:pt x="5138870" y="1997660"/>
                  </a:moveTo>
                  <a:lnTo>
                    <a:pt x="5146146" y="2010259"/>
                  </a:lnTo>
                  <a:lnTo>
                    <a:pt x="5133543" y="2017535"/>
                  </a:lnTo>
                  <a:lnTo>
                    <a:pt x="5126267" y="2004936"/>
                  </a:lnTo>
                  <a:lnTo>
                    <a:pt x="5138870" y="1997660"/>
                  </a:lnTo>
                  <a:close/>
                </a:path>
                <a:path w="6537959" h="5924550">
                  <a:moveTo>
                    <a:pt x="5197273" y="2096546"/>
                  </a:moveTo>
                  <a:lnTo>
                    <a:pt x="5205686" y="2111116"/>
                  </a:lnTo>
                  <a:lnTo>
                    <a:pt x="5191116" y="2119528"/>
                  </a:lnTo>
                  <a:lnTo>
                    <a:pt x="5182703" y="2104958"/>
                  </a:lnTo>
                  <a:lnTo>
                    <a:pt x="5197273" y="2096546"/>
                  </a:lnTo>
                  <a:close/>
                </a:path>
                <a:path w="6537959" h="5924550">
                  <a:moveTo>
                    <a:pt x="5255677" y="2195426"/>
                  </a:moveTo>
                  <a:lnTo>
                    <a:pt x="5265226" y="2211972"/>
                  </a:lnTo>
                  <a:lnTo>
                    <a:pt x="5248685" y="2221522"/>
                  </a:lnTo>
                  <a:lnTo>
                    <a:pt x="5239135" y="2204976"/>
                  </a:lnTo>
                  <a:lnTo>
                    <a:pt x="5255677" y="2195426"/>
                  </a:lnTo>
                  <a:close/>
                </a:path>
                <a:path w="6537959" h="5924550">
                  <a:moveTo>
                    <a:pt x="5314002" y="2294623"/>
                  </a:moveTo>
                  <a:lnTo>
                    <a:pt x="5324459" y="2312737"/>
                  </a:lnTo>
                  <a:lnTo>
                    <a:pt x="5306341" y="2323199"/>
                  </a:lnTo>
                  <a:lnTo>
                    <a:pt x="5295879" y="2305085"/>
                  </a:lnTo>
                  <a:lnTo>
                    <a:pt x="5314002" y="2294623"/>
                  </a:lnTo>
                  <a:close/>
                </a:path>
                <a:path w="6537959" h="5924550">
                  <a:moveTo>
                    <a:pt x="5372400" y="2393504"/>
                  </a:moveTo>
                  <a:lnTo>
                    <a:pt x="5383999" y="2413593"/>
                  </a:lnTo>
                  <a:lnTo>
                    <a:pt x="5363910" y="2425192"/>
                  </a:lnTo>
                  <a:lnTo>
                    <a:pt x="5352311" y="2405102"/>
                  </a:lnTo>
                  <a:lnTo>
                    <a:pt x="5372400" y="2393504"/>
                  </a:lnTo>
                  <a:close/>
                </a:path>
                <a:path w="6537959" h="5924550">
                  <a:moveTo>
                    <a:pt x="5430808" y="2492389"/>
                  </a:moveTo>
                  <a:lnTo>
                    <a:pt x="5443544" y="2514450"/>
                  </a:lnTo>
                  <a:lnTo>
                    <a:pt x="5421483" y="2527186"/>
                  </a:lnTo>
                  <a:lnTo>
                    <a:pt x="5408747" y="2505125"/>
                  </a:lnTo>
                  <a:lnTo>
                    <a:pt x="5430808" y="2492389"/>
                  </a:lnTo>
                  <a:close/>
                </a:path>
                <a:path w="6537959" h="5924550">
                  <a:moveTo>
                    <a:pt x="5489129" y="2591586"/>
                  </a:moveTo>
                  <a:lnTo>
                    <a:pt x="5502773" y="2615219"/>
                  </a:lnTo>
                  <a:lnTo>
                    <a:pt x="5479139" y="2628863"/>
                  </a:lnTo>
                  <a:lnTo>
                    <a:pt x="5465495" y="2605230"/>
                  </a:lnTo>
                  <a:lnTo>
                    <a:pt x="5489129" y="2591586"/>
                  </a:lnTo>
                  <a:close/>
                </a:path>
                <a:path w="6537959" h="5924550">
                  <a:moveTo>
                    <a:pt x="5547527" y="2690471"/>
                  </a:moveTo>
                  <a:lnTo>
                    <a:pt x="5562308" y="2716071"/>
                  </a:lnTo>
                  <a:lnTo>
                    <a:pt x="5536708" y="2730852"/>
                  </a:lnTo>
                  <a:lnTo>
                    <a:pt x="5521927" y="2705252"/>
                  </a:lnTo>
                  <a:lnTo>
                    <a:pt x="5547527" y="2690471"/>
                  </a:lnTo>
                  <a:close/>
                </a:path>
                <a:path w="6537959" h="5924550">
                  <a:moveTo>
                    <a:pt x="5605853" y="2789663"/>
                  </a:moveTo>
                  <a:lnTo>
                    <a:pt x="5621546" y="2816841"/>
                  </a:lnTo>
                  <a:lnTo>
                    <a:pt x="5594368" y="2832534"/>
                  </a:lnTo>
                  <a:lnTo>
                    <a:pt x="5578675" y="2805357"/>
                  </a:lnTo>
                  <a:lnTo>
                    <a:pt x="5605853" y="2789663"/>
                  </a:lnTo>
                  <a:close/>
                </a:path>
                <a:path w="6537959" h="5924550">
                  <a:moveTo>
                    <a:pt x="5664173" y="2888860"/>
                  </a:moveTo>
                  <a:lnTo>
                    <a:pt x="5680774" y="2917615"/>
                  </a:lnTo>
                  <a:lnTo>
                    <a:pt x="5652019" y="2934216"/>
                  </a:lnTo>
                  <a:lnTo>
                    <a:pt x="5635419" y="2905461"/>
                  </a:lnTo>
                  <a:lnTo>
                    <a:pt x="5664173" y="2888860"/>
                  </a:lnTo>
                  <a:close/>
                </a:path>
                <a:path w="6537959" h="5924550">
                  <a:moveTo>
                    <a:pt x="5722576" y="2987746"/>
                  </a:moveTo>
                  <a:lnTo>
                    <a:pt x="5740314" y="3018467"/>
                  </a:lnTo>
                  <a:lnTo>
                    <a:pt x="5709593" y="3036205"/>
                  </a:lnTo>
                  <a:lnTo>
                    <a:pt x="5691855" y="3005483"/>
                  </a:lnTo>
                  <a:lnTo>
                    <a:pt x="5722576" y="2987746"/>
                  </a:lnTo>
                  <a:close/>
                </a:path>
                <a:path w="6537959" h="5924550">
                  <a:moveTo>
                    <a:pt x="5780897" y="3086943"/>
                  </a:moveTo>
                  <a:lnTo>
                    <a:pt x="5799543" y="3119241"/>
                  </a:lnTo>
                  <a:lnTo>
                    <a:pt x="5767249" y="3137887"/>
                  </a:lnTo>
                  <a:lnTo>
                    <a:pt x="5748599" y="3105588"/>
                  </a:lnTo>
                  <a:lnTo>
                    <a:pt x="5780897" y="3086943"/>
                  </a:lnTo>
                  <a:close/>
                </a:path>
                <a:path w="6537959" h="5924550">
                  <a:moveTo>
                    <a:pt x="5839300" y="3185828"/>
                  </a:moveTo>
                  <a:lnTo>
                    <a:pt x="5859083" y="3220093"/>
                  </a:lnTo>
                  <a:lnTo>
                    <a:pt x="5824817" y="3239876"/>
                  </a:lnTo>
                  <a:lnTo>
                    <a:pt x="5805035" y="3205610"/>
                  </a:lnTo>
                  <a:lnTo>
                    <a:pt x="5839300" y="3185828"/>
                  </a:lnTo>
                  <a:close/>
                </a:path>
                <a:path w="6537959" h="5924550">
                  <a:moveTo>
                    <a:pt x="5897703" y="3284713"/>
                  </a:moveTo>
                  <a:lnTo>
                    <a:pt x="5918623" y="3320945"/>
                  </a:lnTo>
                  <a:lnTo>
                    <a:pt x="5882391" y="3341865"/>
                  </a:lnTo>
                  <a:lnTo>
                    <a:pt x="5861471" y="3305633"/>
                  </a:lnTo>
                  <a:lnTo>
                    <a:pt x="5897703" y="3284713"/>
                  </a:lnTo>
                  <a:close/>
                </a:path>
                <a:path w="6537959" h="5924550">
                  <a:moveTo>
                    <a:pt x="5956024" y="3383905"/>
                  </a:moveTo>
                  <a:lnTo>
                    <a:pt x="5977856" y="3421715"/>
                  </a:lnTo>
                  <a:lnTo>
                    <a:pt x="5940042" y="3443547"/>
                  </a:lnTo>
                  <a:lnTo>
                    <a:pt x="5918210" y="3405737"/>
                  </a:lnTo>
                  <a:lnTo>
                    <a:pt x="5956024" y="3383905"/>
                  </a:lnTo>
                  <a:close/>
                </a:path>
                <a:path w="6537959" h="5924550">
                  <a:moveTo>
                    <a:pt x="6014432" y="3482791"/>
                  </a:moveTo>
                  <a:lnTo>
                    <a:pt x="6037396" y="3522566"/>
                  </a:lnTo>
                  <a:lnTo>
                    <a:pt x="5997616" y="3545535"/>
                  </a:lnTo>
                  <a:lnTo>
                    <a:pt x="5974647" y="3505759"/>
                  </a:lnTo>
                  <a:lnTo>
                    <a:pt x="6014432" y="3482791"/>
                  </a:lnTo>
                  <a:close/>
                </a:path>
                <a:path w="6537959" h="5924550">
                  <a:moveTo>
                    <a:pt x="6072830" y="3581671"/>
                  </a:moveTo>
                  <a:lnTo>
                    <a:pt x="6096936" y="3623423"/>
                  </a:lnTo>
                  <a:lnTo>
                    <a:pt x="6055184" y="3647529"/>
                  </a:lnTo>
                  <a:lnTo>
                    <a:pt x="6031079" y="3605777"/>
                  </a:lnTo>
                  <a:lnTo>
                    <a:pt x="6072830" y="3581671"/>
                  </a:lnTo>
                  <a:close/>
                </a:path>
                <a:path w="6537959" h="5924550">
                  <a:moveTo>
                    <a:pt x="6131151" y="3680868"/>
                  </a:moveTo>
                  <a:lnTo>
                    <a:pt x="6156165" y="3724193"/>
                  </a:lnTo>
                  <a:lnTo>
                    <a:pt x="6112840" y="3749206"/>
                  </a:lnTo>
                  <a:lnTo>
                    <a:pt x="6087827" y="3705882"/>
                  </a:lnTo>
                  <a:lnTo>
                    <a:pt x="6131151" y="3680868"/>
                  </a:lnTo>
                  <a:close/>
                </a:path>
                <a:path w="6537959" h="5924550">
                  <a:moveTo>
                    <a:pt x="6189559" y="3779753"/>
                  </a:moveTo>
                  <a:lnTo>
                    <a:pt x="6215710" y="3825049"/>
                  </a:lnTo>
                  <a:lnTo>
                    <a:pt x="6170414" y="3851200"/>
                  </a:lnTo>
                  <a:lnTo>
                    <a:pt x="6144263" y="3805904"/>
                  </a:lnTo>
                  <a:lnTo>
                    <a:pt x="6189559" y="3779753"/>
                  </a:lnTo>
                  <a:close/>
                </a:path>
                <a:path w="6537959" h="5924550">
                  <a:moveTo>
                    <a:pt x="6247958" y="3878639"/>
                  </a:moveTo>
                  <a:lnTo>
                    <a:pt x="6275250" y="3925906"/>
                  </a:lnTo>
                  <a:lnTo>
                    <a:pt x="6227987" y="3953193"/>
                  </a:lnTo>
                  <a:lnTo>
                    <a:pt x="6200695" y="3905926"/>
                  </a:lnTo>
                  <a:lnTo>
                    <a:pt x="6247958" y="3878639"/>
                  </a:lnTo>
                  <a:close/>
                </a:path>
                <a:path w="6537959" h="5924550">
                  <a:moveTo>
                    <a:pt x="6306283" y="3977836"/>
                  </a:moveTo>
                  <a:lnTo>
                    <a:pt x="6334483" y="4026671"/>
                  </a:lnTo>
                  <a:lnTo>
                    <a:pt x="6285638" y="4054871"/>
                  </a:lnTo>
                  <a:lnTo>
                    <a:pt x="6257438" y="4006035"/>
                  </a:lnTo>
                  <a:lnTo>
                    <a:pt x="6306283" y="3977836"/>
                  </a:lnTo>
                  <a:close/>
                </a:path>
                <a:path w="6537959" h="5924550">
                  <a:moveTo>
                    <a:pt x="6364686" y="4076716"/>
                  </a:moveTo>
                  <a:lnTo>
                    <a:pt x="6394023" y="4127528"/>
                  </a:lnTo>
                  <a:lnTo>
                    <a:pt x="6343212" y="4156865"/>
                  </a:lnTo>
                  <a:lnTo>
                    <a:pt x="6313875" y="4106053"/>
                  </a:lnTo>
                  <a:lnTo>
                    <a:pt x="6364686" y="4076716"/>
                  </a:lnTo>
                  <a:close/>
                </a:path>
                <a:path w="6537959" h="5924550">
                  <a:moveTo>
                    <a:pt x="6423007" y="4175913"/>
                  </a:moveTo>
                  <a:lnTo>
                    <a:pt x="6453251" y="4228297"/>
                  </a:lnTo>
                  <a:lnTo>
                    <a:pt x="6400868" y="4258542"/>
                  </a:lnTo>
                  <a:lnTo>
                    <a:pt x="6370623" y="4206158"/>
                  </a:lnTo>
                  <a:lnTo>
                    <a:pt x="6423007" y="4175913"/>
                  </a:lnTo>
                  <a:close/>
                </a:path>
                <a:path w="6537959" h="5924550">
                  <a:moveTo>
                    <a:pt x="6481410" y="4274799"/>
                  </a:moveTo>
                  <a:lnTo>
                    <a:pt x="6512792" y="4329154"/>
                  </a:lnTo>
                  <a:lnTo>
                    <a:pt x="6458437" y="4360535"/>
                  </a:lnTo>
                  <a:lnTo>
                    <a:pt x="6427055" y="4306180"/>
                  </a:lnTo>
                  <a:lnTo>
                    <a:pt x="6481410" y="4274799"/>
                  </a:lnTo>
                  <a:close/>
                </a:path>
                <a:path w="6537959" h="5924550">
                  <a:moveTo>
                    <a:pt x="6537666" y="4374919"/>
                  </a:moveTo>
                  <a:lnTo>
                    <a:pt x="6537666" y="4450021"/>
                  </a:lnTo>
                  <a:lnTo>
                    <a:pt x="6516010" y="4462524"/>
                  </a:lnTo>
                  <a:lnTo>
                    <a:pt x="6483491" y="4406198"/>
                  </a:lnTo>
                  <a:lnTo>
                    <a:pt x="6537666" y="4374919"/>
                  </a:lnTo>
                  <a:close/>
                </a:path>
                <a:path w="6537959" h="5924550">
                  <a:moveTo>
                    <a:pt x="4688176" y="1461716"/>
                  </a:moveTo>
                  <a:lnTo>
                    <a:pt x="4689084" y="1463293"/>
                  </a:lnTo>
                  <a:lnTo>
                    <a:pt x="4687511" y="1464201"/>
                  </a:lnTo>
                  <a:lnTo>
                    <a:pt x="4686599" y="1462624"/>
                  </a:lnTo>
                  <a:lnTo>
                    <a:pt x="4688176" y="1461716"/>
                  </a:lnTo>
                  <a:close/>
                </a:path>
                <a:path w="6537959" h="5924550">
                  <a:moveTo>
                    <a:pt x="4746492" y="1560909"/>
                  </a:moveTo>
                  <a:lnTo>
                    <a:pt x="4748313" y="1564063"/>
                  </a:lnTo>
                  <a:lnTo>
                    <a:pt x="4745163" y="1565883"/>
                  </a:lnTo>
                  <a:lnTo>
                    <a:pt x="4743343" y="1562729"/>
                  </a:lnTo>
                  <a:lnTo>
                    <a:pt x="4746492" y="1560909"/>
                  </a:lnTo>
                  <a:close/>
                </a:path>
                <a:path w="6537959" h="5924550">
                  <a:moveTo>
                    <a:pt x="4804900" y="1659794"/>
                  </a:moveTo>
                  <a:lnTo>
                    <a:pt x="4807857" y="1664919"/>
                  </a:lnTo>
                  <a:lnTo>
                    <a:pt x="4802732" y="1667877"/>
                  </a:lnTo>
                  <a:lnTo>
                    <a:pt x="4799774" y="1662751"/>
                  </a:lnTo>
                  <a:lnTo>
                    <a:pt x="4804900" y="1659794"/>
                  </a:lnTo>
                  <a:close/>
                </a:path>
                <a:path w="6537959" h="5924550">
                  <a:moveTo>
                    <a:pt x="4863303" y="1758679"/>
                  </a:moveTo>
                  <a:lnTo>
                    <a:pt x="4867397" y="1765772"/>
                  </a:lnTo>
                  <a:lnTo>
                    <a:pt x="4860305" y="1769866"/>
                  </a:lnTo>
                  <a:lnTo>
                    <a:pt x="4856211" y="1762773"/>
                  </a:lnTo>
                  <a:lnTo>
                    <a:pt x="4863303" y="1758679"/>
                  </a:lnTo>
                  <a:close/>
                </a:path>
                <a:path w="6537959" h="5924550">
                  <a:moveTo>
                    <a:pt x="4921620" y="1857876"/>
                  </a:moveTo>
                  <a:lnTo>
                    <a:pt x="4926626" y="1866546"/>
                  </a:lnTo>
                  <a:lnTo>
                    <a:pt x="4917961" y="1871548"/>
                  </a:lnTo>
                  <a:lnTo>
                    <a:pt x="4912959" y="1862878"/>
                  </a:lnTo>
                  <a:lnTo>
                    <a:pt x="4921620" y="1857876"/>
                  </a:lnTo>
                  <a:close/>
                </a:path>
                <a:path w="6537959" h="5924550">
                  <a:moveTo>
                    <a:pt x="4980027" y="1956762"/>
                  </a:moveTo>
                  <a:lnTo>
                    <a:pt x="4986166" y="1967394"/>
                  </a:lnTo>
                  <a:lnTo>
                    <a:pt x="4975530" y="1973532"/>
                  </a:lnTo>
                  <a:lnTo>
                    <a:pt x="4969391" y="1962900"/>
                  </a:lnTo>
                  <a:lnTo>
                    <a:pt x="4980027" y="1956762"/>
                  </a:lnTo>
                  <a:close/>
                </a:path>
                <a:path w="6537959" h="5924550">
                  <a:moveTo>
                    <a:pt x="5038348" y="2055954"/>
                  </a:moveTo>
                  <a:lnTo>
                    <a:pt x="5045399" y="2068168"/>
                  </a:lnTo>
                  <a:lnTo>
                    <a:pt x="5033190" y="2075214"/>
                  </a:lnTo>
                  <a:lnTo>
                    <a:pt x="5026139" y="2063005"/>
                  </a:lnTo>
                  <a:lnTo>
                    <a:pt x="5038348" y="2055954"/>
                  </a:lnTo>
                  <a:close/>
                </a:path>
                <a:path w="6537959" h="5924550">
                  <a:moveTo>
                    <a:pt x="5096750" y="2154840"/>
                  </a:moveTo>
                  <a:lnTo>
                    <a:pt x="5104939" y="2169020"/>
                  </a:lnTo>
                  <a:lnTo>
                    <a:pt x="5090759" y="2177203"/>
                  </a:lnTo>
                  <a:lnTo>
                    <a:pt x="5082576" y="2163028"/>
                  </a:lnTo>
                  <a:lnTo>
                    <a:pt x="5096750" y="2154840"/>
                  </a:lnTo>
                  <a:close/>
                </a:path>
                <a:path w="6537959" h="5924550">
                  <a:moveTo>
                    <a:pt x="5155159" y="2253725"/>
                  </a:moveTo>
                  <a:lnTo>
                    <a:pt x="5164479" y="2269872"/>
                  </a:lnTo>
                  <a:lnTo>
                    <a:pt x="5148332" y="2279197"/>
                  </a:lnTo>
                  <a:lnTo>
                    <a:pt x="5139007" y="2263050"/>
                  </a:lnTo>
                  <a:lnTo>
                    <a:pt x="5155159" y="2253725"/>
                  </a:lnTo>
                  <a:close/>
                </a:path>
                <a:path w="6537959" h="5924550">
                  <a:moveTo>
                    <a:pt x="5213475" y="2352922"/>
                  </a:moveTo>
                  <a:lnTo>
                    <a:pt x="5223708" y="2370646"/>
                  </a:lnTo>
                  <a:lnTo>
                    <a:pt x="5205984" y="2380879"/>
                  </a:lnTo>
                  <a:lnTo>
                    <a:pt x="5195751" y="2363155"/>
                  </a:lnTo>
                  <a:lnTo>
                    <a:pt x="5213475" y="2352922"/>
                  </a:lnTo>
                  <a:close/>
                </a:path>
                <a:path w="6537959" h="5924550">
                  <a:moveTo>
                    <a:pt x="5271878" y="2451808"/>
                  </a:moveTo>
                  <a:lnTo>
                    <a:pt x="5283248" y="2471499"/>
                  </a:lnTo>
                  <a:lnTo>
                    <a:pt x="5263557" y="2482868"/>
                  </a:lnTo>
                  <a:lnTo>
                    <a:pt x="5252187" y="2463177"/>
                  </a:lnTo>
                  <a:lnTo>
                    <a:pt x="5271878" y="2451808"/>
                  </a:lnTo>
                  <a:close/>
                </a:path>
                <a:path w="6537959" h="5924550">
                  <a:moveTo>
                    <a:pt x="5330286" y="2550693"/>
                  </a:moveTo>
                  <a:lnTo>
                    <a:pt x="5342793" y="2572355"/>
                  </a:lnTo>
                  <a:lnTo>
                    <a:pt x="5321130" y="2584862"/>
                  </a:lnTo>
                  <a:lnTo>
                    <a:pt x="5308624" y="2563200"/>
                  </a:lnTo>
                  <a:lnTo>
                    <a:pt x="5330286" y="2550693"/>
                  </a:lnTo>
                  <a:close/>
                </a:path>
                <a:path w="6537959" h="5924550">
                  <a:moveTo>
                    <a:pt x="5388606" y="2649886"/>
                  </a:moveTo>
                  <a:lnTo>
                    <a:pt x="5402021" y="2673125"/>
                  </a:lnTo>
                  <a:lnTo>
                    <a:pt x="5378786" y="2686540"/>
                  </a:lnTo>
                  <a:lnTo>
                    <a:pt x="5365367" y="2663300"/>
                  </a:lnTo>
                  <a:lnTo>
                    <a:pt x="5388606" y="2649886"/>
                  </a:lnTo>
                  <a:close/>
                </a:path>
                <a:path w="6537959" h="5924550">
                  <a:moveTo>
                    <a:pt x="5447009" y="2748771"/>
                  </a:moveTo>
                  <a:lnTo>
                    <a:pt x="5461566" y="2773977"/>
                  </a:lnTo>
                  <a:lnTo>
                    <a:pt x="5436355" y="2788533"/>
                  </a:lnTo>
                  <a:lnTo>
                    <a:pt x="5421804" y="2763322"/>
                  </a:lnTo>
                  <a:lnTo>
                    <a:pt x="5447009" y="2748771"/>
                  </a:lnTo>
                  <a:close/>
                </a:path>
                <a:path w="6537959" h="5924550">
                  <a:moveTo>
                    <a:pt x="5505413" y="2847656"/>
                  </a:moveTo>
                  <a:lnTo>
                    <a:pt x="5521106" y="2874833"/>
                  </a:lnTo>
                  <a:lnTo>
                    <a:pt x="5493928" y="2890522"/>
                  </a:lnTo>
                  <a:lnTo>
                    <a:pt x="5478240" y="2863345"/>
                  </a:lnTo>
                  <a:lnTo>
                    <a:pt x="5505413" y="2847656"/>
                  </a:lnTo>
                  <a:close/>
                </a:path>
                <a:path w="6537959" h="5924550">
                  <a:moveTo>
                    <a:pt x="5563733" y="2946848"/>
                  </a:moveTo>
                  <a:lnTo>
                    <a:pt x="5580334" y="2975603"/>
                  </a:lnTo>
                  <a:lnTo>
                    <a:pt x="5551580" y="2992204"/>
                  </a:lnTo>
                  <a:lnTo>
                    <a:pt x="5534979" y="2963449"/>
                  </a:lnTo>
                  <a:lnTo>
                    <a:pt x="5563733" y="2946848"/>
                  </a:lnTo>
                  <a:close/>
                </a:path>
                <a:path w="6537959" h="5924550">
                  <a:moveTo>
                    <a:pt x="5622054" y="3046041"/>
                  </a:moveTo>
                  <a:lnTo>
                    <a:pt x="5639567" y="3076372"/>
                  </a:lnTo>
                  <a:lnTo>
                    <a:pt x="5609236" y="3093886"/>
                  </a:lnTo>
                  <a:lnTo>
                    <a:pt x="5591727" y="3063554"/>
                  </a:lnTo>
                  <a:lnTo>
                    <a:pt x="5622054" y="3046041"/>
                  </a:lnTo>
                  <a:close/>
                </a:path>
                <a:path w="6537959" h="5924550">
                  <a:moveTo>
                    <a:pt x="5680462" y="3144930"/>
                  </a:moveTo>
                  <a:lnTo>
                    <a:pt x="5699107" y="3177229"/>
                  </a:lnTo>
                  <a:lnTo>
                    <a:pt x="5666809" y="3195875"/>
                  </a:lnTo>
                  <a:lnTo>
                    <a:pt x="5648159" y="3163576"/>
                  </a:lnTo>
                  <a:lnTo>
                    <a:pt x="5680462" y="3144930"/>
                  </a:lnTo>
                  <a:close/>
                </a:path>
                <a:path w="6537959" h="5924550">
                  <a:moveTo>
                    <a:pt x="5738778" y="3244123"/>
                  </a:moveTo>
                  <a:lnTo>
                    <a:pt x="5758336" y="3277998"/>
                  </a:lnTo>
                  <a:lnTo>
                    <a:pt x="5724465" y="3297556"/>
                  </a:lnTo>
                  <a:lnTo>
                    <a:pt x="5704907" y="3263681"/>
                  </a:lnTo>
                  <a:lnTo>
                    <a:pt x="5738778" y="3244123"/>
                  </a:lnTo>
                  <a:close/>
                </a:path>
                <a:path w="6537959" h="5924550">
                  <a:moveTo>
                    <a:pt x="5797181" y="3343008"/>
                  </a:moveTo>
                  <a:lnTo>
                    <a:pt x="5817876" y="3378855"/>
                  </a:lnTo>
                  <a:lnTo>
                    <a:pt x="5782038" y="3399545"/>
                  </a:lnTo>
                  <a:lnTo>
                    <a:pt x="5761343" y="3363703"/>
                  </a:lnTo>
                  <a:lnTo>
                    <a:pt x="5797181" y="3343008"/>
                  </a:lnTo>
                  <a:close/>
                </a:path>
                <a:path w="6537959" h="5924550">
                  <a:moveTo>
                    <a:pt x="5855589" y="3441893"/>
                  </a:moveTo>
                  <a:lnTo>
                    <a:pt x="5877416" y="3479702"/>
                  </a:lnTo>
                  <a:lnTo>
                    <a:pt x="5839607" y="3501534"/>
                  </a:lnTo>
                  <a:lnTo>
                    <a:pt x="5817775" y="3463725"/>
                  </a:lnTo>
                  <a:lnTo>
                    <a:pt x="5855589" y="3441893"/>
                  </a:lnTo>
                  <a:close/>
                </a:path>
                <a:path w="6537959" h="5924550">
                  <a:moveTo>
                    <a:pt x="5913905" y="3541090"/>
                  </a:moveTo>
                  <a:lnTo>
                    <a:pt x="5936649" y="3580481"/>
                  </a:lnTo>
                  <a:lnTo>
                    <a:pt x="5897263" y="3603221"/>
                  </a:lnTo>
                  <a:lnTo>
                    <a:pt x="5874519" y="3563830"/>
                  </a:lnTo>
                  <a:lnTo>
                    <a:pt x="5913905" y="3541090"/>
                  </a:lnTo>
                  <a:close/>
                </a:path>
                <a:path w="6537959" h="5924550">
                  <a:moveTo>
                    <a:pt x="5972308" y="3639975"/>
                  </a:moveTo>
                  <a:lnTo>
                    <a:pt x="5996185" y="3681329"/>
                  </a:lnTo>
                  <a:lnTo>
                    <a:pt x="5954832" y="3705205"/>
                  </a:lnTo>
                  <a:lnTo>
                    <a:pt x="5930955" y="3663852"/>
                  </a:lnTo>
                  <a:lnTo>
                    <a:pt x="5972308" y="3639975"/>
                  </a:lnTo>
                  <a:close/>
                </a:path>
                <a:path w="6537959" h="5924550">
                  <a:moveTo>
                    <a:pt x="6030633" y="3739168"/>
                  </a:moveTo>
                  <a:lnTo>
                    <a:pt x="6055422" y="3782102"/>
                  </a:lnTo>
                  <a:lnTo>
                    <a:pt x="6012488" y="3806887"/>
                  </a:lnTo>
                  <a:lnTo>
                    <a:pt x="5987699" y="3763952"/>
                  </a:lnTo>
                  <a:lnTo>
                    <a:pt x="6030633" y="3739168"/>
                  </a:lnTo>
                  <a:close/>
                </a:path>
                <a:path w="6537959" h="5924550">
                  <a:moveTo>
                    <a:pt x="6089037" y="3838053"/>
                  </a:moveTo>
                  <a:lnTo>
                    <a:pt x="6114958" y="3882954"/>
                  </a:lnTo>
                  <a:lnTo>
                    <a:pt x="6070061" y="3908876"/>
                  </a:lnTo>
                  <a:lnTo>
                    <a:pt x="6044135" y="3863974"/>
                  </a:lnTo>
                  <a:lnTo>
                    <a:pt x="6089037" y="3838053"/>
                  </a:lnTo>
                  <a:close/>
                </a:path>
                <a:path w="6537959" h="5924550">
                  <a:moveTo>
                    <a:pt x="6147440" y="3936938"/>
                  </a:moveTo>
                  <a:lnTo>
                    <a:pt x="6174503" y="3983806"/>
                  </a:lnTo>
                  <a:lnTo>
                    <a:pt x="6127630" y="4010869"/>
                  </a:lnTo>
                  <a:lnTo>
                    <a:pt x="6100571" y="3963996"/>
                  </a:lnTo>
                  <a:lnTo>
                    <a:pt x="6147440" y="3936938"/>
                  </a:lnTo>
                  <a:close/>
                </a:path>
                <a:path w="6537959" h="5924550">
                  <a:moveTo>
                    <a:pt x="6205761" y="4036130"/>
                  </a:moveTo>
                  <a:lnTo>
                    <a:pt x="6233731" y="4084581"/>
                  </a:lnTo>
                  <a:lnTo>
                    <a:pt x="6185281" y="4112551"/>
                  </a:lnTo>
                  <a:lnTo>
                    <a:pt x="6157310" y="4064101"/>
                  </a:lnTo>
                  <a:lnTo>
                    <a:pt x="6205761" y="4036130"/>
                  </a:lnTo>
                  <a:close/>
                </a:path>
                <a:path w="6537959" h="5924550">
                  <a:moveTo>
                    <a:pt x="6264164" y="4135020"/>
                  </a:moveTo>
                  <a:lnTo>
                    <a:pt x="6293271" y="4185433"/>
                  </a:lnTo>
                  <a:lnTo>
                    <a:pt x="6242855" y="4214540"/>
                  </a:lnTo>
                  <a:lnTo>
                    <a:pt x="6213747" y="4164128"/>
                  </a:lnTo>
                  <a:lnTo>
                    <a:pt x="6264164" y="4135020"/>
                  </a:lnTo>
                  <a:close/>
                </a:path>
                <a:path w="6537959" h="5924550">
                  <a:moveTo>
                    <a:pt x="6322484" y="4234213"/>
                  </a:moveTo>
                  <a:lnTo>
                    <a:pt x="6352504" y="4286202"/>
                  </a:lnTo>
                  <a:lnTo>
                    <a:pt x="6300510" y="4316222"/>
                  </a:lnTo>
                  <a:lnTo>
                    <a:pt x="6270495" y="4264228"/>
                  </a:lnTo>
                  <a:lnTo>
                    <a:pt x="6322484" y="4234213"/>
                  </a:lnTo>
                  <a:close/>
                </a:path>
                <a:path w="6537959" h="5924550">
                  <a:moveTo>
                    <a:pt x="6380892" y="4333098"/>
                  </a:moveTo>
                  <a:lnTo>
                    <a:pt x="6412045" y="4387059"/>
                  </a:lnTo>
                  <a:lnTo>
                    <a:pt x="6358084" y="4418211"/>
                  </a:lnTo>
                  <a:lnTo>
                    <a:pt x="6326927" y="4364250"/>
                  </a:lnTo>
                  <a:lnTo>
                    <a:pt x="6380892" y="4333098"/>
                  </a:lnTo>
                  <a:close/>
                </a:path>
                <a:path w="6537959" h="5924550">
                  <a:moveTo>
                    <a:pt x="6439295" y="4431983"/>
                  </a:moveTo>
                  <a:lnTo>
                    <a:pt x="6471585" y="4487911"/>
                  </a:lnTo>
                  <a:lnTo>
                    <a:pt x="6415657" y="4520205"/>
                  </a:lnTo>
                  <a:lnTo>
                    <a:pt x="6383363" y="4464272"/>
                  </a:lnTo>
                  <a:lnTo>
                    <a:pt x="6439295" y="4431983"/>
                  </a:lnTo>
                  <a:close/>
                </a:path>
                <a:path w="6537959" h="5924550">
                  <a:moveTo>
                    <a:pt x="6497611" y="4531175"/>
                  </a:moveTo>
                  <a:lnTo>
                    <a:pt x="6530813" y="4588684"/>
                  </a:lnTo>
                  <a:lnTo>
                    <a:pt x="6473309" y="4621886"/>
                  </a:lnTo>
                  <a:lnTo>
                    <a:pt x="6440107" y="4564377"/>
                  </a:lnTo>
                  <a:lnTo>
                    <a:pt x="6497611" y="4531175"/>
                  </a:lnTo>
                  <a:close/>
                </a:path>
                <a:path w="6537959" h="5924550">
                  <a:moveTo>
                    <a:pt x="6537666" y="4640657"/>
                  </a:moveTo>
                  <a:lnTo>
                    <a:pt x="6537666" y="4719958"/>
                  </a:lnTo>
                  <a:lnTo>
                    <a:pt x="6530882" y="4723875"/>
                  </a:lnTo>
                  <a:lnTo>
                    <a:pt x="6496543" y="4664399"/>
                  </a:lnTo>
                  <a:lnTo>
                    <a:pt x="6537666" y="4640657"/>
                  </a:lnTo>
                  <a:close/>
                </a:path>
                <a:path w="6537959" h="5924550">
                  <a:moveTo>
                    <a:pt x="4586476" y="1520699"/>
                  </a:moveTo>
                  <a:lnTo>
                    <a:pt x="4588045" y="1520699"/>
                  </a:lnTo>
                  <a:lnTo>
                    <a:pt x="4588332" y="1521198"/>
                  </a:lnTo>
                  <a:lnTo>
                    <a:pt x="4586763" y="1521198"/>
                  </a:lnTo>
                  <a:lnTo>
                    <a:pt x="4586476" y="1520699"/>
                  </a:lnTo>
                  <a:close/>
                </a:path>
                <a:path w="6537959" h="5924550">
                  <a:moveTo>
                    <a:pt x="4646057" y="1618901"/>
                  </a:moveTo>
                  <a:lnTo>
                    <a:pt x="4647877" y="1622050"/>
                  </a:lnTo>
                  <a:lnTo>
                    <a:pt x="4644728" y="1623870"/>
                  </a:lnTo>
                  <a:lnTo>
                    <a:pt x="4642907" y="1620716"/>
                  </a:lnTo>
                  <a:lnTo>
                    <a:pt x="4646057" y="1618901"/>
                  </a:lnTo>
                  <a:close/>
                </a:path>
                <a:path w="6537959" h="5924550">
                  <a:moveTo>
                    <a:pt x="4704378" y="1718098"/>
                  </a:moveTo>
                  <a:lnTo>
                    <a:pt x="4707106" y="1722820"/>
                  </a:lnTo>
                  <a:lnTo>
                    <a:pt x="4702379" y="1725552"/>
                  </a:lnTo>
                  <a:lnTo>
                    <a:pt x="4699651" y="1720826"/>
                  </a:lnTo>
                  <a:lnTo>
                    <a:pt x="4704378" y="1718098"/>
                  </a:lnTo>
                  <a:close/>
                </a:path>
                <a:path w="6537959" h="5924550">
                  <a:moveTo>
                    <a:pt x="4762781" y="1816978"/>
                  </a:moveTo>
                  <a:lnTo>
                    <a:pt x="4766650" y="1823676"/>
                  </a:lnTo>
                  <a:lnTo>
                    <a:pt x="4759952" y="1827541"/>
                  </a:lnTo>
                  <a:lnTo>
                    <a:pt x="4756083" y="1820843"/>
                  </a:lnTo>
                  <a:lnTo>
                    <a:pt x="4762781" y="1816978"/>
                  </a:lnTo>
                  <a:close/>
                </a:path>
                <a:path w="6537959" h="5924550">
                  <a:moveTo>
                    <a:pt x="4821102" y="1916175"/>
                  </a:moveTo>
                  <a:lnTo>
                    <a:pt x="4825879" y="1924446"/>
                  </a:lnTo>
                  <a:lnTo>
                    <a:pt x="4817608" y="1929223"/>
                  </a:lnTo>
                  <a:lnTo>
                    <a:pt x="4812831" y="1920952"/>
                  </a:lnTo>
                  <a:lnTo>
                    <a:pt x="4821102" y="1916175"/>
                  </a:lnTo>
                  <a:close/>
                </a:path>
                <a:path w="6537959" h="5924550">
                  <a:moveTo>
                    <a:pt x="4879504" y="2015061"/>
                  </a:moveTo>
                  <a:lnTo>
                    <a:pt x="4885419" y="2025302"/>
                  </a:lnTo>
                  <a:lnTo>
                    <a:pt x="4875177" y="2031212"/>
                  </a:lnTo>
                  <a:lnTo>
                    <a:pt x="4869268" y="2020974"/>
                  </a:lnTo>
                  <a:lnTo>
                    <a:pt x="4879504" y="2015061"/>
                  </a:lnTo>
                  <a:close/>
                </a:path>
                <a:path w="6537959" h="5924550">
                  <a:moveTo>
                    <a:pt x="4937830" y="2114254"/>
                  </a:moveTo>
                  <a:lnTo>
                    <a:pt x="4944652" y="2126072"/>
                  </a:lnTo>
                  <a:lnTo>
                    <a:pt x="4932833" y="2132894"/>
                  </a:lnTo>
                  <a:lnTo>
                    <a:pt x="4926011" y="2121080"/>
                  </a:lnTo>
                  <a:lnTo>
                    <a:pt x="4937830" y="2114254"/>
                  </a:lnTo>
                  <a:close/>
                </a:path>
                <a:path w="6537959" h="5924550">
                  <a:moveTo>
                    <a:pt x="4996234" y="2213138"/>
                  </a:moveTo>
                  <a:lnTo>
                    <a:pt x="5004192" y="2226925"/>
                  </a:lnTo>
                  <a:lnTo>
                    <a:pt x="4990402" y="2234888"/>
                  </a:lnTo>
                  <a:lnTo>
                    <a:pt x="4982443" y="2221102"/>
                  </a:lnTo>
                  <a:lnTo>
                    <a:pt x="4996234" y="2213138"/>
                  </a:lnTo>
                  <a:close/>
                </a:path>
                <a:path w="6537959" h="5924550">
                  <a:moveTo>
                    <a:pt x="5054637" y="2312024"/>
                  </a:moveTo>
                  <a:lnTo>
                    <a:pt x="5063733" y="2327781"/>
                  </a:lnTo>
                  <a:lnTo>
                    <a:pt x="5047975" y="2336877"/>
                  </a:lnTo>
                  <a:lnTo>
                    <a:pt x="5038879" y="2321120"/>
                  </a:lnTo>
                  <a:lnTo>
                    <a:pt x="5054637" y="2312024"/>
                  </a:lnTo>
                  <a:close/>
                </a:path>
                <a:path w="6537959" h="5924550">
                  <a:moveTo>
                    <a:pt x="5112957" y="2411221"/>
                  </a:moveTo>
                  <a:lnTo>
                    <a:pt x="5122961" y="2428551"/>
                  </a:lnTo>
                  <a:lnTo>
                    <a:pt x="5105631" y="2438559"/>
                  </a:lnTo>
                  <a:lnTo>
                    <a:pt x="5095628" y="2421229"/>
                  </a:lnTo>
                  <a:lnTo>
                    <a:pt x="5112957" y="2411221"/>
                  </a:lnTo>
                  <a:close/>
                </a:path>
                <a:path w="6537959" h="5924550">
                  <a:moveTo>
                    <a:pt x="5171361" y="2510106"/>
                  </a:moveTo>
                  <a:lnTo>
                    <a:pt x="5182506" y="2529407"/>
                  </a:lnTo>
                  <a:lnTo>
                    <a:pt x="5163204" y="2540548"/>
                  </a:lnTo>
                  <a:lnTo>
                    <a:pt x="5152059" y="2521251"/>
                  </a:lnTo>
                  <a:lnTo>
                    <a:pt x="5171361" y="2510106"/>
                  </a:lnTo>
                  <a:close/>
                </a:path>
                <a:path w="6537959" h="5924550">
                  <a:moveTo>
                    <a:pt x="5229764" y="2608987"/>
                  </a:moveTo>
                  <a:lnTo>
                    <a:pt x="5242041" y="2630260"/>
                  </a:lnTo>
                  <a:lnTo>
                    <a:pt x="5220773" y="2642537"/>
                  </a:lnTo>
                  <a:lnTo>
                    <a:pt x="5208491" y="2621269"/>
                  </a:lnTo>
                  <a:lnTo>
                    <a:pt x="5229764" y="2608987"/>
                  </a:lnTo>
                  <a:close/>
                </a:path>
                <a:path w="6537959" h="5924550">
                  <a:moveTo>
                    <a:pt x="5288084" y="2708188"/>
                  </a:moveTo>
                  <a:lnTo>
                    <a:pt x="5301270" y="2731029"/>
                  </a:lnTo>
                  <a:lnTo>
                    <a:pt x="5278429" y="2744214"/>
                  </a:lnTo>
                  <a:lnTo>
                    <a:pt x="5265244" y="2721374"/>
                  </a:lnTo>
                  <a:lnTo>
                    <a:pt x="5288084" y="2708188"/>
                  </a:lnTo>
                  <a:close/>
                </a:path>
                <a:path w="6537959" h="5924550">
                  <a:moveTo>
                    <a:pt x="5346488" y="2807069"/>
                  </a:moveTo>
                  <a:lnTo>
                    <a:pt x="5360814" y="2831885"/>
                  </a:lnTo>
                  <a:lnTo>
                    <a:pt x="5336002" y="2846208"/>
                  </a:lnTo>
                  <a:lnTo>
                    <a:pt x="5321676" y="2821391"/>
                  </a:lnTo>
                  <a:lnTo>
                    <a:pt x="5346488" y="2807069"/>
                  </a:lnTo>
                  <a:close/>
                </a:path>
                <a:path w="6537959" h="5924550">
                  <a:moveTo>
                    <a:pt x="5404890" y="2905954"/>
                  </a:moveTo>
                  <a:lnTo>
                    <a:pt x="5420355" y="2932737"/>
                  </a:lnTo>
                  <a:lnTo>
                    <a:pt x="5393571" y="2948201"/>
                  </a:lnTo>
                  <a:lnTo>
                    <a:pt x="5378107" y="2921413"/>
                  </a:lnTo>
                  <a:lnTo>
                    <a:pt x="5404890" y="2905954"/>
                  </a:lnTo>
                  <a:close/>
                </a:path>
                <a:path w="6537959" h="5924550">
                  <a:moveTo>
                    <a:pt x="5463216" y="3005151"/>
                  </a:moveTo>
                  <a:lnTo>
                    <a:pt x="5479587" y="3033507"/>
                  </a:lnTo>
                  <a:lnTo>
                    <a:pt x="5451227" y="3049879"/>
                  </a:lnTo>
                  <a:lnTo>
                    <a:pt x="5434856" y="3021523"/>
                  </a:lnTo>
                  <a:lnTo>
                    <a:pt x="5463216" y="3005151"/>
                  </a:lnTo>
                  <a:close/>
                </a:path>
                <a:path w="6537959" h="5924550">
                  <a:moveTo>
                    <a:pt x="5521615" y="3104032"/>
                  </a:moveTo>
                  <a:lnTo>
                    <a:pt x="5539128" y="3134364"/>
                  </a:lnTo>
                  <a:lnTo>
                    <a:pt x="5508796" y="3151872"/>
                  </a:lnTo>
                  <a:lnTo>
                    <a:pt x="5491287" y="3121541"/>
                  </a:lnTo>
                  <a:lnTo>
                    <a:pt x="5521615" y="3104032"/>
                  </a:lnTo>
                  <a:close/>
                </a:path>
                <a:path w="6537959" h="5924550">
                  <a:moveTo>
                    <a:pt x="5579935" y="3203229"/>
                  </a:moveTo>
                  <a:lnTo>
                    <a:pt x="5598356" y="3235133"/>
                  </a:lnTo>
                  <a:lnTo>
                    <a:pt x="5566452" y="3253549"/>
                  </a:lnTo>
                  <a:lnTo>
                    <a:pt x="5548035" y="3221650"/>
                  </a:lnTo>
                  <a:lnTo>
                    <a:pt x="5579935" y="3203229"/>
                  </a:lnTo>
                  <a:close/>
                </a:path>
                <a:path w="6537959" h="5924550">
                  <a:moveTo>
                    <a:pt x="5638260" y="3302421"/>
                  </a:moveTo>
                  <a:lnTo>
                    <a:pt x="5657589" y="3335903"/>
                  </a:lnTo>
                  <a:lnTo>
                    <a:pt x="5624108" y="3355231"/>
                  </a:lnTo>
                  <a:lnTo>
                    <a:pt x="5604779" y="3321755"/>
                  </a:lnTo>
                  <a:lnTo>
                    <a:pt x="5638260" y="3302421"/>
                  </a:lnTo>
                  <a:close/>
                </a:path>
                <a:path w="6537959" h="5924550">
                  <a:moveTo>
                    <a:pt x="5696664" y="3401306"/>
                  </a:moveTo>
                  <a:lnTo>
                    <a:pt x="5717129" y="3436755"/>
                  </a:lnTo>
                  <a:lnTo>
                    <a:pt x="5681676" y="3457225"/>
                  </a:lnTo>
                  <a:lnTo>
                    <a:pt x="5661211" y="3421777"/>
                  </a:lnTo>
                  <a:lnTo>
                    <a:pt x="5696664" y="3401306"/>
                  </a:lnTo>
                  <a:close/>
                </a:path>
                <a:path w="6537959" h="5924550">
                  <a:moveTo>
                    <a:pt x="5755067" y="3500196"/>
                  </a:moveTo>
                  <a:lnTo>
                    <a:pt x="5776669" y="3537611"/>
                  </a:lnTo>
                  <a:lnTo>
                    <a:pt x="5739250" y="3559214"/>
                  </a:lnTo>
                  <a:lnTo>
                    <a:pt x="5717647" y="3521799"/>
                  </a:lnTo>
                  <a:lnTo>
                    <a:pt x="5755067" y="3500196"/>
                  </a:lnTo>
                  <a:close/>
                </a:path>
                <a:path w="6537959" h="5924550">
                  <a:moveTo>
                    <a:pt x="5813387" y="3599389"/>
                  </a:moveTo>
                  <a:lnTo>
                    <a:pt x="5835898" y="3638381"/>
                  </a:lnTo>
                  <a:lnTo>
                    <a:pt x="5796906" y="3660896"/>
                  </a:lnTo>
                  <a:lnTo>
                    <a:pt x="5774395" y="3621904"/>
                  </a:lnTo>
                  <a:lnTo>
                    <a:pt x="5813387" y="3599389"/>
                  </a:lnTo>
                  <a:close/>
                </a:path>
                <a:path w="6537959" h="5924550">
                  <a:moveTo>
                    <a:pt x="5871791" y="3698274"/>
                  </a:moveTo>
                  <a:lnTo>
                    <a:pt x="5895443" y="3739237"/>
                  </a:lnTo>
                  <a:lnTo>
                    <a:pt x="5854479" y="3762885"/>
                  </a:lnTo>
                  <a:lnTo>
                    <a:pt x="5830827" y="3721926"/>
                  </a:lnTo>
                  <a:lnTo>
                    <a:pt x="5871791" y="3698274"/>
                  </a:lnTo>
                  <a:close/>
                </a:path>
                <a:path w="6537959" h="5924550">
                  <a:moveTo>
                    <a:pt x="5930194" y="3797155"/>
                  </a:moveTo>
                  <a:lnTo>
                    <a:pt x="5954983" y="3840089"/>
                  </a:lnTo>
                  <a:lnTo>
                    <a:pt x="5912048" y="3864878"/>
                  </a:lnTo>
                  <a:lnTo>
                    <a:pt x="5887259" y="3821943"/>
                  </a:lnTo>
                  <a:lnTo>
                    <a:pt x="5930194" y="3797155"/>
                  </a:lnTo>
                  <a:close/>
                </a:path>
                <a:path w="6537959" h="5924550">
                  <a:moveTo>
                    <a:pt x="5988514" y="3896356"/>
                  </a:moveTo>
                  <a:lnTo>
                    <a:pt x="6014211" y="3940863"/>
                  </a:lnTo>
                  <a:lnTo>
                    <a:pt x="5969704" y="3966556"/>
                  </a:lnTo>
                  <a:lnTo>
                    <a:pt x="5944007" y="3922048"/>
                  </a:lnTo>
                  <a:lnTo>
                    <a:pt x="5988514" y="3896356"/>
                  </a:lnTo>
                  <a:close/>
                </a:path>
                <a:path w="6537959" h="5924550">
                  <a:moveTo>
                    <a:pt x="6046918" y="3995241"/>
                  </a:moveTo>
                  <a:lnTo>
                    <a:pt x="6073751" y="4041715"/>
                  </a:lnTo>
                  <a:lnTo>
                    <a:pt x="6027277" y="4068549"/>
                  </a:lnTo>
                  <a:lnTo>
                    <a:pt x="6000444" y="4022070"/>
                  </a:lnTo>
                  <a:lnTo>
                    <a:pt x="6046918" y="3995241"/>
                  </a:lnTo>
                  <a:close/>
                </a:path>
                <a:path w="6537959" h="5924550">
                  <a:moveTo>
                    <a:pt x="6105321" y="4094122"/>
                  </a:moveTo>
                  <a:lnTo>
                    <a:pt x="6133291" y="4142567"/>
                  </a:lnTo>
                  <a:lnTo>
                    <a:pt x="6084846" y="4170538"/>
                  </a:lnTo>
                  <a:lnTo>
                    <a:pt x="6056875" y="4122093"/>
                  </a:lnTo>
                  <a:lnTo>
                    <a:pt x="6105321" y="4094122"/>
                  </a:lnTo>
                  <a:close/>
                </a:path>
                <a:path w="6537959" h="5924550">
                  <a:moveTo>
                    <a:pt x="6163646" y="4193319"/>
                  </a:moveTo>
                  <a:lnTo>
                    <a:pt x="6192524" y="4243337"/>
                  </a:lnTo>
                  <a:lnTo>
                    <a:pt x="6142502" y="4272220"/>
                  </a:lnTo>
                  <a:lnTo>
                    <a:pt x="6113624" y="4222198"/>
                  </a:lnTo>
                  <a:lnTo>
                    <a:pt x="6163646" y="4193319"/>
                  </a:lnTo>
                  <a:close/>
                </a:path>
                <a:path w="6537959" h="5924550">
                  <a:moveTo>
                    <a:pt x="6222045" y="4292200"/>
                  </a:moveTo>
                  <a:lnTo>
                    <a:pt x="6252065" y="4344194"/>
                  </a:lnTo>
                  <a:lnTo>
                    <a:pt x="6200071" y="4374209"/>
                  </a:lnTo>
                  <a:lnTo>
                    <a:pt x="6170055" y="4322220"/>
                  </a:lnTo>
                  <a:lnTo>
                    <a:pt x="6222045" y="4292200"/>
                  </a:lnTo>
                  <a:close/>
                </a:path>
                <a:path w="6537959" h="5924550">
                  <a:moveTo>
                    <a:pt x="6280365" y="4391397"/>
                  </a:moveTo>
                  <a:lnTo>
                    <a:pt x="6311293" y="4444963"/>
                  </a:lnTo>
                  <a:lnTo>
                    <a:pt x="6257727" y="4475886"/>
                  </a:lnTo>
                  <a:lnTo>
                    <a:pt x="6226804" y="4422324"/>
                  </a:lnTo>
                  <a:lnTo>
                    <a:pt x="6280365" y="4391397"/>
                  </a:lnTo>
                  <a:close/>
                </a:path>
                <a:path w="6537959" h="5924550">
                  <a:moveTo>
                    <a:pt x="6338773" y="4490282"/>
                  </a:moveTo>
                  <a:lnTo>
                    <a:pt x="6370833" y="4545820"/>
                  </a:lnTo>
                  <a:lnTo>
                    <a:pt x="6315300" y="4577880"/>
                  </a:lnTo>
                  <a:lnTo>
                    <a:pt x="6283240" y="4522347"/>
                  </a:lnTo>
                  <a:lnTo>
                    <a:pt x="6338773" y="4490282"/>
                  </a:lnTo>
                  <a:close/>
                </a:path>
                <a:path w="6537959" h="5924550">
                  <a:moveTo>
                    <a:pt x="6397094" y="4589474"/>
                  </a:moveTo>
                  <a:lnTo>
                    <a:pt x="6430066" y="4646585"/>
                  </a:lnTo>
                  <a:lnTo>
                    <a:pt x="6372951" y="4679562"/>
                  </a:lnTo>
                  <a:lnTo>
                    <a:pt x="6339979" y="4622451"/>
                  </a:lnTo>
                  <a:lnTo>
                    <a:pt x="6397094" y="4589474"/>
                  </a:lnTo>
                  <a:close/>
                </a:path>
                <a:path w="6537959" h="5924550">
                  <a:moveTo>
                    <a:pt x="6455497" y="4688364"/>
                  </a:moveTo>
                  <a:lnTo>
                    <a:pt x="6489607" y="4747441"/>
                  </a:lnTo>
                  <a:lnTo>
                    <a:pt x="6430525" y="4781551"/>
                  </a:lnTo>
                  <a:lnTo>
                    <a:pt x="6396415" y="4722474"/>
                  </a:lnTo>
                  <a:lnTo>
                    <a:pt x="6455497" y="4688364"/>
                  </a:lnTo>
                  <a:close/>
                </a:path>
                <a:path w="6537959" h="5924550">
                  <a:moveTo>
                    <a:pt x="6513900" y="4787245"/>
                  </a:moveTo>
                  <a:lnTo>
                    <a:pt x="6537666" y="4828406"/>
                  </a:lnTo>
                  <a:lnTo>
                    <a:pt x="6537666" y="4854928"/>
                  </a:lnTo>
                  <a:lnTo>
                    <a:pt x="6488098" y="4883544"/>
                  </a:lnTo>
                  <a:lnTo>
                    <a:pt x="6452847" y="4822491"/>
                  </a:lnTo>
                  <a:lnTo>
                    <a:pt x="6513900" y="4787245"/>
                  </a:lnTo>
                  <a:close/>
                </a:path>
                <a:path w="6537959" h="5924550">
                  <a:moveTo>
                    <a:pt x="6537666" y="4906393"/>
                  </a:moveTo>
                  <a:lnTo>
                    <a:pt x="6537666" y="4971215"/>
                  </a:lnTo>
                  <a:lnTo>
                    <a:pt x="6509595" y="4922600"/>
                  </a:lnTo>
                  <a:lnTo>
                    <a:pt x="6537666" y="4906393"/>
                  </a:lnTo>
                  <a:close/>
                </a:path>
                <a:path w="6537959" h="5924550">
                  <a:moveTo>
                    <a:pt x="4545535" y="1677199"/>
                  </a:moveTo>
                  <a:lnTo>
                    <a:pt x="4547126" y="1679955"/>
                  </a:lnTo>
                  <a:lnTo>
                    <a:pt x="4544371" y="1681545"/>
                  </a:lnTo>
                  <a:lnTo>
                    <a:pt x="4542780" y="1678790"/>
                  </a:lnTo>
                  <a:lnTo>
                    <a:pt x="4545535" y="1677199"/>
                  </a:lnTo>
                  <a:close/>
                </a:path>
                <a:path w="6537959" h="5924550">
                  <a:moveTo>
                    <a:pt x="4603856" y="1776396"/>
                  </a:moveTo>
                  <a:lnTo>
                    <a:pt x="4606359" y="1780729"/>
                  </a:lnTo>
                  <a:lnTo>
                    <a:pt x="4602026" y="1783232"/>
                  </a:lnTo>
                  <a:lnTo>
                    <a:pt x="4599523" y="1778895"/>
                  </a:lnTo>
                  <a:lnTo>
                    <a:pt x="4603856" y="1776396"/>
                  </a:lnTo>
                  <a:close/>
                </a:path>
                <a:path w="6537959" h="5924550">
                  <a:moveTo>
                    <a:pt x="4662259" y="1875282"/>
                  </a:moveTo>
                  <a:lnTo>
                    <a:pt x="4665895" y="1881581"/>
                  </a:lnTo>
                  <a:lnTo>
                    <a:pt x="4659595" y="1885221"/>
                  </a:lnTo>
                  <a:lnTo>
                    <a:pt x="4655959" y="1878918"/>
                  </a:lnTo>
                  <a:lnTo>
                    <a:pt x="4662259" y="1875282"/>
                  </a:lnTo>
                  <a:close/>
                </a:path>
                <a:path w="6537959" h="5924550">
                  <a:moveTo>
                    <a:pt x="4720662" y="1974167"/>
                  </a:moveTo>
                  <a:lnTo>
                    <a:pt x="4725439" y="1982438"/>
                  </a:lnTo>
                  <a:lnTo>
                    <a:pt x="4717169" y="1987210"/>
                  </a:lnTo>
                  <a:lnTo>
                    <a:pt x="4712391" y="1978940"/>
                  </a:lnTo>
                  <a:lnTo>
                    <a:pt x="4720662" y="1974167"/>
                  </a:lnTo>
                  <a:close/>
                </a:path>
                <a:path w="6537959" h="5924550">
                  <a:moveTo>
                    <a:pt x="4778987" y="2073360"/>
                  </a:moveTo>
                  <a:lnTo>
                    <a:pt x="4784672" y="2083208"/>
                  </a:lnTo>
                  <a:lnTo>
                    <a:pt x="4774825" y="2088893"/>
                  </a:lnTo>
                  <a:lnTo>
                    <a:pt x="4769140" y="2079045"/>
                  </a:lnTo>
                  <a:lnTo>
                    <a:pt x="4778987" y="2073360"/>
                  </a:lnTo>
                  <a:close/>
                </a:path>
                <a:path w="6537959" h="5924550">
                  <a:moveTo>
                    <a:pt x="4837391" y="2172245"/>
                  </a:moveTo>
                  <a:lnTo>
                    <a:pt x="4844213" y="2184059"/>
                  </a:lnTo>
                  <a:lnTo>
                    <a:pt x="4832398" y="2190881"/>
                  </a:lnTo>
                  <a:lnTo>
                    <a:pt x="4825576" y="2179067"/>
                  </a:lnTo>
                  <a:lnTo>
                    <a:pt x="4837391" y="2172245"/>
                  </a:lnTo>
                  <a:close/>
                </a:path>
                <a:path w="6537959" h="5924550">
                  <a:moveTo>
                    <a:pt x="4895707" y="2271438"/>
                  </a:moveTo>
                  <a:lnTo>
                    <a:pt x="4903441" y="2284829"/>
                  </a:lnTo>
                  <a:lnTo>
                    <a:pt x="4890050" y="2292564"/>
                  </a:lnTo>
                  <a:lnTo>
                    <a:pt x="4882315" y="2279172"/>
                  </a:lnTo>
                  <a:lnTo>
                    <a:pt x="4895707" y="2271438"/>
                  </a:lnTo>
                  <a:close/>
                </a:path>
                <a:path w="6537959" h="5924550">
                  <a:moveTo>
                    <a:pt x="4954115" y="2370323"/>
                  </a:moveTo>
                  <a:lnTo>
                    <a:pt x="4962981" y="2385686"/>
                  </a:lnTo>
                  <a:lnTo>
                    <a:pt x="4947618" y="2394557"/>
                  </a:lnTo>
                  <a:lnTo>
                    <a:pt x="4938752" y="2379194"/>
                  </a:lnTo>
                  <a:lnTo>
                    <a:pt x="4954115" y="2370323"/>
                  </a:lnTo>
                  <a:close/>
                </a:path>
                <a:path w="6537959" h="5924550">
                  <a:moveTo>
                    <a:pt x="5012518" y="2469213"/>
                  </a:moveTo>
                  <a:lnTo>
                    <a:pt x="5022521" y="2486543"/>
                  </a:lnTo>
                  <a:lnTo>
                    <a:pt x="5005192" y="2496546"/>
                  </a:lnTo>
                  <a:lnTo>
                    <a:pt x="4995188" y="2479217"/>
                  </a:lnTo>
                  <a:lnTo>
                    <a:pt x="5012518" y="2469213"/>
                  </a:lnTo>
                  <a:close/>
                </a:path>
                <a:path w="6537959" h="5924550">
                  <a:moveTo>
                    <a:pt x="5070838" y="2568406"/>
                  </a:moveTo>
                  <a:lnTo>
                    <a:pt x="5081754" y="2587313"/>
                  </a:lnTo>
                  <a:lnTo>
                    <a:pt x="5062848" y="2598228"/>
                  </a:lnTo>
                  <a:lnTo>
                    <a:pt x="5051932" y="2579321"/>
                  </a:lnTo>
                  <a:lnTo>
                    <a:pt x="5070838" y="2568406"/>
                  </a:lnTo>
                  <a:close/>
                </a:path>
                <a:path w="6537959" h="5924550">
                  <a:moveTo>
                    <a:pt x="5129246" y="2667291"/>
                  </a:moveTo>
                  <a:lnTo>
                    <a:pt x="5141299" y="2688165"/>
                  </a:lnTo>
                  <a:lnTo>
                    <a:pt x="5120421" y="2700217"/>
                  </a:lnTo>
                  <a:lnTo>
                    <a:pt x="5108368" y="2679344"/>
                  </a:lnTo>
                  <a:lnTo>
                    <a:pt x="5129246" y="2667291"/>
                  </a:lnTo>
                  <a:close/>
                </a:path>
                <a:path w="6537959" h="5924550">
                  <a:moveTo>
                    <a:pt x="5187649" y="2766176"/>
                  </a:moveTo>
                  <a:lnTo>
                    <a:pt x="5200835" y="2789017"/>
                  </a:lnTo>
                  <a:lnTo>
                    <a:pt x="5177990" y="2802206"/>
                  </a:lnTo>
                  <a:lnTo>
                    <a:pt x="5164804" y="2779366"/>
                  </a:lnTo>
                  <a:lnTo>
                    <a:pt x="5187649" y="2766176"/>
                  </a:lnTo>
                  <a:close/>
                </a:path>
                <a:path w="6537959" h="5924550">
                  <a:moveTo>
                    <a:pt x="5245965" y="2865368"/>
                  </a:moveTo>
                  <a:lnTo>
                    <a:pt x="5260068" y="2889791"/>
                  </a:lnTo>
                  <a:lnTo>
                    <a:pt x="5235646" y="2903893"/>
                  </a:lnTo>
                  <a:lnTo>
                    <a:pt x="5221543" y="2879471"/>
                  </a:lnTo>
                  <a:lnTo>
                    <a:pt x="5245965" y="2865368"/>
                  </a:lnTo>
                  <a:close/>
                </a:path>
                <a:path w="6537959" h="5924550">
                  <a:moveTo>
                    <a:pt x="5304373" y="2964254"/>
                  </a:moveTo>
                  <a:lnTo>
                    <a:pt x="5319608" y="2990643"/>
                  </a:lnTo>
                  <a:lnTo>
                    <a:pt x="5293214" y="3005877"/>
                  </a:lnTo>
                  <a:lnTo>
                    <a:pt x="5277980" y="2979493"/>
                  </a:lnTo>
                  <a:lnTo>
                    <a:pt x="5304373" y="2964254"/>
                  </a:lnTo>
                  <a:close/>
                </a:path>
                <a:path w="6537959" h="5924550">
                  <a:moveTo>
                    <a:pt x="5362689" y="3063451"/>
                  </a:moveTo>
                  <a:lnTo>
                    <a:pt x="5378836" y="3091417"/>
                  </a:lnTo>
                  <a:lnTo>
                    <a:pt x="5350875" y="3107564"/>
                  </a:lnTo>
                  <a:lnTo>
                    <a:pt x="5334728" y="3079593"/>
                  </a:lnTo>
                  <a:lnTo>
                    <a:pt x="5362689" y="3063451"/>
                  </a:lnTo>
                  <a:close/>
                </a:path>
                <a:path w="6537959" h="5924550">
                  <a:moveTo>
                    <a:pt x="5421092" y="3162336"/>
                  </a:moveTo>
                  <a:lnTo>
                    <a:pt x="5438376" y="3192269"/>
                  </a:lnTo>
                  <a:lnTo>
                    <a:pt x="5408443" y="3209548"/>
                  </a:lnTo>
                  <a:lnTo>
                    <a:pt x="5391160" y="3179615"/>
                  </a:lnTo>
                  <a:lnTo>
                    <a:pt x="5421092" y="3162336"/>
                  </a:lnTo>
                  <a:close/>
                </a:path>
                <a:path w="6537959" h="5924550">
                  <a:moveTo>
                    <a:pt x="5479418" y="3261528"/>
                  </a:moveTo>
                  <a:lnTo>
                    <a:pt x="5497609" y="3293038"/>
                  </a:lnTo>
                  <a:lnTo>
                    <a:pt x="5466099" y="3311230"/>
                  </a:lnTo>
                  <a:lnTo>
                    <a:pt x="5447908" y="3279720"/>
                  </a:lnTo>
                  <a:lnTo>
                    <a:pt x="5479418" y="3261528"/>
                  </a:lnTo>
                  <a:close/>
                </a:path>
                <a:path w="6537959" h="5924550">
                  <a:moveTo>
                    <a:pt x="5537821" y="3360413"/>
                  </a:moveTo>
                  <a:lnTo>
                    <a:pt x="5557150" y="3393890"/>
                  </a:lnTo>
                  <a:lnTo>
                    <a:pt x="5523673" y="3413219"/>
                  </a:lnTo>
                  <a:lnTo>
                    <a:pt x="5504344" y="3379742"/>
                  </a:lnTo>
                  <a:lnTo>
                    <a:pt x="5537821" y="3360413"/>
                  </a:lnTo>
                  <a:close/>
                </a:path>
                <a:path w="6537959" h="5924550">
                  <a:moveTo>
                    <a:pt x="5596224" y="3459299"/>
                  </a:moveTo>
                  <a:lnTo>
                    <a:pt x="5616690" y="3494747"/>
                  </a:lnTo>
                  <a:lnTo>
                    <a:pt x="5581241" y="3515212"/>
                  </a:lnTo>
                  <a:lnTo>
                    <a:pt x="5560776" y="3479764"/>
                  </a:lnTo>
                  <a:lnTo>
                    <a:pt x="5596224" y="3459299"/>
                  </a:lnTo>
                  <a:close/>
                </a:path>
                <a:path w="6537959" h="5924550">
                  <a:moveTo>
                    <a:pt x="5654545" y="3558491"/>
                  </a:moveTo>
                  <a:lnTo>
                    <a:pt x="5675918" y="3595516"/>
                  </a:lnTo>
                  <a:lnTo>
                    <a:pt x="5638893" y="3616894"/>
                  </a:lnTo>
                  <a:lnTo>
                    <a:pt x="5617519" y="3579869"/>
                  </a:lnTo>
                  <a:lnTo>
                    <a:pt x="5654545" y="3558491"/>
                  </a:lnTo>
                  <a:close/>
                </a:path>
                <a:path w="6537959" h="5924550">
                  <a:moveTo>
                    <a:pt x="5712948" y="3657381"/>
                  </a:moveTo>
                  <a:lnTo>
                    <a:pt x="5735458" y="3696373"/>
                  </a:lnTo>
                  <a:lnTo>
                    <a:pt x="5696466" y="3718883"/>
                  </a:lnTo>
                  <a:lnTo>
                    <a:pt x="5673956" y="3679891"/>
                  </a:lnTo>
                  <a:lnTo>
                    <a:pt x="5712948" y="3657381"/>
                  </a:lnTo>
                  <a:close/>
                </a:path>
                <a:path w="6537959" h="5924550">
                  <a:moveTo>
                    <a:pt x="5771269" y="3756573"/>
                  </a:moveTo>
                  <a:lnTo>
                    <a:pt x="5794691" y="3797142"/>
                  </a:lnTo>
                  <a:lnTo>
                    <a:pt x="5754122" y="3820565"/>
                  </a:lnTo>
                  <a:lnTo>
                    <a:pt x="5730699" y="3779996"/>
                  </a:lnTo>
                  <a:lnTo>
                    <a:pt x="5771269" y="3756573"/>
                  </a:lnTo>
                  <a:close/>
                </a:path>
                <a:path w="6537959" h="5924550">
                  <a:moveTo>
                    <a:pt x="5829676" y="3855458"/>
                  </a:moveTo>
                  <a:lnTo>
                    <a:pt x="5854236" y="3897994"/>
                  </a:lnTo>
                  <a:lnTo>
                    <a:pt x="5811695" y="3922554"/>
                  </a:lnTo>
                  <a:lnTo>
                    <a:pt x="5787136" y="3880018"/>
                  </a:lnTo>
                  <a:lnTo>
                    <a:pt x="5829676" y="3855458"/>
                  </a:lnTo>
                  <a:close/>
                </a:path>
                <a:path w="6537959" h="5924550">
                  <a:moveTo>
                    <a:pt x="5887992" y="3954651"/>
                  </a:moveTo>
                  <a:lnTo>
                    <a:pt x="5913460" y="3998768"/>
                  </a:lnTo>
                  <a:lnTo>
                    <a:pt x="5869347" y="4024236"/>
                  </a:lnTo>
                  <a:lnTo>
                    <a:pt x="5843879" y="3980122"/>
                  </a:lnTo>
                  <a:lnTo>
                    <a:pt x="5887992" y="3954651"/>
                  </a:lnTo>
                  <a:close/>
                </a:path>
                <a:path w="6537959" h="5924550">
                  <a:moveTo>
                    <a:pt x="5946396" y="4053536"/>
                  </a:moveTo>
                  <a:lnTo>
                    <a:pt x="5973005" y="4099620"/>
                  </a:lnTo>
                  <a:lnTo>
                    <a:pt x="5926920" y="4126229"/>
                  </a:lnTo>
                  <a:lnTo>
                    <a:pt x="5900311" y="4080145"/>
                  </a:lnTo>
                  <a:lnTo>
                    <a:pt x="5946396" y="4053536"/>
                  </a:lnTo>
                  <a:close/>
                </a:path>
                <a:path w="6537959" h="5924550">
                  <a:moveTo>
                    <a:pt x="6004803" y="4152421"/>
                  </a:moveTo>
                  <a:lnTo>
                    <a:pt x="6032545" y="4200477"/>
                  </a:lnTo>
                  <a:lnTo>
                    <a:pt x="5984494" y="4228218"/>
                  </a:lnTo>
                  <a:lnTo>
                    <a:pt x="5956748" y="4180167"/>
                  </a:lnTo>
                  <a:lnTo>
                    <a:pt x="6004803" y="4152421"/>
                  </a:lnTo>
                  <a:close/>
                </a:path>
                <a:path w="6537959" h="5924550">
                  <a:moveTo>
                    <a:pt x="6063124" y="4251613"/>
                  </a:moveTo>
                  <a:lnTo>
                    <a:pt x="6091778" y="4301246"/>
                  </a:lnTo>
                  <a:lnTo>
                    <a:pt x="6042149" y="4329900"/>
                  </a:lnTo>
                  <a:lnTo>
                    <a:pt x="6013496" y="4280267"/>
                  </a:lnTo>
                  <a:lnTo>
                    <a:pt x="6063124" y="4251613"/>
                  </a:lnTo>
                  <a:close/>
                </a:path>
                <a:path w="6537959" h="5924550">
                  <a:moveTo>
                    <a:pt x="6121527" y="4350498"/>
                  </a:moveTo>
                  <a:lnTo>
                    <a:pt x="6151318" y="4402098"/>
                  </a:lnTo>
                  <a:lnTo>
                    <a:pt x="6099718" y="4431889"/>
                  </a:lnTo>
                  <a:lnTo>
                    <a:pt x="6069928" y="4380289"/>
                  </a:lnTo>
                  <a:lnTo>
                    <a:pt x="6121527" y="4350498"/>
                  </a:lnTo>
                  <a:close/>
                </a:path>
                <a:path w="6537959" h="5924550">
                  <a:moveTo>
                    <a:pt x="6179848" y="4449695"/>
                  </a:moveTo>
                  <a:lnTo>
                    <a:pt x="6210546" y="4502872"/>
                  </a:lnTo>
                  <a:lnTo>
                    <a:pt x="6157374" y="4533571"/>
                  </a:lnTo>
                  <a:lnTo>
                    <a:pt x="6126676" y="4480394"/>
                  </a:lnTo>
                  <a:lnTo>
                    <a:pt x="6179848" y="4449695"/>
                  </a:lnTo>
                  <a:close/>
                </a:path>
                <a:path w="6537959" h="5924550">
                  <a:moveTo>
                    <a:pt x="6238251" y="4548581"/>
                  </a:moveTo>
                  <a:lnTo>
                    <a:pt x="6270087" y="4603724"/>
                  </a:lnTo>
                  <a:lnTo>
                    <a:pt x="6214948" y="4635560"/>
                  </a:lnTo>
                  <a:lnTo>
                    <a:pt x="6183112" y="4580416"/>
                  </a:lnTo>
                  <a:lnTo>
                    <a:pt x="6238251" y="4548581"/>
                  </a:lnTo>
                  <a:close/>
                </a:path>
                <a:path w="6537959" h="5924550">
                  <a:moveTo>
                    <a:pt x="6296654" y="4647466"/>
                  </a:moveTo>
                  <a:lnTo>
                    <a:pt x="6329627" y="4704576"/>
                  </a:lnTo>
                  <a:lnTo>
                    <a:pt x="6272512" y="4737549"/>
                  </a:lnTo>
                  <a:lnTo>
                    <a:pt x="6239539" y="4680438"/>
                  </a:lnTo>
                  <a:lnTo>
                    <a:pt x="6296654" y="4647466"/>
                  </a:lnTo>
                  <a:close/>
                </a:path>
                <a:path w="6537959" h="5924550">
                  <a:moveTo>
                    <a:pt x="6354975" y="4746658"/>
                  </a:moveTo>
                  <a:lnTo>
                    <a:pt x="6388860" y="4805350"/>
                  </a:lnTo>
                  <a:lnTo>
                    <a:pt x="6330172" y="4839235"/>
                  </a:lnTo>
                  <a:lnTo>
                    <a:pt x="6296288" y="4780543"/>
                  </a:lnTo>
                  <a:lnTo>
                    <a:pt x="6354975" y="4746658"/>
                  </a:lnTo>
                  <a:close/>
                </a:path>
                <a:path w="6537959" h="5924550">
                  <a:moveTo>
                    <a:pt x="6413378" y="4845548"/>
                  </a:moveTo>
                  <a:lnTo>
                    <a:pt x="6448395" y="4906202"/>
                  </a:lnTo>
                  <a:lnTo>
                    <a:pt x="6387741" y="4941219"/>
                  </a:lnTo>
                  <a:lnTo>
                    <a:pt x="6352724" y="4880565"/>
                  </a:lnTo>
                  <a:lnTo>
                    <a:pt x="6413378" y="4845548"/>
                  </a:lnTo>
                  <a:close/>
                </a:path>
                <a:path w="6537959" h="5924550">
                  <a:moveTo>
                    <a:pt x="6471781" y="4944433"/>
                  </a:moveTo>
                  <a:lnTo>
                    <a:pt x="6507940" y="5007054"/>
                  </a:lnTo>
                  <a:lnTo>
                    <a:pt x="6445315" y="5043213"/>
                  </a:lnTo>
                  <a:lnTo>
                    <a:pt x="6409156" y="4980587"/>
                  </a:lnTo>
                  <a:lnTo>
                    <a:pt x="6471781" y="4944433"/>
                  </a:lnTo>
                  <a:close/>
                </a:path>
                <a:path w="6537959" h="5924550">
                  <a:moveTo>
                    <a:pt x="6537666" y="5847849"/>
                  </a:moveTo>
                  <a:lnTo>
                    <a:pt x="6537666" y="5924049"/>
                  </a:lnTo>
                  <a:lnTo>
                    <a:pt x="6504749" y="5860549"/>
                  </a:lnTo>
                  <a:lnTo>
                    <a:pt x="6537666" y="5847849"/>
                  </a:lnTo>
                  <a:close/>
                </a:path>
                <a:path w="6537959" h="5924550">
                  <a:moveTo>
                    <a:pt x="6478277" y="5873249"/>
                  </a:moveTo>
                  <a:lnTo>
                    <a:pt x="6509047" y="5924049"/>
                  </a:lnTo>
                  <a:lnTo>
                    <a:pt x="6404621" y="5924049"/>
                  </a:lnTo>
                  <a:lnTo>
                    <a:pt x="6478277" y="5873249"/>
                  </a:lnTo>
                  <a:close/>
                </a:path>
                <a:path w="6537959" h="5924550">
                  <a:moveTo>
                    <a:pt x="6319434" y="5835149"/>
                  </a:moveTo>
                  <a:lnTo>
                    <a:pt x="6360820" y="5911349"/>
                  </a:lnTo>
                  <a:lnTo>
                    <a:pt x="6321827" y="5924049"/>
                  </a:lnTo>
                  <a:lnTo>
                    <a:pt x="6278237" y="5924049"/>
                  </a:lnTo>
                  <a:lnTo>
                    <a:pt x="6247750" y="5873249"/>
                  </a:lnTo>
                  <a:lnTo>
                    <a:pt x="6319434" y="5835149"/>
                  </a:lnTo>
                  <a:close/>
                </a:path>
                <a:path w="6537959" h="5924550">
                  <a:moveTo>
                    <a:pt x="6218912" y="5898649"/>
                  </a:moveTo>
                  <a:lnTo>
                    <a:pt x="6239637" y="5924049"/>
                  </a:lnTo>
                  <a:lnTo>
                    <a:pt x="6156741" y="5924049"/>
                  </a:lnTo>
                  <a:lnTo>
                    <a:pt x="6218912" y="5898649"/>
                  </a:lnTo>
                  <a:close/>
                </a:path>
                <a:path w="6537959" h="5924550">
                  <a:moveTo>
                    <a:pt x="6060070" y="5847849"/>
                  </a:moveTo>
                  <a:lnTo>
                    <a:pt x="6100093" y="5924049"/>
                  </a:lnTo>
                  <a:lnTo>
                    <a:pt x="6011976" y="5924049"/>
                  </a:lnTo>
                  <a:lnTo>
                    <a:pt x="5990746" y="5898649"/>
                  </a:lnTo>
                  <a:lnTo>
                    <a:pt x="6060070" y="5847849"/>
                  </a:lnTo>
                  <a:close/>
                </a:path>
                <a:path w="6537959" h="5924550">
                  <a:moveTo>
                    <a:pt x="5959553" y="5911349"/>
                  </a:moveTo>
                  <a:lnTo>
                    <a:pt x="5970231" y="5924049"/>
                  </a:lnTo>
                  <a:lnTo>
                    <a:pt x="5927518" y="5924049"/>
                  </a:lnTo>
                  <a:lnTo>
                    <a:pt x="5959553" y="5911349"/>
                  </a:lnTo>
                  <a:close/>
                </a:path>
                <a:path w="6537959" h="5924550">
                  <a:moveTo>
                    <a:pt x="5901227" y="5809749"/>
                  </a:moveTo>
                  <a:lnTo>
                    <a:pt x="5940114" y="5885949"/>
                  </a:lnTo>
                  <a:lnTo>
                    <a:pt x="5872766" y="5924049"/>
                  </a:lnTo>
                  <a:lnTo>
                    <a:pt x="5833880" y="5847849"/>
                  </a:lnTo>
                  <a:lnTo>
                    <a:pt x="5901227" y="5809749"/>
                  </a:lnTo>
                  <a:close/>
                </a:path>
                <a:path w="6537959" h="5924550">
                  <a:moveTo>
                    <a:pt x="5800710" y="5873249"/>
                  </a:moveTo>
                  <a:lnTo>
                    <a:pt x="5834998" y="5924049"/>
                  </a:lnTo>
                  <a:lnTo>
                    <a:pt x="5745723" y="5924049"/>
                  </a:lnTo>
                  <a:lnTo>
                    <a:pt x="5733752" y="5911349"/>
                  </a:lnTo>
                  <a:lnTo>
                    <a:pt x="5800710" y="5873249"/>
                  </a:lnTo>
                  <a:close/>
                </a:path>
                <a:path w="6537959" h="5924550">
                  <a:moveTo>
                    <a:pt x="5641785" y="5835149"/>
                  </a:moveTo>
                  <a:lnTo>
                    <a:pt x="5679081" y="5898649"/>
                  </a:lnTo>
                  <a:lnTo>
                    <a:pt x="5617789" y="5924049"/>
                  </a:lnTo>
                  <a:lnTo>
                    <a:pt x="5613376" y="5924049"/>
                  </a:lnTo>
                  <a:lnTo>
                    <a:pt x="5577188" y="5873249"/>
                  </a:lnTo>
                  <a:lnTo>
                    <a:pt x="5641785" y="5835149"/>
                  </a:lnTo>
                  <a:close/>
                </a:path>
                <a:path w="6537959" h="5924550">
                  <a:moveTo>
                    <a:pt x="5541264" y="5885949"/>
                  </a:moveTo>
                  <a:lnTo>
                    <a:pt x="5565326" y="5924049"/>
                  </a:lnTo>
                  <a:lnTo>
                    <a:pt x="5477061" y="5924049"/>
                  </a:lnTo>
                  <a:lnTo>
                    <a:pt x="5541264" y="5885949"/>
                  </a:lnTo>
                  <a:close/>
                </a:path>
                <a:path w="6537959" h="5924550">
                  <a:moveTo>
                    <a:pt x="5382426" y="5847849"/>
                  </a:moveTo>
                  <a:lnTo>
                    <a:pt x="5418356" y="5911349"/>
                  </a:lnTo>
                  <a:lnTo>
                    <a:pt x="5383118" y="5924049"/>
                  </a:lnTo>
                  <a:lnTo>
                    <a:pt x="5347121" y="5924049"/>
                  </a:lnTo>
                  <a:lnTo>
                    <a:pt x="5320190" y="5885949"/>
                  </a:lnTo>
                  <a:lnTo>
                    <a:pt x="5382426" y="5847849"/>
                  </a:lnTo>
                  <a:close/>
                </a:path>
                <a:path w="6537959" h="5924550">
                  <a:moveTo>
                    <a:pt x="5281987" y="5911349"/>
                  </a:moveTo>
                  <a:lnTo>
                    <a:pt x="5296184" y="5924049"/>
                  </a:lnTo>
                  <a:lnTo>
                    <a:pt x="5239399" y="5924049"/>
                  </a:lnTo>
                  <a:lnTo>
                    <a:pt x="5281987" y="5911349"/>
                  </a:lnTo>
                  <a:close/>
                </a:path>
                <a:path w="6537959" h="5924550">
                  <a:moveTo>
                    <a:pt x="5123058" y="5860549"/>
                  </a:moveTo>
                  <a:lnTo>
                    <a:pt x="5157626" y="5924049"/>
                  </a:lnTo>
                  <a:lnTo>
                    <a:pt x="5080867" y="5924049"/>
                  </a:lnTo>
                  <a:lnTo>
                    <a:pt x="5063197" y="5898649"/>
                  </a:lnTo>
                  <a:lnTo>
                    <a:pt x="5123058" y="5860549"/>
                  </a:lnTo>
                  <a:close/>
                </a:path>
                <a:path w="6537959" h="5924550">
                  <a:moveTo>
                    <a:pt x="4863699" y="5885949"/>
                  </a:moveTo>
                  <a:lnTo>
                    <a:pt x="4891282" y="5924049"/>
                  </a:lnTo>
                  <a:lnTo>
                    <a:pt x="4814608" y="5924049"/>
                  </a:lnTo>
                  <a:lnTo>
                    <a:pt x="4806195" y="5911349"/>
                  </a:lnTo>
                  <a:lnTo>
                    <a:pt x="4863699" y="5885949"/>
                  </a:lnTo>
                  <a:close/>
                </a:path>
                <a:path w="6537959" h="5924550">
                  <a:moveTo>
                    <a:pt x="4704775" y="5847849"/>
                  </a:moveTo>
                  <a:lnTo>
                    <a:pt x="4736615" y="5898649"/>
                  </a:lnTo>
                  <a:lnTo>
                    <a:pt x="4681467" y="5924049"/>
                  </a:lnTo>
                  <a:lnTo>
                    <a:pt x="4649632" y="5873249"/>
                  </a:lnTo>
                  <a:lnTo>
                    <a:pt x="4704775" y="5847849"/>
                  </a:lnTo>
                  <a:close/>
                </a:path>
                <a:path w="6537959" h="5924550">
                  <a:moveTo>
                    <a:pt x="4604337" y="5898649"/>
                  </a:moveTo>
                  <a:lnTo>
                    <a:pt x="4621873" y="5924049"/>
                  </a:lnTo>
                  <a:lnTo>
                    <a:pt x="4551735" y="5924049"/>
                  </a:lnTo>
                  <a:lnTo>
                    <a:pt x="4604337" y="5898649"/>
                  </a:lnTo>
                  <a:close/>
                </a:path>
                <a:path w="6537959" h="5924550">
                  <a:moveTo>
                    <a:pt x="4445416" y="5860549"/>
                  </a:moveTo>
                  <a:lnTo>
                    <a:pt x="4475890" y="5911349"/>
                  </a:lnTo>
                  <a:lnTo>
                    <a:pt x="4444406" y="5924049"/>
                  </a:lnTo>
                  <a:lnTo>
                    <a:pt x="4416014" y="5924049"/>
                  </a:lnTo>
                  <a:lnTo>
                    <a:pt x="4392638" y="5885949"/>
                  </a:lnTo>
                  <a:lnTo>
                    <a:pt x="4445416" y="5860549"/>
                  </a:lnTo>
                  <a:close/>
                </a:path>
                <a:path w="6537959" h="5924550">
                  <a:moveTo>
                    <a:pt x="4186052" y="5873249"/>
                  </a:moveTo>
                  <a:lnTo>
                    <a:pt x="4215160" y="5924049"/>
                  </a:lnTo>
                  <a:lnTo>
                    <a:pt x="4149751" y="5924049"/>
                  </a:lnTo>
                  <a:lnTo>
                    <a:pt x="4135635" y="5911349"/>
                  </a:lnTo>
                  <a:lnTo>
                    <a:pt x="4186052" y="5873249"/>
                  </a:lnTo>
                  <a:close/>
                </a:path>
                <a:path w="6537959" h="5924550">
                  <a:moveTo>
                    <a:pt x="3926686" y="5898649"/>
                  </a:moveTo>
                  <a:lnTo>
                    <a:pt x="3947558" y="5924049"/>
                  </a:lnTo>
                  <a:lnTo>
                    <a:pt x="3878635" y="5924049"/>
                  </a:lnTo>
                  <a:lnTo>
                    <a:pt x="3926686" y="5898649"/>
                  </a:lnTo>
                  <a:close/>
                </a:path>
                <a:path w="6537959" h="5924550">
                  <a:moveTo>
                    <a:pt x="3767848" y="5847849"/>
                  </a:moveTo>
                  <a:lnTo>
                    <a:pt x="3794452" y="5898649"/>
                  </a:lnTo>
                  <a:lnTo>
                    <a:pt x="3748368" y="5924049"/>
                  </a:lnTo>
                  <a:lnTo>
                    <a:pt x="3721763" y="5885949"/>
                  </a:lnTo>
                  <a:lnTo>
                    <a:pt x="3767848" y="5847849"/>
                  </a:lnTo>
                  <a:close/>
                </a:path>
                <a:path w="6537959" h="5924550">
                  <a:moveTo>
                    <a:pt x="3667325" y="5911349"/>
                  </a:moveTo>
                  <a:lnTo>
                    <a:pt x="3678150" y="5924049"/>
                  </a:lnTo>
                  <a:lnTo>
                    <a:pt x="3634844" y="5924049"/>
                  </a:lnTo>
                  <a:lnTo>
                    <a:pt x="3667325" y="5911349"/>
                  </a:lnTo>
                  <a:close/>
                </a:path>
                <a:path w="6537959" h="5924550">
                  <a:moveTo>
                    <a:pt x="3508399" y="5873249"/>
                  </a:moveTo>
                  <a:lnTo>
                    <a:pt x="3533413" y="5911349"/>
                  </a:lnTo>
                  <a:lnTo>
                    <a:pt x="3505680" y="5924049"/>
                  </a:lnTo>
                  <a:lnTo>
                    <a:pt x="3484891" y="5924049"/>
                  </a:lnTo>
                  <a:lnTo>
                    <a:pt x="3465075" y="5898649"/>
                  </a:lnTo>
                  <a:lnTo>
                    <a:pt x="3508399" y="5873249"/>
                  </a:lnTo>
                  <a:close/>
                </a:path>
                <a:path w="6537959" h="5924550">
                  <a:moveTo>
                    <a:pt x="3249038" y="5885949"/>
                  </a:moveTo>
                  <a:lnTo>
                    <a:pt x="3272685" y="5924049"/>
                  </a:lnTo>
                  <a:lnTo>
                    <a:pt x="3218630" y="5924049"/>
                  </a:lnTo>
                  <a:lnTo>
                    <a:pt x="3208074" y="5911349"/>
                  </a:lnTo>
                  <a:lnTo>
                    <a:pt x="3249038" y="5885949"/>
                  </a:lnTo>
                  <a:close/>
                </a:path>
                <a:path w="6537959" h="5924550">
                  <a:moveTo>
                    <a:pt x="2989671" y="5911349"/>
                  </a:moveTo>
                  <a:lnTo>
                    <a:pt x="3003838" y="5924049"/>
                  </a:lnTo>
                  <a:lnTo>
                    <a:pt x="2951069" y="5924049"/>
                  </a:lnTo>
                  <a:lnTo>
                    <a:pt x="2989671" y="5911349"/>
                  </a:lnTo>
                  <a:close/>
                </a:path>
                <a:path w="6537959" h="5924550">
                  <a:moveTo>
                    <a:pt x="2830827" y="5860549"/>
                  </a:moveTo>
                  <a:lnTo>
                    <a:pt x="2851976" y="5898649"/>
                  </a:lnTo>
                  <a:lnTo>
                    <a:pt x="2815345" y="5924049"/>
                  </a:lnTo>
                  <a:lnTo>
                    <a:pt x="2794196" y="5885949"/>
                  </a:lnTo>
                  <a:lnTo>
                    <a:pt x="2830827" y="5860549"/>
                  </a:lnTo>
                  <a:close/>
                </a:path>
                <a:path w="6537959" h="5924550">
                  <a:moveTo>
                    <a:pt x="2571378" y="5885949"/>
                  </a:moveTo>
                  <a:lnTo>
                    <a:pt x="2590936" y="5911349"/>
                  </a:lnTo>
                  <a:lnTo>
                    <a:pt x="2566955" y="5924049"/>
                  </a:lnTo>
                  <a:lnTo>
                    <a:pt x="2553769" y="5924049"/>
                  </a:lnTo>
                  <a:lnTo>
                    <a:pt x="2537507" y="5898649"/>
                  </a:lnTo>
                  <a:lnTo>
                    <a:pt x="2571378" y="5885949"/>
                  </a:lnTo>
                  <a:close/>
                </a:path>
                <a:path w="6537959" h="5924550">
                  <a:moveTo>
                    <a:pt x="2312013" y="5898649"/>
                  </a:moveTo>
                  <a:lnTo>
                    <a:pt x="2329519" y="5924049"/>
                  </a:lnTo>
                  <a:lnTo>
                    <a:pt x="2280508" y="5924049"/>
                  </a:lnTo>
                  <a:lnTo>
                    <a:pt x="2312013" y="5898649"/>
                  </a:lnTo>
                  <a:close/>
                </a:path>
                <a:path w="6537959" h="5924550">
                  <a:moveTo>
                    <a:pt x="2052652" y="5911349"/>
                  </a:moveTo>
                  <a:lnTo>
                    <a:pt x="2060112" y="5924049"/>
                  </a:lnTo>
                  <a:lnTo>
                    <a:pt x="2030281" y="5924049"/>
                  </a:lnTo>
                  <a:lnTo>
                    <a:pt x="2052652" y="5911349"/>
                  </a:lnTo>
                  <a:close/>
                </a:path>
                <a:path w="6537959" h="5924550">
                  <a:moveTo>
                    <a:pt x="1893809" y="5873249"/>
                  </a:moveTo>
                  <a:lnTo>
                    <a:pt x="1909497" y="5898649"/>
                  </a:lnTo>
                  <a:lnTo>
                    <a:pt x="1882324" y="5924049"/>
                  </a:lnTo>
                  <a:lnTo>
                    <a:pt x="1866631" y="5885949"/>
                  </a:lnTo>
                  <a:lnTo>
                    <a:pt x="1893809" y="5873249"/>
                  </a:lnTo>
                  <a:close/>
                </a:path>
                <a:path w="6537959" h="5924550">
                  <a:moveTo>
                    <a:pt x="1634360" y="5898649"/>
                  </a:moveTo>
                  <a:lnTo>
                    <a:pt x="1648457" y="5924049"/>
                  </a:lnTo>
                  <a:lnTo>
                    <a:pt x="1622645" y="5924049"/>
                  </a:lnTo>
                  <a:lnTo>
                    <a:pt x="1609942" y="5911349"/>
                  </a:lnTo>
                  <a:lnTo>
                    <a:pt x="1634360" y="5898649"/>
                  </a:lnTo>
                  <a:close/>
                </a:path>
                <a:path w="6537959" h="5924550">
                  <a:moveTo>
                    <a:pt x="1375079" y="5911349"/>
                  </a:moveTo>
                  <a:lnTo>
                    <a:pt x="1386054" y="5924049"/>
                  </a:lnTo>
                  <a:lnTo>
                    <a:pt x="1352628" y="5924049"/>
                  </a:lnTo>
                  <a:lnTo>
                    <a:pt x="1375079" y="5911349"/>
                  </a:lnTo>
                  <a:close/>
                </a:path>
                <a:path w="6537959" h="5924550">
                  <a:moveTo>
                    <a:pt x="4964138" y="5822449"/>
                  </a:moveTo>
                  <a:lnTo>
                    <a:pt x="4997335" y="5885949"/>
                  </a:lnTo>
                  <a:lnTo>
                    <a:pt x="4939830" y="5911349"/>
                  </a:lnTo>
                  <a:lnTo>
                    <a:pt x="4906629" y="5860549"/>
                  </a:lnTo>
                  <a:lnTo>
                    <a:pt x="4964138" y="5822449"/>
                  </a:lnTo>
                  <a:close/>
                </a:path>
                <a:path w="6537959" h="5924550">
                  <a:moveTo>
                    <a:pt x="4027209" y="5835149"/>
                  </a:moveTo>
                  <a:lnTo>
                    <a:pt x="4055180" y="5885949"/>
                  </a:lnTo>
                  <a:lnTo>
                    <a:pt x="4006734" y="5911349"/>
                  </a:lnTo>
                  <a:lnTo>
                    <a:pt x="3978764" y="5860549"/>
                  </a:lnTo>
                  <a:lnTo>
                    <a:pt x="4027209" y="5835149"/>
                  </a:lnTo>
                  <a:close/>
                </a:path>
                <a:path w="6537959" h="5924550">
                  <a:moveTo>
                    <a:pt x="3090188" y="5847849"/>
                  </a:moveTo>
                  <a:lnTo>
                    <a:pt x="3112704" y="5885949"/>
                  </a:lnTo>
                  <a:lnTo>
                    <a:pt x="3073712" y="5911349"/>
                  </a:lnTo>
                  <a:lnTo>
                    <a:pt x="3051197" y="5873249"/>
                  </a:lnTo>
                  <a:lnTo>
                    <a:pt x="3090188" y="5847849"/>
                  </a:lnTo>
                  <a:close/>
                </a:path>
                <a:path w="6537959" h="5924550">
                  <a:moveTo>
                    <a:pt x="2153170" y="5860549"/>
                  </a:moveTo>
                  <a:lnTo>
                    <a:pt x="2170225" y="5885949"/>
                  </a:lnTo>
                  <a:lnTo>
                    <a:pt x="2140687" y="5911349"/>
                  </a:lnTo>
                  <a:lnTo>
                    <a:pt x="2123632" y="5873249"/>
                  </a:lnTo>
                  <a:lnTo>
                    <a:pt x="2153170" y="5860549"/>
                  </a:lnTo>
                  <a:close/>
                </a:path>
                <a:path w="6537959" h="5924550">
                  <a:moveTo>
                    <a:pt x="6160509" y="5797049"/>
                  </a:moveTo>
                  <a:lnTo>
                    <a:pt x="6200533" y="5860549"/>
                  </a:lnTo>
                  <a:lnTo>
                    <a:pt x="6131209" y="5898649"/>
                  </a:lnTo>
                  <a:lnTo>
                    <a:pt x="6091186" y="5835149"/>
                  </a:lnTo>
                  <a:lnTo>
                    <a:pt x="6160509" y="5797049"/>
                  </a:lnTo>
                  <a:close/>
                </a:path>
                <a:path w="6537959" h="5924550">
                  <a:moveTo>
                    <a:pt x="5223584" y="5809749"/>
                  </a:moveTo>
                  <a:lnTo>
                    <a:pt x="5258377" y="5873249"/>
                  </a:lnTo>
                  <a:lnTo>
                    <a:pt x="5198112" y="5898649"/>
                  </a:lnTo>
                  <a:lnTo>
                    <a:pt x="5163320" y="5847849"/>
                  </a:lnTo>
                  <a:lnTo>
                    <a:pt x="5223584" y="5809749"/>
                  </a:lnTo>
                  <a:close/>
                </a:path>
                <a:path w="6537959" h="5924550">
                  <a:moveTo>
                    <a:pt x="4286574" y="5822449"/>
                  </a:moveTo>
                  <a:lnTo>
                    <a:pt x="4315906" y="5873249"/>
                  </a:lnTo>
                  <a:lnTo>
                    <a:pt x="4265100" y="5898649"/>
                  </a:lnTo>
                  <a:lnTo>
                    <a:pt x="4235763" y="5847849"/>
                  </a:lnTo>
                  <a:lnTo>
                    <a:pt x="4286574" y="5822449"/>
                  </a:lnTo>
                  <a:close/>
                </a:path>
                <a:path w="6537959" h="5924550">
                  <a:moveTo>
                    <a:pt x="3349556" y="5835149"/>
                  </a:moveTo>
                  <a:lnTo>
                    <a:pt x="3373433" y="5873249"/>
                  </a:lnTo>
                  <a:lnTo>
                    <a:pt x="3332075" y="5898649"/>
                  </a:lnTo>
                  <a:lnTo>
                    <a:pt x="3308199" y="5847849"/>
                  </a:lnTo>
                  <a:lnTo>
                    <a:pt x="3349556" y="5835149"/>
                  </a:lnTo>
                  <a:close/>
                </a:path>
                <a:path w="6537959" h="5924550">
                  <a:moveTo>
                    <a:pt x="1216153" y="5873249"/>
                  </a:moveTo>
                  <a:lnTo>
                    <a:pt x="1227748" y="5885949"/>
                  </a:lnTo>
                  <a:lnTo>
                    <a:pt x="1207663" y="5898649"/>
                  </a:lnTo>
                  <a:lnTo>
                    <a:pt x="1196069" y="5885949"/>
                  </a:lnTo>
                  <a:lnTo>
                    <a:pt x="1216153" y="5873249"/>
                  </a:lnTo>
                  <a:close/>
                </a:path>
                <a:path w="6537959" h="5924550">
                  <a:moveTo>
                    <a:pt x="6419956" y="5771649"/>
                  </a:moveTo>
                  <a:lnTo>
                    <a:pt x="6461571" y="5847849"/>
                  </a:lnTo>
                  <a:lnTo>
                    <a:pt x="6389492" y="5885949"/>
                  </a:lnTo>
                  <a:lnTo>
                    <a:pt x="6347877" y="5822449"/>
                  </a:lnTo>
                  <a:lnTo>
                    <a:pt x="6419956" y="5771649"/>
                  </a:lnTo>
                  <a:close/>
                </a:path>
                <a:path w="6537959" h="5924550">
                  <a:moveTo>
                    <a:pt x="5482943" y="5784349"/>
                  </a:moveTo>
                  <a:lnTo>
                    <a:pt x="5519102" y="5847849"/>
                  </a:lnTo>
                  <a:lnTo>
                    <a:pt x="5456476" y="5885949"/>
                  </a:lnTo>
                  <a:lnTo>
                    <a:pt x="5420318" y="5822449"/>
                  </a:lnTo>
                  <a:lnTo>
                    <a:pt x="5482943" y="5784349"/>
                  </a:lnTo>
                  <a:close/>
                </a:path>
                <a:path w="6537959" h="5924550">
                  <a:moveTo>
                    <a:pt x="4545933" y="5797049"/>
                  </a:moveTo>
                  <a:lnTo>
                    <a:pt x="4576632" y="5860549"/>
                  </a:lnTo>
                  <a:lnTo>
                    <a:pt x="4523464" y="5885949"/>
                  </a:lnTo>
                  <a:lnTo>
                    <a:pt x="4492766" y="5835149"/>
                  </a:lnTo>
                  <a:lnTo>
                    <a:pt x="4545933" y="5797049"/>
                  </a:lnTo>
                  <a:close/>
                </a:path>
                <a:path w="6537959" h="5924550">
                  <a:moveTo>
                    <a:pt x="3608917" y="5809749"/>
                  </a:moveTo>
                  <a:lnTo>
                    <a:pt x="3634160" y="5860549"/>
                  </a:lnTo>
                  <a:lnTo>
                    <a:pt x="3590441" y="5885949"/>
                  </a:lnTo>
                  <a:lnTo>
                    <a:pt x="3565199" y="5835149"/>
                  </a:lnTo>
                  <a:lnTo>
                    <a:pt x="3608917" y="5809749"/>
                  </a:lnTo>
                  <a:close/>
                </a:path>
                <a:path w="6537959" h="5924550">
                  <a:moveTo>
                    <a:pt x="2412536" y="5847849"/>
                  </a:moveTo>
                  <a:lnTo>
                    <a:pt x="2430957" y="5873249"/>
                  </a:lnTo>
                  <a:lnTo>
                    <a:pt x="2399053" y="5885949"/>
                  </a:lnTo>
                  <a:lnTo>
                    <a:pt x="2380632" y="5860549"/>
                  </a:lnTo>
                  <a:lnTo>
                    <a:pt x="2412536" y="5847849"/>
                  </a:lnTo>
                  <a:close/>
                </a:path>
                <a:path w="6537959" h="5924550">
                  <a:moveTo>
                    <a:pt x="1475520" y="5847849"/>
                  </a:moveTo>
                  <a:lnTo>
                    <a:pt x="1488480" y="5873249"/>
                  </a:lnTo>
                  <a:lnTo>
                    <a:pt x="1466029" y="5885949"/>
                  </a:lnTo>
                  <a:lnTo>
                    <a:pt x="1453069" y="5860549"/>
                  </a:lnTo>
                  <a:lnTo>
                    <a:pt x="1475520" y="5847849"/>
                  </a:lnTo>
                  <a:close/>
                </a:path>
                <a:path w="6537959" h="5924550">
                  <a:moveTo>
                    <a:pt x="5742302" y="5771649"/>
                  </a:moveTo>
                  <a:lnTo>
                    <a:pt x="5779827" y="5835149"/>
                  </a:lnTo>
                  <a:lnTo>
                    <a:pt x="5714841" y="5873249"/>
                  </a:lnTo>
                  <a:lnTo>
                    <a:pt x="5677316" y="5809749"/>
                  </a:lnTo>
                  <a:lnTo>
                    <a:pt x="5742302" y="5771649"/>
                  </a:lnTo>
                  <a:close/>
                </a:path>
                <a:path w="6537959" h="5924550">
                  <a:moveTo>
                    <a:pt x="4805296" y="5784349"/>
                  </a:moveTo>
                  <a:lnTo>
                    <a:pt x="4837356" y="5835149"/>
                  </a:lnTo>
                  <a:lnTo>
                    <a:pt x="4781823" y="5873249"/>
                  </a:lnTo>
                  <a:lnTo>
                    <a:pt x="4749763" y="5809749"/>
                  </a:lnTo>
                  <a:lnTo>
                    <a:pt x="4805296" y="5784349"/>
                  </a:lnTo>
                  <a:close/>
                </a:path>
                <a:path w="6537959" h="5924550">
                  <a:moveTo>
                    <a:pt x="3868366" y="5797049"/>
                  </a:moveTo>
                  <a:lnTo>
                    <a:pt x="3895199" y="5847849"/>
                  </a:lnTo>
                  <a:lnTo>
                    <a:pt x="3848725" y="5873249"/>
                  </a:lnTo>
                  <a:lnTo>
                    <a:pt x="3821892" y="5822449"/>
                  </a:lnTo>
                  <a:lnTo>
                    <a:pt x="3868366" y="5797049"/>
                  </a:lnTo>
                  <a:close/>
                </a:path>
                <a:path w="6537959" h="5924550">
                  <a:moveTo>
                    <a:pt x="2671902" y="5822449"/>
                  </a:moveTo>
                  <a:lnTo>
                    <a:pt x="2691689" y="5860549"/>
                  </a:lnTo>
                  <a:lnTo>
                    <a:pt x="2657419" y="5873249"/>
                  </a:lnTo>
                  <a:lnTo>
                    <a:pt x="2637632" y="5847849"/>
                  </a:lnTo>
                  <a:lnTo>
                    <a:pt x="2671902" y="5822449"/>
                  </a:lnTo>
                  <a:close/>
                </a:path>
                <a:path w="6537959" h="5924550">
                  <a:moveTo>
                    <a:pt x="1734882" y="5835149"/>
                  </a:moveTo>
                  <a:lnTo>
                    <a:pt x="1749209" y="5860549"/>
                  </a:lnTo>
                  <a:lnTo>
                    <a:pt x="1724397" y="5873249"/>
                  </a:lnTo>
                  <a:lnTo>
                    <a:pt x="1710071" y="5847849"/>
                  </a:lnTo>
                  <a:lnTo>
                    <a:pt x="1734882" y="5835149"/>
                  </a:lnTo>
                  <a:close/>
                </a:path>
                <a:path w="6537959" h="5924550">
                  <a:moveTo>
                    <a:pt x="6001754" y="5758949"/>
                  </a:moveTo>
                  <a:lnTo>
                    <a:pt x="6040865" y="5822449"/>
                  </a:lnTo>
                  <a:lnTo>
                    <a:pt x="5973118" y="5860549"/>
                  </a:lnTo>
                  <a:lnTo>
                    <a:pt x="5934007" y="5797049"/>
                  </a:lnTo>
                  <a:lnTo>
                    <a:pt x="6001754" y="5758949"/>
                  </a:lnTo>
                  <a:close/>
                </a:path>
                <a:path w="6537959" h="5924550">
                  <a:moveTo>
                    <a:pt x="5064655" y="5771649"/>
                  </a:moveTo>
                  <a:lnTo>
                    <a:pt x="5098086" y="5822449"/>
                  </a:lnTo>
                  <a:lnTo>
                    <a:pt x="5040187" y="5860549"/>
                  </a:lnTo>
                  <a:lnTo>
                    <a:pt x="5006761" y="5797049"/>
                  </a:lnTo>
                  <a:lnTo>
                    <a:pt x="5064655" y="5771649"/>
                  </a:lnTo>
                  <a:close/>
                </a:path>
                <a:path w="6537959" h="5924550">
                  <a:moveTo>
                    <a:pt x="4127649" y="5771649"/>
                  </a:moveTo>
                  <a:lnTo>
                    <a:pt x="4155619" y="5822449"/>
                  </a:lnTo>
                  <a:lnTo>
                    <a:pt x="4107174" y="5860549"/>
                  </a:lnTo>
                  <a:lnTo>
                    <a:pt x="4079203" y="5809749"/>
                  </a:lnTo>
                  <a:lnTo>
                    <a:pt x="4127649" y="5771649"/>
                  </a:lnTo>
                  <a:close/>
                </a:path>
                <a:path w="6537959" h="5924550">
                  <a:moveTo>
                    <a:pt x="2931346" y="5809749"/>
                  </a:moveTo>
                  <a:lnTo>
                    <a:pt x="2952724" y="5847849"/>
                  </a:lnTo>
                  <a:lnTo>
                    <a:pt x="2915699" y="5860549"/>
                  </a:lnTo>
                  <a:lnTo>
                    <a:pt x="2894325" y="5822449"/>
                  </a:lnTo>
                  <a:lnTo>
                    <a:pt x="2931346" y="5809749"/>
                  </a:lnTo>
                  <a:close/>
                </a:path>
                <a:path w="6537959" h="5924550">
                  <a:moveTo>
                    <a:pt x="1994332" y="5822449"/>
                  </a:moveTo>
                  <a:lnTo>
                    <a:pt x="2010254" y="5847849"/>
                  </a:lnTo>
                  <a:lnTo>
                    <a:pt x="1982678" y="5860549"/>
                  </a:lnTo>
                  <a:lnTo>
                    <a:pt x="1966760" y="5835149"/>
                  </a:lnTo>
                  <a:lnTo>
                    <a:pt x="1994332" y="5822449"/>
                  </a:lnTo>
                  <a:close/>
                </a:path>
                <a:path w="6537959" h="5924550">
                  <a:moveTo>
                    <a:pt x="1039503" y="5835149"/>
                  </a:moveTo>
                  <a:lnTo>
                    <a:pt x="1057227" y="5835149"/>
                  </a:lnTo>
                  <a:lnTo>
                    <a:pt x="1067460" y="5847849"/>
                  </a:lnTo>
                  <a:lnTo>
                    <a:pt x="1049736" y="5860549"/>
                  </a:lnTo>
                  <a:lnTo>
                    <a:pt x="1039503" y="5835149"/>
                  </a:lnTo>
                  <a:close/>
                </a:path>
                <a:path w="6537959" h="5924550">
                  <a:moveTo>
                    <a:pt x="6261031" y="5733549"/>
                  </a:moveTo>
                  <a:lnTo>
                    <a:pt x="6301279" y="5809749"/>
                  </a:lnTo>
                  <a:lnTo>
                    <a:pt x="6231566" y="5847849"/>
                  </a:lnTo>
                  <a:lnTo>
                    <a:pt x="6191313" y="5771649"/>
                  </a:lnTo>
                  <a:lnTo>
                    <a:pt x="6261031" y="5733549"/>
                  </a:lnTo>
                  <a:close/>
                </a:path>
                <a:path w="6537959" h="5924550">
                  <a:moveTo>
                    <a:pt x="5324101" y="5746249"/>
                  </a:moveTo>
                  <a:lnTo>
                    <a:pt x="5359123" y="5809749"/>
                  </a:lnTo>
                  <a:lnTo>
                    <a:pt x="5298468" y="5847849"/>
                  </a:lnTo>
                  <a:lnTo>
                    <a:pt x="5263447" y="5784349"/>
                  </a:lnTo>
                  <a:lnTo>
                    <a:pt x="5324101" y="5746249"/>
                  </a:lnTo>
                  <a:close/>
                </a:path>
                <a:path w="6537959" h="5924550">
                  <a:moveTo>
                    <a:pt x="3190630" y="5784349"/>
                  </a:moveTo>
                  <a:lnTo>
                    <a:pt x="3213145" y="5822449"/>
                  </a:lnTo>
                  <a:lnTo>
                    <a:pt x="3174153" y="5847849"/>
                  </a:lnTo>
                  <a:lnTo>
                    <a:pt x="3151638" y="5809749"/>
                  </a:lnTo>
                  <a:lnTo>
                    <a:pt x="3190630" y="5784349"/>
                  </a:lnTo>
                  <a:close/>
                </a:path>
                <a:path w="6537959" h="5924550">
                  <a:moveTo>
                    <a:pt x="2253697" y="5797049"/>
                  </a:moveTo>
                  <a:lnTo>
                    <a:pt x="2270981" y="5835149"/>
                  </a:lnTo>
                  <a:lnTo>
                    <a:pt x="2241044" y="5847849"/>
                  </a:lnTo>
                  <a:lnTo>
                    <a:pt x="2223760" y="5822449"/>
                  </a:lnTo>
                  <a:lnTo>
                    <a:pt x="2253697" y="5797049"/>
                  </a:lnTo>
                  <a:close/>
                </a:path>
                <a:path w="6537959" h="5924550">
                  <a:moveTo>
                    <a:pt x="1316676" y="5809749"/>
                  </a:moveTo>
                  <a:lnTo>
                    <a:pt x="1328499" y="5835149"/>
                  </a:lnTo>
                  <a:lnTo>
                    <a:pt x="1308016" y="5847849"/>
                  </a:lnTo>
                  <a:lnTo>
                    <a:pt x="1296192" y="5822449"/>
                  </a:lnTo>
                  <a:lnTo>
                    <a:pt x="1316676" y="5809749"/>
                  </a:lnTo>
                  <a:close/>
                </a:path>
                <a:path w="6537959" h="5924550">
                  <a:moveTo>
                    <a:pt x="6520391" y="5720849"/>
                  </a:moveTo>
                  <a:lnTo>
                    <a:pt x="6537666" y="5746249"/>
                  </a:lnTo>
                  <a:lnTo>
                    <a:pt x="6537666" y="5809749"/>
                  </a:lnTo>
                  <a:lnTo>
                    <a:pt x="6489927" y="5835149"/>
                  </a:lnTo>
                  <a:lnTo>
                    <a:pt x="6448312" y="5758949"/>
                  </a:lnTo>
                  <a:lnTo>
                    <a:pt x="6520391" y="5720849"/>
                  </a:lnTo>
                  <a:close/>
                </a:path>
                <a:path w="6537959" h="5924550">
                  <a:moveTo>
                    <a:pt x="5583465" y="5733549"/>
                  </a:moveTo>
                  <a:lnTo>
                    <a:pt x="5619848" y="5797049"/>
                  </a:lnTo>
                  <a:lnTo>
                    <a:pt x="5556828" y="5835149"/>
                  </a:lnTo>
                  <a:lnTo>
                    <a:pt x="5520445" y="5771649"/>
                  </a:lnTo>
                  <a:lnTo>
                    <a:pt x="5583465" y="5733549"/>
                  </a:lnTo>
                  <a:close/>
                </a:path>
                <a:path w="6537959" h="5924550">
                  <a:moveTo>
                    <a:pt x="4387090" y="5758949"/>
                  </a:moveTo>
                  <a:lnTo>
                    <a:pt x="4416652" y="5809749"/>
                  </a:lnTo>
                  <a:lnTo>
                    <a:pt x="4365451" y="5835149"/>
                  </a:lnTo>
                  <a:lnTo>
                    <a:pt x="4335890" y="5784349"/>
                  </a:lnTo>
                  <a:lnTo>
                    <a:pt x="4387090" y="5758949"/>
                  </a:lnTo>
                  <a:close/>
                </a:path>
                <a:path w="6537959" h="5924550">
                  <a:moveTo>
                    <a:pt x="3450079" y="5771649"/>
                  </a:moveTo>
                  <a:lnTo>
                    <a:pt x="3474185" y="5809749"/>
                  </a:lnTo>
                  <a:lnTo>
                    <a:pt x="3432433" y="5835149"/>
                  </a:lnTo>
                  <a:lnTo>
                    <a:pt x="3408327" y="5797049"/>
                  </a:lnTo>
                  <a:lnTo>
                    <a:pt x="3450079" y="5771649"/>
                  </a:lnTo>
                  <a:close/>
                </a:path>
                <a:path w="6537959" h="5924550">
                  <a:moveTo>
                    <a:pt x="2513058" y="5784349"/>
                  </a:moveTo>
                  <a:lnTo>
                    <a:pt x="2531703" y="5809749"/>
                  </a:lnTo>
                  <a:lnTo>
                    <a:pt x="2499405" y="5835149"/>
                  </a:lnTo>
                  <a:lnTo>
                    <a:pt x="2480759" y="5797049"/>
                  </a:lnTo>
                  <a:lnTo>
                    <a:pt x="2513058" y="5784349"/>
                  </a:lnTo>
                  <a:close/>
                </a:path>
                <a:path w="6537959" h="5924550">
                  <a:moveTo>
                    <a:pt x="1576039" y="5797049"/>
                  </a:moveTo>
                  <a:lnTo>
                    <a:pt x="1589229" y="5822449"/>
                  </a:lnTo>
                  <a:lnTo>
                    <a:pt x="1566384" y="5835149"/>
                  </a:lnTo>
                  <a:lnTo>
                    <a:pt x="1553194" y="5809749"/>
                  </a:lnTo>
                  <a:lnTo>
                    <a:pt x="1576039" y="5797049"/>
                  </a:lnTo>
                  <a:close/>
                </a:path>
                <a:path w="6537959" h="5924550">
                  <a:moveTo>
                    <a:pt x="5842824" y="5708149"/>
                  </a:moveTo>
                  <a:lnTo>
                    <a:pt x="5880574" y="5784349"/>
                  </a:lnTo>
                  <a:lnTo>
                    <a:pt x="5815193" y="5822449"/>
                  </a:lnTo>
                  <a:lnTo>
                    <a:pt x="5777443" y="5746249"/>
                  </a:lnTo>
                  <a:lnTo>
                    <a:pt x="5842824" y="5708149"/>
                  </a:lnTo>
                  <a:close/>
                </a:path>
                <a:path w="6537959" h="5924550">
                  <a:moveTo>
                    <a:pt x="4646459" y="5746249"/>
                  </a:moveTo>
                  <a:lnTo>
                    <a:pt x="4677387" y="5797049"/>
                  </a:lnTo>
                  <a:lnTo>
                    <a:pt x="4623816" y="5822449"/>
                  </a:lnTo>
                  <a:lnTo>
                    <a:pt x="4592888" y="5771649"/>
                  </a:lnTo>
                  <a:lnTo>
                    <a:pt x="4646459" y="5746249"/>
                  </a:lnTo>
                  <a:close/>
                </a:path>
                <a:path w="6537959" h="5924550">
                  <a:moveTo>
                    <a:pt x="3709440" y="5758949"/>
                  </a:moveTo>
                  <a:lnTo>
                    <a:pt x="3734912" y="5797049"/>
                  </a:lnTo>
                  <a:lnTo>
                    <a:pt x="3690799" y="5822449"/>
                  </a:lnTo>
                  <a:lnTo>
                    <a:pt x="3665327" y="5784349"/>
                  </a:lnTo>
                  <a:lnTo>
                    <a:pt x="3709440" y="5758949"/>
                  </a:lnTo>
                  <a:close/>
                </a:path>
                <a:path w="6537959" h="5924550">
                  <a:moveTo>
                    <a:pt x="2772424" y="5771649"/>
                  </a:moveTo>
                  <a:lnTo>
                    <a:pt x="2792436" y="5797049"/>
                  </a:lnTo>
                  <a:lnTo>
                    <a:pt x="2757772" y="5822449"/>
                  </a:lnTo>
                  <a:lnTo>
                    <a:pt x="2737760" y="5784349"/>
                  </a:lnTo>
                  <a:lnTo>
                    <a:pt x="2772424" y="5771649"/>
                  </a:lnTo>
                  <a:close/>
                </a:path>
                <a:path w="6537959" h="5924550">
                  <a:moveTo>
                    <a:pt x="1835406" y="5771649"/>
                  </a:moveTo>
                  <a:lnTo>
                    <a:pt x="1849957" y="5797049"/>
                  </a:lnTo>
                  <a:lnTo>
                    <a:pt x="1824751" y="5822449"/>
                  </a:lnTo>
                  <a:lnTo>
                    <a:pt x="1810195" y="5797049"/>
                  </a:lnTo>
                  <a:lnTo>
                    <a:pt x="1835406" y="5771649"/>
                  </a:lnTo>
                  <a:close/>
                </a:path>
                <a:path w="6537959" h="5924550">
                  <a:moveTo>
                    <a:pt x="4905817" y="5720849"/>
                  </a:moveTo>
                  <a:lnTo>
                    <a:pt x="4938107" y="5784349"/>
                  </a:lnTo>
                  <a:lnTo>
                    <a:pt x="4882179" y="5809749"/>
                  </a:lnTo>
                  <a:lnTo>
                    <a:pt x="4849885" y="5758949"/>
                  </a:lnTo>
                  <a:lnTo>
                    <a:pt x="4905817" y="5720849"/>
                  </a:lnTo>
                  <a:close/>
                </a:path>
                <a:path w="6537959" h="5924550">
                  <a:moveTo>
                    <a:pt x="3968806" y="5733549"/>
                  </a:moveTo>
                  <a:lnTo>
                    <a:pt x="3995639" y="5784349"/>
                  </a:lnTo>
                  <a:lnTo>
                    <a:pt x="3949165" y="5809749"/>
                  </a:lnTo>
                  <a:lnTo>
                    <a:pt x="3922332" y="5758949"/>
                  </a:lnTo>
                  <a:lnTo>
                    <a:pt x="3968806" y="5733549"/>
                  </a:lnTo>
                  <a:close/>
                </a:path>
                <a:path w="6537959" h="5924550">
                  <a:moveTo>
                    <a:pt x="3031786" y="5746249"/>
                  </a:moveTo>
                  <a:lnTo>
                    <a:pt x="3053164" y="5784349"/>
                  </a:lnTo>
                  <a:lnTo>
                    <a:pt x="3016139" y="5809749"/>
                  </a:lnTo>
                  <a:lnTo>
                    <a:pt x="2994765" y="5771649"/>
                  </a:lnTo>
                  <a:lnTo>
                    <a:pt x="3031786" y="5746249"/>
                  </a:lnTo>
                  <a:close/>
                </a:path>
                <a:path w="6537959" h="5924550">
                  <a:moveTo>
                    <a:pt x="2094854" y="5758949"/>
                  </a:moveTo>
                  <a:lnTo>
                    <a:pt x="2110996" y="5784349"/>
                  </a:lnTo>
                  <a:lnTo>
                    <a:pt x="2083030" y="5809749"/>
                  </a:lnTo>
                  <a:lnTo>
                    <a:pt x="2066888" y="5771649"/>
                  </a:lnTo>
                  <a:lnTo>
                    <a:pt x="2094854" y="5758949"/>
                  </a:lnTo>
                  <a:close/>
                </a:path>
                <a:path w="6537959" h="5924550">
                  <a:moveTo>
                    <a:pt x="6102189" y="5695449"/>
                  </a:moveTo>
                  <a:lnTo>
                    <a:pt x="6141304" y="5758949"/>
                  </a:lnTo>
                  <a:lnTo>
                    <a:pt x="6073558" y="5797049"/>
                  </a:lnTo>
                  <a:lnTo>
                    <a:pt x="6034442" y="5733549"/>
                  </a:lnTo>
                  <a:lnTo>
                    <a:pt x="6102189" y="5695449"/>
                  </a:lnTo>
                  <a:close/>
                </a:path>
                <a:path w="6537959" h="5924550">
                  <a:moveTo>
                    <a:pt x="5165176" y="5708149"/>
                  </a:moveTo>
                  <a:lnTo>
                    <a:pt x="5198832" y="5771649"/>
                  </a:lnTo>
                  <a:lnTo>
                    <a:pt x="5140539" y="5797049"/>
                  </a:lnTo>
                  <a:lnTo>
                    <a:pt x="5106883" y="5746249"/>
                  </a:lnTo>
                  <a:lnTo>
                    <a:pt x="5165176" y="5708149"/>
                  </a:lnTo>
                  <a:close/>
                </a:path>
                <a:path w="6537959" h="5924550">
                  <a:moveTo>
                    <a:pt x="4228171" y="5720849"/>
                  </a:moveTo>
                  <a:lnTo>
                    <a:pt x="4256366" y="5771649"/>
                  </a:lnTo>
                  <a:lnTo>
                    <a:pt x="4207526" y="5797049"/>
                  </a:lnTo>
                  <a:lnTo>
                    <a:pt x="4179331" y="5746249"/>
                  </a:lnTo>
                  <a:lnTo>
                    <a:pt x="4228171" y="5720849"/>
                  </a:lnTo>
                  <a:close/>
                </a:path>
                <a:path w="6537959" h="5924550">
                  <a:moveTo>
                    <a:pt x="3291153" y="5733549"/>
                  </a:moveTo>
                  <a:lnTo>
                    <a:pt x="3313893" y="5771649"/>
                  </a:lnTo>
                  <a:lnTo>
                    <a:pt x="3274506" y="5797049"/>
                  </a:lnTo>
                  <a:lnTo>
                    <a:pt x="3251767" y="5758949"/>
                  </a:lnTo>
                  <a:lnTo>
                    <a:pt x="3291153" y="5733549"/>
                  </a:lnTo>
                  <a:close/>
                </a:path>
                <a:path w="6537959" h="5924550">
                  <a:moveTo>
                    <a:pt x="1157746" y="5771649"/>
                  </a:moveTo>
                  <a:lnTo>
                    <a:pt x="1168208" y="5784349"/>
                  </a:lnTo>
                  <a:lnTo>
                    <a:pt x="1150090" y="5797049"/>
                  </a:lnTo>
                  <a:lnTo>
                    <a:pt x="1139632" y="5784349"/>
                  </a:lnTo>
                  <a:lnTo>
                    <a:pt x="1157746" y="5771649"/>
                  </a:lnTo>
                  <a:close/>
                </a:path>
                <a:path w="6537959" h="5924550">
                  <a:moveTo>
                    <a:pt x="6361553" y="5682749"/>
                  </a:moveTo>
                  <a:lnTo>
                    <a:pt x="6402031" y="5746249"/>
                  </a:lnTo>
                  <a:lnTo>
                    <a:pt x="6331923" y="5784349"/>
                  </a:lnTo>
                  <a:lnTo>
                    <a:pt x="6291445" y="5720849"/>
                  </a:lnTo>
                  <a:lnTo>
                    <a:pt x="6361553" y="5682749"/>
                  </a:lnTo>
                  <a:close/>
                </a:path>
                <a:path w="6537959" h="5924550">
                  <a:moveTo>
                    <a:pt x="5424540" y="5695449"/>
                  </a:moveTo>
                  <a:lnTo>
                    <a:pt x="5459562" y="5746249"/>
                  </a:lnTo>
                  <a:lnTo>
                    <a:pt x="5398903" y="5784349"/>
                  </a:lnTo>
                  <a:lnTo>
                    <a:pt x="5363886" y="5720849"/>
                  </a:lnTo>
                  <a:lnTo>
                    <a:pt x="5424540" y="5695449"/>
                  </a:lnTo>
                  <a:close/>
                </a:path>
                <a:path w="6537959" h="5924550">
                  <a:moveTo>
                    <a:pt x="4487613" y="5708149"/>
                  </a:moveTo>
                  <a:lnTo>
                    <a:pt x="4517403" y="5758949"/>
                  </a:lnTo>
                  <a:lnTo>
                    <a:pt x="4465808" y="5784349"/>
                  </a:lnTo>
                  <a:lnTo>
                    <a:pt x="4436018" y="5733549"/>
                  </a:lnTo>
                  <a:lnTo>
                    <a:pt x="4487613" y="5708149"/>
                  </a:lnTo>
                  <a:close/>
                </a:path>
                <a:path w="6537959" h="5924550">
                  <a:moveTo>
                    <a:pt x="3550601" y="5708149"/>
                  </a:moveTo>
                  <a:lnTo>
                    <a:pt x="3574931" y="5758949"/>
                  </a:lnTo>
                  <a:lnTo>
                    <a:pt x="3532785" y="5784349"/>
                  </a:lnTo>
                  <a:lnTo>
                    <a:pt x="3508455" y="5733549"/>
                  </a:lnTo>
                  <a:lnTo>
                    <a:pt x="3550601" y="5708149"/>
                  </a:lnTo>
                  <a:close/>
                </a:path>
                <a:path w="6537959" h="5924550">
                  <a:moveTo>
                    <a:pt x="2354133" y="5746249"/>
                  </a:moveTo>
                  <a:lnTo>
                    <a:pt x="2371412" y="5771649"/>
                  </a:lnTo>
                  <a:lnTo>
                    <a:pt x="2341484" y="5784349"/>
                  </a:lnTo>
                  <a:lnTo>
                    <a:pt x="2324200" y="5758949"/>
                  </a:lnTo>
                  <a:lnTo>
                    <a:pt x="2354133" y="5746249"/>
                  </a:lnTo>
                  <a:close/>
                </a:path>
                <a:path w="6537959" h="5924550">
                  <a:moveTo>
                    <a:pt x="1417194" y="5758949"/>
                  </a:moveTo>
                  <a:lnTo>
                    <a:pt x="1429247" y="5771649"/>
                  </a:lnTo>
                  <a:lnTo>
                    <a:pt x="1408374" y="5784349"/>
                  </a:lnTo>
                  <a:lnTo>
                    <a:pt x="1396321" y="5771649"/>
                  </a:lnTo>
                  <a:lnTo>
                    <a:pt x="1417194" y="5758949"/>
                  </a:lnTo>
                  <a:close/>
                </a:path>
                <a:path w="6537959" h="5924550">
                  <a:moveTo>
                    <a:pt x="5683904" y="5670049"/>
                  </a:moveTo>
                  <a:lnTo>
                    <a:pt x="5720287" y="5733549"/>
                  </a:lnTo>
                  <a:lnTo>
                    <a:pt x="5657267" y="5771649"/>
                  </a:lnTo>
                  <a:lnTo>
                    <a:pt x="5620884" y="5708149"/>
                  </a:lnTo>
                  <a:lnTo>
                    <a:pt x="5683904" y="5670049"/>
                  </a:lnTo>
                  <a:close/>
                </a:path>
                <a:path w="6537959" h="5924550">
                  <a:moveTo>
                    <a:pt x="4746893" y="5682749"/>
                  </a:moveTo>
                  <a:lnTo>
                    <a:pt x="4777820" y="5733549"/>
                  </a:lnTo>
                  <a:lnTo>
                    <a:pt x="4724254" y="5771649"/>
                  </a:lnTo>
                  <a:lnTo>
                    <a:pt x="4693326" y="5720849"/>
                  </a:lnTo>
                  <a:lnTo>
                    <a:pt x="4746893" y="5682749"/>
                  </a:lnTo>
                  <a:close/>
                </a:path>
                <a:path w="6537959" h="5924550">
                  <a:moveTo>
                    <a:pt x="3809962" y="5695449"/>
                  </a:moveTo>
                  <a:lnTo>
                    <a:pt x="3835659" y="5746249"/>
                  </a:lnTo>
                  <a:lnTo>
                    <a:pt x="3791152" y="5771649"/>
                  </a:lnTo>
                  <a:lnTo>
                    <a:pt x="3765455" y="5720849"/>
                  </a:lnTo>
                  <a:lnTo>
                    <a:pt x="3809962" y="5695449"/>
                  </a:lnTo>
                  <a:close/>
                </a:path>
                <a:path w="6537959" h="5924550">
                  <a:moveTo>
                    <a:pt x="2613499" y="5720849"/>
                  </a:moveTo>
                  <a:lnTo>
                    <a:pt x="2632144" y="5758949"/>
                  </a:lnTo>
                  <a:lnTo>
                    <a:pt x="2599846" y="5771649"/>
                  </a:lnTo>
                  <a:lnTo>
                    <a:pt x="2581200" y="5746249"/>
                  </a:lnTo>
                  <a:lnTo>
                    <a:pt x="2613499" y="5720849"/>
                  </a:lnTo>
                  <a:close/>
                </a:path>
                <a:path w="6537959" h="5924550">
                  <a:moveTo>
                    <a:pt x="1676562" y="5733549"/>
                  </a:moveTo>
                  <a:lnTo>
                    <a:pt x="1689976" y="5758949"/>
                  </a:lnTo>
                  <a:lnTo>
                    <a:pt x="1666737" y="5771649"/>
                  </a:lnTo>
                  <a:lnTo>
                    <a:pt x="1653322" y="5746249"/>
                  </a:lnTo>
                  <a:lnTo>
                    <a:pt x="1676562" y="5733549"/>
                  </a:lnTo>
                  <a:close/>
                </a:path>
                <a:path w="6537959" h="5924550">
                  <a:moveTo>
                    <a:pt x="5943346" y="5657349"/>
                  </a:moveTo>
                  <a:lnTo>
                    <a:pt x="5981325" y="5720849"/>
                  </a:lnTo>
                  <a:lnTo>
                    <a:pt x="5915545" y="5758949"/>
                  </a:lnTo>
                  <a:lnTo>
                    <a:pt x="5877571" y="5695449"/>
                  </a:lnTo>
                  <a:lnTo>
                    <a:pt x="5943346" y="5657349"/>
                  </a:lnTo>
                  <a:close/>
                </a:path>
                <a:path w="6537959" h="5924550">
                  <a:moveTo>
                    <a:pt x="5006339" y="5670049"/>
                  </a:moveTo>
                  <a:lnTo>
                    <a:pt x="5038857" y="5720849"/>
                  </a:lnTo>
                  <a:lnTo>
                    <a:pt x="4982531" y="5758949"/>
                  </a:lnTo>
                  <a:lnTo>
                    <a:pt x="4950012" y="5695449"/>
                  </a:lnTo>
                  <a:lnTo>
                    <a:pt x="5006339" y="5670049"/>
                  </a:lnTo>
                  <a:close/>
                </a:path>
                <a:path w="6537959" h="5924550">
                  <a:moveTo>
                    <a:pt x="4069328" y="5682749"/>
                  </a:moveTo>
                  <a:lnTo>
                    <a:pt x="4096386" y="5720849"/>
                  </a:lnTo>
                  <a:lnTo>
                    <a:pt x="4049518" y="5758949"/>
                  </a:lnTo>
                  <a:lnTo>
                    <a:pt x="4022455" y="5708149"/>
                  </a:lnTo>
                  <a:lnTo>
                    <a:pt x="4069328" y="5682749"/>
                  </a:lnTo>
                  <a:close/>
                </a:path>
                <a:path w="6537959" h="5924550">
                  <a:moveTo>
                    <a:pt x="2872943" y="5708149"/>
                  </a:moveTo>
                  <a:lnTo>
                    <a:pt x="2893184" y="5746249"/>
                  </a:lnTo>
                  <a:lnTo>
                    <a:pt x="2858126" y="5758949"/>
                  </a:lnTo>
                  <a:lnTo>
                    <a:pt x="2837890" y="5733549"/>
                  </a:lnTo>
                  <a:lnTo>
                    <a:pt x="2872943" y="5708149"/>
                  </a:lnTo>
                  <a:close/>
                </a:path>
                <a:path w="6537959" h="5924550">
                  <a:moveTo>
                    <a:pt x="1935924" y="5720849"/>
                  </a:moveTo>
                  <a:lnTo>
                    <a:pt x="1950705" y="5746249"/>
                  </a:lnTo>
                  <a:lnTo>
                    <a:pt x="1925104" y="5758949"/>
                  </a:lnTo>
                  <a:lnTo>
                    <a:pt x="1910324" y="5733549"/>
                  </a:lnTo>
                  <a:lnTo>
                    <a:pt x="1935924" y="5720849"/>
                  </a:lnTo>
                  <a:close/>
                </a:path>
                <a:path w="6537959" h="5924550">
                  <a:moveTo>
                    <a:pt x="6202711" y="5631949"/>
                  </a:moveTo>
                  <a:lnTo>
                    <a:pt x="6242051" y="5708149"/>
                  </a:lnTo>
                  <a:lnTo>
                    <a:pt x="6173915" y="5746249"/>
                  </a:lnTo>
                  <a:lnTo>
                    <a:pt x="6134570" y="5682749"/>
                  </a:lnTo>
                  <a:lnTo>
                    <a:pt x="6202711" y="5631949"/>
                  </a:lnTo>
                  <a:close/>
                </a:path>
                <a:path w="6537959" h="5924550">
                  <a:moveTo>
                    <a:pt x="5265698" y="5644649"/>
                  </a:moveTo>
                  <a:lnTo>
                    <a:pt x="5299582" y="5708149"/>
                  </a:lnTo>
                  <a:lnTo>
                    <a:pt x="5240895" y="5746249"/>
                  </a:lnTo>
                  <a:lnTo>
                    <a:pt x="5207010" y="5682749"/>
                  </a:lnTo>
                  <a:lnTo>
                    <a:pt x="5265698" y="5644649"/>
                  </a:lnTo>
                  <a:close/>
                </a:path>
                <a:path w="6537959" h="5924550">
                  <a:moveTo>
                    <a:pt x="3132304" y="5695449"/>
                  </a:moveTo>
                  <a:lnTo>
                    <a:pt x="3153912" y="5733549"/>
                  </a:lnTo>
                  <a:lnTo>
                    <a:pt x="3116497" y="5746249"/>
                  </a:lnTo>
                  <a:lnTo>
                    <a:pt x="3094889" y="5708149"/>
                  </a:lnTo>
                  <a:lnTo>
                    <a:pt x="3132304" y="5695449"/>
                  </a:lnTo>
                  <a:close/>
                </a:path>
                <a:path w="6537959" h="5924550">
                  <a:moveTo>
                    <a:pt x="2195294" y="5708149"/>
                  </a:moveTo>
                  <a:lnTo>
                    <a:pt x="2211436" y="5733549"/>
                  </a:lnTo>
                  <a:lnTo>
                    <a:pt x="2183470" y="5746249"/>
                  </a:lnTo>
                  <a:lnTo>
                    <a:pt x="2167323" y="5720849"/>
                  </a:lnTo>
                  <a:lnTo>
                    <a:pt x="2195294" y="5708149"/>
                  </a:lnTo>
                  <a:close/>
                </a:path>
                <a:path w="6537959" h="5924550">
                  <a:moveTo>
                    <a:pt x="1258272" y="5708149"/>
                  </a:moveTo>
                  <a:lnTo>
                    <a:pt x="1268959" y="5733549"/>
                  </a:lnTo>
                  <a:lnTo>
                    <a:pt x="1250447" y="5746249"/>
                  </a:lnTo>
                  <a:lnTo>
                    <a:pt x="1239755" y="5720849"/>
                  </a:lnTo>
                  <a:lnTo>
                    <a:pt x="1258272" y="5708149"/>
                  </a:lnTo>
                  <a:close/>
                </a:path>
                <a:path w="6537959" h="5924550">
                  <a:moveTo>
                    <a:pt x="6462075" y="5619249"/>
                  </a:moveTo>
                  <a:lnTo>
                    <a:pt x="6502777" y="5695449"/>
                  </a:lnTo>
                  <a:lnTo>
                    <a:pt x="6432275" y="5733549"/>
                  </a:lnTo>
                  <a:lnTo>
                    <a:pt x="6391573" y="5657349"/>
                  </a:lnTo>
                  <a:lnTo>
                    <a:pt x="6462075" y="5619249"/>
                  </a:lnTo>
                  <a:close/>
                </a:path>
                <a:path w="6537959" h="5924550">
                  <a:moveTo>
                    <a:pt x="5525061" y="5631949"/>
                  </a:moveTo>
                  <a:lnTo>
                    <a:pt x="5560308" y="5695449"/>
                  </a:lnTo>
                  <a:lnTo>
                    <a:pt x="5499259" y="5733549"/>
                  </a:lnTo>
                  <a:lnTo>
                    <a:pt x="5464013" y="5670049"/>
                  </a:lnTo>
                  <a:lnTo>
                    <a:pt x="5525061" y="5631949"/>
                  </a:lnTo>
                  <a:close/>
                </a:path>
                <a:path w="6537959" h="5924550">
                  <a:moveTo>
                    <a:pt x="4328687" y="5657349"/>
                  </a:moveTo>
                  <a:lnTo>
                    <a:pt x="4357116" y="5708149"/>
                  </a:lnTo>
                  <a:lnTo>
                    <a:pt x="4307882" y="5733549"/>
                  </a:lnTo>
                  <a:lnTo>
                    <a:pt x="4279453" y="5695449"/>
                  </a:lnTo>
                  <a:lnTo>
                    <a:pt x="4328687" y="5657349"/>
                  </a:lnTo>
                  <a:close/>
                </a:path>
                <a:path w="6537959" h="5924550">
                  <a:moveTo>
                    <a:pt x="3391676" y="5670049"/>
                  </a:moveTo>
                  <a:lnTo>
                    <a:pt x="3414644" y="5708149"/>
                  </a:lnTo>
                  <a:lnTo>
                    <a:pt x="3374859" y="5733549"/>
                  </a:lnTo>
                  <a:lnTo>
                    <a:pt x="3351895" y="5695449"/>
                  </a:lnTo>
                  <a:lnTo>
                    <a:pt x="3391676" y="5670049"/>
                  </a:lnTo>
                  <a:close/>
                </a:path>
                <a:path w="6537959" h="5924550">
                  <a:moveTo>
                    <a:pt x="2454655" y="5682749"/>
                  </a:moveTo>
                  <a:lnTo>
                    <a:pt x="2472168" y="5720849"/>
                  </a:lnTo>
                  <a:lnTo>
                    <a:pt x="2441836" y="5733549"/>
                  </a:lnTo>
                  <a:lnTo>
                    <a:pt x="2424327" y="5708149"/>
                  </a:lnTo>
                  <a:lnTo>
                    <a:pt x="2454655" y="5682749"/>
                  </a:lnTo>
                  <a:close/>
                </a:path>
                <a:path w="6537959" h="5924550">
                  <a:moveTo>
                    <a:pt x="1517723" y="5695449"/>
                  </a:moveTo>
                  <a:lnTo>
                    <a:pt x="1530001" y="5720849"/>
                  </a:lnTo>
                  <a:lnTo>
                    <a:pt x="1508733" y="5733549"/>
                  </a:lnTo>
                  <a:lnTo>
                    <a:pt x="1496455" y="5708149"/>
                  </a:lnTo>
                  <a:lnTo>
                    <a:pt x="1517723" y="5695449"/>
                  </a:lnTo>
                  <a:close/>
                </a:path>
                <a:path w="6537959" h="5924550">
                  <a:moveTo>
                    <a:pt x="5784421" y="5619249"/>
                  </a:moveTo>
                  <a:lnTo>
                    <a:pt x="5821034" y="5682749"/>
                  </a:lnTo>
                  <a:lnTo>
                    <a:pt x="5757624" y="5720849"/>
                  </a:lnTo>
                  <a:lnTo>
                    <a:pt x="5721011" y="5657349"/>
                  </a:lnTo>
                  <a:lnTo>
                    <a:pt x="5784421" y="5619249"/>
                  </a:lnTo>
                  <a:close/>
                </a:path>
                <a:path w="6537959" h="5924550">
                  <a:moveTo>
                    <a:pt x="4588051" y="5644649"/>
                  </a:moveTo>
                  <a:lnTo>
                    <a:pt x="4617842" y="5695449"/>
                  </a:lnTo>
                  <a:lnTo>
                    <a:pt x="4566242" y="5720849"/>
                  </a:lnTo>
                  <a:lnTo>
                    <a:pt x="4536452" y="5670049"/>
                  </a:lnTo>
                  <a:lnTo>
                    <a:pt x="4588051" y="5644649"/>
                  </a:lnTo>
                  <a:close/>
                </a:path>
                <a:path w="6537959" h="5924550">
                  <a:moveTo>
                    <a:pt x="3651120" y="5657349"/>
                  </a:moveTo>
                  <a:lnTo>
                    <a:pt x="3675679" y="5695449"/>
                  </a:lnTo>
                  <a:lnTo>
                    <a:pt x="3633139" y="5720849"/>
                  </a:lnTo>
                  <a:lnTo>
                    <a:pt x="3608579" y="5682749"/>
                  </a:lnTo>
                  <a:lnTo>
                    <a:pt x="3651120" y="5657349"/>
                  </a:lnTo>
                  <a:close/>
                </a:path>
                <a:path w="6537959" h="5924550">
                  <a:moveTo>
                    <a:pt x="2714021" y="5670049"/>
                  </a:moveTo>
                  <a:lnTo>
                    <a:pt x="2732896" y="5695449"/>
                  </a:lnTo>
                  <a:lnTo>
                    <a:pt x="2700203" y="5720849"/>
                  </a:lnTo>
                  <a:lnTo>
                    <a:pt x="2681329" y="5682749"/>
                  </a:lnTo>
                  <a:lnTo>
                    <a:pt x="2714021" y="5670049"/>
                  </a:lnTo>
                  <a:close/>
                </a:path>
                <a:path w="6537959" h="5924550">
                  <a:moveTo>
                    <a:pt x="1776997" y="5682749"/>
                  </a:moveTo>
                  <a:lnTo>
                    <a:pt x="1790417" y="5708149"/>
                  </a:lnTo>
                  <a:lnTo>
                    <a:pt x="1767177" y="5720849"/>
                  </a:lnTo>
                  <a:lnTo>
                    <a:pt x="1753763" y="5695449"/>
                  </a:lnTo>
                  <a:lnTo>
                    <a:pt x="1776997" y="5682749"/>
                  </a:lnTo>
                  <a:close/>
                </a:path>
                <a:path w="6537959" h="5924550">
                  <a:moveTo>
                    <a:pt x="4847414" y="5631949"/>
                  </a:moveTo>
                  <a:lnTo>
                    <a:pt x="4878566" y="5682749"/>
                  </a:lnTo>
                  <a:lnTo>
                    <a:pt x="4824606" y="5708149"/>
                  </a:lnTo>
                  <a:lnTo>
                    <a:pt x="4793453" y="5657349"/>
                  </a:lnTo>
                  <a:lnTo>
                    <a:pt x="4847414" y="5631949"/>
                  </a:lnTo>
                  <a:close/>
                </a:path>
                <a:path w="6537959" h="5924550">
                  <a:moveTo>
                    <a:pt x="3910403" y="5631949"/>
                  </a:moveTo>
                  <a:lnTo>
                    <a:pt x="3936099" y="5682749"/>
                  </a:lnTo>
                  <a:lnTo>
                    <a:pt x="3891592" y="5708149"/>
                  </a:lnTo>
                  <a:lnTo>
                    <a:pt x="3865895" y="5670049"/>
                  </a:lnTo>
                  <a:lnTo>
                    <a:pt x="3910403" y="5631949"/>
                  </a:lnTo>
                  <a:close/>
                </a:path>
                <a:path w="6537959" h="5924550">
                  <a:moveTo>
                    <a:pt x="2973470" y="5644649"/>
                  </a:moveTo>
                  <a:lnTo>
                    <a:pt x="2993935" y="5682749"/>
                  </a:lnTo>
                  <a:lnTo>
                    <a:pt x="2958482" y="5708149"/>
                  </a:lnTo>
                  <a:lnTo>
                    <a:pt x="2938017" y="5670049"/>
                  </a:lnTo>
                  <a:lnTo>
                    <a:pt x="2973470" y="5644649"/>
                  </a:lnTo>
                  <a:close/>
                </a:path>
                <a:path w="6537959" h="5924550">
                  <a:moveTo>
                    <a:pt x="2036451" y="5657349"/>
                  </a:moveTo>
                  <a:lnTo>
                    <a:pt x="2051457" y="5682749"/>
                  </a:lnTo>
                  <a:lnTo>
                    <a:pt x="2025457" y="5708149"/>
                  </a:lnTo>
                  <a:lnTo>
                    <a:pt x="2010452" y="5670049"/>
                  </a:lnTo>
                  <a:lnTo>
                    <a:pt x="2036451" y="5657349"/>
                  </a:lnTo>
                  <a:close/>
                </a:path>
                <a:path w="6537959" h="5924550">
                  <a:moveTo>
                    <a:pt x="6043868" y="5593849"/>
                  </a:moveTo>
                  <a:lnTo>
                    <a:pt x="6082071" y="5657349"/>
                  </a:lnTo>
                  <a:lnTo>
                    <a:pt x="6015902" y="5695449"/>
                  </a:lnTo>
                  <a:lnTo>
                    <a:pt x="5977698" y="5631949"/>
                  </a:lnTo>
                  <a:lnTo>
                    <a:pt x="6043868" y="5593849"/>
                  </a:lnTo>
                  <a:close/>
                </a:path>
                <a:path w="6537959" h="5924550">
                  <a:moveTo>
                    <a:pt x="5106856" y="5606549"/>
                  </a:moveTo>
                  <a:lnTo>
                    <a:pt x="5139599" y="5670049"/>
                  </a:lnTo>
                  <a:lnTo>
                    <a:pt x="5082883" y="5695449"/>
                  </a:lnTo>
                  <a:lnTo>
                    <a:pt x="5050140" y="5644649"/>
                  </a:lnTo>
                  <a:lnTo>
                    <a:pt x="5106856" y="5606549"/>
                  </a:lnTo>
                  <a:close/>
                </a:path>
                <a:path w="6537959" h="5924550">
                  <a:moveTo>
                    <a:pt x="4169850" y="5619249"/>
                  </a:moveTo>
                  <a:lnTo>
                    <a:pt x="4197138" y="5670049"/>
                  </a:lnTo>
                  <a:lnTo>
                    <a:pt x="4149870" y="5695449"/>
                  </a:lnTo>
                  <a:lnTo>
                    <a:pt x="4122583" y="5644649"/>
                  </a:lnTo>
                  <a:lnTo>
                    <a:pt x="4169850" y="5619249"/>
                  </a:lnTo>
                  <a:close/>
                </a:path>
                <a:path w="6537959" h="5924550">
                  <a:moveTo>
                    <a:pt x="3232832" y="5631949"/>
                  </a:moveTo>
                  <a:lnTo>
                    <a:pt x="3254664" y="5670049"/>
                  </a:lnTo>
                  <a:lnTo>
                    <a:pt x="3216851" y="5695449"/>
                  </a:lnTo>
                  <a:lnTo>
                    <a:pt x="3195019" y="5657349"/>
                  </a:lnTo>
                  <a:lnTo>
                    <a:pt x="3232832" y="5631949"/>
                  </a:lnTo>
                  <a:close/>
                </a:path>
                <a:path w="6537959" h="5924550">
                  <a:moveTo>
                    <a:pt x="1099425" y="5670049"/>
                  </a:moveTo>
                  <a:lnTo>
                    <a:pt x="1108979" y="5695449"/>
                  </a:lnTo>
                  <a:lnTo>
                    <a:pt x="1092438" y="5695449"/>
                  </a:lnTo>
                  <a:lnTo>
                    <a:pt x="1082888" y="5682749"/>
                  </a:lnTo>
                  <a:lnTo>
                    <a:pt x="1099425" y="5670049"/>
                  </a:lnTo>
                  <a:close/>
                </a:path>
                <a:path w="6537959" h="5924550">
                  <a:moveTo>
                    <a:pt x="6303233" y="5581149"/>
                  </a:moveTo>
                  <a:lnTo>
                    <a:pt x="6342798" y="5644649"/>
                  </a:lnTo>
                  <a:lnTo>
                    <a:pt x="6274267" y="5682749"/>
                  </a:lnTo>
                  <a:lnTo>
                    <a:pt x="6234697" y="5619249"/>
                  </a:lnTo>
                  <a:lnTo>
                    <a:pt x="6303233" y="5581149"/>
                  </a:lnTo>
                  <a:close/>
                </a:path>
                <a:path w="6537959" h="5924550">
                  <a:moveTo>
                    <a:pt x="5366220" y="5593849"/>
                  </a:moveTo>
                  <a:lnTo>
                    <a:pt x="5400333" y="5644649"/>
                  </a:lnTo>
                  <a:lnTo>
                    <a:pt x="5341247" y="5682749"/>
                  </a:lnTo>
                  <a:lnTo>
                    <a:pt x="5307138" y="5619249"/>
                  </a:lnTo>
                  <a:lnTo>
                    <a:pt x="5366220" y="5593849"/>
                  </a:lnTo>
                  <a:close/>
                </a:path>
                <a:path w="6537959" h="5924550">
                  <a:moveTo>
                    <a:pt x="4429214" y="5606549"/>
                  </a:moveTo>
                  <a:lnTo>
                    <a:pt x="4457863" y="5657349"/>
                  </a:lnTo>
                  <a:lnTo>
                    <a:pt x="4408235" y="5682749"/>
                  </a:lnTo>
                  <a:lnTo>
                    <a:pt x="4379581" y="5631949"/>
                  </a:lnTo>
                  <a:lnTo>
                    <a:pt x="4429214" y="5606549"/>
                  </a:lnTo>
                  <a:close/>
                </a:path>
                <a:path w="6537959" h="5924550">
                  <a:moveTo>
                    <a:pt x="3492198" y="5619249"/>
                  </a:moveTo>
                  <a:lnTo>
                    <a:pt x="3515391" y="5657349"/>
                  </a:lnTo>
                  <a:lnTo>
                    <a:pt x="3475216" y="5682749"/>
                  </a:lnTo>
                  <a:lnTo>
                    <a:pt x="3452018" y="5631949"/>
                  </a:lnTo>
                  <a:lnTo>
                    <a:pt x="3492198" y="5619249"/>
                  </a:lnTo>
                  <a:close/>
                </a:path>
                <a:path w="6537959" h="5924550">
                  <a:moveTo>
                    <a:pt x="2295812" y="5644649"/>
                  </a:moveTo>
                  <a:lnTo>
                    <a:pt x="2312188" y="5670049"/>
                  </a:lnTo>
                  <a:lnTo>
                    <a:pt x="2283823" y="5682749"/>
                  </a:lnTo>
                  <a:lnTo>
                    <a:pt x="2267452" y="5657349"/>
                  </a:lnTo>
                  <a:lnTo>
                    <a:pt x="2295812" y="5644649"/>
                  </a:lnTo>
                  <a:close/>
                </a:path>
                <a:path w="6537959" h="5924550">
                  <a:moveTo>
                    <a:pt x="1358791" y="5657349"/>
                  </a:moveTo>
                  <a:lnTo>
                    <a:pt x="1369707" y="5670049"/>
                  </a:lnTo>
                  <a:lnTo>
                    <a:pt x="1350800" y="5682749"/>
                  </a:lnTo>
                  <a:lnTo>
                    <a:pt x="1339884" y="5670049"/>
                  </a:lnTo>
                  <a:lnTo>
                    <a:pt x="1358791" y="5657349"/>
                  </a:lnTo>
                  <a:close/>
                </a:path>
                <a:path w="6537959" h="5924550">
                  <a:moveTo>
                    <a:pt x="6537666" y="5581149"/>
                  </a:moveTo>
                  <a:lnTo>
                    <a:pt x="6537666" y="5670049"/>
                  </a:lnTo>
                  <a:lnTo>
                    <a:pt x="6532632" y="5670049"/>
                  </a:lnTo>
                  <a:lnTo>
                    <a:pt x="6491696" y="5606549"/>
                  </a:lnTo>
                  <a:lnTo>
                    <a:pt x="6537666" y="5581149"/>
                  </a:lnTo>
                  <a:close/>
                </a:path>
                <a:path w="6537959" h="5924550">
                  <a:moveTo>
                    <a:pt x="5625583" y="5568449"/>
                  </a:moveTo>
                  <a:lnTo>
                    <a:pt x="5661059" y="5631949"/>
                  </a:lnTo>
                  <a:lnTo>
                    <a:pt x="5599611" y="5670049"/>
                  </a:lnTo>
                  <a:lnTo>
                    <a:pt x="5564136" y="5606549"/>
                  </a:lnTo>
                  <a:lnTo>
                    <a:pt x="5625583" y="5568449"/>
                  </a:lnTo>
                  <a:close/>
                </a:path>
                <a:path w="6537959" h="5924550">
                  <a:moveTo>
                    <a:pt x="4688572" y="5581149"/>
                  </a:moveTo>
                  <a:lnTo>
                    <a:pt x="4718592" y="5631949"/>
                  </a:lnTo>
                  <a:lnTo>
                    <a:pt x="4666598" y="5670049"/>
                  </a:lnTo>
                  <a:lnTo>
                    <a:pt x="4636578" y="5619249"/>
                  </a:lnTo>
                  <a:lnTo>
                    <a:pt x="4688572" y="5581149"/>
                  </a:lnTo>
                  <a:close/>
                </a:path>
                <a:path w="6537959" h="5924550">
                  <a:moveTo>
                    <a:pt x="3751559" y="5593849"/>
                  </a:moveTo>
                  <a:lnTo>
                    <a:pt x="3776119" y="5644649"/>
                  </a:lnTo>
                  <a:lnTo>
                    <a:pt x="3733578" y="5670049"/>
                  </a:lnTo>
                  <a:lnTo>
                    <a:pt x="3709019" y="5619249"/>
                  </a:lnTo>
                  <a:lnTo>
                    <a:pt x="3751559" y="5593849"/>
                  </a:lnTo>
                  <a:close/>
                </a:path>
                <a:path w="6537959" h="5924550">
                  <a:moveTo>
                    <a:pt x="2555174" y="5631949"/>
                  </a:moveTo>
                  <a:lnTo>
                    <a:pt x="2572912" y="5657349"/>
                  </a:lnTo>
                  <a:lnTo>
                    <a:pt x="2542191" y="5670049"/>
                  </a:lnTo>
                  <a:lnTo>
                    <a:pt x="2524453" y="5644649"/>
                  </a:lnTo>
                  <a:lnTo>
                    <a:pt x="2555174" y="5631949"/>
                  </a:lnTo>
                  <a:close/>
                </a:path>
                <a:path w="6537959" h="5924550">
                  <a:moveTo>
                    <a:pt x="1618159" y="5631949"/>
                  </a:moveTo>
                  <a:lnTo>
                    <a:pt x="1630436" y="5657349"/>
                  </a:lnTo>
                  <a:lnTo>
                    <a:pt x="1609169" y="5670049"/>
                  </a:lnTo>
                  <a:lnTo>
                    <a:pt x="1596887" y="5644649"/>
                  </a:lnTo>
                  <a:lnTo>
                    <a:pt x="1618159" y="5631949"/>
                  </a:lnTo>
                  <a:close/>
                </a:path>
                <a:path w="6537959" h="5924550">
                  <a:moveTo>
                    <a:pt x="5884947" y="5555749"/>
                  </a:moveTo>
                  <a:lnTo>
                    <a:pt x="5921785" y="5619249"/>
                  </a:lnTo>
                  <a:lnTo>
                    <a:pt x="5857976" y="5657349"/>
                  </a:lnTo>
                  <a:lnTo>
                    <a:pt x="5821139" y="5593849"/>
                  </a:lnTo>
                  <a:lnTo>
                    <a:pt x="5884947" y="5555749"/>
                  </a:lnTo>
                  <a:close/>
                </a:path>
                <a:path w="6537959" h="5924550">
                  <a:moveTo>
                    <a:pt x="4947931" y="5568449"/>
                  </a:moveTo>
                  <a:lnTo>
                    <a:pt x="4979313" y="5619249"/>
                  </a:lnTo>
                  <a:lnTo>
                    <a:pt x="4924962" y="5657349"/>
                  </a:lnTo>
                  <a:lnTo>
                    <a:pt x="4893581" y="5593849"/>
                  </a:lnTo>
                  <a:lnTo>
                    <a:pt x="4947931" y="5568449"/>
                  </a:lnTo>
                  <a:close/>
                </a:path>
                <a:path w="6537959" h="5924550">
                  <a:moveTo>
                    <a:pt x="2814540" y="5606549"/>
                  </a:moveTo>
                  <a:lnTo>
                    <a:pt x="2833644" y="5644649"/>
                  </a:lnTo>
                  <a:lnTo>
                    <a:pt x="2800557" y="5657349"/>
                  </a:lnTo>
                  <a:lnTo>
                    <a:pt x="2781453" y="5631949"/>
                  </a:lnTo>
                  <a:lnTo>
                    <a:pt x="2814540" y="5606549"/>
                  </a:lnTo>
                  <a:close/>
                </a:path>
                <a:path w="6537959" h="5924550">
                  <a:moveTo>
                    <a:pt x="1877521" y="5619249"/>
                  </a:moveTo>
                  <a:lnTo>
                    <a:pt x="1891164" y="5644649"/>
                  </a:lnTo>
                  <a:lnTo>
                    <a:pt x="1867535" y="5657349"/>
                  </a:lnTo>
                  <a:lnTo>
                    <a:pt x="1853892" y="5631949"/>
                  </a:lnTo>
                  <a:lnTo>
                    <a:pt x="1877521" y="5619249"/>
                  </a:lnTo>
                  <a:close/>
                </a:path>
                <a:path w="6537959" h="5924550">
                  <a:moveTo>
                    <a:pt x="6144390" y="5543049"/>
                  </a:moveTo>
                  <a:lnTo>
                    <a:pt x="6182823" y="5606549"/>
                  </a:lnTo>
                  <a:lnTo>
                    <a:pt x="6116254" y="5644649"/>
                  </a:lnTo>
                  <a:lnTo>
                    <a:pt x="6077822" y="5581149"/>
                  </a:lnTo>
                  <a:lnTo>
                    <a:pt x="6144390" y="5543049"/>
                  </a:lnTo>
                  <a:close/>
                </a:path>
                <a:path w="6537959" h="5924550">
                  <a:moveTo>
                    <a:pt x="5207377" y="5555749"/>
                  </a:moveTo>
                  <a:lnTo>
                    <a:pt x="5240354" y="5606549"/>
                  </a:lnTo>
                  <a:lnTo>
                    <a:pt x="5183239" y="5644649"/>
                  </a:lnTo>
                  <a:lnTo>
                    <a:pt x="5150262" y="5581149"/>
                  </a:lnTo>
                  <a:lnTo>
                    <a:pt x="5207377" y="5555749"/>
                  </a:lnTo>
                  <a:close/>
                </a:path>
                <a:path w="6537959" h="5924550">
                  <a:moveTo>
                    <a:pt x="4010920" y="5581149"/>
                  </a:moveTo>
                  <a:lnTo>
                    <a:pt x="4036846" y="5619249"/>
                  </a:lnTo>
                  <a:lnTo>
                    <a:pt x="3991945" y="5644649"/>
                  </a:lnTo>
                  <a:lnTo>
                    <a:pt x="3966019" y="5606549"/>
                  </a:lnTo>
                  <a:lnTo>
                    <a:pt x="4010920" y="5581149"/>
                  </a:lnTo>
                  <a:close/>
                </a:path>
                <a:path w="6537959" h="5924550">
                  <a:moveTo>
                    <a:pt x="3073906" y="5593849"/>
                  </a:moveTo>
                  <a:lnTo>
                    <a:pt x="3094371" y="5631949"/>
                  </a:lnTo>
                  <a:lnTo>
                    <a:pt x="3058923" y="5644649"/>
                  </a:lnTo>
                  <a:lnTo>
                    <a:pt x="3038458" y="5606549"/>
                  </a:lnTo>
                  <a:lnTo>
                    <a:pt x="3073906" y="5593849"/>
                  </a:lnTo>
                  <a:close/>
                </a:path>
                <a:path w="6537959" h="5924550">
                  <a:moveTo>
                    <a:pt x="2136969" y="5606549"/>
                  </a:moveTo>
                  <a:lnTo>
                    <a:pt x="2152204" y="5631949"/>
                  </a:lnTo>
                  <a:lnTo>
                    <a:pt x="2125819" y="5644649"/>
                  </a:lnTo>
                  <a:lnTo>
                    <a:pt x="2110580" y="5619249"/>
                  </a:lnTo>
                  <a:lnTo>
                    <a:pt x="2136969" y="5606549"/>
                  </a:lnTo>
                  <a:close/>
                </a:path>
                <a:path w="6537959" h="5924550">
                  <a:moveTo>
                    <a:pt x="1183017" y="5619249"/>
                  </a:moveTo>
                  <a:lnTo>
                    <a:pt x="1199948" y="5619249"/>
                  </a:lnTo>
                  <a:lnTo>
                    <a:pt x="1209727" y="5631949"/>
                  </a:lnTo>
                  <a:lnTo>
                    <a:pt x="1192796" y="5644649"/>
                  </a:lnTo>
                  <a:lnTo>
                    <a:pt x="1183017" y="5619249"/>
                  </a:lnTo>
                  <a:close/>
                </a:path>
                <a:path w="6537959" h="5924550">
                  <a:moveTo>
                    <a:pt x="6403667" y="5517649"/>
                  </a:moveTo>
                  <a:lnTo>
                    <a:pt x="6443237" y="5593849"/>
                  </a:lnTo>
                  <a:lnTo>
                    <a:pt x="6374702" y="5631949"/>
                  </a:lnTo>
                  <a:lnTo>
                    <a:pt x="6335137" y="5555749"/>
                  </a:lnTo>
                  <a:lnTo>
                    <a:pt x="6403667" y="5517649"/>
                  </a:lnTo>
                  <a:close/>
                </a:path>
                <a:path w="6537959" h="5924550">
                  <a:moveTo>
                    <a:pt x="5466654" y="5530349"/>
                  </a:moveTo>
                  <a:lnTo>
                    <a:pt x="5500768" y="5593849"/>
                  </a:lnTo>
                  <a:lnTo>
                    <a:pt x="5441686" y="5631949"/>
                  </a:lnTo>
                  <a:lnTo>
                    <a:pt x="5407577" y="5568449"/>
                  </a:lnTo>
                  <a:lnTo>
                    <a:pt x="5466654" y="5530349"/>
                  </a:lnTo>
                  <a:close/>
                </a:path>
                <a:path w="6537959" h="5924550">
                  <a:moveTo>
                    <a:pt x="4270371" y="5568449"/>
                  </a:moveTo>
                  <a:lnTo>
                    <a:pt x="4297883" y="5606549"/>
                  </a:lnTo>
                  <a:lnTo>
                    <a:pt x="4250222" y="5631949"/>
                  </a:lnTo>
                  <a:lnTo>
                    <a:pt x="4222710" y="5593849"/>
                  </a:lnTo>
                  <a:lnTo>
                    <a:pt x="4270371" y="5568449"/>
                  </a:lnTo>
                  <a:close/>
                </a:path>
                <a:path w="6537959" h="5924550">
                  <a:moveTo>
                    <a:pt x="3333272" y="5568449"/>
                  </a:moveTo>
                  <a:lnTo>
                    <a:pt x="3355099" y="5606549"/>
                  </a:lnTo>
                  <a:lnTo>
                    <a:pt x="3317286" y="5631949"/>
                  </a:lnTo>
                  <a:lnTo>
                    <a:pt x="3295459" y="5593849"/>
                  </a:lnTo>
                  <a:lnTo>
                    <a:pt x="3333272" y="5568449"/>
                  </a:lnTo>
                  <a:close/>
                </a:path>
                <a:path w="6537959" h="5924550">
                  <a:moveTo>
                    <a:pt x="2396334" y="5581149"/>
                  </a:moveTo>
                  <a:lnTo>
                    <a:pt x="2412930" y="5619249"/>
                  </a:lnTo>
                  <a:lnTo>
                    <a:pt x="2384180" y="5631949"/>
                  </a:lnTo>
                  <a:lnTo>
                    <a:pt x="2367584" y="5606549"/>
                  </a:lnTo>
                  <a:lnTo>
                    <a:pt x="2396334" y="5581149"/>
                  </a:lnTo>
                  <a:close/>
                </a:path>
                <a:path w="6537959" h="5924550">
                  <a:moveTo>
                    <a:pt x="1459320" y="5593849"/>
                  </a:moveTo>
                  <a:lnTo>
                    <a:pt x="1470460" y="5619249"/>
                  </a:lnTo>
                  <a:lnTo>
                    <a:pt x="1451159" y="5631949"/>
                  </a:lnTo>
                  <a:lnTo>
                    <a:pt x="1440019" y="5606549"/>
                  </a:lnTo>
                  <a:lnTo>
                    <a:pt x="1459320" y="5593849"/>
                  </a:lnTo>
                  <a:close/>
                </a:path>
                <a:path w="6537959" h="5924550">
                  <a:moveTo>
                    <a:pt x="5726100" y="5517649"/>
                  </a:moveTo>
                  <a:lnTo>
                    <a:pt x="5761805" y="5581149"/>
                  </a:lnTo>
                  <a:lnTo>
                    <a:pt x="5699968" y="5619249"/>
                  </a:lnTo>
                  <a:lnTo>
                    <a:pt x="5664263" y="5555749"/>
                  </a:lnTo>
                  <a:lnTo>
                    <a:pt x="5726100" y="5517649"/>
                  </a:lnTo>
                  <a:close/>
                </a:path>
                <a:path w="6537959" h="5924550">
                  <a:moveTo>
                    <a:pt x="4529731" y="5543049"/>
                  </a:moveTo>
                  <a:lnTo>
                    <a:pt x="4558609" y="5593849"/>
                  </a:lnTo>
                  <a:lnTo>
                    <a:pt x="4508587" y="5619249"/>
                  </a:lnTo>
                  <a:lnTo>
                    <a:pt x="4479708" y="5568449"/>
                  </a:lnTo>
                  <a:lnTo>
                    <a:pt x="4529731" y="5543049"/>
                  </a:lnTo>
                  <a:close/>
                </a:path>
                <a:path w="6537959" h="5924550">
                  <a:moveTo>
                    <a:pt x="3592716" y="5555749"/>
                  </a:moveTo>
                  <a:lnTo>
                    <a:pt x="3616139" y="5593849"/>
                  </a:lnTo>
                  <a:lnTo>
                    <a:pt x="3575570" y="5619249"/>
                  </a:lnTo>
                  <a:lnTo>
                    <a:pt x="3552147" y="5581149"/>
                  </a:lnTo>
                  <a:lnTo>
                    <a:pt x="3592716" y="5555749"/>
                  </a:lnTo>
                  <a:close/>
                </a:path>
                <a:path w="6537959" h="5924550">
                  <a:moveTo>
                    <a:pt x="2655701" y="5568449"/>
                  </a:moveTo>
                  <a:lnTo>
                    <a:pt x="2673668" y="5593849"/>
                  </a:lnTo>
                  <a:lnTo>
                    <a:pt x="2642548" y="5619249"/>
                  </a:lnTo>
                  <a:lnTo>
                    <a:pt x="2624580" y="5581149"/>
                  </a:lnTo>
                  <a:lnTo>
                    <a:pt x="2655701" y="5568449"/>
                  </a:lnTo>
                  <a:close/>
                </a:path>
                <a:path w="6537959" h="5924550">
                  <a:moveTo>
                    <a:pt x="1718681" y="5581149"/>
                  </a:moveTo>
                  <a:lnTo>
                    <a:pt x="1731188" y="5606549"/>
                  </a:lnTo>
                  <a:lnTo>
                    <a:pt x="1709526" y="5619249"/>
                  </a:lnTo>
                  <a:lnTo>
                    <a:pt x="1697019" y="5593849"/>
                  </a:lnTo>
                  <a:lnTo>
                    <a:pt x="1718681" y="5581149"/>
                  </a:lnTo>
                  <a:close/>
                </a:path>
                <a:path w="6537959" h="5924550">
                  <a:moveTo>
                    <a:pt x="4789089" y="5530349"/>
                  </a:moveTo>
                  <a:lnTo>
                    <a:pt x="4819333" y="5581149"/>
                  </a:lnTo>
                  <a:lnTo>
                    <a:pt x="4766950" y="5606549"/>
                  </a:lnTo>
                  <a:lnTo>
                    <a:pt x="4736705" y="5555749"/>
                  </a:lnTo>
                  <a:lnTo>
                    <a:pt x="4789089" y="5530349"/>
                  </a:lnTo>
                  <a:close/>
                </a:path>
                <a:path w="6537959" h="5924550">
                  <a:moveTo>
                    <a:pt x="3852082" y="5543049"/>
                  </a:moveTo>
                  <a:lnTo>
                    <a:pt x="3876866" y="5581149"/>
                  </a:lnTo>
                  <a:lnTo>
                    <a:pt x="3833936" y="5606549"/>
                  </a:lnTo>
                  <a:lnTo>
                    <a:pt x="3809147" y="5568449"/>
                  </a:lnTo>
                  <a:lnTo>
                    <a:pt x="3852082" y="5543049"/>
                  </a:lnTo>
                  <a:close/>
                </a:path>
                <a:path w="6537959" h="5924550">
                  <a:moveTo>
                    <a:pt x="2915062" y="5555749"/>
                  </a:moveTo>
                  <a:lnTo>
                    <a:pt x="2934390" y="5581149"/>
                  </a:lnTo>
                  <a:lnTo>
                    <a:pt x="2900909" y="5606549"/>
                  </a:lnTo>
                  <a:lnTo>
                    <a:pt x="2881580" y="5568449"/>
                  </a:lnTo>
                  <a:lnTo>
                    <a:pt x="2915062" y="5555749"/>
                  </a:lnTo>
                  <a:close/>
                </a:path>
                <a:path w="6537959" h="5924550">
                  <a:moveTo>
                    <a:pt x="5985465" y="5492249"/>
                  </a:moveTo>
                  <a:lnTo>
                    <a:pt x="6022531" y="5568449"/>
                  </a:lnTo>
                  <a:lnTo>
                    <a:pt x="5958328" y="5593849"/>
                  </a:lnTo>
                  <a:lnTo>
                    <a:pt x="5921262" y="5530349"/>
                  </a:lnTo>
                  <a:lnTo>
                    <a:pt x="5985465" y="5492249"/>
                  </a:lnTo>
                  <a:close/>
                </a:path>
                <a:path w="6537959" h="5924550">
                  <a:moveTo>
                    <a:pt x="5048453" y="5504949"/>
                  </a:moveTo>
                  <a:lnTo>
                    <a:pt x="5080063" y="5568449"/>
                  </a:lnTo>
                  <a:lnTo>
                    <a:pt x="5025314" y="5593849"/>
                  </a:lnTo>
                  <a:lnTo>
                    <a:pt x="4993703" y="5543049"/>
                  </a:lnTo>
                  <a:lnTo>
                    <a:pt x="5048453" y="5504949"/>
                  </a:lnTo>
                  <a:close/>
                </a:path>
                <a:path w="6537959" h="5924550">
                  <a:moveTo>
                    <a:pt x="4111447" y="5517649"/>
                  </a:moveTo>
                  <a:lnTo>
                    <a:pt x="4137597" y="5568449"/>
                  </a:lnTo>
                  <a:lnTo>
                    <a:pt x="4092297" y="5593849"/>
                  </a:lnTo>
                  <a:lnTo>
                    <a:pt x="4066146" y="5543049"/>
                  </a:lnTo>
                  <a:lnTo>
                    <a:pt x="4111447" y="5517649"/>
                  </a:lnTo>
                  <a:close/>
                </a:path>
                <a:path w="6537959" h="5924550">
                  <a:moveTo>
                    <a:pt x="3174429" y="5530349"/>
                  </a:moveTo>
                  <a:lnTo>
                    <a:pt x="3195124" y="5568449"/>
                  </a:lnTo>
                  <a:lnTo>
                    <a:pt x="3159277" y="5593849"/>
                  </a:lnTo>
                  <a:lnTo>
                    <a:pt x="3138582" y="5555749"/>
                  </a:lnTo>
                  <a:lnTo>
                    <a:pt x="3174429" y="5530349"/>
                  </a:lnTo>
                  <a:close/>
                </a:path>
                <a:path w="6537959" h="5924550">
                  <a:moveTo>
                    <a:pt x="1978043" y="5568449"/>
                  </a:moveTo>
                  <a:lnTo>
                    <a:pt x="1991916" y="5581149"/>
                  </a:lnTo>
                  <a:lnTo>
                    <a:pt x="1967888" y="5593849"/>
                  </a:lnTo>
                  <a:lnTo>
                    <a:pt x="1954015" y="5581149"/>
                  </a:lnTo>
                  <a:lnTo>
                    <a:pt x="1978043" y="5568449"/>
                  </a:lnTo>
                  <a:close/>
                </a:path>
                <a:path w="6537959" h="5924550">
                  <a:moveTo>
                    <a:pt x="1041026" y="5568449"/>
                  </a:moveTo>
                  <a:lnTo>
                    <a:pt x="1049439" y="5593849"/>
                  </a:lnTo>
                  <a:lnTo>
                    <a:pt x="1034864" y="5593849"/>
                  </a:lnTo>
                  <a:lnTo>
                    <a:pt x="1026452" y="5581149"/>
                  </a:lnTo>
                  <a:lnTo>
                    <a:pt x="1041026" y="5568449"/>
                  </a:lnTo>
                  <a:close/>
                </a:path>
                <a:path w="6537959" h="5924550">
                  <a:moveTo>
                    <a:pt x="6244825" y="5479549"/>
                  </a:moveTo>
                  <a:lnTo>
                    <a:pt x="6283257" y="5543049"/>
                  </a:lnTo>
                  <a:lnTo>
                    <a:pt x="6216694" y="5581149"/>
                  </a:lnTo>
                  <a:lnTo>
                    <a:pt x="6178261" y="5517649"/>
                  </a:lnTo>
                  <a:lnTo>
                    <a:pt x="6244825" y="5479549"/>
                  </a:lnTo>
                  <a:close/>
                </a:path>
                <a:path w="6537959" h="5924550">
                  <a:moveTo>
                    <a:pt x="5307816" y="5492249"/>
                  </a:moveTo>
                  <a:lnTo>
                    <a:pt x="5340789" y="5555749"/>
                  </a:lnTo>
                  <a:lnTo>
                    <a:pt x="5283678" y="5581149"/>
                  </a:lnTo>
                  <a:lnTo>
                    <a:pt x="5250701" y="5530349"/>
                  </a:lnTo>
                  <a:lnTo>
                    <a:pt x="5307816" y="5492249"/>
                  </a:lnTo>
                  <a:close/>
                </a:path>
                <a:path w="6537959" h="5924550">
                  <a:moveTo>
                    <a:pt x="4370889" y="5504949"/>
                  </a:moveTo>
                  <a:lnTo>
                    <a:pt x="4398630" y="5555749"/>
                  </a:lnTo>
                  <a:lnTo>
                    <a:pt x="4350584" y="5581149"/>
                  </a:lnTo>
                  <a:lnTo>
                    <a:pt x="4322838" y="5530349"/>
                  </a:lnTo>
                  <a:lnTo>
                    <a:pt x="4370889" y="5504949"/>
                  </a:lnTo>
                  <a:close/>
                </a:path>
                <a:path w="6537959" h="5924550">
                  <a:moveTo>
                    <a:pt x="3433790" y="5517649"/>
                  </a:moveTo>
                  <a:lnTo>
                    <a:pt x="3455851" y="5555749"/>
                  </a:lnTo>
                  <a:lnTo>
                    <a:pt x="3417643" y="5581149"/>
                  </a:lnTo>
                  <a:lnTo>
                    <a:pt x="3395582" y="5543049"/>
                  </a:lnTo>
                  <a:lnTo>
                    <a:pt x="3433790" y="5517649"/>
                  </a:lnTo>
                  <a:close/>
                </a:path>
                <a:path w="6537959" h="5924550">
                  <a:moveTo>
                    <a:pt x="2237496" y="5543049"/>
                  </a:moveTo>
                  <a:lnTo>
                    <a:pt x="2252960" y="5568449"/>
                  </a:lnTo>
                  <a:lnTo>
                    <a:pt x="2226172" y="5581149"/>
                  </a:lnTo>
                  <a:lnTo>
                    <a:pt x="2210708" y="5555749"/>
                  </a:lnTo>
                  <a:lnTo>
                    <a:pt x="2237496" y="5543049"/>
                  </a:lnTo>
                  <a:close/>
                </a:path>
                <a:path w="6537959" h="5924550">
                  <a:moveTo>
                    <a:pt x="1300388" y="5555749"/>
                  </a:moveTo>
                  <a:lnTo>
                    <a:pt x="1310167" y="5568449"/>
                  </a:lnTo>
                  <a:lnTo>
                    <a:pt x="1293232" y="5581149"/>
                  </a:lnTo>
                  <a:lnTo>
                    <a:pt x="1283453" y="5568449"/>
                  </a:lnTo>
                  <a:lnTo>
                    <a:pt x="1300388" y="5555749"/>
                  </a:lnTo>
                  <a:close/>
                </a:path>
                <a:path w="6537959" h="5924550">
                  <a:moveTo>
                    <a:pt x="6504189" y="5466849"/>
                  </a:moveTo>
                  <a:lnTo>
                    <a:pt x="6537666" y="5517649"/>
                  </a:lnTo>
                  <a:lnTo>
                    <a:pt x="6537666" y="5530349"/>
                  </a:lnTo>
                  <a:lnTo>
                    <a:pt x="6475059" y="5568449"/>
                  </a:lnTo>
                  <a:lnTo>
                    <a:pt x="6435260" y="5504949"/>
                  </a:lnTo>
                  <a:lnTo>
                    <a:pt x="6504189" y="5466849"/>
                  </a:lnTo>
                  <a:close/>
                </a:path>
                <a:path w="6537959" h="5924550">
                  <a:moveTo>
                    <a:pt x="5567180" y="5479549"/>
                  </a:moveTo>
                  <a:lnTo>
                    <a:pt x="5601514" y="5530349"/>
                  </a:lnTo>
                  <a:lnTo>
                    <a:pt x="5542038" y="5568449"/>
                  </a:lnTo>
                  <a:lnTo>
                    <a:pt x="5507704" y="5504949"/>
                  </a:lnTo>
                  <a:lnTo>
                    <a:pt x="5567180" y="5479549"/>
                  </a:lnTo>
                  <a:close/>
                </a:path>
                <a:path w="6537959" h="5924550">
                  <a:moveTo>
                    <a:pt x="4630169" y="5492249"/>
                  </a:moveTo>
                  <a:lnTo>
                    <a:pt x="4659047" y="5543049"/>
                  </a:lnTo>
                  <a:lnTo>
                    <a:pt x="4609025" y="5568449"/>
                  </a:lnTo>
                  <a:lnTo>
                    <a:pt x="4580146" y="5517649"/>
                  </a:lnTo>
                  <a:lnTo>
                    <a:pt x="4630169" y="5492249"/>
                  </a:lnTo>
                  <a:close/>
                </a:path>
                <a:path w="6537959" h="5924550">
                  <a:moveTo>
                    <a:pt x="3693238" y="5492249"/>
                  </a:moveTo>
                  <a:lnTo>
                    <a:pt x="3716890" y="5543049"/>
                  </a:lnTo>
                  <a:lnTo>
                    <a:pt x="3675927" y="5568449"/>
                  </a:lnTo>
                  <a:lnTo>
                    <a:pt x="3652280" y="5517649"/>
                  </a:lnTo>
                  <a:lnTo>
                    <a:pt x="3693238" y="5492249"/>
                  </a:lnTo>
                  <a:close/>
                </a:path>
                <a:path w="6537959" h="5924550">
                  <a:moveTo>
                    <a:pt x="2496775" y="5530349"/>
                  </a:moveTo>
                  <a:lnTo>
                    <a:pt x="2513372" y="5555749"/>
                  </a:lnTo>
                  <a:lnTo>
                    <a:pt x="2484617" y="5568449"/>
                  </a:lnTo>
                  <a:lnTo>
                    <a:pt x="2468021" y="5543049"/>
                  </a:lnTo>
                  <a:lnTo>
                    <a:pt x="2496775" y="5530349"/>
                  </a:lnTo>
                  <a:close/>
                </a:path>
                <a:path w="6537959" h="5924550">
                  <a:moveTo>
                    <a:pt x="1559756" y="5543049"/>
                  </a:moveTo>
                  <a:lnTo>
                    <a:pt x="1570896" y="5555749"/>
                  </a:lnTo>
                  <a:lnTo>
                    <a:pt x="1551595" y="5568449"/>
                  </a:lnTo>
                  <a:lnTo>
                    <a:pt x="1540455" y="5555749"/>
                  </a:lnTo>
                  <a:lnTo>
                    <a:pt x="1559756" y="5543049"/>
                  </a:lnTo>
                  <a:close/>
                </a:path>
                <a:path w="6537959" h="5924550">
                  <a:moveTo>
                    <a:pt x="5826622" y="5454149"/>
                  </a:moveTo>
                  <a:lnTo>
                    <a:pt x="5862552" y="5517649"/>
                  </a:lnTo>
                  <a:lnTo>
                    <a:pt x="5800320" y="5555749"/>
                  </a:lnTo>
                  <a:lnTo>
                    <a:pt x="5764391" y="5492249"/>
                  </a:lnTo>
                  <a:lnTo>
                    <a:pt x="5826622" y="5454149"/>
                  </a:lnTo>
                  <a:close/>
                </a:path>
                <a:path w="6537959" h="5924550">
                  <a:moveTo>
                    <a:pt x="4889528" y="5466849"/>
                  </a:moveTo>
                  <a:lnTo>
                    <a:pt x="4919773" y="5517649"/>
                  </a:lnTo>
                  <a:lnTo>
                    <a:pt x="4867389" y="5555749"/>
                  </a:lnTo>
                  <a:lnTo>
                    <a:pt x="4837144" y="5504949"/>
                  </a:lnTo>
                  <a:lnTo>
                    <a:pt x="4889528" y="5466849"/>
                  </a:lnTo>
                  <a:close/>
                </a:path>
                <a:path w="6537959" h="5924550">
                  <a:moveTo>
                    <a:pt x="2756219" y="5504949"/>
                  </a:moveTo>
                  <a:lnTo>
                    <a:pt x="2774411" y="5543049"/>
                  </a:lnTo>
                  <a:lnTo>
                    <a:pt x="2742906" y="5555749"/>
                  </a:lnTo>
                  <a:lnTo>
                    <a:pt x="2724714" y="5530349"/>
                  </a:lnTo>
                  <a:lnTo>
                    <a:pt x="2756219" y="5504949"/>
                  </a:lnTo>
                  <a:close/>
                </a:path>
                <a:path w="6537959" h="5924550">
                  <a:moveTo>
                    <a:pt x="1819205" y="5517649"/>
                  </a:moveTo>
                  <a:lnTo>
                    <a:pt x="1831936" y="5543049"/>
                  </a:lnTo>
                  <a:lnTo>
                    <a:pt x="1809879" y="5555749"/>
                  </a:lnTo>
                  <a:lnTo>
                    <a:pt x="1797148" y="5530349"/>
                  </a:lnTo>
                  <a:lnTo>
                    <a:pt x="1819205" y="5517649"/>
                  </a:lnTo>
                  <a:close/>
                </a:path>
                <a:path w="6537959" h="5924550">
                  <a:moveTo>
                    <a:pt x="6085987" y="5441449"/>
                  </a:moveTo>
                  <a:lnTo>
                    <a:pt x="6123282" y="5504949"/>
                  </a:lnTo>
                  <a:lnTo>
                    <a:pt x="6058685" y="5543049"/>
                  </a:lnTo>
                  <a:lnTo>
                    <a:pt x="6021390" y="5479549"/>
                  </a:lnTo>
                  <a:lnTo>
                    <a:pt x="6085987" y="5441449"/>
                  </a:lnTo>
                  <a:close/>
                </a:path>
                <a:path w="6537959" h="5924550">
                  <a:moveTo>
                    <a:pt x="5148974" y="5454149"/>
                  </a:moveTo>
                  <a:lnTo>
                    <a:pt x="5180809" y="5504949"/>
                  </a:lnTo>
                  <a:lnTo>
                    <a:pt x="5125666" y="5543049"/>
                  </a:lnTo>
                  <a:lnTo>
                    <a:pt x="5093830" y="5479549"/>
                  </a:lnTo>
                  <a:lnTo>
                    <a:pt x="5148974" y="5454149"/>
                  </a:lnTo>
                  <a:close/>
                </a:path>
                <a:path w="6537959" h="5924550">
                  <a:moveTo>
                    <a:pt x="3952604" y="5479549"/>
                  </a:moveTo>
                  <a:lnTo>
                    <a:pt x="3977618" y="5530349"/>
                  </a:lnTo>
                  <a:lnTo>
                    <a:pt x="3934289" y="5543049"/>
                  </a:lnTo>
                  <a:lnTo>
                    <a:pt x="3909275" y="5504949"/>
                  </a:lnTo>
                  <a:lnTo>
                    <a:pt x="3952604" y="5479549"/>
                  </a:lnTo>
                  <a:close/>
                </a:path>
                <a:path w="6537959" h="5924550">
                  <a:moveTo>
                    <a:pt x="3015498" y="5492249"/>
                  </a:moveTo>
                  <a:lnTo>
                    <a:pt x="3034827" y="5530349"/>
                  </a:lnTo>
                  <a:lnTo>
                    <a:pt x="3001350" y="5543049"/>
                  </a:lnTo>
                  <a:lnTo>
                    <a:pt x="2982021" y="5517649"/>
                  </a:lnTo>
                  <a:lnTo>
                    <a:pt x="3015498" y="5492249"/>
                  </a:lnTo>
                  <a:close/>
                </a:path>
                <a:path w="6537959" h="5924550">
                  <a:moveTo>
                    <a:pt x="2078566" y="5504949"/>
                  </a:moveTo>
                  <a:lnTo>
                    <a:pt x="2092663" y="5530349"/>
                  </a:lnTo>
                  <a:lnTo>
                    <a:pt x="2068246" y="5543049"/>
                  </a:lnTo>
                  <a:lnTo>
                    <a:pt x="2054148" y="5517649"/>
                  </a:lnTo>
                  <a:lnTo>
                    <a:pt x="2078566" y="5504949"/>
                  </a:lnTo>
                  <a:close/>
                </a:path>
                <a:path w="6537959" h="5924550">
                  <a:moveTo>
                    <a:pt x="1141545" y="5517649"/>
                  </a:moveTo>
                  <a:lnTo>
                    <a:pt x="1150186" y="5530349"/>
                  </a:lnTo>
                  <a:lnTo>
                    <a:pt x="1135222" y="5543049"/>
                  </a:lnTo>
                  <a:lnTo>
                    <a:pt x="1126581" y="5530349"/>
                  </a:lnTo>
                  <a:lnTo>
                    <a:pt x="1141545" y="5517649"/>
                  </a:lnTo>
                  <a:close/>
                </a:path>
                <a:path w="6537959" h="5924550">
                  <a:moveTo>
                    <a:pt x="6345347" y="5428749"/>
                  </a:moveTo>
                  <a:lnTo>
                    <a:pt x="6384009" y="5492249"/>
                  </a:lnTo>
                  <a:lnTo>
                    <a:pt x="6317046" y="5530349"/>
                  </a:lnTo>
                  <a:lnTo>
                    <a:pt x="6278389" y="5466849"/>
                  </a:lnTo>
                  <a:lnTo>
                    <a:pt x="6345347" y="5428749"/>
                  </a:lnTo>
                  <a:close/>
                </a:path>
                <a:path w="6537959" h="5924550">
                  <a:moveTo>
                    <a:pt x="5408338" y="5428749"/>
                  </a:moveTo>
                  <a:lnTo>
                    <a:pt x="5441535" y="5492249"/>
                  </a:lnTo>
                  <a:lnTo>
                    <a:pt x="5384030" y="5530349"/>
                  </a:lnTo>
                  <a:lnTo>
                    <a:pt x="5350828" y="5466849"/>
                  </a:lnTo>
                  <a:lnTo>
                    <a:pt x="5408338" y="5428749"/>
                  </a:lnTo>
                  <a:close/>
                </a:path>
                <a:path w="6537959" h="5924550">
                  <a:moveTo>
                    <a:pt x="4211963" y="5466849"/>
                  </a:moveTo>
                  <a:lnTo>
                    <a:pt x="4238343" y="5504949"/>
                  </a:lnTo>
                  <a:lnTo>
                    <a:pt x="4192653" y="5530349"/>
                  </a:lnTo>
                  <a:lnTo>
                    <a:pt x="4166273" y="5492249"/>
                  </a:lnTo>
                  <a:lnTo>
                    <a:pt x="4211963" y="5466849"/>
                  </a:lnTo>
                  <a:close/>
                </a:path>
                <a:path w="6537959" h="5924550">
                  <a:moveTo>
                    <a:pt x="3274947" y="5479549"/>
                  </a:moveTo>
                  <a:lnTo>
                    <a:pt x="3295871" y="5504949"/>
                  </a:lnTo>
                  <a:lnTo>
                    <a:pt x="3259630" y="5530349"/>
                  </a:lnTo>
                  <a:lnTo>
                    <a:pt x="3238710" y="5492249"/>
                  </a:lnTo>
                  <a:lnTo>
                    <a:pt x="3274947" y="5479549"/>
                  </a:lnTo>
                  <a:close/>
                </a:path>
                <a:path w="6537959" h="5924550">
                  <a:moveTo>
                    <a:pt x="2337931" y="5492249"/>
                  </a:moveTo>
                  <a:lnTo>
                    <a:pt x="2353395" y="5517649"/>
                  </a:lnTo>
                  <a:lnTo>
                    <a:pt x="2326612" y="5530349"/>
                  </a:lnTo>
                  <a:lnTo>
                    <a:pt x="2311148" y="5504949"/>
                  </a:lnTo>
                  <a:lnTo>
                    <a:pt x="2337931" y="5492249"/>
                  </a:lnTo>
                  <a:close/>
                </a:path>
                <a:path w="6537959" h="5924550">
                  <a:moveTo>
                    <a:pt x="1400912" y="5492249"/>
                  </a:moveTo>
                  <a:lnTo>
                    <a:pt x="1410920" y="5517649"/>
                  </a:lnTo>
                  <a:lnTo>
                    <a:pt x="1393590" y="5530349"/>
                  </a:lnTo>
                  <a:lnTo>
                    <a:pt x="1383582" y="5504949"/>
                  </a:lnTo>
                  <a:lnTo>
                    <a:pt x="1400912" y="5492249"/>
                  </a:lnTo>
                  <a:close/>
                </a:path>
                <a:path w="6537959" h="5924550">
                  <a:moveTo>
                    <a:pt x="4471327" y="5441449"/>
                  </a:moveTo>
                  <a:lnTo>
                    <a:pt x="4499069" y="5492249"/>
                  </a:lnTo>
                  <a:lnTo>
                    <a:pt x="4451017" y="5517649"/>
                  </a:lnTo>
                  <a:lnTo>
                    <a:pt x="4423271" y="5479549"/>
                  </a:lnTo>
                  <a:lnTo>
                    <a:pt x="4471327" y="5441449"/>
                  </a:lnTo>
                  <a:close/>
                </a:path>
                <a:path w="6537959" h="5924550">
                  <a:moveTo>
                    <a:pt x="3534313" y="5454149"/>
                  </a:moveTo>
                  <a:lnTo>
                    <a:pt x="3556599" y="5492249"/>
                  </a:lnTo>
                  <a:lnTo>
                    <a:pt x="3517996" y="5517649"/>
                  </a:lnTo>
                  <a:lnTo>
                    <a:pt x="3495715" y="5479549"/>
                  </a:lnTo>
                  <a:lnTo>
                    <a:pt x="3534313" y="5454149"/>
                  </a:lnTo>
                  <a:close/>
                </a:path>
                <a:path w="6537959" h="5924550">
                  <a:moveTo>
                    <a:pt x="2597293" y="5466849"/>
                  </a:moveTo>
                  <a:lnTo>
                    <a:pt x="2614118" y="5492249"/>
                  </a:lnTo>
                  <a:lnTo>
                    <a:pt x="2584974" y="5517649"/>
                  </a:lnTo>
                  <a:lnTo>
                    <a:pt x="2568144" y="5492249"/>
                  </a:lnTo>
                  <a:lnTo>
                    <a:pt x="2597293" y="5466849"/>
                  </a:lnTo>
                  <a:close/>
                </a:path>
                <a:path w="6537959" h="5924550">
                  <a:moveTo>
                    <a:pt x="1660278" y="5479549"/>
                  </a:moveTo>
                  <a:lnTo>
                    <a:pt x="1671648" y="5504949"/>
                  </a:lnTo>
                  <a:lnTo>
                    <a:pt x="1651953" y="5517649"/>
                  </a:lnTo>
                  <a:lnTo>
                    <a:pt x="1640583" y="5492249"/>
                  </a:lnTo>
                  <a:lnTo>
                    <a:pt x="1660278" y="5479549"/>
                  </a:lnTo>
                  <a:close/>
                </a:path>
                <a:path w="6537959" h="5924550">
                  <a:moveTo>
                    <a:pt x="5667697" y="5416049"/>
                  </a:moveTo>
                  <a:lnTo>
                    <a:pt x="5702265" y="5479549"/>
                  </a:lnTo>
                  <a:lnTo>
                    <a:pt x="5642395" y="5504949"/>
                  </a:lnTo>
                  <a:lnTo>
                    <a:pt x="5607827" y="5454149"/>
                  </a:lnTo>
                  <a:lnTo>
                    <a:pt x="5667697" y="5416049"/>
                  </a:lnTo>
                  <a:close/>
                </a:path>
                <a:path w="6537959" h="5924550">
                  <a:moveTo>
                    <a:pt x="4730685" y="5428749"/>
                  </a:moveTo>
                  <a:lnTo>
                    <a:pt x="4759793" y="5479549"/>
                  </a:lnTo>
                  <a:lnTo>
                    <a:pt x="4709376" y="5504949"/>
                  </a:lnTo>
                  <a:lnTo>
                    <a:pt x="4680268" y="5454149"/>
                  </a:lnTo>
                  <a:lnTo>
                    <a:pt x="4730685" y="5428749"/>
                  </a:lnTo>
                  <a:close/>
                </a:path>
                <a:path w="6537959" h="5924550">
                  <a:moveTo>
                    <a:pt x="3793674" y="5441449"/>
                  </a:moveTo>
                  <a:lnTo>
                    <a:pt x="3817326" y="5479549"/>
                  </a:lnTo>
                  <a:lnTo>
                    <a:pt x="3776363" y="5504949"/>
                  </a:lnTo>
                  <a:lnTo>
                    <a:pt x="3752715" y="5466849"/>
                  </a:lnTo>
                  <a:lnTo>
                    <a:pt x="3793674" y="5441449"/>
                  </a:lnTo>
                  <a:close/>
                </a:path>
                <a:path w="6537959" h="5924550">
                  <a:moveTo>
                    <a:pt x="2856659" y="5454149"/>
                  </a:moveTo>
                  <a:lnTo>
                    <a:pt x="2874850" y="5479549"/>
                  </a:lnTo>
                  <a:lnTo>
                    <a:pt x="2843340" y="5504949"/>
                  </a:lnTo>
                  <a:lnTo>
                    <a:pt x="2825148" y="5466849"/>
                  </a:lnTo>
                  <a:lnTo>
                    <a:pt x="2856659" y="5454149"/>
                  </a:lnTo>
                  <a:close/>
                </a:path>
                <a:path w="6537959" h="5924550">
                  <a:moveTo>
                    <a:pt x="5927144" y="5403349"/>
                  </a:moveTo>
                  <a:lnTo>
                    <a:pt x="5963303" y="5466849"/>
                  </a:lnTo>
                  <a:lnTo>
                    <a:pt x="5900672" y="5492249"/>
                  </a:lnTo>
                  <a:lnTo>
                    <a:pt x="5864518" y="5441449"/>
                  </a:lnTo>
                  <a:lnTo>
                    <a:pt x="5927144" y="5403349"/>
                  </a:lnTo>
                  <a:close/>
                </a:path>
                <a:path w="6537959" h="5924550">
                  <a:moveTo>
                    <a:pt x="4990049" y="5416049"/>
                  </a:moveTo>
                  <a:lnTo>
                    <a:pt x="5020519" y="5466849"/>
                  </a:lnTo>
                  <a:lnTo>
                    <a:pt x="4967741" y="5492249"/>
                  </a:lnTo>
                  <a:lnTo>
                    <a:pt x="4937271" y="5441449"/>
                  </a:lnTo>
                  <a:lnTo>
                    <a:pt x="4990049" y="5416049"/>
                  </a:lnTo>
                  <a:close/>
                </a:path>
                <a:path w="6537959" h="5924550">
                  <a:moveTo>
                    <a:pt x="4053044" y="5428749"/>
                  </a:moveTo>
                  <a:lnTo>
                    <a:pt x="4078057" y="5466849"/>
                  </a:lnTo>
                  <a:lnTo>
                    <a:pt x="4034728" y="5492249"/>
                  </a:lnTo>
                  <a:lnTo>
                    <a:pt x="4009715" y="5441449"/>
                  </a:lnTo>
                  <a:lnTo>
                    <a:pt x="4053044" y="5428749"/>
                  </a:lnTo>
                  <a:close/>
                </a:path>
                <a:path w="6537959" h="5924550">
                  <a:moveTo>
                    <a:pt x="3116026" y="5428749"/>
                  </a:moveTo>
                  <a:lnTo>
                    <a:pt x="3135584" y="5466849"/>
                  </a:lnTo>
                  <a:lnTo>
                    <a:pt x="3101708" y="5492249"/>
                  </a:lnTo>
                  <a:lnTo>
                    <a:pt x="3082150" y="5454149"/>
                  </a:lnTo>
                  <a:lnTo>
                    <a:pt x="3116026" y="5428749"/>
                  </a:lnTo>
                  <a:close/>
                </a:path>
                <a:path w="6537959" h="5924550">
                  <a:moveTo>
                    <a:pt x="1919722" y="5466849"/>
                  </a:moveTo>
                  <a:lnTo>
                    <a:pt x="1932683" y="5479549"/>
                  </a:lnTo>
                  <a:lnTo>
                    <a:pt x="1910232" y="5492249"/>
                  </a:lnTo>
                  <a:lnTo>
                    <a:pt x="1897272" y="5479549"/>
                  </a:lnTo>
                  <a:lnTo>
                    <a:pt x="1919722" y="5466849"/>
                  </a:lnTo>
                  <a:close/>
                </a:path>
                <a:path w="6537959" h="5924550">
                  <a:moveTo>
                    <a:pt x="6186422" y="5377949"/>
                  </a:moveTo>
                  <a:lnTo>
                    <a:pt x="6223717" y="5441449"/>
                  </a:lnTo>
                  <a:lnTo>
                    <a:pt x="6159125" y="5479549"/>
                  </a:lnTo>
                  <a:lnTo>
                    <a:pt x="6121829" y="5416049"/>
                  </a:lnTo>
                  <a:lnTo>
                    <a:pt x="6186422" y="5377949"/>
                  </a:lnTo>
                  <a:close/>
                </a:path>
                <a:path w="6537959" h="5924550">
                  <a:moveTo>
                    <a:pt x="5249496" y="5390649"/>
                  </a:moveTo>
                  <a:lnTo>
                    <a:pt x="5281560" y="5454149"/>
                  </a:lnTo>
                  <a:lnTo>
                    <a:pt x="5226022" y="5479549"/>
                  </a:lnTo>
                  <a:lnTo>
                    <a:pt x="5193958" y="5428749"/>
                  </a:lnTo>
                  <a:lnTo>
                    <a:pt x="5249496" y="5390649"/>
                  </a:lnTo>
                  <a:close/>
                </a:path>
                <a:path w="6537959" h="5924550">
                  <a:moveTo>
                    <a:pt x="4312485" y="5403349"/>
                  </a:moveTo>
                  <a:lnTo>
                    <a:pt x="4339090" y="5454149"/>
                  </a:lnTo>
                  <a:lnTo>
                    <a:pt x="4293010" y="5479549"/>
                  </a:lnTo>
                  <a:lnTo>
                    <a:pt x="4266401" y="5428749"/>
                  </a:lnTo>
                  <a:lnTo>
                    <a:pt x="4312485" y="5403349"/>
                  </a:lnTo>
                  <a:close/>
                </a:path>
                <a:path w="6537959" h="5924550">
                  <a:moveTo>
                    <a:pt x="3375474" y="5416049"/>
                  </a:moveTo>
                  <a:lnTo>
                    <a:pt x="3396623" y="5454149"/>
                  </a:lnTo>
                  <a:lnTo>
                    <a:pt x="3359992" y="5479549"/>
                  </a:lnTo>
                  <a:lnTo>
                    <a:pt x="3338843" y="5441449"/>
                  </a:lnTo>
                  <a:lnTo>
                    <a:pt x="3375474" y="5416049"/>
                  </a:lnTo>
                  <a:close/>
                </a:path>
                <a:path w="6537959" h="5924550">
                  <a:moveTo>
                    <a:pt x="2179088" y="5441449"/>
                  </a:moveTo>
                  <a:lnTo>
                    <a:pt x="2193415" y="5466849"/>
                  </a:lnTo>
                  <a:lnTo>
                    <a:pt x="2168603" y="5479549"/>
                  </a:lnTo>
                  <a:lnTo>
                    <a:pt x="2154276" y="5454149"/>
                  </a:lnTo>
                  <a:lnTo>
                    <a:pt x="2179088" y="5441449"/>
                  </a:lnTo>
                  <a:close/>
                </a:path>
                <a:path w="6537959" h="5924550">
                  <a:moveTo>
                    <a:pt x="1242068" y="5454149"/>
                  </a:moveTo>
                  <a:lnTo>
                    <a:pt x="1250939" y="5466849"/>
                  </a:lnTo>
                  <a:lnTo>
                    <a:pt x="1235576" y="5479549"/>
                  </a:lnTo>
                  <a:lnTo>
                    <a:pt x="1226705" y="5466849"/>
                  </a:lnTo>
                  <a:lnTo>
                    <a:pt x="1242068" y="5454149"/>
                  </a:lnTo>
                  <a:close/>
                </a:path>
                <a:path w="6537959" h="5924550">
                  <a:moveTo>
                    <a:pt x="6445868" y="5365249"/>
                  </a:moveTo>
                  <a:lnTo>
                    <a:pt x="6484755" y="5428749"/>
                  </a:lnTo>
                  <a:lnTo>
                    <a:pt x="6417403" y="5466849"/>
                  </a:lnTo>
                  <a:lnTo>
                    <a:pt x="6378516" y="5403349"/>
                  </a:lnTo>
                  <a:lnTo>
                    <a:pt x="6445868" y="5365249"/>
                  </a:lnTo>
                  <a:close/>
                </a:path>
                <a:path w="6537959" h="5924550">
                  <a:moveTo>
                    <a:pt x="5508855" y="5377949"/>
                  </a:moveTo>
                  <a:lnTo>
                    <a:pt x="5542286" y="5428749"/>
                  </a:lnTo>
                  <a:lnTo>
                    <a:pt x="5484382" y="5466849"/>
                  </a:lnTo>
                  <a:lnTo>
                    <a:pt x="5450956" y="5403349"/>
                  </a:lnTo>
                  <a:lnTo>
                    <a:pt x="5508855" y="5377949"/>
                  </a:lnTo>
                  <a:close/>
                </a:path>
                <a:path w="6537959" h="5924550">
                  <a:moveTo>
                    <a:pt x="4571843" y="5390649"/>
                  </a:moveTo>
                  <a:lnTo>
                    <a:pt x="4599814" y="5441449"/>
                  </a:lnTo>
                  <a:lnTo>
                    <a:pt x="4551369" y="5466849"/>
                  </a:lnTo>
                  <a:lnTo>
                    <a:pt x="4523398" y="5416049"/>
                  </a:lnTo>
                  <a:lnTo>
                    <a:pt x="4571843" y="5390649"/>
                  </a:lnTo>
                  <a:close/>
                </a:path>
                <a:path w="6537959" h="5924550">
                  <a:moveTo>
                    <a:pt x="3634835" y="5403349"/>
                  </a:moveTo>
                  <a:lnTo>
                    <a:pt x="3657350" y="5441449"/>
                  </a:lnTo>
                  <a:lnTo>
                    <a:pt x="3618354" y="5466849"/>
                  </a:lnTo>
                  <a:lnTo>
                    <a:pt x="3595843" y="5416049"/>
                  </a:lnTo>
                  <a:lnTo>
                    <a:pt x="3634835" y="5403349"/>
                  </a:lnTo>
                  <a:close/>
                </a:path>
                <a:path w="6537959" h="5924550">
                  <a:moveTo>
                    <a:pt x="2438455" y="5428749"/>
                  </a:moveTo>
                  <a:lnTo>
                    <a:pt x="2454143" y="5454149"/>
                  </a:lnTo>
                  <a:lnTo>
                    <a:pt x="2426965" y="5466849"/>
                  </a:lnTo>
                  <a:lnTo>
                    <a:pt x="2411277" y="5441449"/>
                  </a:lnTo>
                  <a:lnTo>
                    <a:pt x="2438455" y="5428749"/>
                  </a:lnTo>
                  <a:close/>
                </a:path>
                <a:path w="6537959" h="5924550">
                  <a:moveTo>
                    <a:pt x="1501435" y="5441449"/>
                  </a:moveTo>
                  <a:lnTo>
                    <a:pt x="1511668" y="5454149"/>
                  </a:lnTo>
                  <a:lnTo>
                    <a:pt x="1493944" y="5466849"/>
                  </a:lnTo>
                  <a:lnTo>
                    <a:pt x="1483711" y="5454149"/>
                  </a:lnTo>
                  <a:lnTo>
                    <a:pt x="1501435" y="5441449"/>
                  </a:lnTo>
                  <a:close/>
                </a:path>
                <a:path w="6537959" h="5924550">
                  <a:moveTo>
                    <a:pt x="6535388" y="5441449"/>
                  </a:moveTo>
                  <a:lnTo>
                    <a:pt x="6537666" y="5441449"/>
                  </a:lnTo>
                  <a:lnTo>
                    <a:pt x="6537666" y="5454149"/>
                  </a:lnTo>
                  <a:lnTo>
                    <a:pt x="6535388" y="5441449"/>
                  </a:lnTo>
                  <a:close/>
                </a:path>
                <a:path w="6537959" h="5924550">
                  <a:moveTo>
                    <a:pt x="5768214" y="5352549"/>
                  </a:moveTo>
                  <a:lnTo>
                    <a:pt x="5803007" y="5416049"/>
                  </a:lnTo>
                  <a:lnTo>
                    <a:pt x="5742747" y="5454149"/>
                  </a:lnTo>
                  <a:lnTo>
                    <a:pt x="5707954" y="5390649"/>
                  </a:lnTo>
                  <a:lnTo>
                    <a:pt x="5768214" y="5352549"/>
                  </a:lnTo>
                  <a:close/>
                </a:path>
                <a:path w="6537959" h="5924550">
                  <a:moveTo>
                    <a:pt x="4831211" y="5365249"/>
                  </a:moveTo>
                  <a:lnTo>
                    <a:pt x="4860544" y="5416049"/>
                  </a:lnTo>
                  <a:lnTo>
                    <a:pt x="4809733" y="5454149"/>
                  </a:lnTo>
                  <a:lnTo>
                    <a:pt x="4780396" y="5403349"/>
                  </a:lnTo>
                  <a:lnTo>
                    <a:pt x="4831211" y="5365249"/>
                  </a:lnTo>
                  <a:close/>
                </a:path>
                <a:path w="6537959" h="5924550">
                  <a:moveTo>
                    <a:pt x="2697816" y="5416049"/>
                  </a:moveTo>
                  <a:lnTo>
                    <a:pt x="2714875" y="5441449"/>
                  </a:lnTo>
                  <a:lnTo>
                    <a:pt x="2685332" y="5454149"/>
                  </a:lnTo>
                  <a:lnTo>
                    <a:pt x="2668277" y="5428749"/>
                  </a:lnTo>
                  <a:lnTo>
                    <a:pt x="2697816" y="5416049"/>
                  </a:lnTo>
                  <a:close/>
                </a:path>
                <a:path w="6537959" h="5924550">
                  <a:moveTo>
                    <a:pt x="1740712" y="5428749"/>
                  </a:moveTo>
                  <a:lnTo>
                    <a:pt x="1760797" y="5428749"/>
                  </a:lnTo>
                  <a:lnTo>
                    <a:pt x="1772396" y="5441449"/>
                  </a:lnTo>
                  <a:lnTo>
                    <a:pt x="1752311" y="5454149"/>
                  </a:lnTo>
                  <a:lnTo>
                    <a:pt x="1740712" y="5428749"/>
                  </a:lnTo>
                  <a:close/>
                </a:path>
                <a:path w="6537959" h="5924550">
                  <a:moveTo>
                    <a:pt x="6027583" y="5339849"/>
                  </a:moveTo>
                  <a:lnTo>
                    <a:pt x="6063742" y="5403349"/>
                  </a:lnTo>
                  <a:lnTo>
                    <a:pt x="6001112" y="5441449"/>
                  </a:lnTo>
                  <a:lnTo>
                    <a:pt x="5964958" y="5377949"/>
                  </a:lnTo>
                  <a:lnTo>
                    <a:pt x="6027583" y="5339849"/>
                  </a:lnTo>
                  <a:close/>
                </a:path>
                <a:path w="6537959" h="5924550">
                  <a:moveTo>
                    <a:pt x="5090571" y="5352549"/>
                  </a:moveTo>
                  <a:lnTo>
                    <a:pt x="5121269" y="5403349"/>
                  </a:lnTo>
                  <a:lnTo>
                    <a:pt x="5068092" y="5441449"/>
                  </a:lnTo>
                  <a:lnTo>
                    <a:pt x="5037394" y="5377949"/>
                  </a:lnTo>
                  <a:lnTo>
                    <a:pt x="5090571" y="5352549"/>
                  </a:lnTo>
                  <a:close/>
                </a:path>
                <a:path w="6537959" h="5924550">
                  <a:moveTo>
                    <a:pt x="3894201" y="5377949"/>
                  </a:moveTo>
                  <a:lnTo>
                    <a:pt x="3918077" y="5428749"/>
                  </a:lnTo>
                  <a:lnTo>
                    <a:pt x="3876715" y="5441449"/>
                  </a:lnTo>
                  <a:lnTo>
                    <a:pt x="3852839" y="5403349"/>
                  </a:lnTo>
                  <a:lnTo>
                    <a:pt x="3894201" y="5377949"/>
                  </a:lnTo>
                  <a:close/>
                </a:path>
                <a:path w="6537959" h="5924550">
                  <a:moveTo>
                    <a:pt x="2957182" y="5390649"/>
                  </a:moveTo>
                  <a:lnTo>
                    <a:pt x="2975598" y="5428749"/>
                  </a:lnTo>
                  <a:lnTo>
                    <a:pt x="2943698" y="5441449"/>
                  </a:lnTo>
                  <a:lnTo>
                    <a:pt x="2925278" y="5416049"/>
                  </a:lnTo>
                  <a:lnTo>
                    <a:pt x="2957182" y="5390649"/>
                  </a:lnTo>
                  <a:close/>
                </a:path>
                <a:path w="6537959" h="5924550">
                  <a:moveTo>
                    <a:pt x="2020163" y="5403349"/>
                  </a:moveTo>
                  <a:lnTo>
                    <a:pt x="2033123" y="5428749"/>
                  </a:lnTo>
                  <a:lnTo>
                    <a:pt x="2010673" y="5441449"/>
                  </a:lnTo>
                  <a:lnTo>
                    <a:pt x="1997712" y="5416049"/>
                  </a:lnTo>
                  <a:lnTo>
                    <a:pt x="2020163" y="5403349"/>
                  </a:lnTo>
                  <a:close/>
                </a:path>
                <a:path w="6537959" h="5924550">
                  <a:moveTo>
                    <a:pt x="1083141" y="5416049"/>
                  </a:moveTo>
                  <a:lnTo>
                    <a:pt x="1090647" y="5428749"/>
                  </a:lnTo>
                  <a:lnTo>
                    <a:pt x="1077649" y="5441449"/>
                  </a:lnTo>
                  <a:lnTo>
                    <a:pt x="1070144" y="5428749"/>
                  </a:lnTo>
                  <a:lnTo>
                    <a:pt x="1083141" y="5416049"/>
                  </a:lnTo>
                  <a:close/>
                </a:path>
                <a:path w="6537959" h="5924550">
                  <a:moveTo>
                    <a:pt x="6286948" y="5327149"/>
                  </a:moveTo>
                  <a:lnTo>
                    <a:pt x="6324468" y="5390649"/>
                  </a:lnTo>
                  <a:lnTo>
                    <a:pt x="6259477" y="5428749"/>
                  </a:lnTo>
                  <a:lnTo>
                    <a:pt x="6221957" y="5365249"/>
                  </a:lnTo>
                  <a:lnTo>
                    <a:pt x="6286948" y="5327149"/>
                  </a:lnTo>
                  <a:close/>
                </a:path>
                <a:path w="6537959" h="5924550">
                  <a:moveTo>
                    <a:pt x="5349930" y="5339849"/>
                  </a:moveTo>
                  <a:lnTo>
                    <a:pt x="5381995" y="5390649"/>
                  </a:lnTo>
                  <a:lnTo>
                    <a:pt x="5326461" y="5428749"/>
                  </a:lnTo>
                  <a:lnTo>
                    <a:pt x="5294397" y="5365249"/>
                  </a:lnTo>
                  <a:lnTo>
                    <a:pt x="5349930" y="5339849"/>
                  </a:lnTo>
                  <a:close/>
                </a:path>
                <a:path w="6537959" h="5924550">
                  <a:moveTo>
                    <a:pt x="4153560" y="5365249"/>
                  </a:moveTo>
                  <a:lnTo>
                    <a:pt x="4178803" y="5403349"/>
                  </a:lnTo>
                  <a:lnTo>
                    <a:pt x="4135079" y="5428749"/>
                  </a:lnTo>
                  <a:lnTo>
                    <a:pt x="4109837" y="5390649"/>
                  </a:lnTo>
                  <a:lnTo>
                    <a:pt x="4153560" y="5365249"/>
                  </a:lnTo>
                  <a:close/>
                </a:path>
                <a:path w="6537959" h="5924550">
                  <a:moveTo>
                    <a:pt x="3216544" y="5377949"/>
                  </a:moveTo>
                  <a:lnTo>
                    <a:pt x="3236326" y="5416049"/>
                  </a:lnTo>
                  <a:lnTo>
                    <a:pt x="3202061" y="5428749"/>
                  </a:lnTo>
                  <a:lnTo>
                    <a:pt x="3182278" y="5390649"/>
                  </a:lnTo>
                  <a:lnTo>
                    <a:pt x="3216544" y="5377949"/>
                  </a:lnTo>
                  <a:close/>
                </a:path>
                <a:path w="6537959" h="5924550">
                  <a:moveTo>
                    <a:pt x="2279523" y="5390649"/>
                  </a:moveTo>
                  <a:lnTo>
                    <a:pt x="2293850" y="5416049"/>
                  </a:lnTo>
                  <a:lnTo>
                    <a:pt x="2269038" y="5428749"/>
                  </a:lnTo>
                  <a:lnTo>
                    <a:pt x="2254711" y="5403349"/>
                  </a:lnTo>
                  <a:lnTo>
                    <a:pt x="2279523" y="5390649"/>
                  </a:lnTo>
                  <a:close/>
                </a:path>
                <a:path w="6537959" h="5924550">
                  <a:moveTo>
                    <a:pt x="1326838" y="5403349"/>
                  </a:moveTo>
                  <a:lnTo>
                    <a:pt x="1342591" y="5403349"/>
                  </a:lnTo>
                  <a:lnTo>
                    <a:pt x="1351687" y="5416049"/>
                  </a:lnTo>
                  <a:lnTo>
                    <a:pt x="1335934" y="5428749"/>
                  </a:lnTo>
                  <a:lnTo>
                    <a:pt x="1326838" y="5403349"/>
                  </a:lnTo>
                  <a:close/>
                </a:path>
                <a:path w="6537959" h="5924550">
                  <a:moveTo>
                    <a:pt x="6537666" y="5314449"/>
                  </a:moveTo>
                  <a:lnTo>
                    <a:pt x="6537666" y="5403349"/>
                  </a:lnTo>
                  <a:lnTo>
                    <a:pt x="6517755" y="5416049"/>
                  </a:lnTo>
                  <a:lnTo>
                    <a:pt x="6478640" y="5339849"/>
                  </a:lnTo>
                  <a:lnTo>
                    <a:pt x="6537666" y="5314449"/>
                  </a:lnTo>
                  <a:close/>
                </a:path>
                <a:path w="6537959" h="5924550">
                  <a:moveTo>
                    <a:pt x="4413007" y="5352549"/>
                  </a:moveTo>
                  <a:lnTo>
                    <a:pt x="4439840" y="5390649"/>
                  </a:lnTo>
                  <a:lnTo>
                    <a:pt x="4393362" y="5416049"/>
                  </a:lnTo>
                  <a:lnTo>
                    <a:pt x="4366528" y="5377949"/>
                  </a:lnTo>
                  <a:lnTo>
                    <a:pt x="4413007" y="5352549"/>
                  </a:lnTo>
                  <a:close/>
                </a:path>
                <a:path w="6537959" h="5924550">
                  <a:moveTo>
                    <a:pt x="3475992" y="5352549"/>
                  </a:moveTo>
                  <a:lnTo>
                    <a:pt x="3497370" y="5390649"/>
                  </a:lnTo>
                  <a:lnTo>
                    <a:pt x="3460345" y="5416049"/>
                  </a:lnTo>
                  <a:lnTo>
                    <a:pt x="3438967" y="5377949"/>
                  </a:lnTo>
                  <a:lnTo>
                    <a:pt x="3475992" y="5352549"/>
                  </a:lnTo>
                  <a:close/>
                </a:path>
                <a:path w="6537959" h="5924550">
                  <a:moveTo>
                    <a:pt x="2538972" y="5365249"/>
                  </a:moveTo>
                  <a:lnTo>
                    <a:pt x="2554889" y="5403349"/>
                  </a:lnTo>
                  <a:lnTo>
                    <a:pt x="2527322" y="5416049"/>
                  </a:lnTo>
                  <a:lnTo>
                    <a:pt x="2511405" y="5390649"/>
                  </a:lnTo>
                  <a:lnTo>
                    <a:pt x="2538972" y="5365249"/>
                  </a:lnTo>
                  <a:close/>
                </a:path>
                <a:path w="6537959" h="5924550">
                  <a:moveTo>
                    <a:pt x="1601875" y="5377949"/>
                  </a:moveTo>
                  <a:lnTo>
                    <a:pt x="1612108" y="5403349"/>
                  </a:lnTo>
                  <a:lnTo>
                    <a:pt x="1594384" y="5416049"/>
                  </a:lnTo>
                  <a:lnTo>
                    <a:pt x="1584151" y="5390649"/>
                  </a:lnTo>
                  <a:lnTo>
                    <a:pt x="1601875" y="5377949"/>
                  </a:lnTo>
                  <a:close/>
                </a:path>
                <a:path w="6537959" h="5924550">
                  <a:moveTo>
                    <a:pt x="5609294" y="5314449"/>
                  </a:moveTo>
                  <a:lnTo>
                    <a:pt x="5642720" y="5377949"/>
                  </a:lnTo>
                  <a:lnTo>
                    <a:pt x="5584821" y="5403349"/>
                  </a:lnTo>
                  <a:lnTo>
                    <a:pt x="5551395" y="5352549"/>
                  </a:lnTo>
                  <a:lnTo>
                    <a:pt x="5609294" y="5314449"/>
                  </a:lnTo>
                  <a:close/>
                </a:path>
                <a:path w="6537959" h="5924550">
                  <a:moveTo>
                    <a:pt x="4672369" y="5327149"/>
                  </a:moveTo>
                  <a:lnTo>
                    <a:pt x="4700564" y="5377949"/>
                  </a:lnTo>
                  <a:lnTo>
                    <a:pt x="4651725" y="5403349"/>
                  </a:lnTo>
                  <a:lnTo>
                    <a:pt x="4623529" y="5352549"/>
                  </a:lnTo>
                  <a:lnTo>
                    <a:pt x="4672369" y="5327149"/>
                  </a:lnTo>
                  <a:close/>
                </a:path>
                <a:path w="6537959" h="5924550">
                  <a:moveTo>
                    <a:pt x="3735353" y="5339849"/>
                  </a:moveTo>
                  <a:lnTo>
                    <a:pt x="3758098" y="5377949"/>
                  </a:lnTo>
                  <a:lnTo>
                    <a:pt x="3718711" y="5403349"/>
                  </a:lnTo>
                  <a:lnTo>
                    <a:pt x="3695967" y="5365249"/>
                  </a:lnTo>
                  <a:lnTo>
                    <a:pt x="3735353" y="5339849"/>
                  </a:lnTo>
                  <a:close/>
                </a:path>
                <a:path w="6537959" h="5924550">
                  <a:moveTo>
                    <a:pt x="2798338" y="5352549"/>
                  </a:moveTo>
                  <a:lnTo>
                    <a:pt x="2815618" y="5377949"/>
                  </a:lnTo>
                  <a:lnTo>
                    <a:pt x="2785685" y="5403349"/>
                  </a:lnTo>
                  <a:lnTo>
                    <a:pt x="2768405" y="5365249"/>
                  </a:lnTo>
                  <a:lnTo>
                    <a:pt x="2798338" y="5352549"/>
                  </a:lnTo>
                  <a:close/>
                </a:path>
                <a:path w="6537959" h="5924550">
                  <a:moveTo>
                    <a:pt x="5868741" y="5301749"/>
                  </a:moveTo>
                  <a:lnTo>
                    <a:pt x="5903763" y="5365249"/>
                  </a:lnTo>
                  <a:lnTo>
                    <a:pt x="5843099" y="5390649"/>
                  </a:lnTo>
                  <a:lnTo>
                    <a:pt x="5808082" y="5339849"/>
                  </a:lnTo>
                  <a:lnTo>
                    <a:pt x="5868741" y="5301749"/>
                  </a:lnTo>
                  <a:close/>
                </a:path>
                <a:path w="6537959" h="5924550">
                  <a:moveTo>
                    <a:pt x="4931729" y="5314449"/>
                  </a:moveTo>
                  <a:lnTo>
                    <a:pt x="4961290" y="5365249"/>
                  </a:lnTo>
                  <a:lnTo>
                    <a:pt x="4910089" y="5390649"/>
                  </a:lnTo>
                  <a:lnTo>
                    <a:pt x="4880528" y="5339849"/>
                  </a:lnTo>
                  <a:lnTo>
                    <a:pt x="4931729" y="5314449"/>
                  </a:lnTo>
                  <a:close/>
                </a:path>
                <a:path w="6537959" h="5924550">
                  <a:moveTo>
                    <a:pt x="3994718" y="5327149"/>
                  </a:moveTo>
                  <a:lnTo>
                    <a:pt x="4018824" y="5365249"/>
                  </a:lnTo>
                  <a:lnTo>
                    <a:pt x="3977077" y="5390649"/>
                  </a:lnTo>
                  <a:lnTo>
                    <a:pt x="3952971" y="5352549"/>
                  </a:lnTo>
                  <a:lnTo>
                    <a:pt x="3994718" y="5327149"/>
                  </a:lnTo>
                  <a:close/>
                </a:path>
                <a:path w="6537959" h="5924550">
                  <a:moveTo>
                    <a:pt x="3057700" y="5339849"/>
                  </a:moveTo>
                  <a:lnTo>
                    <a:pt x="3076350" y="5365249"/>
                  </a:lnTo>
                  <a:lnTo>
                    <a:pt x="3044052" y="5390649"/>
                  </a:lnTo>
                  <a:lnTo>
                    <a:pt x="3025406" y="5352549"/>
                  </a:lnTo>
                  <a:lnTo>
                    <a:pt x="3057700" y="5339849"/>
                  </a:lnTo>
                  <a:close/>
                </a:path>
                <a:path w="6537959" h="5924550">
                  <a:moveTo>
                    <a:pt x="1861319" y="5365249"/>
                  </a:moveTo>
                  <a:lnTo>
                    <a:pt x="1873143" y="5390649"/>
                  </a:lnTo>
                  <a:lnTo>
                    <a:pt x="1852664" y="5390649"/>
                  </a:lnTo>
                  <a:lnTo>
                    <a:pt x="1840840" y="5377949"/>
                  </a:lnTo>
                  <a:lnTo>
                    <a:pt x="1861319" y="5365249"/>
                  </a:lnTo>
                  <a:close/>
                </a:path>
                <a:path w="6537959" h="5924550">
                  <a:moveTo>
                    <a:pt x="6128101" y="5289049"/>
                  </a:moveTo>
                  <a:lnTo>
                    <a:pt x="6164484" y="5339849"/>
                  </a:lnTo>
                  <a:lnTo>
                    <a:pt x="6101464" y="5377949"/>
                  </a:lnTo>
                  <a:lnTo>
                    <a:pt x="6065081" y="5314449"/>
                  </a:lnTo>
                  <a:lnTo>
                    <a:pt x="6128101" y="5289049"/>
                  </a:lnTo>
                  <a:close/>
                </a:path>
                <a:path w="6537959" h="5924550">
                  <a:moveTo>
                    <a:pt x="5191088" y="5289049"/>
                  </a:moveTo>
                  <a:lnTo>
                    <a:pt x="5222016" y="5352549"/>
                  </a:lnTo>
                  <a:lnTo>
                    <a:pt x="5168449" y="5377949"/>
                  </a:lnTo>
                  <a:lnTo>
                    <a:pt x="5137521" y="5327149"/>
                  </a:lnTo>
                  <a:lnTo>
                    <a:pt x="5191088" y="5289049"/>
                  </a:lnTo>
                  <a:close/>
                </a:path>
                <a:path w="6537959" h="5924550">
                  <a:moveTo>
                    <a:pt x="4254082" y="5301749"/>
                  </a:moveTo>
                  <a:lnTo>
                    <a:pt x="4279550" y="5352549"/>
                  </a:lnTo>
                  <a:lnTo>
                    <a:pt x="4235436" y="5377949"/>
                  </a:lnTo>
                  <a:lnTo>
                    <a:pt x="4209969" y="5327149"/>
                  </a:lnTo>
                  <a:lnTo>
                    <a:pt x="4254082" y="5301749"/>
                  </a:lnTo>
                  <a:close/>
                </a:path>
                <a:path w="6537959" h="5924550">
                  <a:moveTo>
                    <a:pt x="3317071" y="5314449"/>
                  </a:moveTo>
                  <a:lnTo>
                    <a:pt x="3337082" y="5352549"/>
                  </a:lnTo>
                  <a:lnTo>
                    <a:pt x="3302418" y="5377949"/>
                  </a:lnTo>
                  <a:lnTo>
                    <a:pt x="3282406" y="5339849"/>
                  </a:lnTo>
                  <a:lnTo>
                    <a:pt x="3317071" y="5314449"/>
                  </a:lnTo>
                  <a:close/>
                </a:path>
                <a:path w="6537959" h="5924550">
                  <a:moveTo>
                    <a:pt x="2120685" y="5352549"/>
                  </a:moveTo>
                  <a:lnTo>
                    <a:pt x="2133875" y="5365249"/>
                  </a:lnTo>
                  <a:lnTo>
                    <a:pt x="2111030" y="5377949"/>
                  </a:lnTo>
                  <a:lnTo>
                    <a:pt x="2097840" y="5365249"/>
                  </a:lnTo>
                  <a:lnTo>
                    <a:pt x="2120685" y="5352549"/>
                  </a:lnTo>
                  <a:close/>
                </a:path>
                <a:path w="6537959" h="5924550">
                  <a:moveTo>
                    <a:pt x="1183665" y="5352549"/>
                  </a:moveTo>
                  <a:lnTo>
                    <a:pt x="1191399" y="5377949"/>
                  </a:lnTo>
                  <a:lnTo>
                    <a:pt x="1178007" y="5377949"/>
                  </a:lnTo>
                  <a:lnTo>
                    <a:pt x="1170273" y="5365249"/>
                  </a:lnTo>
                  <a:lnTo>
                    <a:pt x="1183665" y="5352549"/>
                  </a:lnTo>
                  <a:close/>
                </a:path>
                <a:path w="6537959" h="5924550">
                  <a:moveTo>
                    <a:pt x="6387465" y="5263649"/>
                  </a:moveTo>
                  <a:lnTo>
                    <a:pt x="6425215" y="5327149"/>
                  </a:lnTo>
                  <a:lnTo>
                    <a:pt x="6359829" y="5365249"/>
                  </a:lnTo>
                  <a:lnTo>
                    <a:pt x="6322080" y="5301749"/>
                  </a:lnTo>
                  <a:lnTo>
                    <a:pt x="6387465" y="5263649"/>
                  </a:lnTo>
                  <a:close/>
                </a:path>
                <a:path w="6537959" h="5924550">
                  <a:moveTo>
                    <a:pt x="5450451" y="5276349"/>
                  </a:moveTo>
                  <a:lnTo>
                    <a:pt x="5482741" y="5327149"/>
                  </a:lnTo>
                  <a:lnTo>
                    <a:pt x="5426813" y="5365249"/>
                  </a:lnTo>
                  <a:lnTo>
                    <a:pt x="5394519" y="5314449"/>
                  </a:lnTo>
                  <a:lnTo>
                    <a:pt x="5450451" y="5276349"/>
                  </a:lnTo>
                  <a:close/>
                </a:path>
                <a:path w="6537959" h="5924550">
                  <a:moveTo>
                    <a:pt x="4513440" y="5289049"/>
                  </a:moveTo>
                  <a:lnTo>
                    <a:pt x="4540274" y="5339849"/>
                  </a:lnTo>
                  <a:lnTo>
                    <a:pt x="4493795" y="5365249"/>
                  </a:lnTo>
                  <a:lnTo>
                    <a:pt x="4466962" y="5314449"/>
                  </a:lnTo>
                  <a:lnTo>
                    <a:pt x="4513440" y="5289049"/>
                  </a:lnTo>
                  <a:close/>
                </a:path>
                <a:path w="6537959" h="5924550">
                  <a:moveTo>
                    <a:pt x="2380047" y="5327149"/>
                  </a:moveTo>
                  <a:lnTo>
                    <a:pt x="2394603" y="5352549"/>
                  </a:lnTo>
                  <a:lnTo>
                    <a:pt x="2369392" y="5365249"/>
                  </a:lnTo>
                  <a:lnTo>
                    <a:pt x="2354840" y="5339849"/>
                  </a:lnTo>
                  <a:lnTo>
                    <a:pt x="2380047" y="5327149"/>
                  </a:lnTo>
                  <a:close/>
                </a:path>
                <a:path w="6537959" h="5924550">
                  <a:moveTo>
                    <a:pt x="1443114" y="5339849"/>
                  </a:moveTo>
                  <a:lnTo>
                    <a:pt x="1452439" y="5352549"/>
                  </a:lnTo>
                  <a:lnTo>
                    <a:pt x="1436288" y="5365249"/>
                  </a:lnTo>
                  <a:lnTo>
                    <a:pt x="1426963" y="5352549"/>
                  </a:lnTo>
                  <a:lnTo>
                    <a:pt x="1443114" y="5339849"/>
                  </a:lnTo>
                  <a:close/>
                </a:path>
                <a:path w="6537959" h="5924550">
                  <a:moveTo>
                    <a:pt x="5709816" y="5263649"/>
                  </a:moveTo>
                  <a:lnTo>
                    <a:pt x="5743471" y="5314449"/>
                  </a:lnTo>
                  <a:lnTo>
                    <a:pt x="5685178" y="5352549"/>
                  </a:lnTo>
                  <a:lnTo>
                    <a:pt x="5651523" y="5289049"/>
                  </a:lnTo>
                  <a:lnTo>
                    <a:pt x="5709816" y="5263649"/>
                  </a:lnTo>
                  <a:close/>
                </a:path>
                <a:path w="6537959" h="5924550">
                  <a:moveTo>
                    <a:pt x="4772804" y="5276349"/>
                  </a:moveTo>
                  <a:lnTo>
                    <a:pt x="4801004" y="5314449"/>
                  </a:lnTo>
                  <a:lnTo>
                    <a:pt x="4752159" y="5352549"/>
                  </a:lnTo>
                  <a:lnTo>
                    <a:pt x="4723964" y="5301749"/>
                  </a:lnTo>
                  <a:lnTo>
                    <a:pt x="4772804" y="5276349"/>
                  </a:lnTo>
                  <a:close/>
                </a:path>
                <a:path w="6537959" h="5924550">
                  <a:moveTo>
                    <a:pt x="3576432" y="5301749"/>
                  </a:moveTo>
                  <a:lnTo>
                    <a:pt x="3597805" y="5339849"/>
                  </a:lnTo>
                  <a:lnTo>
                    <a:pt x="3560785" y="5352549"/>
                  </a:lnTo>
                  <a:lnTo>
                    <a:pt x="3539407" y="5327149"/>
                  </a:lnTo>
                  <a:lnTo>
                    <a:pt x="3576432" y="5301749"/>
                  </a:lnTo>
                  <a:close/>
                </a:path>
                <a:path w="6537959" h="5924550">
                  <a:moveTo>
                    <a:pt x="2639496" y="5314449"/>
                  </a:moveTo>
                  <a:lnTo>
                    <a:pt x="2655638" y="5339849"/>
                  </a:lnTo>
                  <a:lnTo>
                    <a:pt x="2627676" y="5352549"/>
                  </a:lnTo>
                  <a:lnTo>
                    <a:pt x="2611529" y="5327149"/>
                  </a:lnTo>
                  <a:lnTo>
                    <a:pt x="2639496" y="5314449"/>
                  </a:lnTo>
                  <a:close/>
                </a:path>
                <a:path w="6537959" h="5924550">
                  <a:moveTo>
                    <a:pt x="1702394" y="5327149"/>
                  </a:moveTo>
                  <a:lnTo>
                    <a:pt x="1712856" y="5339849"/>
                  </a:lnTo>
                  <a:lnTo>
                    <a:pt x="1694738" y="5352549"/>
                  </a:lnTo>
                  <a:lnTo>
                    <a:pt x="1684276" y="5339849"/>
                  </a:lnTo>
                  <a:lnTo>
                    <a:pt x="1702394" y="5327149"/>
                  </a:lnTo>
                  <a:close/>
                </a:path>
                <a:path w="6537959" h="5924550">
                  <a:moveTo>
                    <a:pt x="5969258" y="5238249"/>
                  </a:moveTo>
                  <a:lnTo>
                    <a:pt x="6004509" y="5301749"/>
                  </a:lnTo>
                  <a:lnTo>
                    <a:pt x="5943461" y="5339849"/>
                  </a:lnTo>
                  <a:lnTo>
                    <a:pt x="5908210" y="5276349"/>
                  </a:lnTo>
                  <a:lnTo>
                    <a:pt x="5969258" y="5238249"/>
                  </a:lnTo>
                  <a:close/>
                </a:path>
                <a:path w="6537959" h="5924550">
                  <a:moveTo>
                    <a:pt x="5032250" y="5250949"/>
                  </a:moveTo>
                  <a:lnTo>
                    <a:pt x="5062036" y="5301749"/>
                  </a:lnTo>
                  <a:lnTo>
                    <a:pt x="5010441" y="5339849"/>
                  </a:lnTo>
                  <a:lnTo>
                    <a:pt x="4980655" y="5289049"/>
                  </a:lnTo>
                  <a:lnTo>
                    <a:pt x="5032250" y="5250949"/>
                  </a:lnTo>
                  <a:close/>
                </a:path>
                <a:path w="6537959" h="5924550">
                  <a:moveTo>
                    <a:pt x="3835793" y="5289049"/>
                  </a:moveTo>
                  <a:lnTo>
                    <a:pt x="3858537" y="5327149"/>
                  </a:lnTo>
                  <a:lnTo>
                    <a:pt x="3819146" y="5339849"/>
                  </a:lnTo>
                  <a:lnTo>
                    <a:pt x="3796402" y="5301749"/>
                  </a:lnTo>
                  <a:lnTo>
                    <a:pt x="3835793" y="5289049"/>
                  </a:lnTo>
                  <a:close/>
                </a:path>
                <a:path w="6537959" h="5924550">
                  <a:moveTo>
                    <a:pt x="2898861" y="5289049"/>
                  </a:moveTo>
                  <a:lnTo>
                    <a:pt x="2916370" y="5327149"/>
                  </a:lnTo>
                  <a:lnTo>
                    <a:pt x="2886043" y="5339849"/>
                  </a:lnTo>
                  <a:lnTo>
                    <a:pt x="2868529" y="5314449"/>
                  </a:lnTo>
                  <a:lnTo>
                    <a:pt x="2898861" y="5289049"/>
                  </a:lnTo>
                  <a:close/>
                </a:path>
                <a:path w="6537959" h="5924550">
                  <a:moveTo>
                    <a:pt x="1961842" y="5301749"/>
                  </a:moveTo>
                  <a:lnTo>
                    <a:pt x="1973895" y="5327149"/>
                  </a:lnTo>
                  <a:lnTo>
                    <a:pt x="1953017" y="5339849"/>
                  </a:lnTo>
                  <a:lnTo>
                    <a:pt x="1940968" y="5314449"/>
                  </a:lnTo>
                  <a:lnTo>
                    <a:pt x="1961842" y="5301749"/>
                  </a:lnTo>
                  <a:close/>
                </a:path>
                <a:path w="6537959" h="5924550">
                  <a:moveTo>
                    <a:pt x="1024821" y="5314449"/>
                  </a:moveTo>
                  <a:lnTo>
                    <a:pt x="1031418" y="5327149"/>
                  </a:lnTo>
                  <a:lnTo>
                    <a:pt x="1019993" y="5339849"/>
                  </a:lnTo>
                  <a:lnTo>
                    <a:pt x="1013400" y="5327149"/>
                  </a:lnTo>
                  <a:lnTo>
                    <a:pt x="1024821" y="5314449"/>
                  </a:lnTo>
                  <a:close/>
                </a:path>
                <a:path w="6537959" h="5924550">
                  <a:moveTo>
                    <a:pt x="6228623" y="5225549"/>
                  </a:moveTo>
                  <a:lnTo>
                    <a:pt x="6265235" y="5289049"/>
                  </a:lnTo>
                  <a:lnTo>
                    <a:pt x="6201821" y="5327149"/>
                  </a:lnTo>
                  <a:lnTo>
                    <a:pt x="6165209" y="5263649"/>
                  </a:lnTo>
                  <a:lnTo>
                    <a:pt x="6228623" y="5225549"/>
                  </a:lnTo>
                  <a:close/>
                </a:path>
                <a:path w="6537959" h="5924550">
                  <a:moveTo>
                    <a:pt x="5291527" y="5238249"/>
                  </a:moveTo>
                  <a:lnTo>
                    <a:pt x="5322454" y="5289049"/>
                  </a:lnTo>
                  <a:lnTo>
                    <a:pt x="5268888" y="5327149"/>
                  </a:lnTo>
                  <a:lnTo>
                    <a:pt x="5237960" y="5263649"/>
                  </a:lnTo>
                  <a:lnTo>
                    <a:pt x="5291527" y="5238249"/>
                  </a:lnTo>
                  <a:close/>
                </a:path>
                <a:path w="6537959" h="5924550">
                  <a:moveTo>
                    <a:pt x="4095244" y="5263649"/>
                  </a:moveTo>
                  <a:lnTo>
                    <a:pt x="4119574" y="5301749"/>
                  </a:lnTo>
                  <a:lnTo>
                    <a:pt x="4077428" y="5327149"/>
                  </a:lnTo>
                  <a:lnTo>
                    <a:pt x="4053098" y="5289049"/>
                  </a:lnTo>
                  <a:lnTo>
                    <a:pt x="4095244" y="5263649"/>
                  </a:lnTo>
                  <a:close/>
                </a:path>
                <a:path w="6537959" h="5924550">
                  <a:moveTo>
                    <a:pt x="3158141" y="5276349"/>
                  </a:moveTo>
                  <a:lnTo>
                    <a:pt x="3176791" y="5314449"/>
                  </a:lnTo>
                  <a:lnTo>
                    <a:pt x="3144488" y="5327149"/>
                  </a:lnTo>
                  <a:lnTo>
                    <a:pt x="3125842" y="5301749"/>
                  </a:lnTo>
                  <a:lnTo>
                    <a:pt x="3158141" y="5276349"/>
                  </a:lnTo>
                  <a:close/>
                </a:path>
                <a:path w="6537959" h="5924550">
                  <a:moveTo>
                    <a:pt x="2221207" y="5289049"/>
                  </a:moveTo>
                  <a:lnTo>
                    <a:pt x="2234621" y="5314449"/>
                  </a:lnTo>
                  <a:lnTo>
                    <a:pt x="2211382" y="5327149"/>
                  </a:lnTo>
                  <a:lnTo>
                    <a:pt x="2197967" y="5301749"/>
                  </a:lnTo>
                  <a:lnTo>
                    <a:pt x="2221207" y="5289049"/>
                  </a:lnTo>
                  <a:close/>
                </a:path>
                <a:path w="6537959" h="5924550">
                  <a:moveTo>
                    <a:pt x="1270402" y="5301749"/>
                  </a:moveTo>
                  <a:lnTo>
                    <a:pt x="1284188" y="5301749"/>
                  </a:lnTo>
                  <a:lnTo>
                    <a:pt x="1292147" y="5314449"/>
                  </a:lnTo>
                  <a:lnTo>
                    <a:pt x="1278361" y="5327149"/>
                  </a:lnTo>
                  <a:lnTo>
                    <a:pt x="1270402" y="5301749"/>
                  </a:lnTo>
                  <a:close/>
                </a:path>
                <a:path w="6537959" h="5924550">
                  <a:moveTo>
                    <a:pt x="6487988" y="5212849"/>
                  </a:moveTo>
                  <a:lnTo>
                    <a:pt x="6525962" y="5276349"/>
                  </a:lnTo>
                  <a:lnTo>
                    <a:pt x="6460182" y="5314449"/>
                  </a:lnTo>
                  <a:lnTo>
                    <a:pt x="6422208" y="5250949"/>
                  </a:lnTo>
                  <a:lnTo>
                    <a:pt x="6487988" y="5212849"/>
                  </a:lnTo>
                  <a:close/>
                </a:path>
                <a:path w="6537959" h="5924550">
                  <a:moveTo>
                    <a:pt x="4354603" y="5250949"/>
                  </a:moveTo>
                  <a:lnTo>
                    <a:pt x="4380300" y="5289049"/>
                  </a:lnTo>
                  <a:lnTo>
                    <a:pt x="4335793" y="5314449"/>
                  </a:lnTo>
                  <a:lnTo>
                    <a:pt x="4310096" y="5276349"/>
                  </a:lnTo>
                  <a:lnTo>
                    <a:pt x="4354603" y="5250949"/>
                  </a:lnTo>
                  <a:close/>
                </a:path>
                <a:path w="6537959" h="5924550">
                  <a:moveTo>
                    <a:pt x="3417589" y="5263649"/>
                  </a:moveTo>
                  <a:lnTo>
                    <a:pt x="3437830" y="5289049"/>
                  </a:lnTo>
                  <a:lnTo>
                    <a:pt x="3402776" y="5314449"/>
                  </a:lnTo>
                  <a:lnTo>
                    <a:pt x="3382535" y="5276349"/>
                  </a:lnTo>
                  <a:lnTo>
                    <a:pt x="3417589" y="5263649"/>
                  </a:lnTo>
                  <a:close/>
                </a:path>
                <a:path w="6537959" h="5924550">
                  <a:moveTo>
                    <a:pt x="2480569" y="5276349"/>
                  </a:moveTo>
                  <a:lnTo>
                    <a:pt x="2495350" y="5301749"/>
                  </a:lnTo>
                  <a:lnTo>
                    <a:pt x="2469749" y="5314449"/>
                  </a:lnTo>
                  <a:lnTo>
                    <a:pt x="2454969" y="5289049"/>
                  </a:lnTo>
                  <a:lnTo>
                    <a:pt x="2480569" y="5276349"/>
                  </a:lnTo>
                  <a:close/>
                </a:path>
                <a:path w="6537959" h="5924550">
                  <a:moveTo>
                    <a:pt x="1543550" y="5276349"/>
                  </a:moveTo>
                  <a:lnTo>
                    <a:pt x="1552875" y="5301749"/>
                  </a:lnTo>
                  <a:lnTo>
                    <a:pt x="1536728" y="5314449"/>
                  </a:lnTo>
                  <a:lnTo>
                    <a:pt x="1527403" y="5289049"/>
                  </a:lnTo>
                  <a:lnTo>
                    <a:pt x="1543550" y="5276349"/>
                  </a:lnTo>
                  <a:close/>
                </a:path>
                <a:path w="6537959" h="5924550">
                  <a:moveTo>
                    <a:pt x="5550973" y="5212849"/>
                  </a:moveTo>
                  <a:lnTo>
                    <a:pt x="5583492" y="5276349"/>
                  </a:lnTo>
                  <a:lnTo>
                    <a:pt x="5527170" y="5301749"/>
                  </a:lnTo>
                  <a:lnTo>
                    <a:pt x="5494652" y="5250949"/>
                  </a:lnTo>
                  <a:lnTo>
                    <a:pt x="5550973" y="5212849"/>
                  </a:lnTo>
                  <a:close/>
                </a:path>
                <a:path w="6537959" h="5924550">
                  <a:moveTo>
                    <a:pt x="4613961" y="5225549"/>
                  </a:moveTo>
                  <a:lnTo>
                    <a:pt x="4641024" y="5276349"/>
                  </a:lnTo>
                  <a:lnTo>
                    <a:pt x="4594151" y="5301749"/>
                  </a:lnTo>
                  <a:lnTo>
                    <a:pt x="4567093" y="5263649"/>
                  </a:lnTo>
                  <a:lnTo>
                    <a:pt x="4613961" y="5225549"/>
                  </a:lnTo>
                  <a:close/>
                </a:path>
                <a:path w="6537959" h="5924550">
                  <a:moveTo>
                    <a:pt x="3676955" y="5238249"/>
                  </a:moveTo>
                  <a:lnTo>
                    <a:pt x="3698558" y="5276349"/>
                  </a:lnTo>
                  <a:lnTo>
                    <a:pt x="3661138" y="5301749"/>
                  </a:lnTo>
                  <a:lnTo>
                    <a:pt x="3639535" y="5263649"/>
                  </a:lnTo>
                  <a:lnTo>
                    <a:pt x="3676955" y="5238249"/>
                  </a:lnTo>
                  <a:close/>
                </a:path>
                <a:path w="6537959" h="5924550">
                  <a:moveTo>
                    <a:pt x="2739935" y="5250949"/>
                  </a:moveTo>
                  <a:lnTo>
                    <a:pt x="2756077" y="5276349"/>
                  </a:lnTo>
                  <a:lnTo>
                    <a:pt x="2728116" y="5301749"/>
                  </a:lnTo>
                  <a:lnTo>
                    <a:pt x="2711969" y="5263649"/>
                  </a:lnTo>
                  <a:lnTo>
                    <a:pt x="2739935" y="5250949"/>
                  </a:lnTo>
                  <a:close/>
                </a:path>
                <a:path w="6537959" h="5924550">
                  <a:moveTo>
                    <a:pt x="5810338" y="5200149"/>
                  </a:moveTo>
                  <a:lnTo>
                    <a:pt x="5844218" y="5263649"/>
                  </a:lnTo>
                  <a:lnTo>
                    <a:pt x="5785530" y="5289049"/>
                  </a:lnTo>
                  <a:lnTo>
                    <a:pt x="5751646" y="5238249"/>
                  </a:lnTo>
                  <a:lnTo>
                    <a:pt x="5810338" y="5200149"/>
                  </a:lnTo>
                  <a:close/>
                </a:path>
                <a:path w="6537959" h="5924550">
                  <a:moveTo>
                    <a:pt x="4873325" y="5212849"/>
                  </a:moveTo>
                  <a:lnTo>
                    <a:pt x="4901750" y="5263649"/>
                  </a:lnTo>
                  <a:lnTo>
                    <a:pt x="4852516" y="5289049"/>
                  </a:lnTo>
                  <a:lnTo>
                    <a:pt x="4824091" y="5238249"/>
                  </a:lnTo>
                  <a:lnTo>
                    <a:pt x="4873325" y="5212849"/>
                  </a:lnTo>
                  <a:close/>
                </a:path>
                <a:path w="6537959" h="5924550">
                  <a:moveTo>
                    <a:pt x="3936315" y="5225549"/>
                  </a:moveTo>
                  <a:lnTo>
                    <a:pt x="3959284" y="5263649"/>
                  </a:lnTo>
                  <a:lnTo>
                    <a:pt x="3919503" y="5289049"/>
                  </a:lnTo>
                  <a:lnTo>
                    <a:pt x="3896534" y="5250949"/>
                  </a:lnTo>
                  <a:lnTo>
                    <a:pt x="3936315" y="5225549"/>
                  </a:lnTo>
                  <a:close/>
                </a:path>
                <a:path w="6537959" h="5924550">
                  <a:moveTo>
                    <a:pt x="2999384" y="5238249"/>
                  </a:moveTo>
                  <a:lnTo>
                    <a:pt x="3017117" y="5263649"/>
                  </a:lnTo>
                  <a:lnTo>
                    <a:pt x="2986396" y="5289049"/>
                  </a:lnTo>
                  <a:lnTo>
                    <a:pt x="2968658" y="5250949"/>
                  </a:lnTo>
                  <a:lnTo>
                    <a:pt x="2999384" y="5238249"/>
                  </a:lnTo>
                  <a:close/>
                </a:path>
                <a:path w="6537959" h="5924550">
                  <a:moveTo>
                    <a:pt x="1802911" y="5263649"/>
                  </a:moveTo>
                  <a:lnTo>
                    <a:pt x="1813603" y="5289049"/>
                  </a:lnTo>
                  <a:lnTo>
                    <a:pt x="1795095" y="5289049"/>
                  </a:lnTo>
                  <a:lnTo>
                    <a:pt x="1784403" y="5276349"/>
                  </a:lnTo>
                  <a:lnTo>
                    <a:pt x="1802911" y="5263649"/>
                  </a:lnTo>
                  <a:close/>
                </a:path>
                <a:path w="6537959" h="5924550">
                  <a:moveTo>
                    <a:pt x="6069698" y="5187449"/>
                  </a:moveTo>
                  <a:lnTo>
                    <a:pt x="6104949" y="5250949"/>
                  </a:lnTo>
                  <a:lnTo>
                    <a:pt x="6043896" y="5276349"/>
                  </a:lnTo>
                  <a:lnTo>
                    <a:pt x="6008645" y="5225549"/>
                  </a:lnTo>
                  <a:lnTo>
                    <a:pt x="6069698" y="5187449"/>
                  </a:lnTo>
                  <a:close/>
                </a:path>
                <a:path w="6537959" h="5924550">
                  <a:moveTo>
                    <a:pt x="5132689" y="5200149"/>
                  </a:moveTo>
                  <a:lnTo>
                    <a:pt x="5162475" y="5250949"/>
                  </a:lnTo>
                  <a:lnTo>
                    <a:pt x="5110876" y="5276349"/>
                  </a:lnTo>
                  <a:lnTo>
                    <a:pt x="5081090" y="5225549"/>
                  </a:lnTo>
                  <a:lnTo>
                    <a:pt x="5132689" y="5200149"/>
                  </a:lnTo>
                  <a:close/>
                </a:path>
                <a:path w="6537959" h="5924550">
                  <a:moveTo>
                    <a:pt x="4195762" y="5212849"/>
                  </a:moveTo>
                  <a:lnTo>
                    <a:pt x="4220321" y="5250949"/>
                  </a:lnTo>
                  <a:lnTo>
                    <a:pt x="4177781" y="5276349"/>
                  </a:lnTo>
                  <a:lnTo>
                    <a:pt x="4153221" y="5225549"/>
                  </a:lnTo>
                  <a:lnTo>
                    <a:pt x="4195762" y="5212849"/>
                  </a:lnTo>
                  <a:close/>
                </a:path>
                <a:path w="6537959" h="5924550">
                  <a:moveTo>
                    <a:pt x="3258663" y="5212849"/>
                  </a:moveTo>
                  <a:lnTo>
                    <a:pt x="3277538" y="5250949"/>
                  </a:lnTo>
                  <a:lnTo>
                    <a:pt x="3244845" y="5276349"/>
                  </a:lnTo>
                  <a:lnTo>
                    <a:pt x="3225970" y="5238249"/>
                  </a:lnTo>
                  <a:lnTo>
                    <a:pt x="3258663" y="5212849"/>
                  </a:lnTo>
                  <a:close/>
                </a:path>
                <a:path w="6537959" h="5924550">
                  <a:moveTo>
                    <a:pt x="2062365" y="5250949"/>
                  </a:moveTo>
                  <a:lnTo>
                    <a:pt x="2074642" y="5263649"/>
                  </a:lnTo>
                  <a:lnTo>
                    <a:pt x="2053374" y="5276349"/>
                  </a:lnTo>
                  <a:lnTo>
                    <a:pt x="2041092" y="5263649"/>
                  </a:lnTo>
                  <a:lnTo>
                    <a:pt x="2062365" y="5250949"/>
                  </a:lnTo>
                  <a:close/>
                </a:path>
                <a:path w="6537959" h="5924550">
                  <a:moveTo>
                    <a:pt x="1113525" y="5263649"/>
                  </a:moveTo>
                  <a:lnTo>
                    <a:pt x="1125344" y="5263649"/>
                  </a:lnTo>
                  <a:lnTo>
                    <a:pt x="1132166" y="5276349"/>
                  </a:lnTo>
                  <a:lnTo>
                    <a:pt x="1120347" y="5276349"/>
                  </a:lnTo>
                  <a:lnTo>
                    <a:pt x="1113525" y="5263649"/>
                  </a:lnTo>
                  <a:close/>
                </a:path>
                <a:path w="6537959" h="5924550">
                  <a:moveTo>
                    <a:pt x="6329062" y="5162049"/>
                  </a:moveTo>
                  <a:lnTo>
                    <a:pt x="6365675" y="5225549"/>
                  </a:lnTo>
                  <a:lnTo>
                    <a:pt x="6302256" y="5263649"/>
                  </a:lnTo>
                  <a:lnTo>
                    <a:pt x="6265643" y="5200149"/>
                  </a:lnTo>
                  <a:lnTo>
                    <a:pt x="6329062" y="5162049"/>
                  </a:lnTo>
                  <a:close/>
                </a:path>
                <a:path w="6537959" h="5924550">
                  <a:moveTo>
                    <a:pt x="5392048" y="5174749"/>
                  </a:moveTo>
                  <a:lnTo>
                    <a:pt x="5423201" y="5238249"/>
                  </a:lnTo>
                  <a:lnTo>
                    <a:pt x="5369240" y="5263649"/>
                  </a:lnTo>
                  <a:lnTo>
                    <a:pt x="5338088" y="5212849"/>
                  </a:lnTo>
                  <a:lnTo>
                    <a:pt x="5392048" y="5174749"/>
                  </a:lnTo>
                  <a:close/>
                </a:path>
                <a:path w="6537959" h="5924550">
                  <a:moveTo>
                    <a:pt x="4455124" y="5187449"/>
                  </a:moveTo>
                  <a:lnTo>
                    <a:pt x="4481045" y="5238249"/>
                  </a:lnTo>
                  <a:lnTo>
                    <a:pt x="4436144" y="5263649"/>
                  </a:lnTo>
                  <a:lnTo>
                    <a:pt x="4410223" y="5212849"/>
                  </a:lnTo>
                  <a:lnTo>
                    <a:pt x="4455124" y="5187449"/>
                  </a:lnTo>
                  <a:close/>
                </a:path>
                <a:path w="6537959" h="5924550">
                  <a:moveTo>
                    <a:pt x="2321648" y="5225549"/>
                  </a:moveTo>
                  <a:lnTo>
                    <a:pt x="2335062" y="5250949"/>
                  </a:lnTo>
                  <a:lnTo>
                    <a:pt x="2311823" y="5263649"/>
                  </a:lnTo>
                  <a:lnTo>
                    <a:pt x="2298409" y="5238249"/>
                  </a:lnTo>
                  <a:lnTo>
                    <a:pt x="2321648" y="5225549"/>
                  </a:lnTo>
                  <a:close/>
                </a:path>
                <a:path w="6537959" h="5924550">
                  <a:moveTo>
                    <a:pt x="1384711" y="5238249"/>
                  </a:moveTo>
                  <a:lnTo>
                    <a:pt x="1392900" y="5250949"/>
                  </a:lnTo>
                  <a:lnTo>
                    <a:pt x="1378715" y="5263649"/>
                  </a:lnTo>
                  <a:lnTo>
                    <a:pt x="1370526" y="5250949"/>
                  </a:lnTo>
                  <a:lnTo>
                    <a:pt x="1384711" y="5238249"/>
                  </a:lnTo>
                  <a:close/>
                </a:path>
                <a:path w="6537959" h="5924550">
                  <a:moveTo>
                    <a:pt x="5651495" y="5162049"/>
                  </a:moveTo>
                  <a:lnTo>
                    <a:pt x="5684243" y="5212849"/>
                  </a:lnTo>
                  <a:lnTo>
                    <a:pt x="5627527" y="5250949"/>
                  </a:lnTo>
                  <a:lnTo>
                    <a:pt x="5594779" y="5187449"/>
                  </a:lnTo>
                  <a:lnTo>
                    <a:pt x="5651495" y="5162049"/>
                  </a:lnTo>
                  <a:close/>
                </a:path>
                <a:path w="6537959" h="5924550">
                  <a:moveTo>
                    <a:pt x="4714483" y="5174749"/>
                  </a:moveTo>
                  <a:lnTo>
                    <a:pt x="4741771" y="5225549"/>
                  </a:lnTo>
                  <a:lnTo>
                    <a:pt x="4694508" y="5250949"/>
                  </a:lnTo>
                  <a:lnTo>
                    <a:pt x="4667221" y="5200149"/>
                  </a:lnTo>
                  <a:lnTo>
                    <a:pt x="4714483" y="5174749"/>
                  </a:lnTo>
                  <a:close/>
                </a:path>
                <a:path w="6537959" h="5924550">
                  <a:moveTo>
                    <a:pt x="3518111" y="5200149"/>
                  </a:moveTo>
                  <a:lnTo>
                    <a:pt x="3538577" y="5238249"/>
                  </a:lnTo>
                  <a:lnTo>
                    <a:pt x="3503129" y="5250949"/>
                  </a:lnTo>
                  <a:lnTo>
                    <a:pt x="3482663" y="5225549"/>
                  </a:lnTo>
                  <a:lnTo>
                    <a:pt x="3518111" y="5200149"/>
                  </a:lnTo>
                  <a:close/>
                </a:path>
                <a:path w="6537959" h="5924550">
                  <a:moveTo>
                    <a:pt x="2581088" y="5212849"/>
                  </a:moveTo>
                  <a:lnTo>
                    <a:pt x="2596098" y="5238249"/>
                  </a:lnTo>
                  <a:lnTo>
                    <a:pt x="2570107" y="5250949"/>
                  </a:lnTo>
                  <a:lnTo>
                    <a:pt x="2555097" y="5225549"/>
                  </a:lnTo>
                  <a:lnTo>
                    <a:pt x="2581088" y="5212849"/>
                  </a:lnTo>
                  <a:close/>
                </a:path>
                <a:path w="6537959" h="5924550">
                  <a:moveTo>
                    <a:pt x="1644077" y="5225549"/>
                  </a:moveTo>
                  <a:lnTo>
                    <a:pt x="1653627" y="5238249"/>
                  </a:lnTo>
                  <a:lnTo>
                    <a:pt x="1637081" y="5250949"/>
                  </a:lnTo>
                  <a:lnTo>
                    <a:pt x="1627532" y="5238249"/>
                  </a:lnTo>
                  <a:lnTo>
                    <a:pt x="1644077" y="5225549"/>
                  </a:lnTo>
                  <a:close/>
                </a:path>
                <a:path w="6537959" h="5924550">
                  <a:moveTo>
                    <a:pt x="5910855" y="5149349"/>
                  </a:moveTo>
                  <a:lnTo>
                    <a:pt x="5944969" y="5200149"/>
                  </a:lnTo>
                  <a:lnTo>
                    <a:pt x="5885887" y="5238249"/>
                  </a:lnTo>
                  <a:lnTo>
                    <a:pt x="5851778" y="5174749"/>
                  </a:lnTo>
                  <a:lnTo>
                    <a:pt x="5910855" y="5149349"/>
                  </a:lnTo>
                  <a:close/>
                </a:path>
                <a:path w="6537959" h="5924550">
                  <a:moveTo>
                    <a:pt x="4973842" y="5149349"/>
                  </a:moveTo>
                  <a:lnTo>
                    <a:pt x="5002496" y="5200149"/>
                  </a:lnTo>
                  <a:lnTo>
                    <a:pt x="4952872" y="5238249"/>
                  </a:lnTo>
                  <a:lnTo>
                    <a:pt x="4924219" y="5187449"/>
                  </a:lnTo>
                  <a:lnTo>
                    <a:pt x="4973842" y="5149349"/>
                  </a:lnTo>
                  <a:close/>
                </a:path>
                <a:path w="6537959" h="5924550">
                  <a:moveTo>
                    <a:pt x="3777472" y="5187449"/>
                  </a:moveTo>
                  <a:lnTo>
                    <a:pt x="3799304" y="5225549"/>
                  </a:lnTo>
                  <a:lnTo>
                    <a:pt x="3761495" y="5238249"/>
                  </a:lnTo>
                  <a:lnTo>
                    <a:pt x="3739663" y="5200149"/>
                  </a:lnTo>
                  <a:lnTo>
                    <a:pt x="3777472" y="5187449"/>
                  </a:lnTo>
                  <a:close/>
                </a:path>
                <a:path w="6537959" h="5924550">
                  <a:moveTo>
                    <a:pt x="2840458" y="5200149"/>
                  </a:moveTo>
                  <a:lnTo>
                    <a:pt x="2856830" y="5225549"/>
                  </a:lnTo>
                  <a:lnTo>
                    <a:pt x="2828469" y="5238249"/>
                  </a:lnTo>
                  <a:lnTo>
                    <a:pt x="2812098" y="5212849"/>
                  </a:lnTo>
                  <a:lnTo>
                    <a:pt x="2840458" y="5200149"/>
                  </a:lnTo>
                  <a:close/>
                </a:path>
                <a:path w="6537959" h="5924550">
                  <a:moveTo>
                    <a:pt x="1884532" y="5212849"/>
                  </a:moveTo>
                  <a:lnTo>
                    <a:pt x="1903439" y="5212849"/>
                  </a:lnTo>
                  <a:lnTo>
                    <a:pt x="1914355" y="5225549"/>
                  </a:lnTo>
                  <a:lnTo>
                    <a:pt x="1895448" y="5238249"/>
                  </a:lnTo>
                  <a:lnTo>
                    <a:pt x="1884532" y="5212849"/>
                  </a:lnTo>
                  <a:close/>
                </a:path>
                <a:path w="6537959" h="5924550">
                  <a:moveTo>
                    <a:pt x="6170220" y="5123949"/>
                  </a:moveTo>
                  <a:lnTo>
                    <a:pt x="6205691" y="5187449"/>
                  </a:lnTo>
                  <a:lnTo>
                    <a:pt x="6144253" y="5225549"/>
                  </a:lnTo>
                  <a:lnTo>
                    <a:pt x="6108777" y="5162049"/>
                  </a:lnTo>
                  <a:lnTo>
                    <a:pt x="6170220" y="5123949"/>
                  </a:lnTo>
                  <a:close/>
                </a:path>
                <a:path w="6537959" h="5924550">
                  <a:moveTo>
                    <a:pt x="5233206" y="5136649"/>
                  </a:moveTo>
                  <a:lnTo>
                    <a:pt x="5263221" y="5187449"/>
                  </a:lnTo>
                  <a:lnTo>
                    <a:pt x="5211237" y="5225549"/>
                  </a:lnTo>
                  <a:lnTo>
                    <a:pt x="5181217" y="5162049"/>
                  </a:lnTo>
                  <a:lnTo>
                    <a:pt x="5233206" y="5136649"/>
                  </a:lnTo>
                  <a:close/>
                </a:path>
                <a:path w="6537959" h="5924550">
                  <a:moveTo>
                    <a:pt x="4036836" y="5162049"/>
                  </a:moveTo>
                  <a:lnTo>
                    <a:pt x="4060034" y="5200149"/>
                  </a:lnTo>
                  <a:lnTo>
                    <a:pt x="4019855" y="5225549"/>
                  </a:lnTo>
                  <a:lnTo>
                    <a:pt x="3996661" y="5187449"/>
                  </a:lnTo>
                  <a:lnTo>
                    <a:pt x="4036836" y="5162049"/>
                  </a:lnTo>
                  <a:close/>
                </a:path>
                <a:path w="6537959" h="5924550">
                  <a:moveTo>
                    <a:pt x="3099824" y="5174749"/>
                  </a:moveTo>
                  <a:lnTo>
                    <a:pt x="3117557" y="5212849"/>
                  </a:lnTo>
                  <a:lnTo>
                    <a:pt x="3086836" y="5225549"/>
                  </a:lnTo>
                  <a:lnTo>
                    <a:pt x="3069098" y="5200149"/>
                  </a:lnTo>
                  <a:lnTo>
                    <a:pt x="3099824" y="5174749"/>
                  </a:lnTo>
                  <a:close/>
                </a:path>
                <a:path w="6537959" h="5924550">
                  <a:moveTo>
                    <a:pt x="2162886" y="5187449"/>
                  </a:moveTo>
                  <a:lnTo>
                    <a:pt x="2175393" y="5212849"/>
                  </a:lnTo>
                  <a:lnTo>
                    <a:pt x="2153726" y="5225549"/>
                  </a:lnTo>
                  <a:lnTo>
                    <a:pt x="2141219" y="5200149"/>
                  </a:lnTo>
                  <a:lnTo>
                    <a:pt x="2162886" y="5187449"/>
                  </a:lnTo>
                  <a:close/>
                </a:path>
                <a:path w="6537959" h="5924550">
                  <a:moveTo>
                    <a:pt x="1225780" y="5200149"/>
                  </a:moveTo>
                  <a:lnTo>
                    <a:pt x="1232602" y="5212849"/>
                  </a:lnTo>
                  <a:lnTo>
                    <a:pt x="1220788" y="5225549"/>
                  </a:lnTo>
                  <a:lnTo>
                    <a:pt x="1213966" y="5212849"/>
                  </a:lnTo>
                  <a:lnTo>
                    <a:pt x="1225780" y="5200149"/>
                  </a:lnTo>
                  <a:close/>
                </a:path>
                <a:path w="6537959" h="5924550">
                  <a:moveTo>
                    <a:pt x="6537666" y="5174749"/>
                  </a:moveTo>
                  <a:lnTo>
                    <a:pt x="6537666" y="5212849"/>
                  </a:lnTo>
                  <a:lnTo>
                    <a:pt x="6522340" y="5187449"/>
                  </a:lnTo>
                  <a:lnTo>
                    <a:pt x="6537666" y="5174749"/>
                  </a:lnTo>
                  <a:close/>
                </a:path>
                <a:path w="6537959" h="5924550">
                  <a:moveTo>
                    <a:pt x="6429580" y="5111249"/>
                  </a:moveTo>
                  <a:lnTo>
                    <a:pt x="6466422" y="5174749"/>
                  </a:lnTo>
                  <a:lnTo>
                    <a:pt x="6402618" y="5212849"/>
                  </a:lnTo>
                  <a:lnTo>
                    <a:pt x="6365776" y="5149349"/>
                  </a:lnTo>
                  <a:lnTo>
                    <a:pt x="6429580" y="5111249"/>
                  </a:lnTo>
                  <a:close/>
                </a:path>
                <a:path w="6537959" h="5924550">
                  <a:moveTo>
                    <a:pt x="4296200" y="5149349"/>
                  </a:moveTo>
                  <a:lnTo>
                    <a:pt x="4320760" y="5187449"/>
                  </a:lnTo>
                  <a:lnTo>
                    <a:pt x="4278219" y="5212849"/>
                  </a:lnTo>
                  <a:lnTo>
                    <a:pt x="4253660" y="5174749"/>
                  </a:lnTo>
                  <a:lnTo>
                    <a:pt x="4296200" y="5149349"/>
                  </a:lnTo>
                  <a:close/>
                </a:path>
                <a:path w="6537959" h="5924550">
                  <a:moveTo>
                    <a:pt x="3359186" y="5162049"/>
                  </a:moveTo>
                  <a:lnTo>
                    <a:pt x="3378290" y="5187449"/>
                  </a:lnTo>
                  <a:lnTo>
                    <a:pt x="3345203" y="5212849"/>
                  </a:lnTo>
                  <a:lnTo>
                    <a:pt x="3326099" y="5174749"/>
                  </a:lnTo>
                  <a:lnTo>
                    <a:pt x="3359186" y="5162049"/>
                  </a:lnTo>
                  <a:close/>
                </a:path>
                <a:path w="6537959" h="5924550">
                  <a:moveTo>
                    <a:pt x="2422166" y="5174749"/>
                  </a:moveTo>
                  <a:lnTo>
                    <a:pt x="2435809" y="5200149"/>
                  </a:lnTo>
                  <a:lnTo>
                    <a:pt x="2412176" y="5212849"/>
                  </a:lnTo>
                  <a:lnTo>
                    <a:pt x="2398532" y="5187449"/>
                  </a:lnTo>
                  <a:lnTo>
                    <a:pt x="2422166" y="5174749"/>
                  </a:lnTo>
                  <a:close/>
                </a:path>
                <a:path w="6537959" h="5924550">
                  <a:moveTo>
                    <a:pt x="5492570" y="5123949"/>
                  </a:moveTo>
                  <a:lnTo>
                    <a:pt x="5523952" y="5174749"/>
                  </a:lnTo>
                  <a:lnTo>
                    <a:pt x="5469597" y="5200149"/>
                  </a:lnTo>
                  <a:lnTo>
                    <a:pt x="5438215" y="5149349"/>
                  </a:lnTo>
                  <a:lnTo>
                    <a:pt x="5492570" y="5123949"/>
                  </a:lnTo>
                  <a:close/>
                </a:path>
                <a:path w="6537959" h="5924550">
                  <a:moveTo>
                    <a:pt x="4555563" y="5136649"/>
                  </a:moveTo>
                  <a:lnTo>
                    <a:pt x="4581484" y="5174749"/>
                  </a:lnTo>
                  <a:lnTo>
                    <a:pt x="4536583" y="5200149"/>
                  </a:lnTo>
                  <a:lnTo>
                    <a:pt x="4510661" y="5162049"/>
                  </a:lnTo>
                  <a:lnTo>
                    <a:pt x="4555563" y="5136649"/>
                  </a:lnTo>
                  <a:close/>
                </a:path>
                <a:path w="6537959" h="5924550">
                  <a:moveTo>
                    <a:pt x="3618634" y="5136649"/>
                  </a:moveTo>
                  <a:lnTo>
                    <a:pt x="3639329" y="5174749"/>
                  </a:lnTo>
                  <a:lnTo>
                    <a:pt x="3603482" y="5200149"/>
                  </a:lnTo>
                  <a:lnTo>
                    <a:pt x="3582787" y="5162049"/>
                  </a:lnTo>
                  <a:lnTo>
                    <a:pt x="3618634" y="5136649"/>
                  </a:lnTo>
                  <a:close/>
                </a:path>
                <a:path w="6537959" h="5924550">
                  <a:moveTo>
                    <a:pt x="2681614" y="5149349"/>
                  </a:moveTo>
                  <a:lnTo>
                    <a:pt x="2696849" y="5174749"/>
                  </a:lnTo>
                  <a:lnTo>
                    <a:pt x="2670460" y="5200149"/>
                  </a:lnTo>
                  <a:lnTo>
                    <a:pt x="2655226" y="5174749"/>
                  </a:lnTo>
                  <a:lnTo>
                    <a:pt x="2681614" y="5149349"/>
                  </a:lnTo>
                  <a:close/>
                </a:path>
                <a:path w="6537959" h="5924550">
                  <a:moveTo>
                    <a:pt x="1470655" y="5187449"/>
                  </a:moveTo>
                  <a:lnTo>
                    <a:pt x="1485234" y="5187449"/>
                  </a:lnTo>
                  <a:lnTo>
                    <a:pt x="1493647" y="5200149"/>
                  </a:lnTo>
                  <a:lnTo>
                    <a:pt x="1479068" y="5200149"/>
                  </a:lnTo>
                  <a:lnTo>
                    <a:pt x="1470655" y="5187449"/>
                  </a:lnTo>
                  <a:close/>
                </a:path>
                <a:path w="6537959" h="5924550">
                  <a:moveTo>
                    <a:pt x="5752012" y="5098549"/>
                  </a:moveTo>
                  <a:lnTo>
                    <a:pt x="5784985" y="5162049"/>
                  </a:lnTo>
                  <a:lnTo>
                    <a:pt x="5727879" y="5187449"/>
                  </a:lnTo>
                  <a:lnTo>
                    <a:pt x="5694907" y="5136649"/>
                  </a:lnTo>
                  <a:lnTo>
                    <a:pt x="5752012" y="5098549"/>
                  </a:lnTo>
                  <a:close/>
                </a:path>
                <a:path w="6537959" h="5924550">
                  <a:moveTo>
                    <a:pt x="4815005" y="5111249"/>
                  </a:moveTo>
                  <a:lnTo>
                    <a:pt x="4842522" y="5162049"/>
                  </a:lnTo>
                  <a:lnTo>
                    <a:pt x="4794860" y="5187449"/>
                  </a:lnTo>
                  <a:lnTo>
                    <a:pt x="4767343" y="5136649"/>
                  </a:lnTo>
                  <a:lnTo>
                    <a:pt x="4815005" y="5111249"/>
                  </a:lnTo>
                  <a:close/>
                </a:path>
                <a:path w="6537959" h="5924550">
                  <a:moveTo>
                    <a:pt x="3877912" y="5123949"/>
                  </a:moveTo>
                  <a:lnTo>
                    <a:pt x="3899744" y="5162049"/>
                  </a:lnTo>
                  <a:lnTo>
                    <a:pt x="3861934" y="5187449"/>
                  </a:lnTo>
                  <a:lnTo>
                    <a:pt x="3840102" y="5149349"/>
                  </a:lnTo>
                  <a:lnTo>
                    <a:pt x="3877912" y="5123949"/>
                  </a:lnTo>
                  <a:close/>
                </a:path>
                <a:path w="6537959" h="5924550">
                  <a:moveTo>
                    <a:pt x="2940976" y="5136649"/>
                  </a:moveTo>
                  <a:lnTo>
                    <a:pt x="2957577" y="5162049"/>
                  </a:lnTo>
                  <a:lnTo>
                    <a:pt x="2928827" y="5187449"/>
                  </a:lnTo>
                  <a:lnTo>
                    <a:pt x="2912226" y="5149349"/>
                  </a:lnTo>
                  <a:lnTo>
                    <a:pt x="2940976" y="5136649"/>
                  </a:lnTo>
                  <a:close/>
                </a:path>
                <a:path w="6537959" h="5924550">
                  <a:moveTo>
                    <a:pt x="1744595" y="5162049"/>
                  </a:moveTo>
                  <a:lnTo>
                    <a:pt x="1754374" y="5187449"/>
                  </a:lnTo>
                  <a:lnTo>
                    <a:pt x="1737438" y="5187449"/>
                  </a:lnTo>
                  <a:lnTo>
                    <a:pt x="1727660" y="5174749"/>
                  </a:lnTo>
                  <a:lnTo>
                    <a:pt x="1744595" y="5162049"/>
                  </a:lnTo>
                  <a:close/>
                </a:path>
                <a:path w="6537959" h="5924550">
                  <a:moveTo>
                    <a:pt x="6011294" y="5085849"/>
                  </a:moveTo>
                  <a:lnTo>
                    <a:pt x="6045404" y="5149349"/>
                  </a:lnTo>
                  <a:lnTo>
                    <a:pt x="5986322" y="5174749"/>
                  </a:lnTo>
                  <a:lnTo>
                    <a:pt x="5952213" y="5123949"/>
                  </a:lnTo>
                  <a:lnTo>
                    <a:pt x="6011294" y="5085849"/>
                  </a:lnTo>
                  <a:close/>
                </a:path>
                <a:path w="6537959" h="5924550">
                  <a:moveTo>
                    <a:pt x="5074369" y="5098549"/>
                  </a:moveTo>
                  <a:lnTo>
                    <a:pt x="5103247" y="5149349"/>
                  </a:lnTo>
                  <a:lnTo>
                    <a:pt x="5053224" y="5174749"/>
                  </a:lnTo>
                  <a:lnTo>
                    <a:pt x="5024346" y="5123949"/>
                  </a:lnTo>
                  <a:lnTo>
                    <a:pt x="5074369" y="5098549"/>
                  </a:lnTo>
                  <a:close/>
                </a:path>
                <a:path w="6537959" h="5924550">
                  <a:moveTo>
                    <a:pt x="4137358" y="5111249"/>
                  </a:moveTo>
                  <a:lnTo>
                    <a:pt x="4160781" y="5149349"/>
                  </a:lnTo>
                  <a:lnTo>
                    <a:pt x="4120207" y="5174749"/>
                  </a:lnTo>
                  <a:lnTo>
                    <a:pt x="4096789" y="5136649"/>
                  </a:lnTo>
                  <a:lnTo>
                    <a:pt x="4137358" y="5111249"/>
                  </a:lnTo>
                  <a:close/>
                </a:path>
                <a:path w="6537959" h="5924550">
                  <a:moveTo>
                    <a:pt x="3200342" y="5123949"/>
                  </a:moveTo>
                  <a:lnTo>
                    <a:pt x="3218305" y="5149349"/>
                  </a:lnTo>
                  <a:lnTo>
                    <a:pt x="3187189" y="5174749"/>
                  </a:lnTo>
                  <a:lnTo>
                    <a:pt x="3169226" y="5136649"/>
                  </a:lnTo>
                  <a:lnTo>
                    <a:pt x="3200342" y="5123949"/>
                  </a:lnTo>
                  <a:close/>
                </a:path>
                <a:path w="6537959" h="5924550">
                  <a:moveTo>
                    <a:pt x="2003956" y="5149349"/>
                  </a:moveTo>
                  <a:lnTo>
                    <a:pt x="2015101" y="5162049"/>
                  </a:lnTo>
                  <a:lnTo>
                    <a:pt x="1995800" y="5174749"/>
                  </a:lnTo>
                  <a:lnTo>
                    <a:pt x="1984660" y="5162049"/>
                  </a:lnTo>
                  <a:lnTo>
                    <a:pt x="2003956" y="5149349"/>
                  </a:lnTo>
                  <a:close/>
                </a:path>
                <a:path w="6537959" h="5924550">
                  <a:moveTo>
                    <a:pt x="1057093" y="5162049"/>
                  </a:moveTo>
                  <a:lnTo>
                    <a:pt x="1066941" y="5162049"/>
                  </a:lnTo>
                  <a:lnTo>
                    <a:pt x="1072626" y="5174749"/>
                  </a:lnTo>
                  <a:lnTo>
                    <a:pt x="1062778" y="5174749"/>
                  </a:lnTo>
                  <a:lnTo>
                    <a:pt x="1057093" y="5162049"/>
                  </a:lnTo>
                  <a:close/>
                </a:path>
                <a:path w="6537959" h="5924550">
                  <a:moveTo>
                    <a:pt x="6270741" y="5073149"/>
                  </a:moveTo>
                  <a:lnTo>
                    <a:pt x="6306446" y="5123949"/>
                  </a:lnTo>
                  <a:lnTo>
                    <a:pt x="6244605" y="5162049"/>
                  </a:lnTo>
                  <a:lnTo>
                    <a:pt x="6208904" y="5098549"/>
                  </a:lnTo>
                  <a:lnTo>
                    <a:pt x="6270741" y="5073149"/>
                  </a:lnTo>
                  <a:close/>
                </a:path>
                <a:path w="6537959" h="5924550">
                  <a:moveTo>
                    <a:pt x="5333728" y="5073149"/>
                  </a:moveTo>
                  <a:lnTo>
                    <a:pt x="5363972" y="5136649"/>
                  </a:lnTo>
                  <a:lnTo>
                    <a:pt x="5311589" y="5162049"/>
                  </a:lnTo>
                  <a:lnTo>
                    <a:pt x="5281344" y="5111249"/>
                  </a:lnTo>
                  <a:lnTo>
                    <a:pt x="5333728" y="5073149"/>
                  </a:lnTo>
                  <a:close/>
                </a:path>
                <a:path w="6537959" h="5924550">
                  <a:moveTo>
                    <a:pt x="4396716" y="5085849"/>
                  </a:moveTo>
                  <a:lnTo>
                    <a:pt x="4421505" y="5136649"/>
                  </a:lnTo>
                  <a:lnTo>
                    <a:pt x="4378575" y="5162049"/>
                  </a:lnTo>
                  <a:lnTo>
                    <a:pt x="4353786" y="5111249"/>
                  </a:lnTo>
                  <a:lnTo>
                    <a:pt x="4396716" y="5085849"/>
                  </a:lnTo>
                  <a:close/>
                </a:path>
                <a:path w="6537959" h="5924550">
                  <a:moveTo>
                    <a:pt x="2263410" y="5136649"/>
                  </a:moveTo>
                  <a:lnTo>
                    <a:pt x="2276141" y="5149349"/>
                  </a:lnTo>
                  <a:lnTo>
                    <a:pt x="2254084" y="5162049"/>
                  </a:lnTo>
                  <a:lnTo>
                    <a:pt x="2241353" y="5149349"/>
                  </a:lnTo>
                  <a:lnTo>
                    <a:pt x="2263410" y="5136649"/>
                  </a:lnTo>
                  <a:close/>
                </a:path>
                <a:path w="6537959" h="5924550">
                  <a:moveTo>
                    <a:pt x="1326308" y="5136649"/>
                  </a:moveTo>
                  <a:lnTo>
                    <a:pt x="1333359" y="5149349"/>
                  </a:lnTo>
                  <a:lnTo>
                    <a:pt x="1321146" y="5162049"/>
                  </a:lnTo>
                  <a:lnTo>
                    <a:pt x="1314095" y="5149349"/>
                  </a:lnTo>
                  <a:lnTo>
                    <a:pt x="1326308" y="5136649"/>
                  </a:lnTo>
                  <a:close/>
                </a:path>
                <a:path w="6537959" h="5924550">
                  <a:moveTo>
                    <a:pt x="6530107" y="5047749"/>
                  </a:moveTo>
                  <a:lnTo>
                    <a:pt x="6537666" y="5060449"/>
                  </a:lnTo>
                  <a:lnTo>
                    <a:pt x="6537666" y="5136649"/>
                  </a:lnTo>
                  <a:lnTo>
                    <a:pt x="6502970" y="5149349"/>
                  </a:lnTo>
                  <a:lnTo>
                    <a:pt x="6465904" y="5085849"/>
                  </a:lnTo>
                  <a:lnTo>
                    <a:pt x="6530107" y="5047749"/>
                  </a:lnTo>
                  <a:close/>
                </a:path>
                <a:path w="6537959" h="5924550">
                  <a:moveTo>
                    <a:pt x="5593092" y="5060449"/>
                  </a:moveTo>
                  <a:lnTo>
                    <a:pt x="5624698" y="5111249"/>
                  </a:lnTo>
                  <a:lnTo>
                    <a:pt x="5569953" y="5149349"/>
                  </a:lnTo>
                  <a:lnTo>
                    <a:pt x="5538343" y="5098549"/>
                  </a:lnTo>
                  <a:lnTo>
                    <a:pt x="5593092" y="5060449"/>
                  </a:lnTo>
                  <a:close/>
                </a:path>
                <a:path w="6537959" h="5924550">
                  <a:moveTo>
                    <a:pt x="4656080" y="5073149"/>
                  </a:moveTo>
                  <a:lnTo>
                    <a:pt x="4682231" y="5123949"/>
                  </a:lnTo>
                  <a:lnTo>
                    <a:pt x="4636935" y="5149349"/>
                  </a:lnTo>
                  <a:lnTo>
                    <a:pt x="4610784" y="5098549"/>
                  </a:lnTo>
                  <a:lnTo>
                    <a:pt x="4656080" y="5073149"/>
                  </a:lnTo>
                  <a:close/>
                </a:path>
                <a:path w="6537959" h="5924550">
                  <a:moveTo>
                    <a:pt x="3459704" y="5098549"/>
                  </a:moveTo>
                  <a:lnTo>
                    <a:pt x="3479032" y="5136649"/>
                  </a:lnTo>
                  <a:lnTo>
                    <a:pt x="3445556" y="5149349"/>
                  </a:lnTo>
                  <a:lnTo>
                    <a:pt x="3426227" y="5123949"/>
                  </a:lnTo>
                  <a:lnTo>
                    <a:pt x="3459704" y="5098549"/>
                  </a:lnTo>
                  <a:close/>
                </a:path>
                <a:path w="6537959" h="5924550">
                  <a:moveTo>
                    <a:pt x="2522684" y="5111249"/>
                  </a:moveTo>
                  <a:lnTo>
                    <a:pt x="2536557" y="5136649"/>
                  </a:lnTo>
                  <a:lnTo>
                    <a:pt x="2512534" y="5149349"/>
                  </a:lnTo>
                  <a:lnTo>
                    <a:pt x="2498661" y="5123949"/>
                  </a:lnTo>
                  <a:lnTo>
                    <a:pt x="2522684" y="5111249"/>
                  </a:lnTo>
                  <a:close/>
                </a:path>
                <a:path w="6537959" h="5924550">
                  <a:moveTo>
                    <a:pt x="1585669" y="5123949"/>
                  </a:moveTo>
                  <a:lnTo>
                    <a:pt x="1594082" y="5136649"/>
                  </a:lnTo>
                  <a:lnTo>
                    <a:pt x="1579508" y="5149349"/>
                  </a:lnTo>
                  <a:lnTo>
                    <a:pt x="1571095" y="5136649"/>
                  </a:lnTo>
                  <a:lnTo>
                    <a:pt x="1585669" y="5123949"/>
                  </a:lnTo>
                  <a:close/>
                </a:path>
                <a:path w="6537959" h="5924550">
                  <a:moveTo>
                    <a:pt x="5852452" y="5047749"/>
                  </a:moveTo>
                  <a:lnTo>
                    <a:pt x="5885424" y="5098549"/>
                  </a:lnTo>
                  <a:lnTo>
                    <a:pt x="5828314" y="5136649"/>
                  </a:lnTo>
                  <a:lnTo>
                    <a:pt x="5795341" y="5073149"/>
                  </a:lnTo>
                  <a:lnTo>
                    <a:pt x="5852452" y="5047749"/>
                  </a:lnTo>
                  <a:close/>
                </a:path>
                <a:path w="6537959" h="5924550">
                  <a:moveTo>
                    <a:pt x="4915526" y="5060449"/>
                  </a:moveTo>
                  <a:lnTo>
                    <a:pt x="4943267" y="5098549"/>
                  </a:lnTo>
                  <a:lnTo>
                    <a:pt x="4895216" y="5136649"/>
                  </a:lnTo>
                  <a:lnTo>
                    <a:pt x="4867470" y="5085849"/>
                  </a:lnTo>
                  <a:lnTo>
                    <a:pt x="4915526" y="5060449"/>
                  </a:lnTo>
                  <a:close/>
                </a:path>
                <a:path w="6537959" h="5924550">
                  <a:moveTo>
                    <a:pt x="3719152" y="5085849"/>
                  </a:moveTo>
                  <a:lnTo>
                    <a:pt x="3740071" y="5123949"/>
                  </a:lnTo>
                  <a:lnTo>
                    <a:pt x="3703835" y="5136649"/>
                  </a:lnTo>
                  <a:lnTo>
                    <a:pt x="3682915" y="5111249"/>
                  </a:lnTo>
                  <a:lnTo>
                    <a:pt x="3719152" y="5085849"/>
                  </a:lnTo>
                  <a:close/>
                </a:path>
                <a:path w="6537959" h="5924550">
                  <a:moveTo>
                    <a:pt x="2782133" y="5098549"/>
                  </a:moveTo>
                  <a:lnTo>
                    <a:pt x="2797597" y="5123949"/>
                  </a:lnTo>
                  <a:lnTo>
                    <a:pt x="2770814" y="5136649"/>
                  </a:lnTo>
                  <a:lnTo>
                    <a:pt x="2755350" y="5111249"/>
                  </a:lnTo>
                  <a:lnTo>
                    <a:pt x="2782133" y="5098549"/>
                  </a:lnTo>
                  <a:close/>
                </a:path>
                <a:path w="6537959" h="5924550">
                  <a:moveTo>
                    <a:pt x="1845114" y="5111249"/>
                  </a:moveTo>
                  <a:lnTo>
                    <a:pt x="1855122" y="5123949"/>
                  </a:lnTo>
                  <a:lnTo>
                    <a:pt x="1837792" y="5136649"/>
                  </a:lnTo>
                  <a:lnTo>
                    <a:pt x="1827784" y="5123949"/>
                  </a:lnTo>
                  <a:lnTo>
                    <a:pt x="1845114" y="5111249"/>
                  </a:lnTo>
                  <a:close/>
                </a:path>
                <a:path w="6537959" h="5924550">
                  <a:moveTo>
                    <a:pt x="6111816" y="5022349"/>
                  </a:moveTo>
                  <a:lnTo>
                    <a:pt x="6146151" y="5085849"/>
                  </a:lnTo>
                  <a:lnTo>
                    <a:pt x="6086679" y="5123949"/>
                  </a:lnTo>
                  <a:lnTo>
                    <a:pt x="6052345" y="5060449"/>
                  </a:lnTo>
                  <a:lnTo>
                    <a:pt x="6111816" y="5022349"/>
                  </a:lnTo>
                  <a:close/>
                </a:path>
                <a:path w="6537959" h="5924550">
                  <a:moveTo>
                    <a:pt x="5174885" y="5035049"/>
                  </a:moveTo>
                  <a:lnTo>
                    <a:pt x="5203993" y="5085849"/>
                  </a:lnTo>
                  <a:lnTo>
                    <a:pt x="5153581" y="5123949"/>
                  </a:lnTo>
                  <a:lnTo>
                    <a:pt x="5124473" y="5073149"/>
                  </a:lnTo>
                  <a:lnTo>
                    <a:pt x="5174885" y="5035049"/>
                  </a:lnTo>
                  <a:close/>
                </a:path>
                <a:path w="6537959" h="5924550">
                  <a:moveTo>
                    <a:pt x="3978433" y="5073149"/>
                  </a:moveTo>
                  <a:lnTo>
                    <a:pt x="4000489" y="5111249"/>
                  </a:lnTo>
                  <a:lnTo>
                    <a:pt x="3962286" y="5123949"/>
                  </a:lnTo>
                  <a:lnTo>
                    <a:pt x="3940225" y="5085849"/>
                  </a:lnTo>
                  <a:lnTo>
                    <a:pt x="3978433" y="5073149"/>
                  </a:lnTo>
                  <a:close/>
                </a:path>
                <a:path w="6537959" h="5924550">
                  <a:moveTo>
                    <a:pt x="3041416" y="5073149"/>
                  </a:moveTo>
                  <a:lnTo>
                    <a:pt x="3058017" y="5111249"/>
                  </a:lnTo>
                  <a:lnTo>
                    <a:pt x="3029267" y="5123949"/>
                  </a:lnTo>
                  <a:lnTo>
                    <a:pt x="3012666" y="5098549"/>
                  </a:lnTo>
                  <a:lnTo>
                    <a:pt x="3041416" y="5073149"/>
                  </a:lnTo>
                  <a:close/>
                </a:path>
                <a:path w="6537959" h="5924550">
                  <a:moveTo>
                    <a:pt x="2104483" y="5085849"/>
                  </a:moveTo>
                  <a:lnTo>
                    <a:pt x="2115853" y="5111249"/>
                  </a:lnTo>
                  <a:lnTo>
                    <a:pt x="2096157" y="5123949"/>
                  </a:lnTo>
                  <a:lnTo>
                    <a:pt x="2084788" y="5098549"/>
                  </a:lnTo>
                  <a:lnTo>
                    <a:pt x="2104483" y="5085849"/>
                  </a:lnTo>
                  <a:close/>
                </a:path>
                <a:path w="6537959" h="5924550">
                  <a:moveTo>
                    <a:pt x="1167464" y="5098549"/>
                  </a:moveTo>
                  <a:lnTo>
                    <a:pt x="1173373" y="5111249"/>
                  </a:lnTo>
                  <a:lnTo>
                    <a:pt x="1163132" y="5123949"/>
                  </a:lnTo>
                  <a:lnTo>
                    <a:pt x="1157222" y="5111249"/>
                  </a:lnTo>
                  <a:lnTo>
                    <a:pt x="1167464" y="5098549"/>
                  </a:lnTo>
                  <a:close/>
                </a:path>
                <a:path w="6537959" h="5924550">
                  <a:moveTo>
                    <a:pt x="6371259" y="5009649"/>
                  </a:moveTo>
                  <a:lnTo>
                    <a:pt x="6407189" y="5073149"/>
                  </a:lnTo>
                  <a:lnTo>
                    <a:pt x="6344957" y="5111249"/>
                  </a:lnTo>
                  <a:lnTo>
                    <a:pt x="6309028" y="5047749"/>
                  </a:lnTo>
                  <a:lnTo>
                    <a:pt x="6371259" y="5009649"/>
                  </a:lnTo>
                  <a:close/>
                </a:path>
                <a:path w="6537959" h="5924550">
                  <a:moveTo>
                    <a:pt x="4237875" y="5047749"/>
                  </a:moveTo>
                  <a:lnTo>
                    <a:pt x="4261527" y="5085849"/>
                  </a:lnTo>
                  <a:lnTo>
                    <a:pt x="4220563" y="5111249"/>
                  </a:lnTo>
                  <a:lnTo>
                    <a:pt x="4196916" y="5073149"/>
                  </a:lnTo>
                  <a:lnTo>
                    <a:pt x="4237875" y="5047749"/>
                  </a:lnTo>
                  <a:close/>
                </a:path>
                <a:path w="6537959" h="5924550">
                  <a:moveTo>
                    <a:pt x="3300860" y="5060449"/>
                  </a:moveTo>
                  <a:lnTo>
                    <a:pt x="3319057" y="5098549"/>
                  </a:lnTo>
                  <a:lnTo>
                    <a:pt x="3287547" y="5111249"/>
                  </a:lnTo>
                  <a:lnTo>
                    <a:pt x="3269350" y="5085849"/>
                  </a:lnTo>
                  <a:lnTo>
                    <a:pt x="3300860" y="5060449"/>
                  </a:lnTo>
                  <a:close/>
                </a:path>
                <a:path w="6537959" h="5924550">
                  <a:moveTo>
                    <a:pt x="2363846" y="5073149"/>
                  </a:moveTo>
                  <a:lnTo>
                    <a:pt x="2376581" y="5098549"/>
                  </a:lnTo>
                  <a:lnTo>
                    <a:pt x="2354520" y="5111249"/>
                  </a:lnTo>
                  <a:lnTo>
                    <a:pt x="2341789" y="5085849"/>
                  </a:lnTo>
                  <a:lnTo>
                    <a:pt x="2363846" y="5073149"/>
                  </a:lnTo>
                  <a:close/>
                </a:path>
                <a:path w="6537959" h="5924550">
                  <a:moveTo>
                    <a:pt x="5434167" y="5022349"/>
                  </a:moveTo>
                  <a:lnTo>
                    <a:pt x="5464412" y="5073149"/>
                  </a:lnTo>
                  <a:lnTo>
                    <a:pt x="5412028" y="5098549"/>
                  </a:lnTo>
                  <a:lnTo>
                    <a:pt x="5381783" y="5047749"/>
                  </a:lnTo>
                  <a:lnTo>
                    <a:pt x="5434167" y="5022349"/>
                  </a:lnTo>
                  <a:close/>
                </a:path>
                <a:path w="6537959" h="5924550">
                  <a:moveTo>
                    <a:pt x="4497237" y="5035049"/>
                  </a:moveTo>
                  <a:lnTo>
                    <a:pt x="4522251" y="5073149"/>
                  </a:lnTo>
                  <a:lnTo>
                    <a:pt x="4478927" y="5098549"/>
                  </a:lnTo>
                  <a:lnTo>
                    <a:pt x="4453913" y="5060449"/>
                  </a:lnTo>
                  <a:lnTo>
                    <a:pt x="4497237" y="5035049"/>
                  </a:lnTo>
                  <a:close/>
                </a:path>
                <a:path w="6537959" h="5924550">
                  <a:moveTo>
                    <a:pt x="3560231" y="5047749"/>
                  </a:moveTo>
                  <a:lnTo>
                    <a:pt x="3579784" y="5073149"/>
                  </a:lnTo>
                  <a:lnTo>
                    <a:pt x="3545913" y="5098549"/>
                  </a:lnTo>
                  <a:lnTo>
                    <a:pt x="3526355" y="5060449"/>
                  </a:lnTo>
                  <a:lnTo>
                    <a:pt x="3560231" y="5047749"/>
                  </a:lnTo>
                  <a:close/>
                </a:path>
                <a:path w="6537959" h="5924550">
                  <a:moveTo>
                    <a:pt x="2623211" y="5060449"/>
                  </a:moveTo>
                  <a:lnTo>
                    <a:pt x="2637309" y="5085849"/>
                  </a:lnTo>
                  <a:lnTo>
                    <a:pt x="2612887" y="5098549"/>
                  </a:lnTo>
                  <a:lnTo>
                    <a:pt x="2598789" y="5073149"/>
                  </a:lnTo>
                  <a:lnTo>
                    <a:pt x="2623211" y="5060449"/>
                  </a:lnTo>
                  <a:close/>
                </a:path>
                <a:path w="6537959" h="5924550">
                  <a:moveTo>
                    <a:pt x="1414223" y="5085849"/>
                  </a:moveTo>
                  <a:lnTo>
                    <a:pt x="1426826" y="5085849"/>
                  </a:lnTo>
                  <a:lnTo>
                    <a:pt x="1434106" y="5098549"/>
                  </a:lnTo>
                  <a:lnTo>
                    <a:pt x="1421499" y="5098549"/>
                  </a:lnTo>
                  <a:lnTo>
                    <a:pt x="1414223" y="5085849"/>
                  </a:lnTo>
                  <a:close/>
                </a:path>
                <a:path w="6537959" h="5924550">
                  <a:moveTo>
                    <a:pt x="5693609" y="4996949"/>
                  </a:moveTo>
                  <a:lnTo>
                    <a:pt x="5725445" y="5060449"/>
                  </a:lnTo>
                  <a:lnTo>
                    <a:pt x="5670306" y="5085849"/>
                  </a:lnTo>
                  <a:lnTo>
                    <a:pt x="5638470" y="5035049"/>
                  </a:lnTo>
                  <a:lnTo>
                    <a:pt x="5693609" y="4996949"/>
                  </a:lnTo>
                  <a:close/>
                </a:path>
                <a:path w="6537959" h="5924550">
                  <a:moveTo>
                    <a:pt x="4756602" y="5009649"/>
                  </a:moveTo>
                  <a:lnTo>
                    <a:pt x="4782981" y="5060449"/>
                  </a:lnTo>
                  <a:lnTo>
                    <a:pt x="4737291" y="5085849"/>
                  </a:lnTo>
                  <a:lnTo>
                    <a:pt x="4710911" y="5035049"/>
                  </a:lnTo>
                  <a:lnTo>
                    <a:pt x="4756602" y="5009649"/>
                  </a:lnTo>
                  <a:close/>
                </a:path>
                <a:path w="6537959" h="5924550">
                  <a:moveTo>
                    <a:pt x="3819591" y="5022349"/>
                  </a:moveTo>
                  <a:lnTo>
                    <a:pt x="3840510" y="5060449"/>
                  </a:lnTo>
                  <a:lnTo>
                    <a:pt x="3804274" y="5085849"/>
                  </a:lnTo>
                  <a:lnTo>
                    <a:pt x="3783354" y="5047749"/>
                  </a:lnTo>
                  <a:lnTo>
                    <a:pt x="3819591" y="5022349"/>
                  </a:lnTo>
                  <a:close/>
                </a:path>
                <a:path w="6537959" h="5924550">
                  <a:moveTo>
                    <a:pt x="2882660" y="5035049"/>
                  </a:moveTo>
                  <a:lnTo>
                    <a:pt x="2898348" y="5060449"/>
                  </a:lnTo>
                  <a:lnTo>
                    <a:pt x="2871171" y="5085849"/>
                  </a:lnTo>
                  <a:lnTo>
                    <a:pt x="2855482" y="5047749"/>
                  </a:lnTo>
                  <a:lnTo>
                    <a:pt x="2882660" y="5035049"/>
                  </a:lnTo>
                  <a:close/>
                </a:path>
                <a:path w="6537959" h="5924550">
                  <a:moveTo>
                    <a:pt x="1671223" y="5073149"/>
                  </a:moveTo>
                  <a:lnTo>
                    <a:pt x="1686192" y="5073149"/>
                  </a:lnTo>
                  <a:lnTo>
                    <a:pt x="1694834" y="5085849"/>
                  </a:lnTo>
                  <a:lnTo>
                    <a:pt x="1679865" y="5085849"/>
                  </a:lnTo>
                  <a:lnTo>
                    <a:pt x="1671223" y="5073149"/>
                  </a:lnTo>
                  <a:close/>
                </a:path>
                <a:path w="6537959" h="5924550">
                  <a:moveTo>
                    <a:pt x="5952974" y="4984249"/>
                  </a:moveTo>
                  <a:lnTo>
                    <a:pt x="5986175" y="5047749"/>
                  </a:lnTo>
                  <a:lnTo>
                    <a:pt x="5928671" y="5073149"/>
                  </a:lnTo>
                  <a:lnTo>
                    <a:pt x="5895469" y="5022349"/>
                  </a:lnTo>
                  <a:lnTo>
                    <a:pt x="5952974" y="4984249"/>
                  </a:lnTo>
                  <a:close/>
                </a:path>
                <a:path w="6537959" h="5924550">
                  <a:moveTo>
                    <a:pt x="5015961" y="4996949"/>
                  </a:moveTo>
                  <a:lnTo>
                    <a:pt x="5043707" y="5047749"/>
                  </a:lnTo>
                  <a:lnTo>
                    <a:pt x="4995651" y="5073149"/>
                  </a:lnTo>
                  <a:lnTo>
                    <a:pt x="4967910" y="5022349"/>
                  </a:lnTo>
                  <a:lnTo>
                    <a:pt x="5015961" y="4996949"/>
                  </a:lnTo>
                  <a:close/>
                </a:path>
                <a:path w="6537959" h="5924550">
                  <a:moveTo>
                    <a:pt x="4078955" y="5009649"/>
                  </a:moveTo>
                  <a:lnTo>
                    <a:pt x="4101241" y="5047749"/>
                  </a:lnTo>
                  <a:lnTo>
                    <a:pt x="4062638" y="5073149"/>
                  </a:lnTo>
                  <a:lnTo>
                    <a:pt x="4040353" y="5035049"/>
                  </a:lnTo>
                  <a:lnTo>
                    <a:pt x="4078955" y="5009649"/>
                  </a:lnTo>
                  <a:close/>
                </a:path>
                <a:path w="6537959" h="5924550">
                  <a:moveTo>
                    <a:pt x="1945553" y="5047749"/>
                  </a:moveTo>
                  <a:lnTo>
                    <a:pt x="1955562" y="5073149"/>
                  </a:lnTo>
                  <a:lnTo>
                    <a:pt x="1938227" y="5073149"/>
                  </a:lnTo>
                  <a:lnTo>
                    <a:pt x="1928224" y="5060449"/>
                  </a:lnTo>
                  <a:lnTo>
                    <a:pt x="1945553" y="5047749"/>
                  </a:lnTo>
                  <a:close/>
                </a:path>
                <a:path w="6537959" h="5924550">
                  <a:moveTo>
                    <a:pt x="6212338" y="4971549"/>
                  </a:moveTo>
                  <a:lnTo>
                    <a:pt x="6246901" y="5022349"/>
                  </a:lnTo>
                  <a:lnTo>
                    <a:pt x="6187036" y="5060449"/>
                  </a:lnTo>
                  <a:lnTo>
                    <a:pt x="6152468" y="4996949"/>
                  </a:lnTo>
                  <a:lnTo>
                    <a:pt x="6212338" y="4971549"/>
                  </a:lnTo>
                  <a:close/>
                </a:path>
                <a:path w="6537959" h="5924550">
                  <a:moveTo>
                    <a:pt x="5275324" y="4984249"/>
                  </a:moveTo>
                  <a:lnTo>
                    <a:pt x="5304432" y="5035049"/>
                  </a:lnTo>
                  <a:lnTo>
                    <a:pt x="5254015" y="5060449"/>
                  </a:lnTo>
                  <a:lnTo>
                    <a:pt x="5224908" y="5009649"/>
                  </a:lnTo>
                  <a:lnTo>
                    <a:pt x="5275324" y="4984249"/>
                  </a:lnTo>
                  <a:close/>
                </a:path>
                <a:path w="6537959" h="5924550">
                  <a:moveTo>
                    <a:pt x="4338396" y="4996949"/>
                  </a:moveTo>
                  <a:lnTo>
                    <a:pt x="4362277" y="5035049"/>
                  </a:lnTo>
                  <a:lnTo>
                    <a:pt x="4320919" y="5060449"/>
                  </a:lnTo>
                  <a:lnTo>
                    <a:pt x="4297038" y="5009649"/>
                  </a:lnTo>
                  <a:lnTo>
                    <a:pt x="4338396" y="4996949"/>
                  </a:lnTo>
                  <a:close/>
                </a:path>
                <a:path w="6537959" h="5924550">
                  <a:moveTo>
                    <a:pt x="3141939" y="5022349"/>
                  </a:moveTo>
                  <a:lnTo>
                    <a:pt x="3158764" y="5047749"/>
                  </a:lnTo>
                  <a:lnTo>
                    <a:pt x="3129620" y="5060449"/>
                  </a:lnTo>
                  <a:lnTo>
                    <a:pt x="3112790" y="5035049"/>
                  </a:lnTo>
                  <a:lnTo>
                    <a:pt x="3141939" y="5022349"/>
                  </a:lnTo>
                  <a:close/>
                </a:path>
                <a:path w="6537959" h="5924550">
                  <a:moveTo>
                    <a:pt x="2205002" y="5035049"/>
                  </a:moveTo>
                  <a:lnTo>
                    <a:pt x="2216601" y="5047749"/>
                  </a:lnTo>
                  <a:lnTo>
                    <a:pt x="2196516" y="5060449"/>
                  </a:lnTo>
                  <a:lnTo>
                    <a:pt x="2184917" y="5047749"/>
                  </a:lnTo>
                  <a:lnTo>
                    <a:pt x="2205002" y="5035049"/>
                  </a:lnTo>
                  <a:close/>
                </a:path>
                <a:path w="6537959" h="5924550">
                  <a:moveTo>
                    <a:pt x="1257352" y="5047749"/>
                  </a:moveTo>
                  <a:lnTo>
                    <a:pt x="1267983" y="5047749"/>
                  </a:lnTo>
                  <a:lnTo>
                    <a:pt x="1274127" y="5060449"/>
                  </a:lnTo>
                  <a:lnTo>
                    <a:pt x="1263490" y="5060449"/>
                  </a:lnTo>
                  <a:lnTo>
                    <a:pt x="1257352" y="5047749"/>
                  </a:lnTo>
                  <a:close/>
                </a:path>
                <a:path w="6537959" h="5924550">
                  <a:moveTo>
                    <a:pt x="5534689" y="4958849"/>
                  </a:moveTo>
                  <a:lnTo>
                    <a:pt x="5565158" y="5009649"/>
                  </a:lnTo>
                  <a:lnTo>
                    <a:pt x="5512380" y="5047749"/>
                  </a:lnTo>
                  <a:lnTo>
                    <a:pt x="5481911" y="4996949"/>
                  </a:lnTo>
                  <a:lnTo>
                    <a:pt x="5534689" y="4958849"/>
                  </a:lnTo>
                  <a:close/>
                </a:path>
                <a:path w="6537959" h="5924550">
                  <a:moveTo>
                    <a:pt x="4597677" y="4971549"/>
                  </a:moveTo>
                  <a:lnTo>
                    <a:pt x="4622690" y="5022349"/>
                  </a:lnTo>
                  <a:lnTo>
                    <a:pt x="4579361" y="5047749"/>
                  </a:lnTo>
                  <a:lnTo>
                    <a:pt x="4554348" y="4996949"/>
                  </a:lnTo>
                  <a:lnTo>
                    <a:pt x="4597677" y="4971549"/>
                  </a:lnTo>
                  <a:close/>
                </a:path>
                <a:path w="6537959" h="5924550">
                  <a:moveTo>
                    <a:pt x="3401300" y="5009649"/>
                  </a:moveTo>
                  <a:lnTo>
                    <a:pt x="3419497" y="5035049"/>
                  </a:lnTo>
                  <a:lnTo>
                    <a:pt x="3387987" y="5047749"/>
                  </a:lnTo>
                  <a:lnTo>
                    <a:pt x="3369790" y="5022349"/>
                  </a:lnTo>
                  <a:lnTo>
                    <a:pt x="3401300" y="5009649"/>
                  </a:lnTo>
                  <a:close/>
                </a:path>
                <a:path w="6537959" h="5924550">
                  <a:moveTo>
                    <a:pt x="2464368" y="5009649"/>
                  </a:moveTo>
                  <a:lnTo>
                    <a:pt x="2477329" y="5035049"/>
                  </a:lnTo>
                  <a:lnTo>
                    <a:pt x="2454878" y="5047749"/>
                  </a:lnTo>
                  <a:lnTo>
                    <a:pt x="2441913" y="5022349"/>
                  </a:lnTo>
                  <a:lnTo>
                    <a:pt x="2464368" y="5009649"/>
                  </a:lnTo>
                  <a:close/>
                </a:path>
                <a:path w="6537959" h="5924550">
                  <a:moveTo>
                    <a:pt x="1527266" y="5022349"/>
                  </a:moveTo>
                  <a:lnTo>
                    <a:pt x="1534547" y="5035049"/>
                  </a:lnTo>
                  <a:lnTo>
                    <a:pt x="1521939" y="5047749"/>
                  </a:lnTo>
                  <a:lnTo>
                    <a:pt x="1514663" y="5035049"/>
                  </a:lnTo>
                  <a:lnTo>
                    <a:pt x="1527266" y="5022349"/>
                  </a:lnTo>
                  <a:close/>
                </a:path>
                <a:path w="6537959" h="5924550">
                  <a:moveTo>
                    <a:pt x="5794131" y="4946149"/>
                  </a:moveTo>
                  <a:lnTo>
                    <a:pt x="5826196" y="4996949"/>
                  </a:lnTo>
                  <a:lnTo>
                    <a:pt x="5770658" y="5035049"/>
                  </a:lnTo>
                  <a:lnTo>
                    <a:pt x="5738593" y="4971549"/>
                  </a:lnTo>
                  <a:lnTo>
                    <a:pt x="5794131" y="4946149"/>
                  </a:lnTo>
                  <a:close/>
                </a:path>
                <a:path w="6537959" h="5924550">
                  <a:moveTo>
                    <a:pt x="4857123" y="4958849"/>
                  </a:moveTo>
                  <a:lnTo>
                    <a:pt x="4883727" y="4996949"/>
                  </a:lnTo>
                  <a:lnTo>
                    <a:pt x="4837643" y="5035049"/>
                  </a:lnTo>
                  <a:lnTo>
                    <a:pt x="4811038" y="4984249"/>
                  </a:lnTo>
                  <a:lnTo>
                    <a:pt x="4857123" y="4958849"/>
                  </a:lnTo>
                  <a:close/>
                </a:path>
                <a:path w="6537959" h="5924550">
                  <a:moveTo>
                    <a:pt x="3660749" y="4984249"/>
                  </a:moveTo>
                  <a:lnTo>
                    <a:pt x="3680536" y="5022349"/>
                  </a:lnTo>
                  <a:lnTo>
                    <a:pt x="3646266" y="5035049"/>
                  </a:lnTo>
                  <a:lnTo>
                    <a:pt x="3626483" y="5009649"/>
                  </a:lnTo>
                  <a:lnTo>
                    <a:pt x="3660749" y="4984249"/>
                  </a:lnTo>
                  <a:close/>
                </a:path>
                <a:path w="6537959" h="5924550">
                  <a:moveTo>
                    <a:pt x="2723730" y="4996949"/>
                  </a:moveTo>
                  <a:lnTo>
                    <a:pt x="2738057" y="5022349"/>
                  </a:lnTo>
                  <a:lnTo>
                    <a:pt x="2713240" y="5035049"/>
                  </a:lnTo>
                  <a:lnTo>
                    <a:pt x="2698914" y="5009649"/>
                  </a:lnTo>
                  <a:lnTo>
                    <a:pt x="2723730" y="4996949"/>
                  </a:lnTo>
                  <a:close/>
                </a:path>
                <a:path w="6537959" h="5924550">
                  <a:moveTo>
                    <a:pt x="1786711" y="5009649"/>
                  </a:moveTo>
                  <a:lnTo>
                    <a:pt x="1795582" y="5022349"/>
                  </a:lnTo>
                  <a:lnTo>
                    <a:pt x="1780219" y="5035049"/>
                  </a:lnTo>
                  <a:lnTo>
                    <a:pt x="1771352" y="5022349"/>
                  </a:lnTo>
                  <a:lnTo>
                    <a:pt x="1786711" y="5009649"/>
                  </a:lnTo>
                  <a:close/>
                </a:path>
                <a:path w="6537959" h="5924550">
                  <a:moveTo>
                    <a:pt x="6053496" y="4933449"/>
                  </a:moveTo>
                  <a:lnTo>
                    <a:pt x="6086922" y="4984249"/>
                  </a:lnTo>
                  <a:lnTo>
                    <a:pt x="6029023" y="5022349"/>
                  </a:lnTo>
                  <a:lnTo>
                    <a:pt x="5995597" y="4958849"/>
                  </a:lnTo>
                  <a:lnTo>
                    <a:pt x="6053496" y="4933449"/>
                  </a:lnTo>
                  <a:close/>
                </a:path>
                <a:path w="6537959" h="5924550">
                  <a:moveTo>
                    <a:pt x="3920112" y="4971549"/>
                  </a:moveTo>
                  <a:lnTo>
                    <a:pt x="3941261" y="5009649"/>
                  </a:lnTo>
                  <a:lnTo>
                    <a:pt x="3904630" y="5022349"/>
                  </a:lnTo>
                  <a:lnTo>
                    <a:pt x="3883481" y="4984249"/>
                  </a:lnTo>
                  <a:lnTo>
                    <a:pt x="3920112" y="4971549"/>
                  </a:lnTo>
                  <a:close/>
                </a:path>
                <a:path w="6537959" h="5924550">
                  <a:moveTo>
                    <a:pt x="2983178" y="4984249"/>
                  </a:moveTo>
                  <a:lnTo>
                    <a:pt x="2999095" y="5009649"/>
                  </a:lnTo>
                  <a:lnTo>
                    <a:pt x="2971528" y="5022349"/>
                  </a:lnTo>
                  <a:lnTo>
                    <a:pt x="2955611" y="4996949"/>
                  </a:lnTo>
                  <a:lnTo>
                    <a:pt x="2983178" y="4984249"/>
                  </a:lnTo>
                  <a:close/>
                </a:path>
                <a:path w="6537959" h="5924550">
                  <a:moveTo>
                    <a:pt x="2028351" y="4996949"/>
                  </a:moveTo>
                  <a:lnTo>
                    <a:pt x="2046080" y="4996949"/>
                  </a:lnTo>
                  <a:lnTo>
                    <a:pt x="2056313" y="5009649"/>
                  </a:lnTo>
                  <a:lnTo>
                    <a:pt x="2038584" y="5022349"/>
                  </a:lnTo>
                  <a:lnTo>
                    <a:pt x="2028351" y="4996949"/>
                  </a:lnTo>
                  <a:close/>
                </a:path>
                <a:path w="6537959" h="5924550">
                  <a:moveTo>
                    <a:pt x="1109061" y="4996949"/>
                  </a:moveTo>
                  <a:lnTo>
                    <a:pt x="1113834" y="5009649"/>
                  </a:lnTo>
                  <a:lnTo>
                    <a:pt x="1105559" y="5022349"/>
                  </a:lnTo>
                  <a:lnTo>
                    <a:pt x="1100786" y="5009649"/>
                  </a:lnTo>
                  <a:lnTo>
                    <a:pt x="1109061" y="4996949"/>
                  </a:lnTo>
                  <a:close/>
                </a:path>
                <a:path w="6537959" h="5924550">
                  <a:moveTo>
                    <a:pt x="6312861" y="4908049"/>
                  </a:moveTo>
                  <a:lnTo>
                    <a:pt x="6347653" y="4971549"/>
                  </a:lnTo>
                  <a:lnTo>
                    <a:pt x="6287389" y="5009649"/>
                  </a:lnTo>
                  <a:lnTo>
                    <a:pt x="6252596" y="4946149"/>
                  </a:lnTo>
                  <a:lnTo>
                    <a:pt x="6312861" y="4908049"/>
                  </a:lnTo>
                  <a:close/>
                </a:path>
                <a:path w="6537959" h="5924550">
                  <a:moveTo>
                    <a:pt x="5116482" y="4933449"/>
                  </a:moveTo>
                  <a:lnTo>
                    <a:pt x="5144453" y="4984249"/>
                  </a:lnTo>
                  <a:lnTo>
                    <a:pt x="5096007" y="5009649"/>
                  </a:lnTo>
                  <a:lnTo>
                    <a:pt x="5068037" y="4971549"/>
                  </a:lnTo>
                  <a:lnTo>
                    <a:pt x="5116482" y="4933449"/>
                  </a:lnTo>
                  <a:close/>
                </a:path>
                <a:path w="6537959" h="5924550">
                  <a:moveTo>
                    <a:pt x="4179471" y="4946149"/>
                  </a:moveTo>
                  <a:lnTo>
                    <a:pt x="4201986" y="4984249"/>
                  </a:lnTo>
                  <a:lnTo>
                    <a:pt x="4162990" y="5009649"/>
                  </a:lnTo>
                  <a:lnTo>
                    <a:pt x="4140479" y="4971549"/>
                  </a:lnTo>
                  <a:lnTo>
                    <a:pt x="4179471" y="4946149"/>
                  </a:lnTo>
                  <a:close/>
                </a:path>
                <a:path w="6537959" h="5924550">
                  <a:moveTo>
                    <a:pt x="3242457" y="4958849"/>
                  </a:moveTo>
                  <a:lnTo>
                    <a:pt x="3259512" y="4996949"/>
                  </a:lnTo>
                  <a:lnTo>
                    <a:pt x="3229973" y="5009649"/>
                  </a:lnTo>
                  <a:lnTo>
                    <a:pt x="3212918" y="4984249"/>
                  </a:lnTo>
                  <a:lnTo>
                    <a:pt x="3242457" y="4958849"/>
                  </a:lnTo>
                  <a:close/>
                </a:path>
                <a:path w="6537959" h="5924550">
                  <a:moveTo>
                    <a:pt x="2305442" y="4971549"/>
                  </a:moveTo>
                  <a:lnTo>
                    <a:pt x="2317041" y="4996949"/>
                  </a:lnTo>
                  <a:lnTo>
                    <a:pt x="2296951" y="5009649"/>
                  </a:lnTo>
                  <a:lnTo>
                    <a:pt x="2285352" y="4984249"/>
                  </a:lnTo>
                  <a:lnTo>
                    <a:pt x="2305442" y="4971549"/>
                  </a:lnTo>
                  <a:close/>
                </a:path>
                <a:path w="6537959" h="5924550">
                  <a:moveTo>
                    <a:pt x="5375846" y="4920749"/>
                  </a:moveTo>
                  <a:lnTo>
                    <a:pt x="5405179" y="4971549"/>
                  </a:lnTo>
                  <a:lnTo>
                    <a:pt x="5354372" y="4996949"/>
                  </a:lnTo>
                  <a:lnTo>
                    <a:pt x="5325035" y="4946149"/>
                  </a:lnTo>
                  <a:lnTo>
                    <a:pt x="5375846" y="4920749"/>
                  </a:lnTo>
                  <a:close/>
                </a:path>
                <a:path w="6537959" h="5924550">
                  <a:moveTo>
                    <a:pt x="4438917" y="4933449"/>
                  </a:moveTo>
                  <a:lnTo>
                    <a:pt x="4463023" y="4971549"/>
                  </a:lnTo>
                  <a:lnTo>
                    <a:pt x="4421271" y="4996949"/>
                  </a:lnTo>
                  <a:lnTo>
                    <a:pt x="4397165" y="4958849"/>
                  </a:lnTo>
                  <a:lnTo>
                    <a:pt x="4438917" y="4933449"/>
                  </a:lnTo>
                  <a:close/>
                </a:path>
                <a:path w="6537959" h="5924550">
                  <a:moveTo>
                    <a:pt x="3501828" y="4946149"/>
                  </a:moveTo>
                  <a:lnTo>
                    <a:pt x="3520244" y="4971549"/>
                  </a:lnTo>
                  <a:lnTo>
                    <a:pt x="3488340" y="4996949"/>
                  </a:lnTo>
                  <a:lnTo>
                    <a:pt x="3469919" y="4958849"/>
                  </a:lnTo>
                  <a:lnTo>
                    <a:pt x="3501828" y="4946149"/>
                  </a:lnTo>
                  <a:close/>
                </a:path>
                <a:path w="6537959" h="5924550">
                  <a:moveTo>
                    <a:pt x="2564886" y="4958849"/>
                  </a:moveTo>
                  <a:lnTo>
                    <a:pt x="2578076" y="4984249"/>
                  </a:lnTo>
                  <a:lnTo>
                    <a:pt x="2555235" y="4996949"/>
                  </a:lnTo>
                  <a:lnTo>
                    <a:pt x="2542045" y="4971549"/>
                  </a:lnTo>
                  <a:lnTo>
                    <a:pt x="2564886" y="4958849"/>
                  </a:lnTo>
                  <a:close/>
                </a:path>
                <a:path w="6537959" h="5924550">
                  <a:moveTo>
                    <a:pt x="1368505" y="4984249"/>
                  </a:moveTo>
                  <a:lnTo>
                    <a:pt x="1374869" y="4996949"/>
                  </a:lnTo>
                  <a:lnTo>
                    <a:pt x="1357480" y="4996949"/>
                  </a:lnTo>
                  <a:lnTo>
                    <a:pt x="1368505" y="4984249"/>
                  </a:lnTo>
                  <a:close/>
                </a:path>
                <a:path w="6537959" h="5924550">
                  <a:moveTo>
                    <a:pt x="5635206" y="4908049"/>
                  </a:moveTo>
                  <a:lnTo>
                    <a:pt x="5665905" y="4958849"/>
                  </a:lnTo>
                  <a:lnTo>
                    <a:pt x="5612737" y="4984249"/>
                  </a:lnTo>
                  <a:lnTo>
                    <a:pt x="5582034" y="4933449"/>
                  </a:lnTo>
                  <a:lnTo>
                    <a:pt x="5635206" y="4908049"/>
                  </a:lnTo>
                  <a:close/>
                </a:path>
                <a:path w="6537959" h="5924550">
                  <a:moveTo>
                    <a:pt x="4698198" y="4920749"/>
                  </a:moveTo>
                  <a:lnTo>
                    <a:pt x="4723441" y="4958849"/>
                  </a:lnTo>
                  <a:lnTo>
                    <a:pt x="4679718" y="4984249"/>
                  </a:lnTo>
                  <a:lnTo>
                    <a:pt x="4654480" y="4946149"/>
                  </a:lnTo>
                  <a:lnTo>
                    <a:pt x="4698198" y="4920749"/>
                  </a:lnTo>
                  <a:close/>
                </a:path>
                <a:path w="6537959" h="5924550">
                  <a:moveTo>
                    <a:pt x="3761188" y="4933449"/>
                  </a:moveTo>
                  <a:lnTo>
                    <a:pt x="3780975" y="4958849"/>
                  </a:lnTo>
                  <a:lnTo>
                    <a:pt x="3746705" y="4984249"/>
                  </a:lnTo>
                  <a:lnTo>
                    <a:pt x="3726918" y="4946149"/>
                  </a:lnTo>
                  <a:lnTo>
                    <a:pt x="3761188" y="4933449"/>
                  </a:lnTo>
                  <a:close/>
                </a:path>
                <a:path w="6537959" h="5924550">
                  <a:moveTo>
                    <a:pt x="2824257" y="4933449"/>
                  </a:moveTo>
                  <a:lnTo>
                    <a:pt x="2838809" y="4958849"/>
                  </a:lnTo>
                  <a:lnTo>
                    <a:pt x="2813602" y="4984249"/>
                  </a:lnTo>
                  <a:lnTo>
                    <a:pt x="2799046" y="4958849"/>
                  </a:lnTo>
                  <a:lnTo>
                    <a:pt x="2824257" y="4933449"/>
                  </a:lnTo>
                  <a:close/>
                </a:path>
                <a:path w="6537959" h="5924550">
                  <a:moveTo>
                    <a:pt x="1614792" y="4971549"/>
                  </a:moveTo>
                  <a:lnTo>
                    <a:pt x="1627789" y="4971549"/>
                  </a:lnTo>
                  <a:lnTo>
                    <a:pt x="1635290" y="4984249"/>
                  </a:lnTo>
                  <a:lnTo>
                    <a:pt x="1622293" y="4984249"/>
                  </a:lnTo>
                  <a:lnTo>
                    <a:pt x="1614792" y="4971549"/>
                  </a:lnTo>
                  <a:close/>
                </a:path>
                <a:path w="6537959" h="5924550">
                  <a:moveTo>
                    <a:pt x="5894653" y="4882649"/>
                  </a:moveTo>
                  <a:lnTo>
                    <a:pt x="5926947" y="4946149"/>
                  </a:lnTo>
                  <a:lnTo>
                    <a:pt x="5871015" y="4971549"/>
                  </a:lnTo>
                  <a:lnTo>
                    <a:pt x="5838721" y="4920749"/>
                  </a:lnTo>
                  <a:lnTo>
                    <a:pt x="5894653" y="4882649"/>
                  </a:lnTo>
                  <a:close/>
                </a:path>
                <a:path w="6537959" h="5924550">
                  <a:moveTo>
                    <a:pt x="4957640" y="4895349"/>
                  </a:moveTo>
                  <a:lnTo>
                    <a:pt x="4984474" y="4946149"/>
                  </a:lnTo>
                  <a:lnTo>
                    <a:pt x="4937995" y="4971549"/>
                  </a:lnTo>
                  <a:lnTo>
                    <a:pt x="4911162" y="4920749"/>
                  </a:lnTo>
                  <a:lnTo>
                    <a:pt x="4957640" y="4895349"/>
                  </a:lnTo>
                  <a:close/>
                </a:path>
                <a:path w="6537959" h="5924550">
                  <a:moveTo>
                    <a:pt x="4020630" y="4908049"/>
                  </a:moveTo>
                  <a:lnTo>
                    <a:pt x="4042008" y="4946149"/>
                  </a:lnTo>
                  <a:lnTo>
                    <a:pt x="4004983" y="4971549"/>
                  </a:lnTo>
                  <a:lnTo>
                    <a:pt x="3983605" y="4933449"/>
                  </a:lnTo>
                  <a:lnTo>
                    <a:pt x="4020630" y="4908049"/>
                  </a:lnTo>
                  <a:close/>
                </a:path>
                <a:path w="6537959" h="5924550">
                  <a:moveTo>
                    <a:pt x="1887237" y="4946149"/>
                  </a:moveTo>
                  <a:lnTo>
                    <a:pt x="1896333" y="4971549"/>
                  </a:lnTo>
                  <a:lnTo>
                    <a:pt x="1880576" y="4971549"/>
                  </a:lnTo>
                  <a:lnTo>
                    <a:pt x="1871480" y="4958849"/>
                  </a:lnTo>
                  <a:lnTo>
                    <a:pt x="1887237" y="4946149"/>
                  </a:lnTo>
                  <a:close/>
                </a:path>
                <a:path w="6537959" h="5924550">
                  <a:moveTo>
                    <a:pt x="6153935" y="4869949"/>
                  </a:moveTo>
                  <a:lnTo>
                    <a:pt x="6187361" y="4933449"/>
                  </a:lnTo>
                  <a:lnTo>
                    <a:pt x="6129462" y="4958849"/>
                  </a:lnTo>
                  <a:lnTo>
                    <a:pt x="6096031" y="4908049"/>
                  </a:lnTo>
                  <a:lnTo>
                    <a:pt x="6153935" y="4869949"/>
                  </a:lnTo>
                  <a:close/>
                </a:path>
                <a:path w="6537959" h="5924550">
                  <a:moveTo>
                    <a:pt x="5216999" y="4882649"/>
                  </a:moveTo>
                  <a:lnTo>
                    <a:pt x="5245199" y="4933449"/>
                  </a:lnTo>
                  <a:lnTo>
                    <a:pt x="5196359" y="4958849"/>
                  </a:lnTo>
                  <a:lnTo>
                    <a:pt x="5168159" y="4908049"/>
                  </a:lnTo>
                  <a:lnTo>
                    <a:pt x="5216999" y="4882649"/>
                  </a:lnTo>
                  <a:close/>
                </a:path>
                <a:path w="6537959" h="5924550">
                  <a:moveTo>
                    <a:pt x="4279997" y="4895349"/>
                  </a:moveTo>
                  <a:lnTo>
                    <a:pt x="4302737" y="4933449"/>
                  </a:lnTo>
                  <a:lnTo>
                    <a:pt x="4263346" y="4958849"/>
                  </a:lnTo>
                  <a:lnTo>
                    <a:pt x="4240606" y="4920749"/>
                  </a:lnTo>
                  <a:lnTo>
                    <a:pt x="4279997" y="4895349"/>
                  </a:lnTo>
                  <a:close/>
                </a:path>
                <a:path w="6537959" h="5924550">
                  <a:moveTo>
                    <a:pt x="3083618" y="4920749"/>
                  </a:moveTo>
                  <a:lnTo>
                    <a:pt x="3099536" y="4946149"/>
                  </a:lnTo>
                  <a:lnTo>
                    <a:pt x="3071964" y="4958849"/>
                  </a:lnTo>
                  <a:lnTo>
                    <a:pt x="3056047" y="4933449"/>
                  </a:lnTo>
                  <a:lnTo>
                    <a:pt x="3083618" y="4920749"/>
                  </a:lnTo>
                  <a:close/>
                </a:path>
                <a:path w="6537959" h="5924550">
                  <a:moveTo>
                    <a:pt x="2146599" y="4933449"/>
                  </a:moveTo>
                  <a:lnTo>
                    <a:pt x="2157061" y="4946149"/>
                  </a:lnTo>
                  <a:lnTo>
                    <a:pt x="2138943" y="4958849"/>
                  </a:lnTo>
                  <a:lnTo>
                    <a:pt x="2128481" y="4946149"/>
                  </a:lnTo>
                  <a:lnTo>
                    <a:pt x="2146599" y="4933449"/>
                  </a:lnTo>
                  <a:close/>
                </a:path>
                <a:path w="6537959" h="5924550">
                  <a:moveTo>
                    <a:pt x="1200920" y="4946149"/>
                  </a:moveTo>
                  <a:lnTo>
                    <a:pt x="1209580" y="4946149"/>
                  </a:lnTo>
                  <a:lnTo>
                    <a:pt x="1214582" y="4958849"/>
                  </a:lnTo>
                  <a:lnTo>
                    <a:pt x="1205922" y="4958849"/>
                  </a:lnTo>
                  <a:lnTo>
                    <a:pt x="1200920" y="4946149"/>
                  </a:lnTo>
                  <a:close/>
                </a:path>
                <a:path w="6537959" h="5924550">
                  <a:moveTo>
                    <a:pt x="5476368" y="4857249"/>
                  </a:moveTo>
                  <a:lnTo>
                    <a:pt x="5505930" y="4920749"/>
                  </a:lnTo>
                  <a:lnTo>
                    <a:pt x="5454724" y="4946149"/>
                  </a:lnTo>
                  <a:lnTo>
                    <a:pt x="5425163" y="4895349"/>
                  </a:lnTo>
                  <a:lnTo>
                    <a:pt x="5476368" y="4857249"/>
                  </a:lnTo>
                  <a:close/>
                </a:path>
                <a:path w="6537959" h="5924550">
                  <a:moveTo>
                    <a:pt x="4539356" y="4869949"/>
                  </a:moveTo>
                  <a:lnTo>
                    <a:pt x="4563462" y="4920749"/>
                  </a:lnTo>
                  <a:lnTo>
                    <a:pt x="4521705" y="4946149"/>
                  </a:lnTo>
                  <a:lnTo>
                    <a:pt x="4497604" y="4895349"/>
                  </a:lnTo>
                  <a:lnTo>
                    <a:pt x="4539356" y="4869949"/>
                  </a:lnTo>
                  <a:close/>
                </a:path>
                <a:path w="6537959" h="5924550">
                  <a:moveTo>
                    <a:pt x="3342984" y="4908049"/>
                  </a:moveTo>
                  <a:lnTo>
                    <a:pt x="3360263" y="4933449"/>
                  </a:lnTo>
                  <a:lnTo>
                    <a:pt x="3330326" y="4946149"/>
                  </a:lnTo>
                  <a:lnTo>
                    <a:pt x="3313047" y="4920749"/>
                  </a:lnTo>
                  <a:lnTo>
                    <a:pt x="3342984" y="4908049"/>
                  </a:lnTo>
                  <a:close/>
                </a:path>
                <a:path w="6537959" h="5924550">
                  <a:moveTo>
                    <a:pt x="2405960" y="4920749"/>
                  </a:moveTo>
                  <a:lnTo>
                    <a:pt x="2417789" y="4933449"/>
                  </a:lnTo>
                  <a:lnTo>
                    <a:pt x="2397305" y="4946149"/>
                  </a:lnTo>
                  <a:lnTo>
                    <a:pt x="2385481" y="4933449"/>
                  </a:lnTo>
                  <a:lnTo>
                    <a:pt x="2405960" y="4920749"/>
                  </a:lnTo>
                  <a:close/>
                </a:path>
                <a:path w="6537959" h="5924550">
                  <a:moveTo>
                    <a:pt x="1457920" y="4933449"/>
                  </a:moveTo>
                  <a:lnTo>
                    <a:pt x="1475309" y="4933449"/>
                  </a:lnTo>
                  <a:lnTo>
                    <a:pt x="1464283" y="4946149"/>
                  </a:lnTo>
                  <a:lnTo>
                    <a:pt x="1457920" y="4933449"/>
                  </a:lnTo>
                  <a:close/>
                </a:path>
                <a:path w="6537959" h="5924550">
                  <a:moveTo>
                    <a:pt x="5735733" y="4844549"/>
                  </a:moveTo>
                  <a:lnTo>
                    <a:pt x="5766656" y="4895349"/>
                  </a:lnTo>
                  <a:lnTo>
                    <a:pt x="5713089" y="4933449"/>
                  </a:lnTo>
                  <a:lnTo>
                    <a:pt x="5682162" y="4882649"/>
                  </a:lnTo>
                  <a:lnTo>
                    <a:pt x="5735733" y="4844549"/>
                  </a:lnTo>
                  <a:close/>
                </a:path>
                <a:path w="6537959" h="5924550">
                  <a:moveTo>
                    <a:pt x="4798715" y="4857249"/>
                  </a:moveTo>
                  <a:lnTo>
                    <a:pt x="4824187" y="4908049"/>
                  </a:lnTo>
                  <a:lnTo>
                    <a:pt x="4780074" y="4933449"/>
                  </a:lnTo>
                  <a:lnTo>
                    <a:pt x="4754602" y="4882649"/>
                  </a:lnTo>
                  <a:lnTo>
                    <a:pt x="4798715" y="4857249"/>
                  </a:lnTo>
                  <a:close/>
                </a:path>
                <a:path w="6537959" h="5924550">
                  <a:moveTo>
                    <a:pt x="3602345" y="4882649"/>
                  </a:moveTo>
                  <a:lnTo>
                    <a:pt x="3620991" y="4920749"/>
                  </a:lnTo>
                  <a:lnTo>
                    <a:pt x="3588692" y="4933449"/>
                  </a:lnTo>
                  <a:lnTo>
                    <a:pt x="3570047" y="4908049"/>
                  </a:lnTo>
                  <a:lnTo>
                    <a:pt x="3602345" y="4882649"/>
                  </a:lnTo>
                  <a:close/>
                </a:path>
                <a:path w="6537959" h="5924550">
                  <a:moveTo>
                    <a:pt x="2665327" y="4895349"/>
                  </a:moveTo>
                  <a:lnTo>
                    <a:pt x="2678517" y="4920749"/>
                  </a:lnTo>
                  <a:lnTo>
                    <a:pt x="2655671" y="4933449"/>
                  </a:lnTo>
                  <a:lnTo>
                    <a:pt x="2642482" y="4908049"/>
                  </a:lnTo>
                  <a:lnTo>
                    <a:pt x="2665327" y="4895349"/>
                  </a:lnTo>
                  <a:close/>
                </a:path>
                <a:path w="6537959" h="5924550">
                  <a:moveTo>
                    <a:pt x="1728308" y="4908049"/>
                  </a:moveTo>
                  <a:lnTo>
                    <a:pt x="1736042" y="4920749"/>
                  </a:lnTo>
                  <a:lnTo>
                    <a:pt x="1722650" y="4933449"/>
                  </a:lnTo>
                  <a:lnTo>
                    <a:pt x="1714916" y="4920749"/>
                  </a:lnTo>
                  <a:lnTo>
                    <a:pt x="1728308" y="4908049"/>
                  </a:lnTo>
                  <a:close/>
                </a:path>
                <a:path w="6537959" h="5924550">
                  <a:moveTo>
                    <a:pt x="5995093" y="4831849"/>
                  </a:moveTo>
                  <a:lnTo>
                    <a:pt x="6027382" y="4882649"/>
                  </a:lnTo>
                  <a:lnTo>
                    <a:pt x="5971454" y="4920749"/>
                  </a:lnTo>
                  <a:lnTo>
                    <a:pt x="5939161" y="4857249"/>
                  </a:lnTo>
                  <a:lnTo>
                    <a:pt x="5995093" y="4831849"/>
                  </a:lnTo>
                  <a:close/>
                </a:path>
                <a:path w="6537959" h="5924550">
                  <a:moveTo>
                    <a:pt x="3861704" y="4869949"/>
                  </a:moveTo>
                  <a:lnTo>
                    <a:pt x="3881716" y="4908049"/>
                  </a:lnTo>
                  <a:lnTo>
                    <a:pt x="3847057" y="4920749"/>
                  </a:lnTo>
                  <a:lnTo>
                    <a:pt x="3827045" y="4895349"/>
                  </a:lnTo>
                  <a:lnTo>
                    <a:pt x="3861704" y="4869949"/>
                  </a:lnTo>
                  <a:close/>
                </a:path>
                <a:path w="6537959" h="5924550">
                  <a:moveTo>
                    <a:pt x="2924775" y="4882649"/>
                  </a:moveTo>
                  <a:lnTo>
                    <a:pt x="2939556" y="4908049"/>
                  </a:lnTo>
                  <a:lnTo>
                    <a:pt x="2913955" y="4920749"/>
                  </a:lnTo>
                  <a:lnTo>
                    <a:pt x="2899175" y="4895349"/>
                  </a:lnTo>
                  <a:lnTo>
                    <a:pt x="2924775" y="4882649"/>
                  </a:lnTo>
                  <a:close/>
                </a:path>
                <a:path w="6537959" h="5924550">
                  <a:moveTo>
                    <a:pt x="1971608" y="4895349"/>
                  </a:moveTo>
                  <a:lnTo>
                    <a:pt x="1987755" y="4895349"/>
                  </a:lnTo>
                  <a:lnTo>
                    <a:pt x="1997080" y="4908049"/>
                  </a:lnTo>
                  <a:lnTo>
                    <a:pt x="1980933" y="4920749"/>
                  </a:lnTo>
                  <a:lnTo>
                    <a:pt x="1971608" y="4895349"/>
                  </a:lnTo>
                  <a:close/>
                </a:path>
                <a:path w="6537959" h="5924550">
                  <a:moveTo>
                    <a:pt x="1044043" y="4908049"/>
                  </a:moveTo>
                  <a:lnTo>
                    <a:pt x="1054601" y="4908049"/>
                  </a:lnTo>
                  <a:lnTo>
                    <a:pt x="1047907" y="4920749"/>
                  </a:lnTo>
                  <a:lnTo>
                    <a:pt x="1044043" y="4908049"/>
                  </a:lnTo>
                  <a:close/>
                </a:path>
                <a:path w="6537959" h="5924550">
                  <a:moveTo>
                    <a:pt x="6254453" y="4806449"/>
                  </a:moveTo>
                  <a:lnTo>
                    <a:pt x="6288108" y="4869949"/>
                  </a:lnTo>
                  <a:lnTo>
                    <a:pt x="6229815" y="4908049"/>
                  </a:lnTo>
                  <a:lnTo>
                    <a:pt x="6196160" y="4844549"/>
                  </a:lnTo>
                  <a:lnTo>
                    <a:pt x="6254453" y="4806449"/>
                  </a:lnTo>
                  <a:close/>
                </a:path>
                <a:path w="6537959" h="5924550">
                  <a:moveTo>
                    <a:pt x="5058162" y="4844549"/>
                  </a:moveTo>
                  <a:lnTo>
                    <a:pt x="5085224" y="4882649"/>
                  </a:lnTo>
                  <a:lnTo>
                    <a:pt x="5038352" y="4908049"/>
                  </a:lnTo>
                  <a:lnTo>
                    <a:pt x="5011289" y="4869949"/>
                  </a:lnTo>
                  <a:lnTo>
                    <a:pt x="5058162" y="4844549"/>
                  </a:lnTo>
                  <a:close/>
                </a:path>
                <a:path w="6537959" h="5924550">
                  <a:moveTo>
                    <a:pt x="4121068" y="4857249"/>
                  </a:moveTo>
                  <a:lnTo>
                    <a:pt x="4142446" y="4882649"/>
                  </a:lnTo>
                  <a:lnTo>
                    <a:pt x="4105421" y="4908049"/>
                  </a:lnTo>
                  <a:lnTo>
                    <a:pt x="4084043" y="4869949"/>
                  </a:lnTo>
                  <a:lnTo>
                    <a:pt x="4121068" y="4857249"/>
                  </a:lnTo>
                  <a:close/>
                </a:path>
                <a:path w="6537959" h="5924550">
                  <a:moveTo>
                    <a:pt x="3184136" y="4857249"/>
                  </a:moveTo>
                  <a:lnTo>
                    <a:pt x="3200284" y="4895349"/>
                  </a:lnTo>
                  <a:lnTo>
                    <a:pt x="3172322" y="4908049"/>
                  </a:lnTo>
                  <a:lnTo>
                    <a:pt x="3156175" y="4882649"/>
                  </a:lnTo>
                  <a:lnTo>
                    <a:pt x="3184136" y="4857249"/>
                  </a:lnTo>
                  <a:close/>
                </a:path>
                <a:path w="6537959" h="5924550">
                  <a:moveTo>
                    <a:pt x="2247039" y="4869949"/>
                  </a:moveTo>
                  <a:lnTo>
                    <a:pt x="2257501" y="4895349"/>
                  </a:lnTo>
                  <a:lnTo>
                    <a:pt x="2239378" y="4908049"/>
                  </a:lnTo>
                  <a:lnTo>
                    <a:pt x="2228916" y="4882649"/>
                  </a:lnTo>
                  <a:lnTo>
                    <a:pt x="2247039" y="4869949"/>
                  </a:lnTo>
                  <a:close/>
                </a:path>
                <a:path w="6537959" h="5924550">
                  <a:moveTo>
                    <a:pt x="5317439" y="4819149"/>
                  </a:moveTo>
                  <a:lnTo>
                    <a:pt x="5345639" y="4869949"/>
                  </a:lnTo>
                  <a:lnTo>
                    <a:pt x="5296799" y="4895349"/>
                  </a:lnTo>
                  <a:lnTo>
                    <a:pt x="5268599" y="4857249"/>
                  </a:lnTo>
                  <a:lnTo>
                    <a:pt x="5317439" y="4819149"/>
                  </a:lnTo>
                  <a:close/>
                </a:path>
                <a:path w="6537959" h="5924550">
                  <a:moveTo>
                    <a:pt x="4380514" y="4831849"/>
                  </a:moveTo>
                  <a:lnTo>
                    <a:pt x="4403482" y="4869949"/>
                  </a:lnTo>
                  <a:lnTo>
                    <a:pt x="4363697" y="4895349"/>
                  </a:lnTo>
                  <a:lnTo>
                    <a:pt x="4340728" y="4857249"/>
                  </a:lnTo>
                  <a:lnTo>
                    <a:pt x="4380514" y="4831849"/>
                  </a:lnTo>
                  <a:close/>
                </a:path>
                <a:path w="6537959" h="5924550">
                  <a:moveTo>
                    <a:pt x="3443502" y="4844549"/>
                  </a:moveTo>
                  <a:lnTo>
                    <a:pt x="3461011" y="4869949"/>
                  </a:lnTo>
                  <a:lnTo>
                    <a:pt x="3430688" y="4895349"/>
                  </a:lnTo>
                  <a:lnTo>
                    <a:pt x="3413175" y="4857249"/>
                  </a:lnTo>
                  <a:lnTo>
                    <a:pt x="3443502" y="4844549"/>
                  </a:lnTo>
                  <a:close/>
                </a:path>
                <a:path w="6537959" h="5924550">
                  <a:moveTo>
                    <a:pt x="2506483" y="4857249"/>
                  </a:moveTo>
                  <a:lnTo>
                    <a:pt x="2518536" y="4882649"/>
                  </a:lnTo>
                  <a:lnTo>
                    <a:pt x="2497667" y="4895349"/>
                  </a:lnTo>
                  <a:lnTo>
                    <a:pt x="2485614" y="4869949"/>
                  </a:lnTo>
                  <a:lnTo>
                    <a:pt x="2506483" y="4857249"/>
                  </a:lnTo>
                  <a:close/>
                </a:path>
                <a:path w="6537959" h="5924550">
                  <a:moveTo>
                    <a:pt x="1310102" y="4882649"/>
                  </a:moveTo>
                  <a:lnTo>
                    <a:pt x="1315334" y="4895349"/>
                  </a:lnTo>
                  <a:lnTo>
                    <a:pt x="1301043" y="4895349"/>
                  </a:lnTo>
                  <a:lnTo>
                    <a:pt x="1310102" y="4882649"/>
                  </a:lnTo>
                  <a:close/>
                </a:path>
                <a:path w="6537959" h="5924550">
                  <a:moveTo>
                    <a:pt x="5576885" y="4806449"/>
                  </a:moveTo>
                  <a:lnTo>
                    <a:pt x="5606676" y="4857249"/>
                  </a:lnTo>
                  <a:lnTo>
                    <a:pt x="5555076" y="4882649"/>
                  </a:lnTo>
                  <a:lnTo>
                    <a:pt x="5525290" y="4831849"/>
                  </a:lnTo>
                  <a:lnTo>
                    <a:pt x="5576885" y="4806449"/>
                  </a:lnTo>
                  <a:close/>
                </a:path>
                <a:path w="6537959" h="5924550">
                  <a:moveTo>
                    <a:pt x="4639873" y="4819149"/>
                  </a:moveTo>
                  <a:lnTo>
                    <a:pt x="4664208" y="4857249"/>
                  </a:lnTo>
                  <a:lnTo>
                    <a:pt x="4622062" y="4882649"/>
                  </a:lnTo>
                  <a:lnTo>
                    <a:pt x="4597727" y="4844549"/>
                  </a:lnTo>
                  <a:lnTo>
                    <a:pt x="4639873" y="4819149"/>
                  </a:lnTo>
                  <a:close/>
                </a:path>
                <a:path w="6537959" h="5924550">
                  <a:moveTo>
                    <a:pt x="3702867" y="4831849"/>
                  </a:moveTo>
                  <a:lnTo>
                    <a:pt x="3721737" y="4857249"/>
                  </a:lnTo>
                  <a:lnTo>
                    <a:pt x="3689045" y="4882649"/>
                  </a:lnTo>
                  <a:lnTo>
                    <a:pt x="3670174" y="4844549"/>
                  </a:lnTo>
                  <a:lnTo>
                    <a:pt x="3702867" y="4831849"/>
                  </a:lnTo>
                  <a:close/>
                </a:path>
                <a:path w="6537959" h="5924550">
                  <a:moveTo>
                    <a:pt x="2765849" y="4844549"/>
                  </a:moveTo>
                  <a:lnTo>
                    <a:pt x="2779268" y="4857249"/>
                  </a:lnTo>
                  <a:lnTo>
                    <a:pt x="2756028" y="4882649"/>
                  </a:lnTo>
                  <a:lnTo>
                    <a:pt x="2742614" y="4857249"/>
                  </a:lnTo>
                  <a:lnTo>
                    <a:pt x="2765849" y="4844549"/>
                  </a:lnTo>
                  <a:close/>
                </a:path>
                <a:path w="6537959" h="5924550">
                  <a:moveTo>
                    <a:pt x="1558044" y="4869949"/>
                  </a:moveTo>
                  <a:lnTo>
                    <a:pt x="1569468" y="4869949"/>
                  </a:lnTo>
                  <a:lnTo>
                    <a:pt x="1576061" y="4882649"/>
                  </a:lnTo>
                  <a:lnTo>
                    <a:pt x="1564641" y="4882649"/>
                  </a:lnTo>
                  <a:lnTo>
                    <a:pt x="1558044" y="4869949"/>
                  </a:lnTo>
                  <a:close/>
                </a:path>
                <a:path w="6537959" h="5924550">
                  <a:moveTo>
                    <a:pt x="5836250" y="4793749"/>
                  </a:moveTo>
                  <a:lnTo>
                    <a:pt x="5867402" y="4844549"/>
                  </a:lnTo>
                  <a:lnTo>
                    <a:pt x="5813442" y="4869949"/>
                  </a:lnTo>
                  <a:lnTo>
                    <a:pt x="5782289" y="4819149"/>
                  </a:lnTo>
                  <a:lnTo>
                    <a:pt x="5836250" y="4793749"/>
                  </a:lnTo>
                  <a:close/>
                </a:path>
                <a:path w="6537959" h="5924550">
                  <a:moveTo>
                    <a:pt x="4899237" y="4793749"/>
                  </a:moveTo>
                  <a:lnTo>
                    <a:pt x="4924934" y="4844549"/>
                  </a:lnTo>
                  <a:lnTo>
                    <a:pt x="4880426" y="4869949"/>
                  </a:lnTo>
                  <a:lnTo>
                    <a:pt x="4854730" y="4819149"/>
                  </a:lnTo>
                  <a:lnTo>
                    <a:pt x="4899237" y="4793749"/>
                  </a:lnTo>
                  <a:close/>
                </a:path>
                <a:path w="6537959" h="5924550">
                  <a:moveTo>
                    <a:pt x="3962226" y="4806449"/>
                  </a:moveTo>
                  <a:lnTo>
                    <a:pt x="3982467" y="4844549"/>
                  </a:lnTo>
                  <a:lnTo>
                    <a:pt x="3947409" y="4869949"/>
                  </a:lnTo>
                  <a:lnTo>
                    <a:pt x="3927172" y="4831849"/>
                  </a:lnTo>
                  <a:lnTo>
                    <a:pt x="3962226" y="4806449"/>
                  </a:lnTo>
                  <a:close/>
                </a:path>
                <a:path w="6537959" h="5924550">
                  <a:moveTo>
                    <a:pt x="1815048" y="4857249"/>
                  </a:moveTo>
                  <a:lnTo>
                    <a:pt x="1828829" y="4857249"/>
                  </a:lnTo>
                  <a:lnTo>
                    <a:pt x="1836788" y="4869949"/>
                  </a:lnTo>
                  <a:lnTo>
                    <a:pt x="1823007" y="4869949"/>
                  </a:lnTo>
                  <a:lnTo>
                    <a:pt x="1815048" y="4857249"/>
                  </a:lnTo>
                  <a:close/>
                </a:path>
                <a:path w="6537959" h="5924550">
                  <a:moveTo>
                    <a:pt x="6095610" y="4768349"/>
                  </a:moveTo>
                  <a:lnTo>
                    <a:pt x="6128128" y="4831849"/>
                  </a:lnTo>
                  <a:lnTo>
                    <a:pt x="6071806" y="4857249"/>
                  </a:lnTo>
                  <a:lnTo>
                    <a:pt x="6039288" y="4806449"/>
                  </a:lnTo>
                  <a:lnTo>
                    <a:pt x="6095610" y="4768349"/>
                  </a:lnTo>
                  <a:close/>
                </a:path>
                <a:path w="6537959" h="5924550">
                  <a:moveTo>
                    <a:pt x="5158683" y="4781049"/>
                  </a:moveTo>
                  <a:lnTo>
                    <a:pt x="5185971" y="4831849"/>
                  </a:lnTo>
                  <a:lnTo>
                    <a:pt x="5138708" y="4857249"/>
                  </a:lnTo>
                  <a:lnTo>
                    <a:pt x="5111420" y="4806449"/>
                  </a:lnTo>
                  <a:lnTo>
                    <a:pt x="5158683" y="4781049"/>
                  </a:lnTo>
                  <a:close/>
                </a:path>
                <a:path w="6537959" h="5924550">
                  <a:moveTo>
                    <a:pt x="4221589" y="4793749"/>
                  </a:moveTo>
                  <a:lnTo>
                    <a:pt x="4243192" y="4831849"/>
                  </a:lnTo>
                  <a:lnTo>
                    <a:pt x="4205772" y="4857249"/>
                  </a:lnTo>
                  <a:lnTo>
                    <a:pt x="4184170" y="4819149"/>
                  </a:lnTo>
                  <a:lnTo>
                    <a:pt x="4221589" y="4793749"/>
                  </a:lnTo>
                  <a:close/>
                </a:path>
                <a:path w="6537959" h="5924550">
                  <a:moveTo>
                    <a:pt x="3025215" y="4819149"/>
                  </a:moveTo>
                  <a:lnTo>
                    <a:pt x="3039996" y="4844549"/>
                  </a:lnTo>
                  <a:lnTo>
                    <a:pt x="3014391" y="4857249"/>
                  </a:lnTo>
                  <a:lnTo>
                    <a:pt x="2999610" y="4831849"/>
                  </a:lnTo>
                  <a:lnTo>
                    <a:pt x="3025215" y="4819149"/>
                  </a:lnTo>
                  <a:close/>
                </a:path>
                <a:path w="6537959" h="5924550">
                  <a:moveTo>
                    <a:pt x="2088278" y="4831849"/>
                  </a:moveTo>
                  <a:lnTo>
                    <a:pt x="2097828" y="4844549"/>
                  </a:lnTo>
                  <a:lnTo>
                    <a:pt x="2081287" y="4857249"/>
                  </a:lnTo>
                  <a:lnTo>
                    <a:pt x="2071737" y="4844549"/>
                  </a:lnTo>
                  <a:lnTo>
                    <a:pt x="2088278" y="4831849"/>
                  </a:lnTo>
                  <a:close/>
                </a:path>
                <a:path w="6537959" h="5924550">
                  <a:moveTo>
                    <a:pt x="1144172" y="4844549"/>
                  </a:moveTo>
                  <a:lnTo>
                    <a:pt x="1151259" y="4844549"/>
                  </a:lnTo>
                  <a:lnTo>
                    <a:pt x="1155353" y="4857249"/>
                  </a:lnTo>
                  <a:lnTo>
                    <a:pt x="1148266" y="4857249"/>
                  </a:lnTo>
                  <a:lnTo>
                    <a:pt x="1144172" y="4844549"/>
                  </a:lnTo>
                  <a:close/>
                </a:path>
                <a:path w="6537959" h="5924550">
                  <a:moveTo>
                    <a:pt x="5417965" y="4768349"/>
                  </a:moveTo>
                  <a:lnTo>
                    <a:pt x="5446389" y="4819149"/>
                  </a:lnTo>
                  <a:lnTo>
                    <a:pt x="5397151" y="4844549"/>
                  </a:lnTo>
                  <a:lnTo>
                    <a:pt x="5368726" y="4793749"/>
                  </a:lnTo>
                  <a:lnTo>
                    <a:pt x="5417965" y="4768349"/>
                  </a:lnTo>
                  <a:close/>
                </a:path>
                <a:path w="6537959" h="5924550">
                  <a:moveTo>
                    <a:pt x="4481031" y="4781049"/>
                  </a:moveTo>
                  <a:lnTo>
                    <a:pt x="4504229" y="4819149"/>
                  </a:lnTo>
                  <a:lnTo>
                    <a:pt x="4464054" y="4844549"/>
                  </a:lnTo>
                  <a:lnTo>
                    <a:pt x="4440861" y="4793749"/>
                  </a:lnTo>
                  <a:lnTo>
                    <a:pt x="4481031" y="4781049"/>
                  </a:lnTo>
                  <a:close/>
                </a:path>
                <a:path w="6537959" h="5924550">
                  <a:moveTo>
                    <a:pt x="3284659" y="4806449"/>
                  </a:moveTo>
                  <a:lnTo>
                    <a:pt x="3301030" y="4831849"/>
                  </a:lnTo>
                  <a:lnTo>
                    <a:pt x="3272675" y="4844549"/>
                  </a:lnTo>
                  <a:lnTo>
                    <a:pt x="3256303" y="4819149"/>
                  </a:lnTo>
                  <a:lnTo>
                    <a:pt x="3284659" y="4806449"/>
                  </a:lnTo>
                  <a:close/>
                </a:path>
                <a:path w="6537959" h="5924550">
                  <a:moveTo>
                    <a:pt x="2347562" y="4819149"/>
                  </a:moveTo>
                  <a:lnTo>
                    <a:pt x="2358248" y="4831849"/>
                  </a:lnTo>
                  <a:lnTo>
                    <a:pt x="2339731" y="4844549"/>
                  </a:lnTo>
                  <a:lnTo>
                    <a:pt x="2329045" y="4831849"/>
                  </a:lnTo>
                  <a:lnTo>
                    <a:pt x="2347562" y="4819149"/>
                  </a:lnTo>
                  <a:close/>
                </a:path>
                <a:path w="6537959" h="5924550">
                  <a:moveTo>
                    <a:pt x="1401484" y="4831849"/>
                  </a:moveTo>
                  <a:lnTo>
                    <a:pt x="1415774" y="4831849"/>
                  </a:lnTo>
                  <a:lnTo>
                    <a:pt x="1406715" y="4844549"/>
                  </a:lnTo>
                  <a:lnTo>
                    <a:pt x="1401484" y="4831849"/>
                  </a:lnTo>
                  <a:close/>
                </a:path>
                <a:path w="6537959" h="5924550">
                  <a:moveTo>
                    <a:pt x="5677325" y="4742949"/>
                  </a:moveTo>
                  <a:lnTo>
                    <a:pt x="5707116" y="4793749"/>
                  </a:lnTo>
                  <a:lnTo>
                    <a:pt x="5655516" y="4831849"/>
                  </a:lnTo>
                  <a:lnTo>
                    <a:pt x="5625725" y="4781049"/>
                  </a:lnTo>
                  <a:lnTo>
                    <a:pt x="5677325" y="4742949"/>
                  </a:lnTo>
                  <a:close/>
                </a:path>
                <a:path w="6537959" h="5924550">
                  <a:moveTo>
                    <a:pt x="4740394" y="4755649"/>
                  </a:moveTo>
                  <a:lnTo>
                    <a:pt x="4764954" y="4806449"/>
                  </a:lnTo>
                  <a:lnTo>
                    <a:pt x="4722418" y="4831849"/>
                  </a:lnTo>
                  <a:lnTo>
                    <a:pt x="4697859" y="4781049"/>
                  </a:lnTo>
                  <a:lnTo>
                    <a:pt x="4740394" y="4755649"/>
                  </a:lnTo>
                  <a:close/>
                </a:path>
                <a:path w="6537959" h="5924550">
                  <a:moveTo>
                    <a:pt x="3544025" y="4793749"/>
                  </a:moveTo>
                  <a:lnTo>
                    <a:pt x="3561762" y="4819149"/>
                  </a:lnTo>
                  <a:lnTo>
                    <a:pt x="3531041" y="4831849"/>
                  </a:lnTo>
                  <a:lnTo>
                    <a:pt x="3513303" y="4806449"/>
                  </a:lnTo>
                  <a:lnTo>
                    <a:pt x="3544025" y="4793749"/>
                  </a:lnTo>
                  <a:close/>
                </a:path>
                <a:path w="6537959" h="5924550">
                  <a:moveTo>
                    <a:pt x="2607006" y="4793749"/>
                  </a:moveTo>
                  <a:lnTo>
                    <a:pt x="2619288" y="4819149"/>
                  </a:lnTo>
                  <a:lnTo>
                    <a:pt x="2598021" y="4831849"/>
                  </a:lnTo>
                  <a:lnTo>
                    <a:pt x="2585738" y="4806449"/>
                  </a:lnTo>
                  <a:lnTo>
                    <a:pt x="2607006" y="4793749"/>
                  </a:lnTo>
                  <a:close/>
                </a:path>
                <a:path w="6537959" h="5924550">
                  <a:moveTo>
                    <a:pt x="1669992" y="4806449"/>
                  </a:moveTo>
                  <a:lnTo>
                    <a:pt x="1676813" y="4819149"/>
                  </a:lnTo>
                  <a:lnTo>
                    <a:pt x="1664994" y="4831849"/>
                  </a:lnTo>
                  <a:lnTo>
                    <a:pt x="1658172" y="4819149"/>
                  </a:lnTo>
                  <a:lnTo>
                    <a:pt x="1669992" y="4806449"/>
                  </a:lnTo>
                  <a:close/>
                </a:path>
                <a:path w="6537959" h="5924550">
                  <a:moveTo>
                    <a:pt x="5936767" y="4730249"/>
                  </a:moveTo>
                  <a:lnTo>
                    <a:pt x="5968149" y="4781049"/>
                  </a:lnTo>
                  <a:lnTo>
                    <a:pt x="5913794" y="4819149"/>
                  </a:lnTo>
                  <a:lnTo>
                    <a:pt x="5882412" y="4755649"/>
                  </a:lnTo>
                  <a:lnTo>
                    <a:pt x="5936767" y="4730249"/>
                  </a:lnTo>
                  <a:close/>
                </a:path>
                <a:path w="6537959" h="5924550">
                  <a:moveTo>
                    <a:pt x="3803306" y="4768349"/>
                  </a:moveTo>
                  <a:lnTo>
                    <a:pt x="3822176" y="4806449"/>
                  </a:lnTo>
                  <a:lnTo>
                    <a:pt x="3789483" y="4819149"/>
                  </a:lnTo>
                  <a:lnTo>
                    <a:pt x="3770613" y="4793749"/>
                  </a:lnTo>
                  <a:lnTo>
                    <a:pt x="3803306" y="4768349"/>
                  </a:lnTo>
                  <a:close/>
                </a:path>
                <a:path w="6537959" h="5924550">
                  <a:moveTo>
                    <a:pt x="2866372" y="4781049"/>
                  </a:moveTo>
                  <a:lnTo>
                    <a:pt x="2880015" y="4806449"/>
                  </a:lnTo>
                  <a:lnTo>
                    <a:pt x="2856386" y="4819149"/>
                  </a:lnTo>
                  <a:lnTo>
                    <a:pt x="2842738" y="4793749"/>
                  </a:lnTo>
                  <a:lnTo>
                    <a:pt x="2866372" y="4781049"/>
                  </a:lnTo>
                  <a:close/>
                </a:path>
                <a:path w="6537959" h="5924550">
                  <a:moveTo>
                    <a:pt x="1929352" y="4793749"/>
                  </a:moveTo>
                  <a:lnTo>
                    <a:pt x="1937540" y="4806449"/>
                  </a:lnTo>
                  <a:lnTo>
                    <a:pt x="1923360" y="4819149"/>
                  </a:lnTo>
                  <a:lnTo>
                    <a:pt x="1915177" y="4806449"/>
                  </a:lnTo>
                  <a:lnTo>
                    <a:pt x="1929352" y="4793749"/>
                  </a:lnTo>
                  <a:close/>
                </a:path>
                <a:path w="6537959" h="5924550">
                  <a:moveTo>
                    <a:pt x="6196137" y="4717549"/>
                  </a:moveTo>
                  <a:lnTo>
                    <a:pt x="6228880" y="4768349"/>
                  </a:lnTo>
                  <a:lnTo>
                    <a:pt x="6172159" y="4806449"/>
                  </a:lnTo>
                  <a:lnTo>
                    <a:pt x="6139416" y="4742949"/>
                  </a:lnTo>
                  <a:lnTo>
                    <a:pt x="6196137" y="4717549"/>
                  </a:lnTo>
                  <a:close/>
                </a:path>
                <a:path w="6537959" h="5924550">
                  <a:moveTo>
                    <a:pt x="4999758" y="4742949"/>
                  </a:moveTo>
                  <a:lnTo>
                    <a:pt x="5025684" y="4781049"/>
                  </a:lnTo>
                  <a:lnTo>
                    <a:pt x="4980778" y="4806449"/>
                  </a:lnTo>
                  <a:lnTo>
                    <a:pt x="4954857" y="4768349"/>
                  </a:lnTo>
                  <a:lnTo>
                    <a:pt x="4999758" y="4742949"/>
                  </a:lnTo>
                  <a:close/>
                </a:path>
                <a:path w="6537959" h="5924550">
                  <a:moveTo>
                    <a:pt x="4062748" y="4755649"/>
                  </a:moveTo>
                  <a:lnTo>
                    <a:pt x="4083213" y="4793749"/>
                  </a:lnTo>
                  <a:lnTo>
                    <a:pt x="4047765" y="4806449"/>
                  </a:lnTo>
                  <a:lnTo>
                    <a:pt x="4027300" y="4768349"/>
                  </a:lnTo>
                  <a:lnTo>
                    <a:pt x="4062748" y="4755649"/>
                  </a:lnTo>
                  <a:close/>
                </a:path>
                <a:path w="6537959" h="5924550">
                  <a:moveTo>
                    <a:pt x="3125733" y="4768349"/>
                  </a:moveTo>
                  <a:lnTo>
                    <a:pt x="3140743" y="4793749"/>
                  </a:lnTo>
                  <a:lnTo>
                    <a:pt x="3114749" y="4806449"/>
                  </a:lnTo>
                  <a:lnTo>
                    <a:pt x="3099739" y="4781049"/>
                  </a:lnTo>
                  <a:lnTo>
                    <a:pt x="3125733" y="4768349"/>
                  </a:lnTo>
                  <a:close/>
                </a:path>
                <a:path w="6537959" h="5924550">
                  <a:moveTo>
                    <a:pt x="2172177" y="4781049"/>
                  </a:moveTo>
                  <a:lnTo>
                    <a:pt x="2188718" y="4781049"/>
                  </a:lnTo>
                  <a:lnTo>
                    <a:pt x="2198268" y="4793749"/>
                  </a:lnTo>
                  <a:lnTo>
                    <a:pt x="2181727" y="4806449"/>
                  </a:lnTo>
                  <a:lnTo>
                    <a:pt x="2172177" y="4781049"/>
                  </a:lnTo>
                  <a:close/>
                </a:path>
                <a:path w="6537959" h="5924550">
                  <a:moveTo>
                    <a:pt x="5259123" y="4717549"/>
                  </a:moveTo>
                  <a:lnTo>
                    <a:pt x="5286410" y="4768349"/>
                  </a:lnTo>
                  <a:lnTo>
                    <a:pt x="5239143" y="4793749"/>
                  </a:lnTo>
                  <a:lnTo>
                    <a:pt x="5211855" y="4755649"/>
                  </a:lnTo>
                  <a:lnTo>
                    <a:pt x="5259123" y="4717549"/>
                  </a:lnTo>
                  <a:close/>
                </a:path>
                <a:path w="6537959" h="5924550">
                  <a:moveTo>
                    <a:pt x="4322110" y="4730249"/>
                  </a:moveTo>
                  <a:lnTo>
                    <a:pt x="4343942" y="4768349"/>
                  </a:lnTo>
                  <a:lnTo>
                    <a:pt x="4306128" y="4793749"/>
                  </a:lnTo>
                  <a:lnTo>
                    <a:pt x="4284296" y="4755649"/>
                  </a:lnTo>
                  <a:lnTo>
                    <a:pt x="4322110" y="4730249"/>
                  </a:lnTo>
                  <a:close/>
                </a:path>
                <a:path w="6537959" h="5924550">
                  <a:moveTo>
                    <a:pt x="3385099" y="4742949"/>
                  </a:moveTo>
                  <a:lnTo>
                    <a:pt x="3401471" y="4781049"/>
                  </a:lnTo>
                  <a:lnTo>
                    <a:pt x="3373115" y="4793749"/>
                  </a:lnTo>
                  <a:lnTo>
                    <a:pt x="3356743" y="4768349"/>
                  </a:lnTo>
                  <a:lnTo>
                    <a:pt x="3385099" y="4742949"/>
                  </a:lnTo>
                  <a:close/>
                </a:path>
                <a:path w="6537959" h="5924550">
                  <a:moveTo>
                    <a:pt x="2448080" y="4755649"/>
                  </a:moveTo>
                  <a:lnTo>
                    <a:pt x="2458996" y="4781049"/>
                  </a:lnTo>
                  <a:lnTo>
                    <a:pt x="2440093" y="4793749"/>
                  </a:lnTo>
                  <a:lnTo>
                    <a:pt x="2429177" y="4768349"/>
                  </a:lnTo>
                  <a:lnTo>
                    <a:pt x="2448080" y="4755649"/>
                  </a:lnTo>
                  <a:close/>
                </a:path>
                <a:path w="6537959" h="5924550">
                  <a:moveTo>
                    <a:pt x="1251782" y="4781049"/>
                  </a:moveTo>
                  <a:lnTo>
                    <a:pt x="1256100" y="4793749"/>
                  </a:lnTo>
                  <a:lnTo>
                    <a:pt x="1244300" y="4793749"/>
                  </a:lnTo>
                  <a:lnTo>
                    <a:pt x="1251782" y="4781049"/>
                  </a:lnTo>
                  <a:close/>
                </a:path>
                <a:path w="6537959" h="5924550">
                  <a:moveTo>
                    <a:pt x="5518482" y="4704849"/>
                  </a:moveTo>
                  <a:lnTo>
                    <a:pt x="5547136" y="4755649"/>
                  </a:lnTo>
                  <a:lnTo>
                    <a:pt x="5497508" y="4781049"/>
                  </a:lnTo>
                  <a:lnTo>
                    <a:pt x="5468854" y="4730249"/>
                  </a:lnTo>
                  <a:lnTo>
                    <a:pt x="5518482" y="4704849"/>
                  </a:lnTo>
                  <a:close/>
                </a:path>
                <a:path w="6537959" h="5924550">
                  <a:moveTo>
                    <a:pt x="4581470" y="4717549"/>
                  </a:moveTo>
                  <a:lnTo>
                    <a:pt x="4604668" y="4755649"/>
                  </a:lnTo>
                  <a:lnTo>
                    <a:pt x="4564488" y="4781049"/>
                  </a:lnTo>
                  <a:lnTo>
                    <a:pt x="4541295" y="4742949"/>
                  </a:lnTo>
                  <a:lnTo>
                    <a:pt x="4581470" y="4717549"/>
                  </a:lnTo>
                  <a:close/>
                </a:path>
                <a:path w="6537959" h="5924550">
                  <a:moveTo>
                    <a:pt x="3644546" y="4730249"/>
                  </a:moveTo>
                  <a:lnTo>
                    <a:pt x="3662509" y="4755649"/>
                  </a:lnTo>
                  <a:lnTo>
                    <a:pt x="3631393" y="4781049"/>
                  </a:lnTo>
                  <a:lnTo>
                    <a:pt x="3613431" y="4742949"/>
                  </a:lnTo>
                  <a:lnTo>
                    <a:pt x="3644546" y="4730249"/>
                  </a:lnTo>
                  <a:close/>
                </a:path>
                <a:path w="6537959" h="5924550">
                  <a:moveTo>
                    <a:pt x="2707528" y="4742949"/>
                  </a:moveTo>
                  <a:lnTo>
                    <a:pt x="2720035" y="4768349"/>
                  </a:lnTo>
                  <a:lnTo>
                    <a:pt x="2698373" y="4781049"/>
                  </a:lnTo>
                  <a:lnTo>
                    <a:pt x="2685866" y="4755649"/>
                  </a:lnTo>
                  <a:lnTo>
                    <a:pt x="2707528" y="4742949"/>
                  </a:lnTo>
                  <a:close/>
                </a:path>
                <a:path w="6537959" h="5924550">
                  <a:moveTo>
                    <a:pt x="1511065" y="4768349"/>
                  </a:moveTo>
                  <a:lnTo>
                    <a:pt x="1516521" y="4781049"/>
                  </a:lnTo>
                  <a:lnTo>
                    <a:pt x="1501612" y="4781049"/>
                  </a:lnTo>
                  <a:lnTo>
                    <a:pt x="1511065" y="4768349"/>
                  </a:lnTo>
                  <a:close/>
                </a:path>
                <a:path w="6537959" h="5924550">
                  <a:moveTo>
                    <a:pt x="5777847" y="4692149"/>
                  </a:moveTo>
                  <a:lnTo>
                    <a:pt x="5807862" y="4742949"/>
                  </a:lnTo>
                  <a:lnTo>
                    <a:pt x="5755868" y="4768349"/>
                  </a:lnTo>
                  <a:lnTo>
                    <a:pt x="5725853" y="4717549"/>
                  </a:lnTo>
                  <a:lnTo>
                    <a:pt x="5777847" y="4692149"/>
                  </a:lnTo>
                  <a:close/>
                </a:path>
                <a:path w="6537959" h="5924550">
                  <a:moveTo>
                    <a:pt x="4840916" y="4704849"/>
                  </a:moveTo>
                  <a:lnTo>
                    <a:pt x="4865705" y="4742949"/>
                  </a:lnTo>
                  <a:lnTo>
                    <a:pt x="4822770" y="4768349"/>
                  </a:lnTo>
                  <a:lnTo>
                    <a:pt x="4797986" y="4730249"/>
                  </a:lnTo>
                  <a:lnTo>
                    <a:pt x="4840916" y="4704849"/>
                  </a:lnTo>
                  <a:close/>
                </a:path>
                <a:path w="6537959" h="5924550">
                  <a:moveTo>
                    <a:pt x="3903823" y="4717549"/>
                  </a:moveTo>
                  <a:lnTo>
                    <a:pt x="3922923" y="4742949"/>
                  </a:lnTo>
                  <a:lnTo>
                    <a:pt x="3889840" y="4768349"/>
                  </a:lnTo>
                  <a:lnTo>
                    <a:pt x="3870736" y="4730249"/>
                  </a:lnTo>
                  <a:lnTo>
                    <a:pt x="3903823" y="4717549"/>
                  </a:lnTo>
                  <a:close/>
                </a:path>
                <a:path w="6537959" h="5924550">
                  <a:moveTo>
                    <a:pt x="1758611" y="4755649"/>
                  </a:moveTo>
                  <a:lnTo>
                    <a:pt x="1770431" y="4755649"/>
                  </a:lnTo>
                  <a:lnTo>
                    <a:pt x="1777252" y="4768349"/>
                  </a:lnTo>
                  <a:lnTo>
                    <a:pt x="1765433" y="4768349"/>
                  </a:lnTo>
                  <a:lnTo>
                    <a:pt x="1758611" y="4755649"/>
                  </a:lnTo>
                  <a:close/>
                </a:path>
                <a:path w="6537959" h="5924550">
                  <a:moveTo>
                    <a:pt x="6037206" y="4666749"/>
                  </a:moveTo>
                  <a:lnTo>
                    <a:pt x="6068588" y="4730249"/>
                  </a:lnTo>
                  <a:lnTo>
                    <a:pt x="6014233" y="4755649"/>
                  </a:lnTo>
                  <a:lnTo>
                    <a:pt x="5982851" y="4704849"/>
                  </a:lnTo>
                  <a:lnTo>
                    <a:pt x="6037206" y="4666749"/>
                  </a:lnTo>
                  <a:close/>
                </a:path>
                <a:path w="6537959" h="5924550">
                  <a:moveTo>
                    <a:pt x="5100280" y="4679449"/>
                  </a:moveTo>
                  <a:lnTo>
                    <a:pt x="5126431" y="4730249"/>
                  </a:lnTo>
                  <a:lnTo>
                    <a:pt x="5081135" y="4755649"/>
                  </a:lnTo>
                  <a:lnTo>
                    <a:pt x="5054984" y="4704849"/>
                  </a:lnTo>
                  <a:lnTo>
                    <a:pt x="5100280" y="4679449"/>
                  </a:lnTo>
                  <a:close/>
                </a:path>
                <a:path w="6537959" h="5924550">
                  <a:moveTo>
                    <a:pt x="4163269" y="4692149"/>
                  </a:moveTo>
                  <a:lnTo>
                    <a:pt x="4183964" y="4730249"/>
                  </a:lnTo>
                  <a:lnTo>
                    <a:pt x="4148121" y="4755649"/>
                  </a:lnTo>
                  <a:lnTo>
                    <a:pt x="4127426" y="4717549"/>
                  </a:lnTo>
                  <a:lnTo>
                    <a:pt x="4163269" y="4692149"/>
                  </a:lnTo>
                  <a:close/>
                </a:path>
                <a:path w="6537959" h="5924550">
                  <a:moveTo>
                    <a:pt x="2966812" y="4717549"/>
                  </a:moveTo>
                  <a:lnTo>
                    <a:pt x="2980456" y="4742949"/>
                  </a:lnTo>
                  <a:lnTo>
                    <a:pt x="2956822" y="4755649"/>
                  </a:lnTo>
                  <a:lnTo>
                    <a:pt x="2943174" y="4742949"/>
                  </a:lnTo>
                  <a:lnTo>
                    <a:pt x="2966812" y="4717549"/>
                  </a:lnTo>
                  <a:close/>
                </a:path>
                <a:path w="6537959" h="5924550">
                  <a:moveTo>
                    <a:pt x="2029870" y="4730249"/>
                  </a:moveTo>
                  <a:lnTo>
                    <a:pt x="2038288" y="4755649"/>
                  </a:lnTo>
                  <a:lnTo>
                    <a:pt x="2023718" y="4755649"/>
                  </a:lnTo>
                  <a:lnTo>
                    <a:pt x="2015300" y="4742949"/>
                  </a:lnTo>
                  <a:lnTo>
                    <a:pt x="2029870" y="4730249"/>
                  </a:lnTo>
                  <a:close/>
                </a:path>
                <a:path w="6537959" h="5924550">
                  <a:moveTo>
                    <a:pt x="1092856" y="4742949"/>
                  </a:moveTo>
                  <a:lnTo>
                    <a:pt x="1095814" y="4755649"/>
                  </a:lnTo>
                  <a:lnTo>
                    <a:pt x="1087735" y="4755649"/>
                  </a:lnTo>
                  <a:lnTo>
                    <a:pt x="1092856" y="4742949"/>
                  </a:lnTo>
                  <a:close/>
                </a:path>
                <a:path w="6537959" h="5924550">
                  <a:moveTo>
                    <a:pt x="5359640" y="4666749"/>
                  </a:moveTo>
                  <a:lnTo>
                    <a:pt x="5387156" y="4717549"/>
                  </a:lnTo>
                  <a:lnTo>
                    <a:pt x="5339500" y="4742949"/>
                  </a:lnTo>
                  <a:lnTo>
                    <a:pt x="5311983" y="4692149"/>
                  </a:lnTo>
                  <a:lnTo>
                    <a:pt x="5359640" y="4666749"/>
                  </a:lnTo>
                  <a:close/>
                </a:path>
                <a:path w="6537959" h="5924550">
                  <a:moveTo>
                    <a:pt x="4422627" y="4679449"/>
                  </a:moveTo>
                  <a:lnTo>
                    <a:pt x="4444684" y="4717549"/>
                  </a:lnTo>
                  <a:lnTo>
                    <a:pt x="4406485" y="4742949"/>
                  </a:lnTo>
                  <a:lnTo>
                    <a:pt x="4384429" y="4704849"/>
                  </a:lnTo>
                  <a:lnTo>
                    <a:pt x="4422627" y="4679449"/>
                  </a:lnTo>
                  <a:close/>
                </a:path>
                <a:path w="6537959" h="5924550">
                  <a:moveTo>
                    <a:pt x="3226255" y="4704849"/>
                  </a:moveTo>
                  <a:lnTo>
                    <a:pt x="3241490" y="4730249"/>
                  </a:lnTo>
                  <a:lnTo>
                    <a:pt x="3215101" y="4742949"/>
                  </a:lnTo>
                  <a:lnTo>
                    <a:pt x="3199866" y="4717549"/>
                  </a:lnTo>
                  <a:lnTo>
                    <a:pt x="3226255" y="4704849"/>
                  </a:lnTo>
                  <a:close/>
                </a:path>
                <a:path w="6537959" h="5924550">
                  <a:moveTo>
                    <a:pt x="2289241" y="4717549"/>
                  </a:moveTo>
                  <a:lnTo>
                    <a:pt x="2299020" y="4730249"/>
                  </a:lnTo>
                  <a:lnTo>
                    <a:pt x="2282080" y="4742949"/>
                  </a:lnTo>
                  <a:lnTo>
                    <a:pt x="2272301" y="4730249"/>
                  </a:lnTo>
                  <a:lnTo>
                    <a:pt x="2289241" y="4717549"/>
                  </a:lnTo>
                  <a:close/>
                </a:path>
                <a:path w="6537959" h="5924550">
                  <a:moveTo>
                    <a:pt x="1344740" y="4730249"/>
                  </a:moveTo>
                  <a:lnTo>
                    <a:pt x="1352222" y="4730249"/>
                  </a:lnTo>
                  <a:lnTo>
                    <a:pt x="1356541" y="4742949"/>
                  </a:lnTo>
                  <a:lnTo>
                    <a:pt x="1349058" y="4742949"/>
                  </a:lnTo>
                  <a:lnTo>
                    <a:pt x="1344740" y="4730249"/>
                  </a:lnTo>
                  <a:close/>
                </a:path>
                <a:path w="6537959" h="5924550">
                  <a:moveTo>
                    <a:pt x="5619000" y="4654049"/>
                  </a:moveTo>
                  <a:lnTo>
                    <a:pt x="5647883" y="4692149"/>
                  </a:lnTo>
                  <a:lnTo>
                    <a:pt x="5597860" y="4730249"/>
                  </a:lnTo>
                  <a:lnTo>
                    <a:pt x="5568977" y="4679449"/>
                  </a:lnTo>
                  <a:lnTo>
                    <a:pt x="5619000" y="4654049"/>
                  </a:lnTo>
                  <a:close/>
                </a:path>
                <a:path w="6537959" h="5924550">
                  <a:moveTo>
                    <a:pt x="3485621" y="4692149"/>
                  </a:moveTo>
                  <a:lnTo>
                    <a:pt x="3502222" y="4717549"/>
                  </a:lnTo>
                  <a:lnTo>
                    <a:pt x="3473467" y="4730249"/>
                  </a:lnTo>
                  <a:lnTo>
                    <a:pt x="3456867" y="4704849"/>
                  </a:lnTo>
                  <a:lnTo>
                    <a:pt x="3485621" y="4692149"/>
                  </a:lnTo>
                  <a:close/>
                </a:path>
                <a:path w="6537959" h="5924550">
                  <a:moveTo>
                    <a:pt x="2548603" y="4704849"/>
                  </a:moveTo>
                  <a:lnTo>
                    <a:pt x="2559748" y="4717549"/>
                  </a:lnTo>
                  <a:lnTo>
                    <a:pt x="2540447" y="4730249"/>
                  </a:lnTo>
                  <a:lnTo>
                    <a:pt x="2529302" y="4717549"/>
                  </a:lnTo>
                  <a:lnTo>
                    <a:pt x="2548603" y="4704849"/>
                  </a:lnTo>
                  <a:close/>
                </a:path>
                <a:path w="6537959" h="5924550">
                  <a:moveTo>
                    <a:pt x="1601741" y="4717549"/>
                  </a:moveTo>
                  <a:lnTo>
                    <a:pt x="1617269" y="4717549"/>
                  </a:lnTo>
                  <a:lnTo>
                    <a:pt x="1607426" y="4730249"/>
                  </a:lnTo>
                  <a:lnTo>
                    <a:pt x="1601741" y="4717549"/>
                  </a:lnTo>
                  <a:close/>
                </a:path>
                <a:path w="6537959" h="5924550">
                  <a:moveTo>
                    <a:pt x="5878364" y="4628649"/>
                  </a:moveTo>
                  <a:lnTo>
                    <a:pt x="5908609" y="4679449"/>
                  </a:lnTo>
                  <a:lnTo>
                    <a:pt x="5856225" y="4717549"/>
                  </a:lnTo>
                  <a:lnTo>
                    <a:pt x="5825980" y="4666749"/>
                  </a:lnTo>
                  <a:lnTo>
                    <a:pt x="5878364" y="4628649"/>
                  </a:lnTo>
                  <a:close/>
                </a:path>
                <a:path w="6537959" h="5924550">
                  <a:moveTo>
                    <a:pt x="4681991" y="4654049"/>
                  </a:moveTo>
                  <a:lnTo>
                    <a:pt x="4705414" y="4704849"/>
                  </a:lnTo>
                  <a:lnTo>
                    <a:pt x="4664849" y="4717549"/>
                  </a:lnTo>
                  <a:lnTo>
                    <a:pt x="4641427" y="4679449"/>
                  </a:lnTo>
                  <a:lnTo>
                    <a:pt x="4681991" y="4654049"/>
                  </a:lnTo>
                  <a:close/>
                </a:path>
                <a:path w="6537959" h="5924550">
                  <a:moveTo>
                    <a:pt x="3744985" y="4666749"/>
                  </a:moveTo>
                  <a:lnTo>
                    <a:pt x="3762948" y="4704849"/>
                  </a:lnTo>
                  <a:lnTo>
                    <a:pt x="3731832" y="4717549"/>
                  </a:lnTo>
                  <a:lnTo>
                    <a:pt x="3713869" y="4692149"/>
                  </a:lnTo>
                  <a:lnTo>
                    <a:pt x="3744985" y="4666749"/>
                  </a:lnTo>
                  <a:close/>
                </a:path>
                <a:path w="6537959" h="5924550">
                  <a:moveTo>
                    <a:pt x="2808047" y="4679449"/>
                  </a:moveTo>
                  <a:lnTo>
                    <a:pt x="2820783" y="4704849"/>
                  </a:lnTo>
                  <a:lnTo>
                    <a:pt x="2798726" y="4717549"/>
                  </a:lnTo>
                  <a:lnTo>
                    <a:pt x="2785995" y="4692149"/>
                  </a:lnTo>
                  <a:lnTo>
                    <a:pt x="2808047" y="4679449"/>
                  </a:lnTo>
                  <a:close/>
                </a:path>
                <a:path w="6537959" h="5924550">
                  <a:moveTo>
                    <a:pt x="1870949" y="4692149"/>
                  </a:moveTo>
                  <a:lnTo>
                    <a:pt x="1877995" y="4704849"/>
                  </a:lnTo>
                  <a:lnTo>
                    <a:pt x="1865787" y="4717549"/>
                  </a:lnTo>
                  <a:lnTo>
                    <a:pt x="1858740" y="4704849"/>
                  </a:lnTo>
                  <a:lnTo>
                    <a:pt x="1870949" y="4692149"/>
                  </a:lnTo>
                  <a:close/>
                </a:path>
                <a:path w="6537959" h="5924550">
                  <a:moveTo>
                    <a:pt x="6137733" y="4615949"/>
                  </a:moveTo>
                  <a:lnTo>
                    <a:pt x="6169340" y="4666749"/>
                  </a:lnTo>
                  <a:lnTo>
                    <a:pt x="6114590" y="4704849"/>
                  </a:lnTo>
                  <a:lnTo>
                    <a:pt x="6082980" y="4641349"/>
                  </a:lnTo>
                  <a:lnTo>
                    <a:pt x="6137733" y="4615949"/>
                  </a:lnTo>
                  <a:close/>
                </a:path>
                <a:path w="6537959" h="5924550">
                  <a:moveTo>
                    <a:pt x="4941355" y="4641349"/>
                  </a:moveTo>
                  <a:lnTo>
                    <a:pt x="4966144" y="4679449"/>
                  </a:lnTo>
                  <a:lnTo>
                    <a:pt x="4923205" y="4704849"/>
                  </a:lnTo>
                  <a:lnTo>
                    <a:pt x="4898420" y="4666749"/>
                  </a:lnTo>
                  <a:lnTo>
                    <a:pt x="4941355" y="4641349"/>
                  </a:lnTo>
                  <a:close/>
                </a:path>
                <a:path w="6537959" h="5924550">
                  <a:moveTo>
                    <a:pt x="4004344" y="4654049"/>
                  </a:moveTo>
                  <a:lnTo>
                    <a:pt x="4023673" y="4692149"/>
                  </a:lnTo>
                  <a:lnTo>
                    <a:pt x="3990196" y="4704849"/>
                  </a:lnTo>
                  <a:lnTo>
                    <a:pt x="3970867" y="4679449"/>
                  </a:lnTo>
                  <a:lnTo>
                    <a:pt x="4004344" y="4654049"/>
                  </a:lnTo>
                  <a:close/>
                </a:path>
                <a:path w="6537959" h="5924550">
                  <a:moveTo>
                    <a:pt x="3067330" y="4666749"/>
                  </a:moveTo>
                  <a:lnTo>
                    <a:pt x="3081203" y="4692149"/>
                  </a:lnTo>
                  <a:lnTo>
                    <a:pt x="3057179" y="4704849"/>
                  </a:lnTo>
                  <a:lnTo>
                    <a:pt x="3043306" y="4679449"/>
                  </a:lnTo>
                  <a:lnTo>
                    <a:pt x="3067330" y="4666749"/>
                  </a:lnTo>
                  <a:close/>
                </a:path>
                <a:path w="6537959" h="5924550">
                  <a:moveTo>
                    <a:pt x="2115741" y="4679449"/>
                  </a:moveTo>
                  <a:lnTo>
                    <a:pt x="2130310" y="4679449"/>
                  </a:lnTo>
                  <a:lnTo>
                    <a:pt x="2138728" y="4692149"/>
                  </a:lnTo>
                  <a:lnTo>
                    <a:pt x="2124153" y="4704849"/>
                  </a:lnTo>
                  <a:lnTo>
                    <a:pt x="2115741" y="4679449"/>
                  </a:lnTo>
                  <a:close/>
                </a:path>
                <a:path w="6537959" h="5924550">
                  <a:moveTo>
                    <a:pt x="5200797" y="4628649"/>
                  </a:moveTo>
                  <a:lnTo>
                    <a:pt x="5227177" y="4666749"/>
                  </a:lnTo>
                  <a:lnTo>
                    <a:pt x="5181492" y="4692149"/>
                  </a:lnTo>
                  <a:lnTo>
                    <a:pt x="5155112" y="4654049"/>
                  </a:lnTo>
                  <a:lnTo>
                    <a:pt x="5200797" y="4628649"/>
                  </a:lnTo>
                  <a:close/>
                </a:path>
                <a:path w="6537959" h="5924550">
                  <a:moveTo>
                    <a:pt x="4263790" y="4641349"/>
                  </a:moveTo>
                  <a:lnTo>
                    <a:pt x="4284714" y="4666749"/>
                  </a:lnTo>
                  <a:lnTo>
                    <a:pt x="4248473" y="4692149"/>
                  </a:lnTo>
                  <a:lnTo>
                    <a:pt x="4227553" y="4654049"/>
                  </a:lnTo>
                  <a:lnTo>
                    <a:pt x="4263790" y="4641349"/>
                  </a:lnTo>
                  <a:close/>
                </a:path>
                <a:path w="6537959" h="5924550">
                  <a:moveTo>
                    <a:pt x="3326778" y="4654049"/>
                  </a:moveTo>
                  <a:lnTo>
                    <a:pt x="3342242" y="4679449"/>
                  </a:lnTo>
                  <a:lnTo>
                    <a:pt x="3315459" y="4692149"/>
                  </a:lnTo>
                  <a:lnTo>
                    <a:pt x="3299995" y="4666749"/>
                  </a:lnTo>
                  <a:lnTo>
                    <a:pt x="3326778" y="4654049"/>
                  </a:lnTo>
                  <a:close/>
                </a:path>
                <a:path w="6537959" h="5924550">
                  <a:moveTo>
                    <a:pt x="2389759" y="4654049"/>
                  </a:moveTo>
                  <a:lnTo>
                    <a:pt x="2399768" y="4679449"/>
                  </a:lnTo>
                  <a:lnTo>
                    <a:pt x="2382438" y="4692149"/>
                  </a:lnTo>
                  <a:lnTo>
                    <a:pt x="2372430" y="4666749"/>
                  </a:lnTo>
                  <a:lnTo>
                    <a:pt x="2389759" y="4654049"/>
                  </a:lnTo>
                  <a:close/>
                </a:path>
                <a:path w="6537959" h="5924550">
                  <a:moveTo>
                    <a:pt x="5460166" y="4603249"/>
                  </a:moveTo>
                  <a:lnTo>
                    <a:pt x="5487908" y="4654049"/>
                  </a:lnTo>
                  <a:lnTo>
                    <a:pt x="5439852" y="4679449"/>
                  </a:lnTo>
                  <a:lnTo>
                    <a:pt x="5412110" y="4628649"/>
                  </a:lnTo>
                  <a:lnTo>
                    <a:pt x="5460166" y="4603249"/>
                  </a:lnTo>
                  <a:close/>
                </a:path>
                <a:path w="6537959" h="5924550">
                  <a:moveTo>
                    <a:pt x="4523066" y="4615949"/>
                  </a:moveTo>
                  <a:lnTo>
                    <a:pt x="4545123" y="4654049"/>
                  </a:lnTo>
                  <a:lnTo>
                    <a:pt x="4506919" y="4679449"/>
                  </a:lnTo>
                  <a:lnTo>
                    <a:pt x="4484863" y="4641349"/>
                  </a:lnTo>
                  <a:lnTo>
                    <a:pt x="4523066" y="4615949"/>
                  </a:lnTo>
                  <a:close/>
                </a:path>
                <a:path w="6537959" h="5924550">
                  <a:moveTo>
                    <a:pt x="3586138" y="4628649"/>
                  </a:moveTo>
                  <a:lnTo>
                    <a:pt x="3602969" y="4654049"/>
                  </a:lnTo>
                  <a:lnTo>
                    <a:pt x="3573820" y="4679449"/>
                  </a:lnTo>
                  <a:lnTo>
                    <a:pt x="3556994" y="4641349"/>
                  </a:lnTo>
                  <a:lnTo>
                    <a:pt x="3586138" y="4628649"/>
                  </a:lnTo>
                  <a:close/>
                </a:path>
                <a:path w="6537959" h="5924550">
                  <a:moveTo>
                    <a:pt x="1452740" y="4666749"/>
                  </a:moveTo>
                  <a:lnTo>
                    <a:pt x="1457288" y="4679449"/>
                  </a:lnTo>
                  <a:lnTo>
                    <a:pt x="1444864" y="4679449"/>
                  </a:lnTo>
                  <a:lnTo>
                    <a:pt x="1452740" y="4666749"/>
                  </a:lnTo>
                  <a:close/>
                </a:path>
                <a:path w="6537959" h="5924550">
                  <a:moveTo>
                    <a:pt x="5719526" y="4590549"/>
                  </a:moveTo>
                  <a:lnTo>
                    <a:pt x="5748634" y="4641349"/>
                  </a:lnTo>
                  <a:lnTo>
                    <a:pt x="5698217" y="4666749"/>
                  </a:lnTo>
                  <a:lnTo>
                    <a:pt x="5669109" y="4615949"/>
                  </a:lnTo>
                  <a:lnTo>
                    <a:pt x="5719526" y="4590549"/>
                  </a:lnTo>
                  <a:close/>
                </a:path>
                <a:path w="6537959" h="5924550">
                  <a:moveTo>
                    <a:pt x="4782513" y="4603249"/>
                  </a:moveTo>
                  <a:lnTo>
                    <a:pt x="4806160" y="4641349"/>
                  </a:lnTo>
                  <a:lnTo>
                    <a:pt x="4765202" y="4666749"/>
                  </a:lnTo>
                  <a:lnTo>
                    <a:pt x="4741550" y="4628649"/>
                  </a:lnTo>
                  <a:lnTo>
                    <a:pt x="4782513" y="4603249"/>
                  </a:lnTo>
                  <a:close/>
                </a:path>
                <a:path w="6537959" h="5924550">
                  <a:moveTo>
                    <a:pt x="3845502" y="4615949"/>
                  </a:moveTo>
                  <a:lnTo>
                    <a:pt x="3863694" y="4641349"/>
                  </a:lnTo>
                  <a:lnTo>
                    <a:pt x="3832189" y="4666749"/>
                  </a:lnTo>
                  <a:lnTo>
                    <a:pt x="3813997" y="4628649"/>
                  </a:lnTo>
                  <a:lnTo>
                    <a:pt x="3845502" y="4615949"/>
                  </a:lnTo>
                  <a:close/>
                </a:path>
                <a:path w="6537959" h="5924550">
                  <a:moveTo>
                    <a:pt x="2649125" y="4641349"/>
                  </a:moveTo>
                  <a:lnTo>
                    <a:pt x="2660495" y="4666749"/>
                  </a:lnTo>
                  <a:lnTo>
                    <a:pt x="2640800" y="4666749"/>
                  </a:lnTo>
                  <a:lnTo>
                    <a:pt x="2629430" y="4654049"/>
                  </a:lnTo>
                  <a:lnTo>
                    <a:pt x="2649125" y="4641349"/>
                  </a:lnTo>
                  <a:close/>
                </a:path>
                <a:path w="6537959" h="5924550">
                  <a:moveTo>
                    <a:pt x="1701863" y="4654049"/>
                  </a:moveTo>
                  <a:lnTo>
                    <a:pt x="1712105" y="4654049"/>
                  </a:lnTo>
                  <a:lnTo>
                    <a:pt x="1718015" y="4666749"/>
                  </a:lnTo>
                  <a:lnTo>
                    <a:pt x="1707777" y="4666749"/>
                  </a:lnTo>
                  <a:lnTo>
                    <a:pt x="1701863" y="4654049"/>
                  </a:lnTo>
                  <a:close/>
                </a:path>
                <a:path w="6537959" h="5924550">
                  <a:moveTo>
                    <a:pt x="5978803" y="4577849"/>
                  </a:moveTo>
                  <a:lnTo>
                    <a:pt x="6009048" y="4628649"/>
                  </a:lnTo>
                  <a:lnTo>
                    <a:pt x="5956664" y="4654049"/>
                  </a:lnTo>
                  <a:lnTo>
                    <a:pt x="5926420" y="4603249"/>
                  </a:lnTo>
                  <a:lnTo>
                    <a:pt x="5978803" y="4577849"/>
                  </a:lnTo>
                  <a:close/>
                </a:path>
                <a:path w="6537959" h="5924550">
                  <a:moveTo>
                    <a:pt x="5041872" y="4577849"/>
                  </a:moveTo>
                  <a:lnTo>
                    <a:pt x="5066890" y="4628649"/>
                  </a:lnTo>
                  <a:lnTo>
                    <a:pt x="5023566" y="4654049"/>
                  </a:lnTo>
                  <a:lnTo>
                    <a:pt x="4998548" y="4603249"/>
                  </a:lnTo>
                  <a:lnTo>
                    <a:pt x="5041872" y="4577849"/>
                  </a:lnTo>
                  <a:close/>
                </a:path>
                <a:path w="6537959" h="5924550">
                  <a:moveTo>
                    <a:pt x="4104865" y="4590549"/>
                  </a:moveTo>
                  <a:lnTo>
                    <a:pt x="4124419" y="4628649"/>
                  </a:lnTo>
                  <a:lnTo>
                    <a:pt x="4090548" y="4654049"/>
                  </a:lnTo>
                  <a:lnTo>
                    <a:pt x="4070994" y="4615949"/>
                  </a:lnTo>
                  <a:lnTo>
                    <a:pt x="4104865" y="4590549"/>
                  </a:lnTo>
                  <a:close/>
                </a:path>
                <a:path w="6537959" h="5924550">
                  <a:moveTo>
                    <a:pt x="2908487" y="4628649"/>
                  </a:moveTo>
                  <a:lnTo>
                    <a:pt x="2921223" y="4641349"/>
                  </a:lnTo>
                  <a:lnTo>
                    <a:pt x="2899166" y="4654049"/>
                  </a:lnTo>
                  <a:lnTo>
                    <a:pt x="2886430" y="4641349"/>
                  </a:lnTo>
                  <a:lnTo>
                    <a:pt x="2908487" y="4628649"/>
                  </a:lnTo>
                  <a:close/>
                </a:path>
                <a:path w="6537959" h="5924550">
                  <a:moveTo>
                    <a:pt x="1958864" y="4641349"/>
                  </a:moveTo>
                  <a:lnTo>
                    <a:pt x="1971467" y="4641349"/>
                  </a:lnTo>
                  <a:lnTo>
                    <a:pt x="1978747" y="4654049"/>
                  </a:lnTo>
                  <a:lnTo>
                    <a:pt x="1966144" y="4654049"/>
                  </a:lnTo>
                  <a:lnTo>
                    <a:pt x="1958864" y="4641349"/>
                  </a:lnTo>
                  <a:close/>
                </a:path>
                <a:path w="6537959" h="5924550">
                  <a:moveTo>
                    <a:pt x="5301237" y="4565149"/>
                  </a:moveTo>
                  <a:lnTo>
                    <a:pt x="5327616" y="4615949"/>
                  </a:lnTo>
                  <a:lnTo>
                    <a:pt x="5281926" y="4641349"/>
                  </a:lnTo>
                  <a:lnTo>
                    <a:pt x="5255551" y="4590549"/>
                  </a:lnTo>
                  <a:lnTo>
                    <a:pt x="5301237" y="4565149"/>
                  </a:lnTo>
                  <a:close/>
                </a:path>
                <a:path w="6537959" h="5924550">
                  <a:moveTo>
                    <a:pt x="4364307" y="4577849"/>
                  </a:moveTo>
                  <a:lnTo>
                    <a:pt x="4385455" y="4615949"/>
                  </a:lnTo>
                  <a:lnTo>
                    <a:pt x="4348829" y="4641349"/>
                  </a:lnTo>
                  <a:lnTo>
                    <a:pt x="4327680" y="4603249"/>
                  </a:lnTo>
                  <a:lnTo>
                    <a:pt x="4364307" y="4577849"/>
                  </a:lnTo>
                  <a:close/>
                </a:path>
                <a:path w="6537959" h="5924550">
                  <a:moveTo>
                    <a:pt x="3167852" y="4603249"/>
                  </a:moveTo>
                  <a:lnTo>
                    <a:pt x="3181950" y="4628649"/>
                  </a:lnTo>
                  <a:lnTo>
                    <a:pt x="3157532" y="4641349"/>
                  </a:lnTo>
                  <a:lnTo>
                    <a:pt x="3143435" y="4615949"/>
                  </a:lnTo>
                  <a:lnTo>
                    <a:pt x="3167852" y="4603249"/>
                  </a:lnTo>
                  <a:close/>
                </a:path>
                <a:path w="6537959" h="5924550">
                  <a:moveTo>
                    <a:pt x="2230838" y="4615949"/>
                  </a:moveTo>
                  <a:lnTo>
                    <a:pt x="2239475" y="4628649"/>
                  </a:lnTo>
                  <a:lnTo>
                    <a:pt x="2224506" y="4641349"/>
                  </a:lnTo>
                  <a:lnTo>
                    <a:pt x="2215869" y="4628649"/>
                  </a:lnTo>
                  <a:lnTo>
                    <a:pt x="2230838" y="4615949"/>
                  </a:lnTo>
                  <a:close/>
                </a:path>
                <a:path w="6537959" h="5924550">
                  <a:moveTo>
                    <a:pt x="1287992" y="4628649"/>
                  </a:moveTo>
                  <a:lnTo>
                    <a:pt x="1293897" y="4628649"/>
                  </a:lnTo>
                  <a:lnTo>
                    <a:pt x="1297308" y="4641349"/>
                  </a:lnTo>
                  <a:lnTo>
                    <a:pt x="1291403" y="4641349"/>
                  </a:lnTo>
                  <a:lnTo>
                    <a:pt x="1287992" y="4628649"/>
                  </a:lnTo>
                  <a:close/>
                </a:path>
                <a:path w="6537959" h="5924550">
                  <a:moveTo>
                    <a:pt x="5560684" y="4552449"/>
                  </a:moveTo>
                  <a:lnTo>
                    <a:pt x="5588654" y="4603249"/>
                  </a:lnTo>
                  <a:lnTo>
                    <a:pt x="5540209" y="4628649"/>
                  </a:lnTo>
                  <a:lnTo>
                    <a:pt x="5512238" y="4577849"/>
                  </a:lnTo>
                  <a:lnTo>
                    <a:pt x="5560684" y="4552449"/>
                  </a:lnTo>
                  <a:close/>
                </a:path>
                <a:path w="6537959" h="5924550">
                  <a:moveTo>
                    <a:pt x="3427301" y="4590549"/>
                  </a:moveTo>
                  <a:lnTo>
                    <a:pt x="3442989" y="4615949"/>
                  </a:lnTo>
                  <a:lnTo>
                    <a:pt x="3415812" y="4628649"/>
                  </a:lnTo>
                  <a:lnTo>
                    <a:pt x="3400123" y="4603249"/>
                  </a:lnTo>
                  <a:lnTo>
                    <a:pt x="3427301" y="4590549"/>
                  </a:lnTo>
                  <a:close/>
                </a:path>
                <a:path w="6537959" h="5924550">
                  <a:moveTo>
                    <a:pt x="2490200" y="4603249"/>
                  </a:moveTo>
                  <a:lnTo>
                    <a:pt x="2500208" y="4615949"/>
                  </a:lnTo>
                  <a:lnTo>
                    <a:pt x="2482879" y="4628649"/>
                  </a:lnTo>
                  <a:lnTo>
                    <a:pt x="2472870" y="4615949"/>
                  </a:lnTo>
                  <a:lnTo>
                    <a:pt x="2490200" y="4603249"/>
                  </a:lnTo>
                  <a:close/>
                </a:path>
                <a:path w="6537959" h="5924550">
                  <a:moveTo>
                    <a:pt x="1544992" y="4615949"/>
                  </a:moveTo>
                  <a:lnTo>
                    <a:pt x="1558040" y="4615949"/>
                  </a:lnTo>
                  <a:lnTo>
                    <a:pt x="1549769" y="4628649"/>
                  </a:lnTo>
                  <a:lnTo>
                    <a:pt x="1544992" y="4615949"/>
                  </a:lnTo>
                  <a:close/>
                </a:path>
                <a:path w="6537959" h="5924550">
                  <a:moveTo>
                    <a:pt x="5820043" y="4527049"/>
                  </a:moveTo>
                  <a:lnTo>
                    <a:pt x="5849380" y="4577849"/>
                  </a:lnTo>
                  <a:lnTo>
                    <a:pt x="5798569" y="4615949"/>
                  </a:lnTo>
                  <a:lnTo>
                    <a:pt x="5769237" y="4565149"/>
                  </a:lnTo>
                  <a:lnTo>
                    <a:pt x="5820043" y="4527049"/>
                  </a:lnTo>
                  <a:close/>
                </a:path>
                <a:path w="6537959" h="5924550">
                  <a:moveTo>
                    <a:pt x="4623588" y="4565149"/>
                  </a:moveTo>
                  <a:lnTo>
                    <a:pt x="4645874" y="4603249"/>
                  </a:lnTo>
                  <a:lnTo>
                    <a:pt x="4607276" y="4615949"/>
                  </a:lnTo>
                  <a:lnTo>
                    <a:pt x="4584990" y="4577849"/>
                  </a:lnTo>
                  <a:lnTo>
                    <a:pt x="4623588" y="4565149"/>
                  </a:lnTo>
                  <a:close/>
                </a:path>
                <a:path w="6537959" h="5924550">
                  <a:moveTo>
                    <a:pt x="3686577" y="4577849"/>
                  </a:moveTo>
                  <a:lnTo>
                    <a:pt x="3703407" y="4603249"/>
                  </a:lnTo>
                  <a:lnTo>
                    <a:pt x="3674259" y="4615949"/>
                  </a:lnTo>
                  <a:lnTo>
                    <a:pt x="3657433" y="4590549"/>
                  </a:lnTo>
                  <a:lnTo>
                    <a:pt x="3686577" y="4577849"/>
                  </a:lnTo>
                  <a:close/>
                </a:path>
                <a:path w="6537959" h="5924550">
                  <a:moveTo>
                    <a:pt x="2749644" y="4577849"/>
                  </a:moveTo>
                  <a:lnTo>
                    <a:pt x="2761243" y="4603249"/>
                  </a:lnTo>
                  <a:lnTo>
                    <a:pt x="2741158" y="4615949"/>
                  </a:lnTo>
                  <a:lnTo>
                    <a:pt x="2729559" y="4590549"/>
                  </a:lnTo>
                  <a:lnTo>
                    <a:pt x="2749644" y="4577849"/>
                  </a:lnTo>
                  <a:close/>
                </a:path>
                <a:path w="6537959" h="5924550">
                  <a:moveTo>
                    <a:pt x="1812628" y="4590549"/>
                  </a:moveTo>
                  <a:lnTo>
                    <a:pt x="1818767" y="4603249"/>
                  </a:lnTo>
                  <a:lnTo>
                    <a:pt x="1808130" y="4615949"/>
                  </a:lnTo>
                  <a:lnTo>
                    <a:pt x="1801992" y="4603249"/>
                  </a:lnTo>
                  <a:lnTo>
                    <a:pt x="1812628" y="4590549"/>
                  </a:lnTo>
                  <a:close/>
                </a:path>
                <a:path w="6537959" h="5924550">
                  <a:moveTo>
                    <a:pt x="6079326" y="4514349"/>
                  </a:moveTo>
                  <a:lnTo>
                    <a:pt x="6109799" y="4565149"/>
                  </a:lnTo>
                  <a:lnTo>
                    <a:pt x="6057017" y="4603249"/>
                  </a:lnTo>
                  <a:lnTo>
                    <a:pt x="6026543" y="4539749"/>
                  </a:lnTo>
                  <a:lnTo>
                    <a:pt x="6079326" y="4514349"/>
                  </a:lnTo>
                  <a:close/>
                </a:path>
                <a:path w="6537959" h="5924550">
                  <a:moveTo>
                    <a:pt x="4883035" y="4539749"/>
                  </a:moveTo>
                  <a:lnTo>
                    <a:pt x="4906911" y="4590549"/>
                  </a:lnTo>
                  <a:lnTo>
                    <a:pt x="4865554" y="4603249"/>
                  </a:lnTo>
                  <a:lnTo>
                    <a:pt x="4841677" y="4565149"/>
                  </a:lnTo>
                  <a:lnTo>
                    <a:pt x="4883035" y="4539749"/>
                  </a:lnTo>
                  <a:close/>
                </a:path>
                <a:path w="6537959" h="5924550">
                  <a:moveTo>
                    <a:pt x="3946023" y="4552449"/>
                  </a:moveTo>
                  <a:lnTo>
                    <a:pt x="3964440" y="4590549"/>
                  </a:lnTo>
                  <a:lnTo>
                    <a:pt x="3932540" y="4603249"/>
                  </a:lnTo>
                  <a:lnTo>
                    <a:pt x="3914119" y="4577849"/>
                  </a:lnTo>
                  <a:lnTo>
                    <a:pt x="3946023" y="4552449"/>
                  </a:lnTo>
                  <a:close/>
                </a:path>
                <a:path w="6537959" h="5924550">
                  <a:moveTo>
                    <a:pt x="3009009" y="4565149"/>
                  </a:moveTo>
                  <a:lnTo>
                    <a:pt x="3021975" y="4590549"/>
                  </a:lnTo>
                  <a:lnTo>
                    <a:pt x="2999524" y="4603249"/>
                  </a:lnTo>
                  <a:lnTo>
                    <a:pt x="2986559" y="4577849"/>
                  </a:lnTo>
                  <a:lnTo>
                    <a:pt x="3009009" y="4565149"/>
                  </a:lnTo>
                  <a:close/>
                </a:path>
                <a:path w="6537959" h="5924550">
                  <a:moveTo>
                    <a:pt x="2071995" y="4577849"/>
                  </a:moveTo>
                  <a:lnTo>
                    <a:pt x="2079495" y="4590549"/>
                  </a:lnTo>
                  <a:lnTo>
                    <a:pt x="2066498" y="4603249"/>
                  </a:lnTo>
                  <a:lnTo>
                    <a:pt x="2058993" y="4590549"/>
                  </a:lnTo>
                  <a:lnTo>
                    <a:pt x="2071995" y="4577849"/>
                  </a:lnTo>
                  <a:close/>
                </a:path>
                <a:path w="6537959" h="5924550">
                  <a:moveTo>
                    <a:pt x="5142394" y="4527049"/>
                  </a:moveTo>
                  <a:lnTo>
                    <a:pt x="5167637" y="4565149"/>
                  </a:lnTo>
                  <a:lnTo>
                    <a:pt x="5123918" y="4590549"/>
                  </a:lnTo>
                  <a:lnTo>
                    <a:pt x="5098675" y="4552449"/>
                  </a:lnTo>
                  <a:lnTo>
                    <a:pt x="5142394" y="4527049"/>
                  </a:lnTo>
                  <a:close/>
                </a:path>
                <a:path w="6537959" h="5924550">
                  <a:moveTo>
                    <a:pt x="4205386" y="4539749"/>
                  </a:moveTo>
                  <a:lnTo>
                    <a:pt x="4225169" y="4577849"/>
                  </a:lnTo>
                  <a:lnTo>
                    <a:pt x="4190903" y="4590549"/>
                  </a:lnTo>
                  <a:lnTo>
                    <a:pt x="4171116" y="4552449"/>
                  </a:lnTo>
                  <a:lnTo>
                    <a:pt x="4205386" y="4539749"/>
                  </a:lnTo>
                  <a:close/>
                </a:path>
                <a:path w="6537959" h="5924550">
                  <a:moveTo>
                    <a:pt x="3268375" y="4552449"/>
                  </a:moveTo>
                  <a:lnTo>
                    <a:pt x="3282702" y="4577849"/>
                  </a:lnTo>
                  <a:lnTo>
                    <a:pt x="3257886" y="4590549"/>
                  </a:lnTo>
                  <a:lnTo>
                    <a:pt x="3243563" y="4565149"/>
                  </a:lnTo>
                  <a:lnTo>
                    <a:pt x="3268375" y="4552449"/>
                  </a:lnTo>
                  <a:close/>
                </a:path>
                <a:path w="6537959" h="5924550">
                  <a:moveTo>
                    <a:pt x="2315998" y="4565149"/>
                  </a:moveTo>
                  <a:lnTo>
                    <a:pt x="2331356" y="4565149"/>
                  </a:lnTo>
                  <a:lnTo>
                    <a:pt x="2340227" y="4577849"/>
                  </a:lnTo>
                  <a:lnTo>
                    <a:pt x="2324864" y="4590549"/>
                  </a:lnTo>
                  <a:lnTo>
                    <a:pt x="2315998" y="4565149"/>
                  </a:lnTo>
                  <a:close/>
                </a:path>
                <a:path w="6537959" h="5924550">
                  <a:moveTo>
                    <a:pt x="5401758" y="4514349"/>
                  </a:moveTo>
                  <a:lnTo>
                    <a:pt x="5428363" y="4552449"/>
                  </a:lnTo>
                  <a:lnTo>
                    <a:pt x="5382283" y="4577849"/>
                  </a:lnTo>
                  <a:lnTo>
                    <a:pt x="5355674" y="4539749"/>
                  </a:lnTo>
                  <a:lnTo>
                    <a:pt x="5401758" y="4514349"/>
                  </a:lnTo>
                  <a:close/>
                </a:path>
                <a:path w="6537959" h="5924550">
                  <a:moveTo>
                    <a:pt x="4464746" y="4514349"/>
                  </a:moveTo>
                  <a:lnTo>
                    <a:pt x="4485894" y="4552449"/>
                  </a:lnTo>
                  <a:lnTo>
                    <a:pt x="4449263" y="4577849"/>
                  </a:lnTo>
                  <a:lnTo>
                    <a:pt x="4428115" y="4539749"/>
                  </a:lnTo>
                  <a:lnTo>
                    <a:pt x="4464746" y="4514349"/>
                  </a:lnTo>
                  <a:close/>
                </a:path>
                <a:path w="6537959" h="5924550">
                  <a:moveTo>
                    <a:pt x="3527822" y="4527049"/>
                  </a:moveTo>
                  <a:lnTo>
                    <a:pt x="3543740" y="4552449"/>
                  </a:lnTo>
                  <a:lnTo>
                    <a:pt x="3516164" y="4577849"/>
                  </a:lnTo>
                  <a:lnTo>
                    <a:pt x="3500246" y="4552449"/>
                  </a:lnTo>
                  <a:lnTo>
                    <a:pt x="3527822" y="4527049"/>
                  </a:lnTo>
                  <a:close/>
                </a:path>
                <a:path w="6537959" h="5924550">
                  <a:moveTo>
                    <a:pt x="5661123" y="4488949"/>
                  </a:moveTo>
                  <a:lnTo>
                    <a:pt x="5689094" y="4539749"/>
                  </a:lnTo>
                  <a:lnTo>
                    <a:pt x="5640648" y="4565149"/>
                  </a:lnTo>
                  <a:lnTo>
                    <a:pt x="5612678" y="4514349"/>
                  </a:lnTo>
                  <a:lnTo>
                    <a:pt x="5661123" y="4488949"/>
                  </a:lnTo>
                  <a:close/>
                </a:path>
                <a:path w="6537959" h="5924550">
                  <a:moveTo>
                    <a:pt x="4724110" y="4501649"/>
                  </a:moveTo>
                  <a:lnTo>
                    <a:pt x="4746625" y="4539749"/>
                  </a:lnTo>
                  <a:lnTo>
                    <a:pt x="4707628" y="4565149"/>
                  </a:lnTo>
                  <a:lnTo>
                    <a:pt x="4685113" y="4527049"/>
                  </a:lnTo>
                  <a:lnTo>
                    <a:pt x="4724110" y="4501649"/>
                  </a:lnTo>
                  <a:close/>
                </a:path>
                <a:path w="6537959" h="5924550">
                  <a:moveTo>
                    <a:pt x="3787099" y="4514349"/>
                  </a:moveTo>
                  <a:lnTo>
                    <a:pt x="3804154" y="4539749"/>
                  </a:lnTo>
                  <a:lnTo>
                    <a:pt x="3774615" y="4565149"/>
                  </a:lnTo>
                  <a:lnTo>
                    <a:pt x="3757561" y="4527049"/>
                  </a:lnTo>
                  <a:lnTo>
                    <a:pt x="3787099" y="4514349"/>
                  </a:lnTo>
                  <a:close/>
                </a:path>
                <a:path w="6537959" h="5924550">
                  <a:moveTo>
                    <a:pt x="2590722" y="4539749"/>
                  </a:moveTo>
                  <a:lnTo>
                    <a:pt x="2600955" y="4565149"/>
                  </a:lnTo>
                  <a:lnTo>
                    <a:pt x="2583231" y="4565149"/>
                  </a:lnTo>
                  <a:lnTo>
                    <a:pt x="2572998" y="4552449"/>
                  </a:lnTo>
                  <a:lnTo>
                    <a:pt x="2590722" y="4539749"/>
                  </a:lnTo>
                  <a:close/>
                </a:path>
                <a:path w="6537959" h="5924550">
                  <a:moveTo>
                    <a:pt x="1653697" y="4552449"/>
                  </a:moveTo>
                  <a:lnTo>
                    <a:pt x="1658475" y="4565149"/>
                  </a:lnTo>
                  <a:lnTo>
                    <a:pt x="1645431" y="4565149"/>
                  </a:lnTo>
                  <a:lnTo>
                    <a:pt x="1653697" y="4552449"/>
                  </a:lnTo>
                  <a:close/>
                </a:path>
                <a:path w="6537959" h="5924550">
                  <a:moveTo>
                    <a:pt x="5920565" y="4476249"/>
                  </a:moveTo>
                  <a:lnTo>
                    <a:pt x="5950127" y="4527049"/>
                  </a:lnTo>
                  <a:lnTo>
                    <a:pt x="5898926" y="4552449"/>
                  </a:lnTo>
                  <a:lnTo>
                    <a:pt x="5869364" y="4501649"/>
                  </a:lnTo>
                  <a:lnTo>
                    <a:pt x="5920565" y="4476249"/>
                  </a:lnTo>
                  <a:close/>
                </a:path>
                <a:path w="6537959" h="5924550">
                  <a:moveTo>
                    <a:pt x="4983556" y="4488949"/>
                  </a:moveTo>
                  <a:lnTo>
                    <a:pt x="5007662" y="4527049"/>
                  </a:lnTo>
                  <a:lnTo>
                    <a:pt x="4965910" y="4552449"/>
                  </a:lnTo>
                  <a:lnTo>
                    <a:pt x="4941804" y="4514349"/>
                  </a:lnTo>
                  <a:lnTo>
                    <a:pt x="4983556" y="4488949"/>
                  </a:lnTo>
                  <a:close/>
                </a:path>
                <a:path w="6537959" h="5924550">
                  <a:moveTo>
                    <a:pt x="4046462" y="4501649"/>
                  </a:moveTo>
                  <a:lnTo>
                    <a:pt x="4064878" y="4527049"/>
                  </a:lnTo>
                  <a:lnTo>
                    <a:pt x="4032974" y="4552449"/>
                  </a:lnTo>
                  <a:lnTo>
                    <a:pt x="4014558" y="4514349"/>
                  </a:lnTo>
                  <a:lnTo>
                    <a:pt x="4046462" y="4501649"/>
                  </a:lnTo>
                  <a:close/>
                </a:path>
                <a:path w="6537959" h="5924550">
                  <a:moveTo>
                    <a:pt x="2850084" y="4527049"/>
                  </a:moveTo>
                  <a:lnTo>
                    <a:pt x="2861683" y="4539749"/>
                  </a:lnTo>
                  <a:lnTo>
                    <a:pt x="2841598" y="4552449"/>
                  </a:lnTo>
                  <a:lnTo>
                    <a:pt x="2829999" y="4539749"/>
                  </a:lnTo>
                  <a:lnTo>
                    <a:pt x="2850084" y="4527049"/>
                  </a:lnTo>
                  <a:close/>
                </a:path>
                <a:path w="6537959" h="5924550">
                  <a:moveTo>
                    <a:pt x="1902121" y="4539749"/>
                  </a:moveTo>
                  <a:lnTo>
                    <a:pt x="1913151" y="4539749"/>
                  </a:lnTo>
                  <a:lnTo>
                    <a:pt x="1919519" y="4552449"/>
                  </a:lnTo>
                  <a:lnTo>
                    <a:pt x="1908488" y="4552449"/>
                  </a:lnTo>
                  <a:lnTo>
                    <a:pt x="1902121" y="4539749"/>
                  </a:lnTo>
                  <a:close/>
                </a:path>
                <a:path w="6537959" h="5924550">
                  <a:moveTo>
                    <a:pt x="5242833" y="4463549"/>
                  </a:moveTo>
                  <a:lnTo>
                    <a:pt x="5268076" y="4514349"/>
                  </a:lnTo>
                  <a:lnTo>
                    <a:pt x="5224357" y="4539749"/>
                  </a:lnTo>
                  <a:lnTo>
                    <a:pt x="5199115" y="4488949"/>
                  </a:lnTo>
                  <a:lnTo>
                    <a:pt x="5242833" y="4463549"/>
                  </a:lnTo>
                  <a:close/>
                </a:path>
                <a:path w="6537959" h="5924550">
                  <a:moveTo>
                    <a:pt x="4305908" y="4476249"/>
                  </a:moveTo>
                  <a:lnTo>
                    <a:pt x="4325915" y="4514349"/>
                  </a:lnTo>
                  <a:lnTo>
                    <a:pt x="4291256" y="4539749"/>
                  </a:lnTo>
                  <a:lnTo>
                    <a:pt x="4271244" y="4501649"/>
                  </a:lnTo>
                  <a:lnTo>
                    <a:pt x="4305908" y="4476249"/>
                  </a:lnTo>
                  <a:close/>
                </a:path>
                <a:path w="6537959" h="5924550">
                  <a:moveTo>
                    <a:pt x="3109532" y="4501649"/>
                  </a:moveTo>
                  <a:lnTo>
                    <a:pt x="3122721" y="4527049"/>
                  </a:lnTo>
                  <a:lnTo>
                    <a:pt x="3099877" y="4539749"/>
                  </a:lnTo>
                  <a:lnTo>
                    <a:pt x="3086687" y="4527049"/>
                  </a:lnTo>
                  <a:lnTo>
                    <a:pt x="3109532" y="4501649"/>
                  </a:lnTo>
                  <a:close/>
                </a:path>
                <a:path w="6537959" h="5924550">
                  <a:moveTo>
                    <a:pt x="2172435" y="4514349"/>
                  </a:moveTo>
                  <a:lnTo>
                    <a:pt x="2179936" y="4527049"/>
                  </a:lnTo>
                  <a:lnTo>
                    <a:pt x="2166938" y="4539749"/>
                  </a:lnTo>
                  <a:lnTo>
                    <a:pt x="2159433" y="4527049"/>
                  </a:lnTo>
                  <a:lnTo>
                    <a:pt x="2172435" y="4514349"/>
                  </a:lnTo>
                  <a:close/>
                </a:path>
                <a:path w="6537959" h="5924550">
                  <a:moveTo>
                    <a:pt x="1235494" y="4527049"/>
                  </a:moveTo>
                  <a:lnTo>
                    <a:pt x="1237768" y="4539749"/>
                  </a:lnTo>
                  <a:lnTo>
                    <a:pt x="1231556" y="4539749"/>
                  </a:lnTo>
                  <a:lnTo>
                    <a:pt x="1235494" y="4527049"/>
                  </a:lnTo>
                  <a:close/>
                </a:path>
                <a:path w="6537959" h="5924550">
                  <a:moveTo>
                    <a:pt x="5502280" y="4450849"/>
                  </a:moveTo>
                  <a:lnTo>
                    <a:pt x="5529114" y="4501649"/>
                  </a:lnTo>
                  <a:lnTo>
                    <a:pt x="5482635" y="4527049"/>
                  </a:lnTo>
                  <a:lnTo>
                    <a:pt x="5455802" y="4476249"/>
                  </a:lnTo>
                  <a:lnTo>
                    <a:pt x="5502280" y="4450849"/>
                  </a:lnTo>
                  <a:close/>
                </a:path>
                <a:path w="6537959" h="5924550">
                  <a:moveTo>
                    <a:pt x="3368898" y="4488949"/>
                  </a:moveTo>
                  <a:lnTo>
                    <a:pt x="3383449" y="4514349"/>
                  </a:lnTo>
                  <a:lnTo>
                    <a:pt x="3358243" y="4527049"/>
                  </a:lnTo>
                  <a:lnTo>
                    <a:pt x="3343687" y="4501649"/>
                  </a:lnTo>
                  <a:lnTo>
                    <a:pt x="3368898" y="4488949"/>
                  </a:lnTo>
                  <a:close/>
                </a:path>
                <a:path w="6537959" h="5924550">
                  <a:moveTo>
                    <a:pt x="2431875" y="4501649"/>
                  </a:moveTo>
                  <a:lnTo>
                    <a:pt x="2440971" y="4514349"/>
                  </a:lnTo>
                  <a:lnTo>
                    <a:pt x="2425218" y="4527049"/>
                  </a:lnTo>
                  <a:lnTo>
                    <a:pt x="2416122" y="4514349"/>
                  </a:lnTo>
                  <a:lnTo>
                    <a:pt x="2431875" y="4501649"/>
                  </a:lnTo>
                  <a:close/>
                </a:path>
                <a:path w="6537959" h="5924550">
                  <a:moveTo>
                    <a:pt x="1488556" y="4514349"/>
                  </a:moveTo>
                  <a:lnTo>
                    <a:pt x="1498500" y="4514349"/>
                  </a:lnTo>
                  <a:lnTo>
                    <a:pt x="1492196" y="4527049"/>
                  </a:lnTo>
                  <a:lnTo>
                    <a:pt x="1488556" y="4514349"/>
                  </a:lnTo>
                  <a:close/>
                </a:path>
                <a:path w="6537959" h="5924550">
                  <a:moveTo>
                    <a:pt x="5761640" y="4438149"/>
                  </a:moveTo>
                  <a:lnTo>
                    <a:pt x="5789840" y="4476249"/>
                  </a:lnTo>
                  <a:lnTo>
                    <a:pt x="5741000" y="4514349"/>
                  </a:lnTo>
                  <a:lnTo>
                    <a:pt x="5712801" y="4463549"/>
                  </a:lnTo>
                  <a:lnTo>
                    <a:pt x="5761640" y="4438149"/>
                  </a:lnTo>
                  <a:close/>
                </a:path>
                <a:path w="6537959" h="5924550">
                  <a:moveTo>
                    <a:pt x="4565267" y="4463549"/>
                  </a:moveTo>
                  <a:lnTo>
                    <a:pt x="4586645" y="4501649"/>
                  </a:lnTo>
                  <a:lnTo>
                    <a:pt x="4549620" y="4514349"/>
                  </a:lnTo>
                  <a:lnTo>
                    <a:pt x="4528242" y="4488949"/>
                  </a:lnTo>
                  <a:lnTo>
                    <a:pt x="4565267" y="4463549"/>
                  </a:lnTo>
                  <a:close/>
                </a:path>
                <a:path w="6537959" h="5924550">
                  <a:moveTo>
                    <a:pt x="3628257" y="4476249"/>
                  </a:moveTo>
                  <a:lnTo>
                    <a:pt x="3644175" y="4501649"/>
                  </a:lnTo>
                  <a:lnTo>
                    <a:pt x="3616603" y="4514349"/>
                  </a:lnTo>
                  <a:lnTo>
                    <a:pt x="3600685" y="4488949"/>
                  </a:lnTo>
                  <a:lnTo>
                    <a:pt x="3628257" y="4476249"/>
                  </a:lnTo>
                  <a:close/>
                </a:path>
                <a:path w="6537959" h="5924550">
                  <a:moveTo>
                    <a:pt x="2673122" y="4488949"/>
                  </a:moveTo>
                  <a:lnTo>
                    <a:pt x="2691241" y="4488949"/>
                  </a:lnTo>
                  <a:lnTo>
                    <a:pt x="2701703" y="4501649"/>
                  </a:lnTo>
                  <a:lnTo>
                    <a:pt x="2683585" y="4514349"/>
                  </a:lnTo>
                  <a:lnTo>
                    <a:pt x="2673122" y="4488949"/>
                  </a:lnTo>
                  <a:close/>
                </a:path>
                <a:path w="6537959" h="5924550">
                  <a:moveTo>
                    <a:pt x="1745560" y="4501649"/>
                  </a:moveTo>
                  <a:lnTo>
                    <a:pt x="1759227" y="4501649"/>
                  </a:lnTo>
                  <a:lnTo>
                    <a:pt x="1750562" y="4514349"/>
                  </a:lnTo>
                  <a:lnTo>
                    <a:pt x="1745560" y="4501649"/>
                  </a:lnTo>
                  <a:close/>
                </a:path>
                <a:path w="6537959" h="5924550">
                  <a:moveTo>
                    <a:pt x="6021005" y="4412749"/>
                  </a:moveTo>
                  <a:lnTo>
                    <a:pt x="6050566" y="4463549"/>
                  </a:lnTo>
                  <a:lnTo>
                    <a:pt x="5999366" y="4501649"/>
                  </a:lnTo>
                  <a:lnTo>
                    <a:pt x="5969804" y="4450849"/>
                  </a:lnTo>
                  <a:lnTo>
                    <a:pt x="6021005" y="4412749"/>
                  </a:lnTo>
                  <a:close/>
                </a:path>
                <a:path w="6537959" h="5924550">
                  <a:moveTo>
                    <a:pt x="4824627" y="4438149"/>
                  </a:moveTo>
                  <a:lnTo>
                    <a:pt x="4847366" y="4488949"/>
                  </a:lnTo>
                  <a:lnTo>
                    <a:pt x="4807985" y="4501649"/>
                  </a:lnTo>
                  <a:lnTo>
                    <a:pt x="4785245" y="4463549"/>
                  </a:lnTo>
                  <a:lnTo>
                    <a:pt x="4824627" y="4438149"/>
                  </a:lnTo>
                  <a:close/>
                </a:path>
                <a:path w="6537959" h="5924550">
                  <a:moveTo>
                    <a:pt x="3887616" y="4450849"/>
                  </a:moveTo>
                  <a:lnTo>
                    <a:pt x="3904900" y="4488949"/>
                  </a:lnTo>
                  <a:lnTo>
                    <a:pt x="3874967" y="4501649"/>
                  </a:lnTo>
                  <a:lnTo>
                    <a:pt x="3857683" y="4476249"/>
                  </a:lnTo>
                  <a:lnTo>
                    <a:pt x="3887616" y="4450849"/>
                  </a:lnTo>
                  <a:close/>
                </a:path>
                <a:path w="6537959" h="5924550">
                  <a:moveTo>
                    <a:pt x="2950611" y="4463549"/>
                  </a:moveTo>
                  <a:lnTo>
                    <a:pt x="2962434" y="4488949"/>
                  </a:lnTo>
                  <a:lnTo>
                    <a:pt x="2941951" y="4501649"/>
                  </a:lnTo>
                  <a:lnTo>
                    <a:pt x="2930127" y="4476249"/>
                  </a:lnTo>
                  <a:lnTo>
                    <a:pt x="2950611" y="4463549"/>
                  </a:lnTo>
                  <a:close/>
                </a:path>
                <a:path w="6537959" h="5924550">
                  <a:moveTo>
                    <a:pt x="2013591" y="4476249"/>
                  </a:moveTo>
                  <a:lnTo>
                    <a:pt x="2019959" y="4488949"/>
                  </a:lnTo>
                  <a:lnTo>
                    <a:pt x="2008929" y="4501649"/>
                  </a:lnTo>
                  <a:lnTo>
                    <a:pt x="2002561" y="4488949"/>
                  </a:lnTo>
                  <a:lnTo>
                    <a:pt x="2013591" y="4476249"/>
                  </a:lnTo>
                  <a:close/>
                </a:path>
                <a:path w="6537959" h="5924550">
                  <a:moveTo>
                    <a:pt x="5084073" y="4425449"/>
                  </a:moveTo>
                  <a:lnTo>
                    <a:pt x="5108409" y="4463549"/>
                  </a:lnTo>
                  <a:lnTo>
                    <a:pt x="5066262" y="4488949"/>
                  </a:lnTo>
                  <a:lnTo>
                    <a:pt x="5041927" y="4450849"/>
                  </a:lnTo>
                  <a:lnTo>
                    <a:pt x="5084073" y="4425449"/>
                  </a:lnTo>
                  <a:close/>
                </a:path>
                <a:path w="6537959" h="5924550">
                  <a:moveTo>
                    <a:pt x="4146983" y="4438149"/>
                  </a:moveTo>
                  <a:lnTo>
                    <a:pt x="4165629" y="4476249"/>
                  </a:lnTo>
                  <a:lnTo>
                    <a:pt x="4133330" y="4488949"/>
                  </a:lnTo>
                  <a:lnTo>
                    <a:pt x="4114684" y="4450849"/>
                  </a:lnTo>
                  <a:lnTo>
                    <a:pt x="4146983" y="4438149"/>
                  </a:lnTo>
                  <a:close/>
                </a:path>
                <a:path w="6537959" h="5924550">
                  <a:moveTo>
                    <a:pt x="3209972" y="4450849"/>
                  </a:moveTo>
                  <a:lnTo>
                    <a:pt x="3223162" y="4476249"/>
                  </a:lnTo>
                  <a:lnTo>
                    <a:pt x="3200317" y="4488949"/>
                  </a:lnTo>
                  <a:lnTo>
                    <a:pt x="3187127" y="4463549"/>
                  </a:lnTo>
                  <a:lnTo>
                    <a:pt x="3209972" y="4450849"/>
                  </a:lnTo>
                  <a:close/>
                </a:path>
                <a:path w="6537959" h="5924550">
                  <a:moveTo>
                    <a:pt x="2259562" y="4463549"/>
                  </a:moveTo>
                  <a:lnTo>
                    <a:pt x="2272953" y="4463549"/>
                  </a:lnTo>
                  <a:lnTo>
                    <a:pt x="2280683" y="4476249"/>
                  </a:lnTo>
                  <a:lnTo>
                    <a:pt x="2267291" y="4488949"/>
                  </a:lnTo>
                  <a:lnTo>
                    <a:pt x="2259562" y="4463549"/>
                  </a:lnTo>
                  <a:close/>
                </a:path>
                <a:path w="6537959" h="5924550">
                  <a:moveTo>
                    <a:pt x="5343351" y="4412749"/>
                  </a:moveTo>
                  <a:lnTo>
                    <a:pt x="5368823" y="4450849"/>
                  </a:lnTo>
                  <a:lnTo>
                    <a:pt x="5324710" y="4476249"/>
                  </a:lnTo>
                  <a:lnTo>
                    <a:pt x="5299242" y="4438149"/>
                  </a:lnTo>
                  <a:lnTo>
                    <a:pt x="5343351" y="4412749"/>
                  </a:lnTo>
                  <a:close/>
                </a:path>
                <a:path w="6537959" h="5924550">
                  <a:moveTo>
                    <a:pt x="4406347" y="4425449"/>
                  </a:moveTo>
                  <a:lnTo>
                    <a:pt x="4426354" y="4450849"/>
                  </a:lnTo>
                  <a:lnTo>
                    <a:pt x="4391695" y="4476249"/>
                  </a:lnTo>
                  <a:lnTo>
                    <a:pt x="4371683" y="4438149"/>
                  </a:lnTo>
                  <a:lnTo>
                    <a:pt x="4406347" y="4425449"/>
                  </a:lnTo>
                  <a:close/>
                </a:path>
                <a:path w="6537959" h="5924550">
                  <a:moveTo>
                    <a:pt x="3469419" y="4438149"/>
                  </a:moveTo>
                  <a:lnTo>
                    <a:pt x="3484200" y="4463549"/>
                  </a:lnTo>
                  <a:lnTo>
                    <a:pt x="3458595" y="4476249"/>
                  </a:lnTo>
                  <a:lnTo>
                    <a:pt x="3443814" y="4450849"/>
                  </a:lnTo>
                  <a:lnTo>
                    <a:pt x="3469419" y="4438149"/>
                  </a:lnTo>
                  <a:close/>
                </a:path>
                <a:path w="6537959" h="5924550">
                  <a:moveTo>
                    <a:pt x="5602798" y="4387349"/>
                  </a:moveTo>
                  <a:lnTo>
                    <a:pt x="5629861" y="4438149"/>
                  </a:lnTo>
                  <a:lnTo>
                    <a:pt x="5582992" y="4463549"/>
                  </a:lnTo>
                  <a:lnTo>
                    <a:pt x="5555929" y="4412749"/>
                  </a:lnTo>
                  <a:lnTo>
                    <a:pt x="5602798" y="4387349"/>
                  </a:lnTo>
                  <a:close/>
                </a:path>
                <a:path w="6537959" h="5924550">
                  <a:moveTo>
                    <a:pt x="4665784" y="4400049"/>
                  </a:moveTo>
                  <a:lnTo>
                    <a:pt x="4687387" y="4438149"/>
                  </a:lnTo>
                  <a:lnTo>
                    <a:pt x="4649972" y="4463549"/>
                  </a:lnTo>
                  <a:lnTo>
                    <a:pt x="4628370" y="4425449"/>
                  </a:lnTo>
                  <a:lnTo>
                    <a:pt x="4665784" y="4400049"/>
                  </a:lnTo>
                  <a:close/>
                </a:path>
                <a:path w="6537959" h="5924550">
                  <a:moveTo>
                    <a:pt x="3728779" y="4412749"/>
                  </a:moveTo>
                  <a:lnTo>
                    <a:pt x="3744926" y="4438149"/>
                  </a:lnTo>
                  <a:lnTo>
                    <a:pt x="3716960" y="4463549"/>
                  </a:lnTo>
                  <a:lnTo>
                    <a:pt x="3700812" y="4425449"/>
                  </a:lnTo>
                  <a:lnTo>
                    <a:pt x="3728779" y="4412749"/>
                  </a:lnTo>
                  <a:close/>
                </a:path>
                <a:path w="6537959" h="5924550">
                  <a:moveTo>
                    <a:pt x="2532402" y="4438149"/>
                  </a:moveTo>
                  <a:lnTo>
                    <a:pt x="2541727" y="4463549"/>
                  </a:lnTo>
                  <a:lnTo>
                    <a:pt x="2525575" y="4463549"/>
                  </a:lnTo>
                  <a:lnTo>
                    <a:pt x="2516250" y="4450849"/>
                  </a:lnTo>
                  <a:lnTo>
                    <a:pt x="2532402" y="4438149"/>
                  </a:lnTo>
                  <a:close/>
                </a:path>
                <a:path w="6537959" h="5924550">
                  <a:moveTo>
                    <a:pt x="1595381" y="4450849"/>
                  </a:moveTo>
                  <a:lnTo>
                    <a:pt x="1599246" y="4463549"/>
                  </a:lnTo>
                  <a:lnTo>
                    <a:pt x="1588683" y="4463549"/>
                  </a:lnTo>
                  <a:lnTo>
                    <a:pt x="1595381" y="4450849"/>
                  </a:lnTo>
                  <a:close/>
                </a:path>
                <a:path w="6537959" h="5924550">
                  <a:moveTo>
                    <a:pt x="5862162" y="4374649"/>
                  </a:moveTo>
                  <a:lnTo>
                    <a:pt x="5890586" y="4425449"/>
                  </a:lnTo>
                  <a:lnTo>
                    <a:pt x="5841352" y="4450849"/>
                  </a:lnTo>
                  <a:lnTo>
                    <a:pt x="5812928" y="4400049"/>
                  </a:lnTo>
                  <a:lnTo>
                    <a:pt x="5862162" y="4374649"/>
                  </a:lnTo>
                  <a:close/>
                </a:path>
                <a:path w="6537959" h="5924550">
                  <a:moveTo>
                    <a:pt x="4925153" y="4387349"/>
                  </a:moveTo>
                  <a:lnTo>
                    <a:pt x="4948122" y="4425449"/>
                  </a:lnTo>
                  <a:lnTo>
                    <a:pt x="4908337" y="4450849"/>
                  </a:lnTo>
                  <a:lnTo>
                    <a:pt x="4885368" y="4412749"/>
                  </a:lnTo>
                  <a:lnTo>
                    <a:pt x="4925153" y="4387349"/>
                  </a:lnTo>
                  <a:close/>
                </a:path>
                <a:path w="6537959" h="5924550">
                  <a:moveTo>
                    <a:pt x="3988141" y="4400049"/>
                  </a:moveTo>
                  <a:lnTo>
                    <a:pt x="4005650" y="4425449"/>
                  </a:lnTo>
                  <a:lnTo>
                    <a:pt x="3975318" y="4450849"/>
                  </a:lnTo>
                  <a:lnTo>
                    <a:pt x="3957810" y="4412749"/>
                  </a:lnTo>
                  <a:lnTo>
                    <a:pt x="3988141" y="4400049"/>
                  </a:lnTo>
                  <a:close/>
                </a:path>
                <a:path w="6537959" h="5924550">
                  <a:moveTo>
                    <a:pt x="2791768" y="4425449"/>
                  </a:moveTo>
                  <a:lnTo>
                    <a:pt x="2802454" y="4450849"/>
                  </a:lnTo>
                  <a:lnTo>
                    <a:pt x="2783937" y="4450849"/>
                  </a:lnTo>
                  <a:lnTo>
                    <a:pt x="2773251" y="4438149"/>
                  </a:lnTo>
                  <a:lnTo>
                    <a:pt x="2791768" y="4425449"/>
                  </a:lnTo>
                  <a:close/>
                </a:path>
                <a:path w="6537959" h="5924550">
                  <a:moveTo>
                    <a:pt x="1845684" y="4438149"/>
                  </a:moveTo>
                  <a:lnTo>
                    <a:pt x="1854743" y="4438149"/>
                  </a:lnTo>
                  <a:lnTo>
                    <a:pt x="1859974" y="4450849"/>
                  </a:lnTo>
                  <a:lnTo>
                    <a:pt x="1850915" y="4450849"/>
                  </a:lnTo>
                  <a:lnTo>
                    <a:pt x="1845684" y="4438149"/>
                  </a:lnTo>
                  <a:close/>
                </a:path>
                <a:path w="6537959" h="5924550">
                  <a:moveTo>
                    <a:pt x="5184513" y="4374649"/>
                  </a:moveTo>
                  <a:lnTo>
                    <a:pt x="5208848" y="4412749"/>
                  </a:lnTo>
                  <a:lnTo>
                    <a:pt x="5166702" y="4438149"/>
                  </a:lnTo>
                  <a:lnTo>
                    <a:pt x="5142367" y="4387349"/>
                  </a:lnTo>
                  <a:lnTo>
                    <a:pt x="5184513" y="4374649"/>
                  </a:lnTo>
                  <a:close/>
                </a:path>
                <a:path w="6537959" h="5924550">
                  <a:moveTo>
                    <a:pt x="3051128" y="4412749"/>
                  </a:moveTo>
                  <a:lnTo>
                    <a:pt x="3063181" y="4425449"/>
                  </a:lnTo>
                  <a:lnTo>
                    <a:pt x="3042303" y="4438149"/>
                  </a:lnTo>
                  <a:lnTo>
                    <a:pt x="3030250" y="4425449"/>
                  </a:lnTo>
                  <a:lnTo>
                    <a:pt x="3051128" y="4412749"/>
                  </a:lnTo>
                  <a:close/>
                </a:path>
                <a:path w="6537959" h="5924550">
                  <a:moveTo>
                    <a:pt x="2102685" y="4425449"/>
                  </a:moveTo>
                  <a:lnTo>
                    <a:pt x="2114110" y="4425449"/>
                  </a:lnTo>
                  <a:lnTo>
                    <a:pt x="2120702" y="4438149"/>
                  </a:lnTo>
                  <a:lnTo>
                    <a:pt x="2109282" y="4438149"/>
                  </a:lnTo>
                  <a:lnTo>
                    <a:pt x="2102685" y="4425449"/>
                  </a:lnTo>
                  <a:close/>
                </a:path>
                <a:path w="6537959" h="5924550">
                  <a:moveTo>
                    <a:pt x="5443877" y="4349249"/>
                  </a:moveTo>
                  <a:lnTo>
                    <a:pt x="5469574" y="4400049"/>
                  </a:lnTo>
                  <a:lnTo>
                    <a:pt x="5425067" y="4425449"/>
                  </a:lnTo>
                  <a:lnTo>
                    <a:pt x="5399370" y="4374649"/>
                  </a:lnTo>
                  <a:lnTo>
                    <a:pt x="5443877" y="4349249"/>
                  </a:lnTo>
                  <a:close/>
                </a:path>
                <a:path w="6537959" h="5924550">
                  <a:moveTo>
                    <a:pt x="4247500" y="4374649"/>
                  </a:moveTo>
                  <a:lnTo>
                    <a:pt x="4266375" y="4412749"/>
                  </a:lnTo>
                  <a:lnTo>
                    <a:pt x="4233687" y="4425449"/>
                  </a:lnTo>
                  <a:lnTo>
                    <a:pt x="4214812" y="4400049"/>
                  </a:lnTo>
                  <a:lnTo>
                    <a:pt x="4247500" y="4374649"/>
                  </a:lnTo>
                  <a:close/>
                </a:path>
                <a:path w="6537959" h="5924550">
                  <a:moveTo>
                    <a:pt x="3310490" y="4387349"/>
                  </a:moveTo>
                  <a:lnTo>
                    <a:pt x="3323909" y="4412749"/>
                  </a:lnTo>
                  <a:lnTo>
                    <a:pt x="3300669" y="4425449"/>
                  </a:lnTo>
                  <a:lnTo>
                    <a:pt x="3287250" y="4400049"/>
                  </a:lnTo>
                  <a:lnTo>
                    <a:pt x="3310490" y="4387349"/>
                  </a:lnTo>
                  <a:close/>
                </a:path>
                <a:path w="6537959" h="5924550">
                  <a:moveTo>
                    <a:pt x="2373476" y="4400049"/>
                  </a:moveTo>
                  <a:lnTo>
                    <a:pt x="2381435" y="4412749"/>
                  </a:lnTo>
                  <a:lnTo>
                    <a:pt x="2367649" y="4425449"/>
                  </a:lnTo>
                  <a:lnTo>
                    <a:pt x="2359690" y="4412749"/>
                  </a:lnTo>
                  <a:lnTo>
                    <a:pt x="2373476" y="4400049"/>
                  </a:lnTo>
                  <a:close/>
                </a:path>
                <a:path w="6537959" h="5924550">
                  <a:moveTo>
                    <a:pt x="1432124" y="4412749"/>
                  </a:moveTo>
                  <a:lnTo>
                    <a:pt x="1436456" y="4412749"/>
                  </a:lnTo>
                  <a:lnTo>
                    <a:pt x="1438960" y="4425449"/>
                  </a:lnTo>
                  <a:lnTo>
                    <a:pt x="1434623" y="4425449"/>
                  </a:lnTo>
                  <a:lnTo>
                    <a:pt x="1432124" y="4412749"/>
                  </a:lnTo>
                  <a:close/>
                </a:path>
                <a:path w="6537959" h="5924550">
                  <a:moveTo>
                    <a:pt x="5703324" y="4336549"/>
                  </a:moveTo>
                  <a:lnTo>
                    <a:pt x="5730612" y="4374649"/>
                  </a:lnTo>
                  <a:lnTo>
                    <a:pt x="5683344" y="4412749"/>
                  </a:lnTo>
                  <a:lnTo>
                    <a:pt x="5656057" y="4361949"/>
                  </a:lnTo>
                  <a:lnTo>
                    <a:pt x="5703324" y="4336549"/>
                  </a:lnTo>
                  <a:close/>
                </a:path>
                <a:path w="6537959" h="5924550">
                  <a:moveTo>
                    <a:pt x="4506864" y="4361949"/>
                  </a:moveTo>
                  <a:lnTo>
                    <a:pt x="4527100" y="4400049"/>
                  </a:lnTo>
                  <a:lnTo>
                    <a:pt x="4492047" y="4412749"/>
                  </a:lnTo>
                  <a:lnTo>
                    <a:pt x="4471810" y="4387349"/>
                  </a:lnTo>
                  <a:lnTo>
                    <a:pt x="4506864" y="4361949"/>
                  </a:lnTo>
                  <a:close/>
                </a:path>
                <a:path w="6537959" h="5924550">
                  <a:moveTo>
                    <a:pt x="3569853" y="4374649"/>
                  </a:moveTo>
                  <a:lnTo>
                    <a:pt x="3584634" y="4400049"/>
                  </a:lnTo>
                  <a:lnTo>
                    <a:pt x="3559034" y="4412749"/>
                  </a:lnTo>
                  <a:lnTo>
                    <a:pt x="3544253" y="4387349"/>
                  </a:lnTo>
                  <a:lnTo>
                    <a:pt x="3569853" y="4374649"/>
                  </a:lnTo>
                  <a:close/>
                </a:path>
                <a:path w="6537959" h="5924550">
                  <a:moveTo>
                    <a:pt x="2632920" y="4387349"/>
                  </a:moveTo>
                  <a:lnTo>
                    <a:pt x="2642474" y="4400049"/>
                  </a:lnTo>
                  <a:lnTo>
                    <a:pt x="2625933" y="4412749"/>
                  </a:lnTo>
                  <a:lnTo>
                    <a:pt x="2616383" y="4400049"/>
                  </a:lnTo>
                  <a:lnTo>
                    <a:pt x="2632920" y="4387349"/>
                  </a:lnTo>
                  <a:close/>
                </a:path>
                <a:path w="6537959" h="5924550">
                  <a:moveTo>
                    <a:pt x="1688812" y="4400049"/>
                  </a:moveTo>
                  <a:lnTo>
                    <a:pt x="1699994" y="4400049"/>
                  </a:lnTo>
                  <a:lnTo>
                    <a:pt x="1692906" y="4412749"/>
                  </a:lnTo>
                  <a:lnTo>
                    <a:pt x="1688812" y="4400049"/>
                  </a:lnTo>
                  <a:close/>
                </a:path>
                <a:path w="6537959" h="5924550">
                  <a:moveTo>
                    <a:pt x="5962602" y="4311149"/>
                  </a:moveTo>
                  <a:lnTo>
                    <a:pt x="5991026" y="4361949"/>
                  </a:lnTo>
                  <a:lnTo>
                    <a:pt x="5941792" y="4400049"/>
                  </a:lnTo>
                  <a:lnTo>
                    <a:pt x="5913368" y="4349249"/>
                  </a:lnTo>
                  <a:lnTo>
                    <a:pt x="5962602" y="4311149"/>
                  </a:lnTo>
                  <a:close/>
                </a:path>
                <a:path w="6537959" h="5924550">
                  <a:moveTo>
                    <a:pt x="4766224" y="4349249"/>
                  </a:moveTo>
                  <a:lnTo>
                    <a:pt x="4787826" y="4387349"/>
                  </a:lnTo>
                  <a:lnTo>
                    <a:pt x="4750411" y="4400049"/>
                  </a:lnTo>
                  <a:lnTo>
                    <a:pt x="4728809" y="4361949"/>
                  </a:lnTo>
                  <a:lnTo>
                    <a:pt x="4766224" y="4349249"/>
                  </a:lnTo>
                  <a:close/>
                </a:path>
                <a:path w="6537959" h="5924550">
                  <a:moveTo>
                    <a:pt x="3829300" y="4361949"/>
                  </a:moveTo>
                  <a:lnTo>
                    <a:pt x="3845671" y="4387349"/>
                  </a:lnTo>
                  <a:lnTo>
                    <a:pt x="3817311" y="4400049"/>
                  </a:lnTo>
                  <a:lnTo>
                    <a:pt x="3800939" y="4374649"/>
                  </a:lnTo>
                  <a:lnTo>
                    <a:pt x="3829300" y="4361949"/>
                  </a:lnTo>
                  <a:close/>
                </a:path>
                <a:path w="6537959" h="5924550">
                  <a:moveTo>
                    <a:pt x="2873690" y="4374649"/>
                  </a:moveTo>
                  <a:lnTo>
                    <a:pt x="2892203" y="4374649"/>
                  </a:lnTo>
                  <a:lnTo>
                    <a:pt x="2902889" y="4387349"/>
                  </a:lnTo>
                  <a:lnTo>
                    <a:pt x="2884377" y="4400049"/>
                  </a:lnTo>
                  <a:lnTo>
                    <a:pt x="2873690" y="4374649"/>
                  </a:lnTo>
                  <a:close/>
                </a:path>
                <a:path w="6537959" h="5924550">
                  <a:moveTo>
                    <a:pt x="1955266" y="4374649"/>
                  </a:moveTo>
                  <a:lnTo>
                    <a:pt x="1960722" y="4387349"/>
                  </a:lnTo>
                  <a:lnTo>
                    <a:pt x="1951273" y="4400049"/>
                  </a:lnTo>
                  <a:lnTo>
                    <a:pt x="1945817" y="4387349"/>
                  </a:lnTo>
                  <a:lnTo>
                    <a:pt x="1955266" y="4374649"/>
                  </a:lnTo>
                  <a:close/>
                </a:path>
                <a:path w="6537959" h="5924550">
                  <a:moveTo>
                    <a:pt x="5025670" y="4323849"/>
                  </a:moveTo>
                  <a:lnTo>
                    <a:pt x="5048864" y="4361949"/>
                  </a:lnTo>
                  <a:lnTo>
                    <a:pt x="5008689" y="4387349"/>
                  </a:lnTo>
                  <a:lnTo>
                    <a:pt x="4985496" y="4349249"/>
                  </a:lnTo>
                  <a:lnTo>
                    <a:pt x="5025670" y="4323849"/>
                  </a:lnTo>
                  <a:close/>
                </a:path>
                <a:path w="6537959" h="5924550">
                  <a:moveTo>
                    <a:pt x="4088658" y="4336549"/>
                  </a:moveTo>
                  <a:lnTo>
                    <a:pt x="4106395" y="4374649"/>
                  </a:lnTo>
                  <a:lnTo>
                    <a:pt x="4075674" y="4387349"/>
                  </a:lnTo>
                  <a:lnTo>
                    <a:pt x="4057936" y="4361949"/>
                  </a:lnTo>
                  <a:lnTo>
                    <a:pt x="4088658" y="4336549"/>
                  </a:lnTo>
                  <a:close/>
                </a:path>
                <a:path w="6537959" h="5924550">
                  <a:moveTo>
                    <a:pt x="3151647" y="4349249"/>
                  </a:moveTo>
                  <a:lnTo>
                    <a:pt x="3163929" y="4374649"/>
                  </a:lnTo>
                  <a:lnTo>
                    <a:pt x="3142656" y="4387349"/>
                  </a:lnTo>
                  <a:lnTo>
                    <a:pt x="3130379" y="4361949"/>
                  </a:lnTo>
                  <a:lnTo>
                    <a:pt x="3151647" y="4349249"/>
                  </a:lnTo>
                  <a:close/>
                </a:path>
                <a:path w="6537959" h="5924550">
                  <a:moveTo>
                    <a:pt x="2214633" y="4361949"/>
                  </a:moveTo>
                  <a:lnTo>
                    <a:pt x="2221454" y="4374649"/>
                  </a:lnTo>
                  <a:lnTo>
                    <a:pt x="2209635" y="4387349"/>
                  </a:lnTo>
                  <a:lnTo>
                    <a:pt x="2202813" y="4374649"/>
                  </a:lnTo>
                  <a:lnTo>
                    <a:pt x="2214633" y="4361949"/>
                  </a:lnTo>
                  <a:close/>
                </a:path>
                <a:path w="6537959" h="5924550">
                  <a:moveTo>
                    <a:pt x="5285035" y="4311149"/>
                  </a:moveTo>
                  <a:lnTo>
                    <a:pt x="5309594" y="4349249"/>
                  </a:lnTo>
                  <a:lnTo>
                    <a:pt x="5267054" y="4374649"/>
                  </a:lnTo>
                  <a:lnTo>
                    <a:pt x="5242494" y="4336549"/>
                  </a:lnTo>
                  <a:lnTo>
                    <a:pt x="5285035" y="4311149"/>
                  </a:lnTo>
                  <a:close/>
                </a:path>
                <a:path w="6537959" h="5924550">
                  <a:moveTo>
                    <a:pt x="4347939" y="4323849"/>
                  </a:moveTo>
                  <a:lnTo>
                    <a:pt x="4366814" y="4349249"/>
                  </a:lnTo>
                  <a:lnTo>
                    <a:pt x="4334121" y="4374649"/>
                  </a:lnTo>
                  <a:lnTo>
                    <a:pt x="4315247" y="4336549"/>
                  </a:lnTo>
                  <a:lnTo>
                    <a:pt x="4347939" y="4323849"/>
                  </a:lnTo>
                  <a:close/>
                </a:path>
                <a:path w="6537959" h="5924550">
                  <a:moveTo>
                    <a:pt x="3411011" y="4336549"/>
                  </a:moveTo>
                  <a:lnTo>
                    <a:pt x="3424655" y="4361949"/>
                  </a:lnTo>
                  <a:lnTo>
                    <a:pt x="3401026" y="4374649"/>
                  </a:lnTo>
                  <a:lnTo>
                    <a:pt x="3387382" y="4349249"/>
                  </a:lnTo>
                  <a:lnTo>
                    <a:pt x="3411011" y="4336549"/>
                  </a:lnTo>
                  <a:close/>
                </a:path>
                <a:path w="6537959" h="5924550">
                  <a:moveTo>
                    <a:pt x="5544395" y="4298449"/>
                  </a:moveTo>
                  <a:lnTo>
                    <a:pt x="5570320" y="4336549"/>
                  </a:lnTo>
                  <a:lnTo>
                    <a:pt x="5525419" y="4361949"/>
                  </a:lnTo>
                  <a:lnTo>
                    <a:pt x="5499493" y="4323849"/>
                  </a:lnTo>
                  <a:lnTo>
                    <a:pt x="5544395" y="4298449"/>
                  </a:lnTo>
                  <a:close/>
                </a:path>
                <a:path w="6537959" h="5924550">
                  <a:moveTo>
                    <a:pt x="4607381" y="4298449"/>
                  </a:moveTo>
                  <a:lnTo>
                    <a:pt x="4627851" y="4336549"/>
                  </a:lnTo>
                  <a:lnTo>
                    <a:pt x="4592403" y="4361949"/>
                  </a:lnTo>
                  <a:lnTo>
                    <a:pt x="4571933" y="4323849"/>
                  </a:lnTo>
                  <a:lnTo>
                    <a:pt x="4607381" y="4298449"/>
                  </a:lnTo>
                  <a:close/>
                </a:path>
                <a:path w="6537959" h="5924550">
                  <a:moveTo>
                    <a:pt x="3670376" y="4311149"/>
                  </a:moveTo>
                  <a:lnTo>
                    <a:pt x="3685385" y="4336549"/>
                  </a:lnTo>
                  <a:lnTo>
                    <a:pt x="3659386" y="4361949"/>
                  </a:lnTo>
                  <a:lnTo>
                    <a:pt x="3644381" y="4336549"/>
                  </a:lnTo>
                  <a:lnTo>
                    <a:pt x="3670376" y="4311149"/>
                  </a:lnTo>
                  <a:close/>
                </a:path>
                <a:path w="6537959" h="5924550">
                  <a:moveTo>
                    <a:pt x="2459814" y="4349249"/>
                  </a:moveTo>
                  <a:lnTo>
                    <a:pt x="2473999" y="4349249"/>
                  </a:lnTo>
                  <a:lnTo>
                    <a:pt x="2482182" y="4361949"/>
                  </a:lnTo>
                  <a:lnTo>
                    <a:pt x="2468002" y="4361949"/>
                  </a:lnTo>
                  <a:lnTo>
                    <a:pt x="2459814" y="4349249"/>
                  </a:lnTo>
                  <a:close/>
                </a:path>
                <a:path w="6537959" h="5924550">
                  <a:moveTo>
                    <a:pt x="5803841" y="4273049"/>
                  </a:moveTo>
                  <a:lnTo>
                    <a:pt x="5831358" y="4323849"/>
                  </a:lnTo>
                  <a:lnTo>
                    <a:pt x="5783696" y="4349249"/>
                  </a:lnTo>
                  <a:lnTo>
                    <a:pt x="5756184" y="4298449"/>
                  </a:lnTo>
                  <a:lnTo>
                    <a:pt x="5803841" y="4273049"/>
                  </a:lnTo>
                  <a:close/>
                </a:path>
                <a:path w="6537959" h="5924550">
                  <a:moveTo>
                    <a:pt x="4866750" y="4285749"/>
                  </a:moveTo>
                  <a:lnTo>
                    <a:pt x="4888577" y="4323849"/>
                  </a:lnTo>
                  <a:lnTo>
                    <a:pt x="4850763" y="4349249"/>
                  </a:lnTo>
                  <a:lnTo>
                    <a:pt x="4828936" y="4311149"/>
                  </a:lnTo>
                  <a:lnTo>
                    <a:pt x="4866750" y="4285749"/>
                  </a:lnTo>
                  <a:close/>
                </a:path>
                <a:path w="6537959" h="5924550">
                  <a:moveTo>
                    <a:pt x="3929738" y="4298449"/>
                  </a:moveTo>
                  <a:lnTo>
                    <a:pt x="3946110" y="4323849"/>
                  </a:lnTo>
                  <a:lnTo>
                    <a:pt x="3917750" y="4349249"/>
                  </a:lnTo>
                  <a:lnTo>
                    <a:pt x="3901378" y="4311149"/>
                  </a:lnTo>
                  <a:lnTo>
                    <a:pt x="3929738" y="4298449"/>
                  </a:lnTo>
                  <a:close/>
                </a:path>
                <a:path w="6537959" h="5924550">
                  <a:moveTo>
                    <a:pt x="2733360" y="4323849"/>
                  </a:moveTo>
                  <a:lnTo>
                    <a:pt x="2742914" y="4349249"/>
                  </a:lnTo>
                  <a:lnTo>
                    <a:pt x="2726368" y="4349249"/>
                  </a:lnTo>
                  <a:lnTo>
                    <a:pt x="2716819" y="4336549"/>
                  </a:lnTo>
                  <a:lnTo>
                    <a:pt x="2733360" y="4323849"/>
                  </a:lnTo>
                  <a:close/>
                </a:path>
                <a:path w="6537959" h="5924550">
                  <a:moveTo>
                    <a:pt x="1796427" y="4336549"/>
                  </a:moveTo>
                  <a:lnTo>
                    <a:pt x="1800745" y="4349249"/>
                  </a:lnTo>
                  <a:lnTo>
                    <a:pt x="1788940" y="4349249"/>
                  </a:lnTo>
                  <a:lnTo>
                    <a:pt x="1796427" y="4336549"/>
                  </a:lnTo>
                  <a:close/>
                </a:path>
                <a:path w="6537959" h="5924550">
                  <a:moveTo>
                    <a:pt x="5126110" y="4273049"/>
                  </a:moveTo>
                  <a:lnTo>
                    <a:pt x="5149303" y="4311149"/>
                  </a:lnTo>
                  <a:lnTo>
                    <a:pt x="5109128" y="4336549"/>
                  </a:lnTo>
                  <a:lnTo>
                    <a:pt x="5085935" y="4298449"/>
                  </a:lnTo>
                  <a:lnTo>
                    <a:pt x="5126110" y="4273049"/>
                  </a:lnTo>
                  <a:close/>
                </a:path>
                <a:path w="6537959" h="5924550">
                  <a:moveTo>
                    <a:pt x="2992725" y="4311149"/>
                  </a:moveTo>
                  <a:lnTo>
                    <a:pt x="3003641" y="4323849"/>
                  </a:lnTo>
                  <a:lnTo>
                    <a:pt x="2984734" y="4336549"/>
                  </a:lnTo>
                  <a:lnTo>
                    <a:pt x="2973818" y="4323849"/>
                  </a:lnTo>
                  <a:lnTo>
                    <a:pt x="2992725" y="4311149"/>
                  </a:lnTo>
                  <a:close/>
                </a:path>
                <a:path w="6537959" h="5924550">
                  <a:moveTo>
                    <a:pt x="2045946" y="4323849"/>
                  </a:moveTo>
                  <a:lnTo>
                    <a:pt x="2055789" y="4323849"/>
                  </a:lnTo>
                  <a:lnTo>
                    <a:pt x="2061474" y="4336549"/>
                  </a:lnTo>
                  <a:lnTo>
                    <a:pt x="2051631" y="4336549"/>
                  </a:lnTo>
                  <a:lnTo>
                    <a:pt x="2045946" y="4323849"/>
                  </a:lnTo>
                  <a:close/>
                </a:path>
                <a:path w="6537959" h="5924550">
                  <a:moveTo>
                    <a:pt x="5385552" y="4247649"/>
                  </a:moveTo>
                  <a:lnTo>
                    <a:pt x="5410341" y="4298449"/>
                  </a:lnTo>
                  <a:lnTo>
                    <a:pt x="5367406" y="4323849"/>
                  </a:lnTo>
                  <a:lnTo>
                    <a:pt x="5342622" y="4273049"/>
                  </a:lnTo>
                  <a:lnTo>
                    <a:pt x="5385552" y="4247649"/>
                  </a:lnTo>
                  <a:close/>
                </a:path>
                <a:path w="6537959" h="5924550">
                  <a:moveTo>
                    <a:pt x="4189180" y="4285749"/>
                  </a:moveTo>
                  <a:lnTo>
                    <a:pt x="4207147" y="4311149"/>
                  </a:lnTo>
                  <a:lnTo>
                    <a:pt x="4176027" y="4323849"/>
                  </a:lnTo>
                  <a:lnTo>
                    <a:pt x="4158064" y="4298449"/>
                  </a:lnTo>
                  <a:lnTo>
                    <a:pt x="4189180" y="4285749"/>
                  </a:lnTo>
                  <a:close/>
                </a:path>
                <a:path w="6537959" h="5924550">
                  <a:moveTo>
                    <a:pt x="3252173" y="4298449"/>
                  </a:moveTo>
                  <a:lnTo>
                    <a:pt x="3264680" y="4311149"/>
                  </a:lnTo>
                  <a:lnTo>
                    <a:pt x="3243018" y="4323849"/>
                  </a:lnTo>
                  <a:lnTo>
                    <a:pt x="3230511" y="4311149"/>
                  </a:lnTo>
                  <a:lnTo>
                    <a:pt x="3252173" y="4298449"/>
                  </a:lnTo>
                  <a:close/>
                </a:path>
                <a:path w="6537959" h="5924550">
                  <a:moveTo>
                    <a:pt x="2315068" y="4298449"/>
                  </a:moveTo>
                  <a:lnTo>
                    <a:pt x="2321890" y="4311149"/>
                  </a:lnTo>
                  <a:lnTo>
                    <a:pt x="2310076" y="4323849"/>
                  </a:lnTo>
                  <a:lnTo>
                    <a:pt x="2303254" y="4311149"/>
                  </a:lnTo>
                  <a:lnTo>
                    <a:pt x="2315068" y="4298449"/>
                  </a:lnTo>
                  <a:close/>
                </a:path>
                <a:path w="6537959" h="5924550">
                  <a:moveTo>
                    <a:pt x="1375381" y="4311149"/>
                  </a:moveTo>
                  <a:lnTo>
                    <a:pt x="1378136" y="4311149"/>
                  </a:lnTo>
                  <a:lnTo>
                    <a:pt x="1379727" y="4323849"/>
                  </a:lnTo>
                  <a:lnTo>
                    <a:pt x="1376971" y="4323849"/>
                  </a:lnTo>
                  <a:lnTo>
                    <a:pt x="1375381" y="4311149"/>
                  </a:lnTo>
                  <a:close/>
                </a:path>
                <a:path w="6537959" h="5924550">
                  <a:moveTo>
                    <a:pt x="5644916" y="4234949"/>
                  </a:moveTo>
                  <a:lnTo>
                    <a:pt x="5671072" y="4285749"/>
                  </a:lnTo>
                  <a:lnTo>
                    <a:pt x="5625771" y="4311149"/>
                  </a:lnTo>
                  <a:lnTo>
                    <a:pt x="5599621" y="4260349"/>
                  </a:lnTo>
                  <a:lnTo>
                    <a:pt x="5644916" y="4234949"/>
                  </a:lnTo>
                  <a:close/>
                </a:path>
                <a:path w="6537959" h="5924550">
                  <a:moveTo>
                    <a:pt x="4448461" y="4260349"/>
                  </a:moveTo>
                  <a:lnTo>
                    <a:pt x="4467560" y="4298449"/>
                  </a:lnTo>
                  <a:lnTo>
                    <a:pt x="4434473" y="4311149"/>
                  </a:lnTo>
                  <a:lnTo>
                    <a:pt x="4415374" y="4285749"/>
                  </a:lnTo>
                  <a:lnTo>
                    <a:pt x="4448461" y="4260349"/>
                  </a:lnTo>
                  <a:close/>
                </a:path>
                <a:path w="6537959" h="5924550">
                  <a:moveTo>
                    <a:pt x="3511533" y="4273049"/>
                  </a:moveTo>
                  <a:lnTo>
                    <a:pt x="3525406" y="4298449"/>
                  </a:lnTo>
                  <a:lnTo>
                    <a:pt x="3501378" y="4311149"/>
                  </a:lnTo>
                  <a:lnTo>
                    <a:pt x="3487505" y="4285749"/>
                  </a:lnTo>
                  <a:lnTo>
                    <a:pt x="3511533" y="4273049"/>
                  </a:lnTo>
                  <a:close/>
                </a:path>
                <a:path w="6537959" h="5924550">
                  <a:moveTo>
                    <a:pt x="2574517" y="4285749"/>
                  </a:moveTo>
                  <a:lnTo>
                    <a:pt x="2582934" y="4298449"/>
                  </a:lnTo>
                  <a:lnTo>
                    <a:pt x="2568360" y="4311149"/>
                  </a:lnTo>
                  <a:lnTo>
                    <a:pt x="2559947" y="4298449"/>
                  </a:lnTo>
                  <a:lnTo>
                    <a:pt x="2574517" y="4285749"/>
                  </a:lnTo>
                  <a:close/>
                </a:path>
                <a:path w="6537959" h="5924550">
                  <a:moveTo>
                    <a:pt x="1632380" y="4298449"/>
                  </a:moveTo>
                  <a:lnTo>
                    <a:pt x="1640454" y="4298449"/>
                  </a:lnTo>
                  <a:lnTo>
                    <a:pt x="1635338" y="4311149"/>
                  </a:lnTo>
                  <a:lnTo>
                    <a:pt x="1632380" y="4298449"/>
                  </a:lnTo>
                  <a:close/>
                </a:path>
                <a:path w="6537959" h="5924550">
                  <a:moveTo>
                    <a:pt x="5904281" y="4222249"/>
                  </a:moveTo>
                  <a:lnTo>
                    <a:pt x="5931798" y="4260349"/>
                  </a:lnTo>
                  <a:lnTo>
                    <a:pt x="5884136" y="4298449"/>
                  </a:lnTo>
                  <a:lnTo>
                    <a:pt x="5856620" y="4247649"/>
                  </a:lnTo>
                  <a:lnTo>
                    <a:pt x="5904281" y="4222249"/>
                  </a:lnTo>
                  <a:close/>
                </a:path>
                <a:path w="6537959" h="5924550">
                  <a:moveTo>
                    <a:pt x="4707907" y="4247649"/>
                  </a:moveTo>
                  <a:lnTo>
                    <a:pt x="4728598" y="4285749"/>
                  </a:lnTo>
                  <a:lnTo>
                    <a:pt x="4692755" y="4298449"/>
                  </a:lnTo>
                  <a:lnTo>
                    <a:pt x="4672060" y="4273049"/>
                  </a:lnTo>
                  <a:lnTo>
                    <a:pt x="4707907" y="4247649"/>
                  </a:lnTo>
                  <a:close/>
                </a:path>
                <a:path w="6537959" h="5924550">
                  <a:moveTo>
                    <a:pt x="3770896" y="4260349"/>
                  </a:moveTo>
                  <a:lnTo>
                    <a:pt x="3786131" y="4285749"/>
                  </a:lnTo>
                  <a:lnTo>
                    <a:pt x="3759742" y="4298449"/>
                  </a:lnTo>
                  <a:lnTo>
                    <a:pt x="3744503" y="4273049"/>
                  </a:lnTo>
                  <a:lnTo>
                    <a:pt x="3770896" y="4260349"/>
                  </a:lnTo>
                  <a:close/>
                </a:path>
                <a:path w="6537959" h="5924550">
                  <a:moveTo>
                    <a:pt x="2816942" y="4273049"/>
                  </a:moveTo>
                  <a:lnTo>
                    <a:pt x="2833882" y="4273049"/>
                  </a:lnTo>
                  <a:lnTo>
                    <a:pt x="2843661" y="4285749"/>
                  </a:lnTo>
                  <a:lnTo>
                    <a:pt x="2826721" y="4298449"/>
                  </a:lnTo>
                  <a:lnTo>
                    <a:pt x="2816942" y="4273049"/>
                  </a:lnTo>
                  <a:close/>
                </a:path>
                <a:path w="6537959" h="5924550">
                  <a:moveTo>
                    <a:pt x="1889381" y="4285749"/>
                  </a:moveTo>
                  <a:lnTo>
                    <a:pt x="1901182" y="4285749"/>
                  </a:lnTo>
                  <a:lnTo>
                    <a:pt x="1893704" y="4298449"/>
                  </a:lnTo>
                  <a:lnTo>
                    <a:pt x="1889381" y="4285749"/>
                  </a:lnTo>
                  <a:close/>
                </a:path>
                <a:path w="6537959" h="5924550">
                  <a:moveTo>
                    <a:pt x="4967267" y="4234949"/>
                  </a:moveTo>
                  <a:lnTo>
                    <a:pt x="4989328" y="4273049"/>
                  </a:lnTo>
                  <a:lnTo>
                    <a:pt x="4951120" y="4285749"/>
                  </a:lnTo>
                  <a:lnTo>
                    <a:pt x="4929059" y="4247649"/>
                  </a:lnTo>
                  <a:lnTo>
                    <a:pt x="4967267" y="4234949"/>
                  </a:lnTo>
                  <a:close/>
                </a:path>
                <a:path w="6537959" h="5924550">
                  <a:moveTo>
                    <a:pt x="4030254" y="4234949"/>
                  </a:moveTo>
                  <a:lnTo>
                    <a:pt x="4046855" y="4273049"/>
                  </a:lnTo>
                  <a:lnTo>
                    <a:pt x="4018101" y="4285749"/>
                  </a:lnTo>
                  <a:lnTo>
                    <a:pt x="4001500" y="4260349"/>
                  </a:lnTo>
                  <a:lnTo>
                    <a:pt x="4030254" y="4234949"/>
                  </a:lnTo>
                  <a:close/>
                </a:path>
                <a:path w="6537959" h="5924550">
                  <a:moveTo>
                    <a:pt x="3093243" y="4247649"/>
                  </a:moveTo>
                  <a:lnTo>
                    <a:pt x="3104388" y="4273049"/>
                  </a:lnTo>
                  <a:lnTo>
                    <a:pt x="3085087" y="4285749"/>
                  </a:lnTo>
                  <a:lnTo>
                    <a:pt x="3073947" y="4260349"/>
                  </a:lnTo>
                  <a:lnTo>
                    <a:pt x="3093243" y="4247649"/>
                  </a:lnTo>
                  <a:close/>
                </a:path>
                <a:path w="6537959" h="5924550">
                  <a:moveTo>
                    <a:pt x="5226631" y="4209549"/>
                  </a:moveTo>
                  <a:lnTo>
                    <a:pt x="5250054" y="4247649"/>
                  </a:lnTo>
                  <a:lnTo>
                    <a:pt x="5209485" y="4273049"/>
                  </a:lnTo>
                  <a:lnTo>
                    <a:pt x="5186062" y="4234949"/>
                  </a:lnTo>
                  <a:lnTo>
                    <a:pt x="5226631" y="4209549"/>
                  </a:lnTo>
                  <a:close/>
                </a:path>
                <a:path w="6537959" h="5924550">
                  <a:moveTo>
                    <a:pt x="4289614" y="4222249"/>
                  </a:moveTo>
                  <a:lnTo>
                    <a:pt x="4307581" y="4260349"/>
                  </a:lnTo>
                  <a:lnTo>
                    <a:pt x="4276465" y="4273049"/>
                  </a:lnTo>
                  <a:lnTo>
                    <a:pt x="4258498" y="4234949"/>
                  </a:lnTo>
                  <a:lnTo>
                    <a:pt x="4289614" y="4222249"/>
                  </a:lnTo>
                  <a:close/>
                </a:path>
                <a:path w="6537959" h="5924550">
                  <a:moveTo>
                    <a:pt x="3352691" y="4234949"/>
                  </a:moveTo>
                  <a:lnTo>
                    <a:pt x="3365427" y="4260349"/>
                  </a:lnTo>
                  <a:lnTo>
                    <a:pt x="3343370" y="4273049"/>
                  </a:lnTo>
                  <a:lnTo>
                    <a:pt x="3330634" y="4247649"/>
                  </a:lnTo>
                  <a:lnTo>
                    <a:pt x="3352691" y="4234949"/>
                  </a:lnTo>
                  <a:close/>
                </a:path>
                <a:path w="6537959" h="5924550">
                  <a:moveTo>
                    <a:pt x="2156230" y="4260349"/>
                  </a:moveTo>
                  <a:lnTo>
                    <a:pt x="2161915" y="4273049"/>
                  </a:lnTo>
                  <a:lnTo>
                    <a:pt x="2146382" y="4273049"/>
                  </a:lnTo>
                  <a:lnTo>
                    <a:pt x="2156230" y="4260349"/>
                  </a:lnTo>
                  <a:close/>
                </a:path>
                <a:path w="6537959" h="5924550">
                  <a:moveTo>
                    <a:pt x="5485991" y="4196849"/>
                  </a:moveTo>
                  <a:lnTo>
                    <a:pt x="5510776" y="4234949"/>
                  </a:lnTo>
                  <a:lnTo>
                    <a:pt x="5467846" y="4260349"/>
                  </a:lnTo>
                  <a:lnTo>
                    <a:pt x="5443061" y="4222249"/>
                  </a:lnTo>
                  <a:lnTo>
                    <a:pt x="5485991" y="4196849"/>
                  </a:lnTo>
                  <a:close/>
                </a:path>
                <a:path w="6537959" h="5924550">
                  <a:moveTo>
                    <a:pt x="4548978" y="4209549"/>
                  </a:moveTo>
                  <a:lnTo>
                    <a:pt x="4568307" y="4234949"/>
                  </a:lnTo>
                  <a:lnTo>
                    <a:pt x="4534830" y="4260349"/>
                  </a:lnTo>
                  <a:lnTo>
                    <a:pt x="4515501" y="4222249"/>
                  </a:lnTo>
                  <a:lnTo>
                    <a:pt x="4548978" y="4209549"/>
                  </a:lnTo>
                  <a:close/>
                </a:path>
                <a:path w="6537959" h="5924550">
                  <a:moveTo>
                    <a:pt x="3611972" y="4222249"/>
                  </a:moveTo>
                  <a:lnTo>
                    <a:pt x="3625845" y="4234949"/>
                  </a:lnTo>
                  <a:lnTo>
                    <a:pt x="3601812" y="4260349"/>
                  </a:lnTo>
                  <a:lnTo>
                    <a:pt x="3587944" y="4234949"/>
                  </a:lnTo>
                  <a:lnTo>
                    <a:pt x="3611972" y="4222249"/>
                  </a:lnTo>
                  <a:close/>
                </a:path>
                <a:path w="6537959" h="5924550">
                  <a:moveTo>
                    <a:pt x="2403382" y="4247649"/>
                  </a:moveTo>
                  <a:lnTo>
                    <a:pt x="2415596" y="4247649"/>
                  </a:lnTo>
                  <a:lnTo>
                    <a:pt x="2422642" y="4260349"/>
                  </a:lnTo>
                  <a:lnTo>
                    <a:pt x="2410429" y="4260349"/>
                  </a:lnTo>
                  <a:lnTo>
                    <a:pt x="2403382" y="4247649"/>
                  </a:lnTo>
                  <a:close/>
                </a:path>
                <a:path w="6537959" h="5924550">
                  <a:moveTo>
                    <a:pt x="5745438" y="4171449"/>
                  </a:moveTo>
                  <a:lnTo>
                    <a:pt x="5771818" y="4222249"/>
                  </a:lnTo>
                  <a:lnTo>
                    <a:pt x="5726123" y="4247649"/>
                  </a:lnTo>
                  <a:lnTo>
                    <a:pt x="5699748" y="4196849"/>
                  </a:lnTo>
                  <a:lnTo>
                    <a:pt x="5745438" y="4171449"/>
                  </a:lnTo>
                  <a:close/>
                </a:path>
                <a:path w="6537959" h="5924550">
                  <a:moveTo>
                    <a:pt x="4808424" y="4184149"/>
                  </a:moveTo>
                  <a:lnTo>
                    <a:pt x="4829348" y="4222249"/>
                  </a:lnTo>
                  <a:lnTo>
                    <a:pt x="4793107" y="4247649"/>
                  </a:lnTo>
                  <a:lnTo>
                    <a:pt x="4772188" y="4209549"/>
                  </a:lnTo>
                  <a:lnTo>
                    <a:pt x="4808424" y="4184149"/>
                  </a:lnTo>
                  <a:close/>
                </a:path>
                <a:path w="6537959" h="5924550">
                  <a:moveTo>
                    <a:pt x="3871413" y="4196849"/>
                  </a:moveTo>
                  <a:lnTo>
                    <a:pt x="3886877" y="4222249"/>
                  </a:lnTo>
                  <a:lnTo>
                    <a:pt x="3860098" y="4247649"/>
                  </a:lnTo>
                  <a:lnTo>
                    <a:pt x="3844634" y="4209549"/>
                  </a:lnTo>
                  <a:lnTo>
                    <a:pt x="3871413" y="4196849"/>
                  </a:lnTo>
                  <a:close/>
                </a:path>
                <a:path w="6537959" h="5924550">
                  <a:moveTo>
                    <a:pt x="2675039" y="4222249"/>
                  </a:moveTo>
                  <a:lnTo>
                    <a:pt x="2683676" y="4247649"/>
                  </a:lnTo>
                  <a:lnTo>
                    <a:pt x="2668712" y="4247649"/>
                  </a:lnTo>
                  <a:lnTo>
                    <a:pt x="2660075" y="4234949"/>
                  </a:lnTo>
                  <a:lnTo>
                    <a:pt x="2675039" y="4222249"/>
                  </a:lnTo>
                  <a:close/>
                </a:path>
                <a:path w="6537959" h="5924550">
                  <a:moveTo>
                    <a:pt x="1738024" y="4234949"/>
                  </a:moveTo>
                  <a:lnTo>
                    <a:pt x="1741206" y="4247649"/>
                  </a:lnTo>
                  <a:lnTo>
                    <a:pt x="1732508" y="4247649"/>
                  </a:lnTo>
                  <a:lnTo>
                    <a:pt x="1738024" y="4234949"/>
                  </a:lnTo>
                  <a:close/>
                </a:path>
                <a:path w="6537959" h="5924550">
                  <a:moveTo>
                    <a:pt x="5067706" y="4171449"/>
                  </a:moveTo>
                  <a:lnTo>
                    <a:pt x="5089763" y="4209549"/>
                  </a:lnTo>
                  <a:lnTo>
                    <a:pt x="5051559" y="4234949"/>
                  </a:lnTo>
                  <a:lnTo>
                    <a:pt x="5029498" y="4196849"/>
                  </a:lnTo>
                  <a:lnTo>
                    <a:pt x="5067706" y="4171449"/>
                  </a:lnTo>
                  <a:close/>
                </a:path>
                <a:path w="6537959" h="5924550">
                  <a:moveTo>
                    <a:pt x="2934405" y="4209549"/>
                  </a:moveTo>
                  <a:lnTo>
                    <a:pt x="2944413" y="4222249"/>
                  </a:lnTo>
                  <a:lnTo>
                    <a:pt x="2927079" y="4234949"/>
                  </a:lnTo>
                  <a:lnTo>
                    <a:pt x="2917075" y="4222249"/>
                  </a:lnTo>
                  <a:lnTo>
                    <a:pt x="2934405" y="4209549"/>
                  </a:lnTo>
                  <a:close/>
                </a:path>
                <a:path w="6537959" h="5924550">
                  <a:moveTo>
                    <a:pt x="1989510" y="4222249"/>
                  </a:moveTo>
                  <a:lnTo>
                    <a:pt x="1997386" y="4222249"/>
                  </a:lnTo>
                  <a:lnTo>
                    <a:pt x="2001934" y="4234949"/>
                  </a:lnTo>
                  <a:lnTo>
                    <a:pt x="1994058" y="4234949"/>
                  </a:lnTo>
                  <a:lnTo>
                    <a:pt x="1989510" y="4222249"/>
                  </a:lnTo>
                  <a:close/>
                </a:path>
                <a:path w="6537959" h="5924550">
                  <a:moveTo>
                    <a:pt x="5327149" y="4158749"/>
                  </a:moveTo>
                  <a:lnTo>
                    <a:pt x="5350801" y="4196849"/>
                  </a:lnTo>
                  <a:lnTo>
                    <a:pt x="5309837" y="4222249"/>
                  </a:lnTo>
                  <a:lnTo>
                    <a:pt x="5286185" y="4171449"/>
                  </a:lnTo>
                  <a:lnTo>
                    <a:pt x="5327149" y="4158749"/>
                  </a:lnTo>
                  <a:close/>
                </a:path>
                <a:path w="6537959" h="5924550">
                  <a:moveTo>
                    <a:pt x="4130781" y="4184149"/>
                  </a:moveTo>
                  <a:lnTo>
                    <a:pt x="4147607" y="4209549"/>
                  </a:lnTo>
                  <a:lnTo>
                    <a:pt x="4118458" y="4222249"/>
                  </a:lnTo>
                  <a:lnTo>
                    <a:pt x="4101628" y="4196849"/>
                  </a:lnTo>
                  <a:lnTo>
                    <a:pt x="4130781" y="4184149"/>
                  </a:lnTo>
                  <a:close/>
                </a:path>
                <a:path w="6537959" h="5924550">
                  <a:moveTo>
                    <a:pt x="3193770" y="4196849"/>
                  </a:moveTo>
                  <a:lnTo>
                    <a:pt x="3205140" y="4209549"/>
                  </a:lnTo>
                  <a:lnTo>
                    <a:pt x="3185444" y="4222249"/>
                  </a:lnTo>
                  <a:lnTo>
                    <a:pt x="3174075" y="4209549"/>
                  </a:lnTo>
                  <a:lnTo>
                    <a:pt x="3193770" y="4196849"/>
                  </a:lnTo>
                  <a:close/>
                </a:path>
                <a:path w="6537959" h="5924550">
                  <a:moveTo>
                    <a:pt x="2246510" y="4209549"/>
                  </a:moveTo>
                  <a:lnTo>
                    <a:pt x="2262662" y="4209549"/>
                  </a:lnTo>
                  <a:lnTo>
                    <a:pt x="2252425" y="4222249"/>
                  </a:lnTo>
                  <a:lnTo>
                    <a:pt x="2246510" y="4209549"/>
                  </a:lnTo>
                  <a:close/>
                </a:path>
                <a:path w="6537959" h="5924550">
                  <a:moveTo>
                    <a:pt x="5586518" y="4133349"/>
                  </a:moveTo>
                  <a:lnTo>
                    <a:pt x="5611532" y="4184149"/>
                  </a:lnTo>
                  <a:lnTo>
                    <a:pt x="5568202" y="4209549"/>
                  </a:lnTo>
                  <a:lnTo>
                    <a:pt x="5543189" y="4158749"/>
                  </a:lnTo>
                  <a:lnTo>
                    <a:pt x="5586518" y="4133349"/>
                  </a:lnTo>
                  <a:close/>
                </a:path>
                <a:path w="6537959" h="5924550">
                  <a:moveTo>
                    <a:pt x="4390140" y="4158749"/>
                  </a:moveTo>
                  <a:lnTo>
                    <a:pt x="4408332" y="4196849"/>
                  </a:lnTo>
                  <a:lnTo>
                    <a:pt x="4376817" y="4209549"/>
                  </a:lnTo>
                  <a:lnTo>
                    <a:pt x="4358625" y="4184149"/>
                  </a:lnTo>
                  <a:lnTo>
                    <a:pt x="4390140" y="4158749"/>
                  </a:lnTo>
                  <a:close/>
                </a:path>
                <a:path w="6537959" h="5924550">
                  <a:moveTo>
                    <a:pt x="3453130" y="4171449"/>
                  </a:moveTo>
                  <a:lnTo>
                    <a:pt x="3465865" y="4196849"/>
                  </a:lnTo>
                  <a:lnTo>
                    <a:pt x="3443804" y="4209549"/>
                  </a:lnTo>
                  <a:lnTo>
                    <a:pt x="3431068" y="4184149"/>
                  </a:lnTo>
                  <a:lnTo>
                    <a:pt x="3453130" y="4171449"/>
                  </a:lnTo>
                  <a:close/>
                </a:path>
                <a:path w="6537959" h="5924550">
                  <a:moveTo>
                    <a:pt x="2516114" y="4184149"/>
                  </a:moveTo>
                  <a:lnTo>
                    <a:pt x="2523390" y="4196849"/>
                  </a:lnTo>
                  <a:lnTo>
                    <a:pt x="2510791" y="4209549"/>
                  </a:lnTo>
                  <a:lnTo>
                    <a:pt x="2503515" y="4196849"/>
                  </a:lnTo>
                  <a:lnTo>
                    <a:pt x="2516114" y="4184149"/>
                  </a:lnTo>
                  <a:close/>
                </a:path>
                <a:path w="6537959" h="5924550">
                  <a:moveTo>
                    <a:pt x="1575944" y="4196849"/>
                  </a:moveTo>
                  <a:lnTo>
                    <a:pt x="1580913" y="4196849"/>
                  </a:lnTo>
                  <a:lnTo>
                    <a:pt x="1577764" y="4209549"/>
                  </a:lnTo>
                  <a:lnTo>
                    <a:pt x="1575944" y="4196849"/>
                  </a:lnTo>
                  <a:close/>
                </a:path>
                <a:path w="6537959" h="5924550">
                  <a:moveTo>
                    <a:pt x="4649500" y="4146049"/>
                  </a:moveTo>
                  <a:lnTo>
                    <a:pt x="4669058" y="4184149"/>
                  </a:lnTo>
                  <a:lnTo>
                    <a:pt x="4635182" y="4196849"/>
                  </a:lnTo>
                  <a:lnTo>
                    <a:pt x="4615629" y="4171449"/>
                  </a:lnTo>
                  <a:lnTo>
                    <a:pt x="4649500" y="4146049"/>
                  </a:lnTo>
                  <a:close/>
                </a:path>
                <a:path w="6537959" h="5924550">
                  <a:moveTo>
                    <a:pt x="3712489" y="4158749"/>
                  </a:moveTo>
                  <a:lnTo>
                    <a:pt x="3726591" y="4184149"/>
                  </a:lnTo>
                  <a:lnTo>
                    <a:pt x="3702169" y="4196849"/>
                  </a:lnTo>
                  <a:lnTo>
                    <a:pt x="3688067" y="4171449"/>
                  </a:lnTo>
                  <a:lnTo>
                    <a:pt x="3712489" y="4158749"/>
                  </a:lnTo>
                  <a:close/>
                </a:path>
                <a:path w="6537959" h="5924550">
                  <a:moveTo>
                    <a:pt x="2775561" y="4171449"/>
                  </a:moveTo>
                  <a:lnTo>
                    <a:pt x="2784432" y="4184149"/>
                  </a:lnTo>
                  <a:lnTo>
                    <a:pt x="2769070" y="4196849"/>
                  </a:lnTo>
                  <a:lnTo>
                    <a:pt x="2760199" y="4184149"/>
                  </a:lnTo>
                  <a:lnTo>
                    <a:pt x="2775561" y="4171449"/>
                  </a:lnTo>
                  <a:close/>
                </a:path>
                <a:path w="6537959" h="5924550">
                  <a:moveTo>
                    <a:pt x="1832637" y="4184149"/>
                  </a:moveTo>
                  <a:lnTo>
                    <a:pt x="1841953" y="4184149"/>
                  </a:lnTo>
                  <a:lnTo>
                    <a:pt x="1836049" y="4196849"/>
                  </a:lnTo>
                  <a:lnTo>
                    <a:pt x="1832637" y="4184149"/>
                  </a:lnTo>
                  <a:close/>
                </a:path>
                <a:path w="6537959" h="5924550">
                  <a:moveTo>
                    <a:pt x="5845878" y="4120649"/>
                  </a:moveTo>
                  <a:lnTo>
                    <a:pt x="5872253" y="4158749"/>
                  </a:lnTo>
                  <a:lnTo>
                    <a:pt x="5826563" y="4184149"/>
                  </a:lnTo>
                  <a:lnTo>
                    <a:pt x="5800188" y="4146049"/>
                  </a:lnTo>
                  <a:lnTo>
                    <a:pt x="5845878" y="4120649"/>
                  </a:lnTo>
                  <a:close/>
                </a:path>
                <a:path w="6537959" h="5924550">
                  <a:moveTo>
                    <a:pt x="4908951" y="4133349"/>
                  </a:moveTo>
                  <a:lnTo>
                    <a:pt x="4930095" y="4171449"/>
                  </a:lnTo>
                  <a:lnTo>
                    <a:pt x="4893464" y="4184149"/>
                  </a:lnTo>
                  <a:lnTo>
                    <a:pt x="4872320" y="4146049"/>
                  </a:lnTo>
                  <a:lnTo>
                    <a:pt x="4908951" y="4133349"/>
                  </a:lnTo>
                  <a:close/>
                </a:path>
                <a:path w="6537959" h="5924550">
                  <a:moveTo>
                    <a:pt x="3971938" y="4146049"/>
                  </a:moveTo>
                  <a:lnTo>
                    <a:pt x="3987627" y="4171449"/>
                  </a:lnTo>
                  <a:lnTo>
                    <a:pt x="3960449" y="4184149"/>
                  </a:lnTo>
                  <a:lnTo>
                    <a:pt x="3944761" y="4158749"/>
                  </a:lnTo>
                  <a:lnTo>
                    <a:pt x="3971938" y="4146049"/>
                  </a:lnTo>
                  <a:close/>
                </a:path>
                <a:path w="6537959" h="5924550">
                  <a:moveTo>
                    <a:pt x="3017510" y="4158749"/>
                  </a:moveTo>
                  <a:lnTo>
                    <a:pt x="3034840" y="4158749"/>
                  </a:lnTo>
                  <a:lnTo>
                    <a:pt x="3044848" y="4171449"/>
                  </a:lnTo>
                  <a:lnTo>
                    <a:pt x="3027514" y="4184149"/>
                  </a:lnTo>
                  <a:lnTo>
                    <a:pt x="3017510" y="4158749"/>
                  </a:lnTo>
                  <a:close/>
                </a:path>
                <a:path w="6537959" h="5924550">
                  <a:moveTo>
                    <a:pt x="5168224" y="4107949"/>
                  </a:moveTo>
                  <a:lnTo>
                    <a:pt x="5190509" y="4146049"/>
                  </a:lnTo>
                  <a:lnTo>
                    <a:pt x="5151912" y="4171449"/>
                  </a:lnTo>
                  <a:lnTo>
                    <a:pt x="5129626" y="4133349"/>
                  </a:lnTo>
                  <a:lnTo>
                    <a:pt x="5168224" y="4107949"/>
                  </a:lnTo>
                  <a:close/>
                </a:path>
                <a:path w="6537959" h="5924550">
                  <a:moveTo>
                    <a:pt x="4231298" y="4120649"/>
                  </a:moveTo>
                  <a:lnTo>
                    <a:pt x="4248353" y="4158749"/>
                  </a:lnTo>
                  <a:lnTo>
                    <a:pt x="4218814" y="4171449"/>
                  </a:lnTo>
                  <a:lnTo>
                    <a:pt x="4201759" y="4146049"/>
                  </a:lnTo>
                  <a:lnTo>
                    <a:pt x="4231298" y="4120649"/>
                  </a:lnTo>
                  <a:close/>
                </a:path>
                <a:path w="6537959" h="5924550">
                  <a:moveTo>
                    <a:pt x="3294288" y="4133349"/>
                  </a:moveTo>
                  <a:lnTo>
                    <a:pt x="3305886" y="4158749"/>
                  </a:lnTo>
                  <a:lnTo>
                    <a:pt x="3285801" y="4171449"/>
                  </a:lnTo>
                  <a:lnTo>
                    <a:pt x="3274202" y="4146049"/>
                  </a:lnTo>
                  <a:lnTo>
                    <a:pt x="3294288" y="4133349"/>
                  </a:lnTo>
                  <a:close/>
                </a:path>
                <a:path w="6537959" h="5924550">
                  <a:moveTo>
                    <a:pt x="2097909" y="4158749"/>
                  </a:moveTo>
                  <a:lnTo>
                    <a:pt x="2102682" y="4171449"/>
                  </a:lnTo>
                  <a:lnTo>
                    <a:pt x="2089638" y="4171449"/>
                  </a:lnTo>
                  <a:lnTo>
                    <a:pt x="2097909" y="4158749"/>
                  </a:lnTo>
                  <a:close/>
                </a:path>
                <a:path w="6537959" h="5924550">
                  <a:moveTo>
                    <a:pt x="5427671" y="4095249"/>
                  </a:moveTo>
                  <a:lnTo>
                    <a:pt x="5451547" y="4133349"/>
                  </a:lnTo>
                  <a:lnTo>
                    <a:pt x="5410190" y="4158749"/>
                  </a:lnTo>
                  <a:lnTo>
                    <a:pt x="5386313" y="4120649"/>
                  </a:lnTo>
                  <a:lnTo>
                    <a:pt x="5427671" y="4095249"/>
                  </a:lnTo>
                  <a:close/>
                </a:path>
                <a:path w="6537959" h="5924550">
                  <a:moveTo>
                    <a:pt x="4490657" y="4107949"/>
                  </a:moveTo>
                  <a:lnTo>
                    <a:pt x="4509078" y="4133349"/>
                  </a:lnTo>
                  <a:lnTo>
                    <a:pt x="4477178" y="4158749"/>
                  </a:lnTo>
                  <a:lnTo>
                    <a:pt x="4458757" y="4120649"/>
                  </a:lnTo>
                  <a:lnTo>
                    <a:pt x="4490657" y="4107949"/>
                  </a:lnTo>
                  <a:close/>
                </a:path>
                <a:path w="6537959" h="5924550">
                  <a:moveTo>
                    <a:pt x="3553651" y="4120649"/>
                  </a:moveTo>
                  <a:lnTo>
                    <a:pt x="3566612" y="4146049"/>
                  </a:lnTo>
                  <a:lnTo>
                    <a:pt x="3544161" y="4158749"/>
                  </a:lnTo>
                  <a:lnTo>
                    <a:pt x="3531200" y="4133349"/>
                  </a:lnTo>
                  <a:lnTo>
                    <a:pt x="3553651" y="4120649"/>
                  </a:lnTo>
                  <a:close/>
                </a:path>
                <a:path w="6537959" h="5924550">
                  <a:moveTo>
                    <a:pt x="2357270" y="4146049"/>
                  </a:moveTo>
                  <a:lnTo>
                    <a:pt x="2363409" y="4158749"/>
                  </a:lnTo>
                  <a:lnTo>
                    <a:pt x="2346639" y="4158749"/>
                  </a:lnTo>
                  <a:lnTo>
                    <a:pt x="2357270" y="4146049"/>
                  </a:lnTo>
                  <a:close/>
                </a:path>
                <a:path w="6537959" h="5924550">
                  <a:moveTo>
                    <a:pt x="5687035" y="4082549"/>
                  </a:moveTo>
                  <a:lnTo>
                    <a:pt x="5712278" y="4120649"/>
                  </a:lnTo>
                  <a:lnTo>
                    <a:pt x="5668554" y="4146049"/>
                  </a:lnTo>
                  <a:lnTo>
                    <a:pt x="5643312" y="4107949"/>
                  </a:lnTo>
                  <a:lnTo>
                    <a:pt x="5687035" y="4082549"/>
                  </a:lnTo>
                  <a:close/>
                </a:path>
                <a:path w="6537959" h="5924550">
                  <a:moveTo>
                    <a:pt x="4750021" y="4095249"/>
                  </a:moveTo>
                  <a:lnTo>
                    <a:pt x="4769804" y="4120649"/>
                  </a:lnTo>
                  <a:lnTo>
                    <a:pt x="4735538" y="4146049"/>
                  </a:lnTo>
                  <a:lnTo>
                    <a:pt x="4715751" y="4107949"/>
                  </a:lnTo>
                  <a:lnTo>
                    <a:pt x="4750021" y="4095249"/>
                  </a:lnTo>
                  <a:close/>
                </a:path>
                <a:path w="6537959" h="5924550">
                  <a:moveTo>
                    <a:pt x="2603639" y="4133349"/>
                  </a:moveTo>
                  <a:lnTo>
                    <a:pt x="2616636" y="4133349"/>
                  </a:lnTo>
                  <a:lnTo>
                    <a:pt x="2624141" y="4146049"/>
                  </a:lnTo>
                  <a:lnTo>
                    <a:pt x="2611144" y="4146049"/>
                  </a:lnTo>
                  <a:lnTo>
                    <a:pt x="2603639" y="4133349"/>
                  </a:lnTo>
                  <a:close/>
                </a:path>
                <a:path w="6537959" h="5924550">
                  <a:moveTo>
                    <a:pt x="5009386" y="4069849"/>
                  </a:moveTo>
                  <a:lnTo>
                    <a:pt x="5030530" y="4107949"/>
                  </a:lnTo>
                  <a:lnTo>
                    <a:pt x="4993899" y="4133349"/>
                  </a:lnTo>
                  <a:lnTo>
                    <a:pt x="4972755" y="4095249"/>
                  </a:lnTo>
                  <a:lnTo>
                    <a:pt x="5009386" y="4069849"/>
                  </a:lnTo>
                  <a:close/>
                </a:path>
                <a:path w="6537959" h="5924550">
                  <a:moveTo>
                    <a:pt x="3813010" y="4095249"/>
                  </a:moveTo>
                  <a:lnTo>
                    <a:pt x="3827336" y="4120649"/>
                  </a:lnTo>
                  <a:lnTo>
                    <a:pt x="3802525" y="4133349"/>
                  </a:lnTo>
                  <a:lnTo>
                    <a:pt x="3788198" y="4120649"/>
                  </a:lnTo>
                  <a:lnTo>
                    <a:pt x="3813010" y="4095249"/>
                  </a:lnTo>
                  <a:close/>
                </a:path>
                <a:path w="6537959" h="5924550">
                  <a:moveTo>
                    <a:pt x="2876002" y="4107949"/>
                  </a:moveTo>
                  <a:lnTo>
                    <a:pt x="2884868" y="4133349"/>
                  </a:lnTo>
                  <a:lnTo>
                    <a:pt x="2869510" y="4133349"/>
                  </a:lnTo>
                  <a:lnTo>
                    <a:pt x="2860639" y="4120649"/>
                  </a:lnTo>
                  <a:lnTo>
                    <a:pt x="2876002" y="4107949"/>
                  </a:lnTo>
                  <a:close/>
                </a:path>
                <a:path w="6537959" h="5924550">
                  <a:moveTo>
                    <a:pt x="1939065" y="4120649"/>
                  </a:moveTo>
                  <a:lnTo>
                    <a:pt x="1942701" y="4133349"/>
                  </a:lnTo>
                  <a:lnTo>
                    <a:pt x="1932761" y="4133349"/>
                  </a:lnTo>
                  <a:lnTo>
                    <a:pt x="1939065" y="4120649"/>
                  </a:lnTo>
                  <a:close/>
                </a:path>
                <a:path w="6537959" h="5924550">
                  <a:moveTo>
                    <a:pt x="5268746" y="4057149"/>
                  </a:moveTo>
                  <a:lnTo>
                    <a:pt x="5291261" y="4095249"/>
                  </a:lnTo>
                  <a:lnTo>
                    <a:pt x="5252264" y="4120649"/>
                  </a:lnTo>
                  <a:lnTo>
                    <a:pt x="5229754" y="4082549"/>
                  </a:lnTo>
                  <a:lnTo>
                    <a:pt x="5268746" y="4057149"/>
                  </a:lnTo>
                  <a:close/>
                </a:path>
                <a:path w="6537959" h="5924550">
                  <a:moveTo>
                    <a:pt x="4072456" y="4082549"/>
                  </a:moveTo>
                  <a:lnTo>
                    <a:pt x="4088374" y="4107949"/>
                  </a:lnTo>
                  <a:lnTo>
                    <a:pt x="4060806" y="4120649"/>
                  </a:lnTo>
                  <a:lnTo>
                    <a:pt x="4044884" y="4095249"/>
                  </a:lnTo>
                  <a:lnTo>
                    <a:pt x="4072456" y="4082549"/>
                  </a:lnTo>
                  <a:close/>
                </a:path>
                <a:path w="6537959" h="5924550">
                  <a:moveTo>
                    <a:pt x="3135362" y="4095249"/>
                  </a:moveTo>
                  <a:lnTo>
                    <a:pt x="3145595" y="4107949"/>
                  </a:lnTo>
                  <a:lnTo>
                    <a:pt x="3127871" y="4120649"/>
                  </a:lnTo>
                  <a:lnTo>
                    <a:pt x="3117638" y="4107949"/>
                  </a:lnTo>
                  <a:lnTo>
                    <a:pt x="3135362" y="4095249"/>
                  </a:lnTo>
                  <a:close/>
                </a:path>
                <a:path w="6537959" h="5924550">
                  <a:moveTo>
                    <a:pt x="2189762" y="4107949"/>
                  </a:moveTo>
                  <a:lnTo>
                    <a:pt x="2198432" y="4107949"/>
                  </a:lnTo>
                  <a:lnTo>
                    <a:pt x="2203433" y="4120649"/>
                  </a:lnTo>
                  <a:lnTo>
                    <a:pt x="2194768" y="4120649"/>
                  </a:lnTo>
                  <a:lnTo>
                    <a:pt x="2189762" y="4107949"/>
                  </a:lnTo>
                  <a:close/>
                </a:path>
                <a:path w="6537959" h="5924550">
                  <a:moveTo>
                    <a:pt x="5528193" y="4031749"/>
                  </a:moveTo>
                  <a:lnTo>
                    <a:pt x="5552298" y="4082549"/>
                  </a:lnTo>
                  <a:lnTo>
                    <a:pt x="5510547" y="4107949"/>
                  </a:lnTo>
                  <a:lnTo>
                    <a:pt x="5486441" y="4057149"/>
                  </a:lnTo>
                  <a:lnTo>
                    <a:pt x="5528193" y="4031749"/>
                  </a:lnTo>
                  <a:close/>
                </a:path>
                <a:path w="6537959" h="5924550">
                  <a:moveTo>
                    <a:pt x="4331737" y="4069849"/>
                  </a:moveTo>
                  <a:lnTo>
                    <a:pt x="4348792" y="4095249"/>
                  </a:lnTo>
                  <a:lnTo>
                    <a:pt x="4319248" y="4107949"/>
                  </a:lnTo>
                  <a:lnTo>
                    <a:pt x="4302194" y="4082549"/>
                  </a:lnTo>
                  <a:lnTo>
                    <a:pt x="4331737" y="4069849"/>
                  </a:lnTo>
                  <a:close/>
                </a:path>
                <a:path w="6537959" h="5924550">
                  <a:moveTo>
                    <a:pt x="3374329" y="4082549"/>
                  </a:moveTo>
                  <a:lnTo>
                    <a:pt x="3394809" y="4082549"/>
                  </a:lnTo>
                  <a:lnTo>
                    <a:pt x="3406633" y="4095249"/>
                  </a:lnTo>
                  <a:lnTo>
                    <a:pt x="3386153" y="4107949"/>
                  </a:lnTo>
                  <a:lnTo>
                    <a:pt x="3374329" y="4082549"/>
                  </a:lnTo>
                  <a:close/>
                </a:path>
                <a:path w="6537959" h="5924550">
                  <a:moveTo>
                    <a:pt x="2457793" y="4082549"/>
                  </a:moveTo>
                  <a:lnTo>
                    <a:pt x="2464161" y="4095249"/>
                  </a:lnTo>
                  <a:lnTo>
                    <a:pt x="2453135" y="4107949"/>
                  </a:lnTo>
                  <a:lnTo>
                    <a:pt x="2446767" y="4095249"/>
                  </a:lnTo>
                  <a:lnTo>
                    <a:pt x="2457793" y="4082549"/>
                  </a:lnTo>
                  <a:close/>
                </a:path>
                <a:path w="6537959" h="5924550">
                  <a:moveTo>
                    <a:pt x="1519200" y="4095249"/>
                  </a:moveTo>
                  <a:lnTo>
                    <a:pt x="1520777" y="4095249"/>
                  </a:lnTo>
                  <a:lnTo>
                    <a:pt x="1521685" y="4107949"/>
                  </a:lnTo>
                  <a:lnTo>
                    <a:pt x="1520108" y="4107949"/>
                  </a:lnTo>
                  <a:lnTo>
                    <a:pt x="1519200" y="4095249"/>
                  </a:lnTo>
                  <a:close/>
                </a:path>
                <a:path w="6537959" h="5924550">
                  <a:moveTo>
                    <a:pt x="4591096" y="4044449"/>
                  </a:moveTo>
                  <a:lnTo>
                    <a:pt x="4609517" y="4082549"/>
                  </a:lnTo>
                  <a:lnTo>
                    <a:pt x="4577613" y="4095249"/>
                  </a:lnTo>
                  <a:lnTo>
                    <a:pt x="4559192" y="4069849"/>
                  </a:lnTo>
                  <a:lnTo>
                    <a:pt x="4591096" y="4044449"/>
                  </a:lnTo>
                  <a:close/>
                </a:path>
                <a:path w="6537959" h="5924550">
                  <a:moveTo>
                    <a:pt x="3654172" y="4057149"/>
                  </a:moveTo>
                  <a:lnTo>
                    <a:pt x="3667362" y="4082549"/>
                  </a:lnTo>
                  <a:lnTo>
                    <a:pt x="3644517" y="4095249"/>
                  </a:lnTo>
                  <a:lnTo>
                    <a:pt x="3631327" y="4069849"/>
                  </a:lnTo>
                  <a:lnTo>
                    <a:pt x="3654172" y="4057149"/>
                  </a:lnTo>
                  <a:close/>
                </a:path>
                <a:path w="6537959" h="5924550">
                  <a:moveTo>
                    <a:pt x="2717158" y="4069849"/>
                  </a:moveTo>
                  <a:lnTo>
                    <a:pt x="2724888" y="4082549"/>
                  </a:lnTo>
                  <a:lnTo>
                    <a:pt x="2711497" y="4095249"/>
                  </a:lnTo>
                  <a:lnTo>
                    <a:pt x="2703767" y="4082549"/>
                  </a:lnTo>
                  <a:lnTo>
                    <a:pt x="2717158" y="4069849"/>
                  </a:lnTo>
                  <a:close/>
                </a:path>
                <a:path w="6537959" h="5924550">
                  <a:moveTo>
                    <a:pt x="1776201" y="4082549"/>
                  </a:moveTo>
                  <a:lnTo>
                    <a:pt x="1782413" y="4082549"/>
                  </a:lnTo>
                  <a:lnTo>
                    <a:pt x="1778475" y="4095249"/>
                  </a:lnTo>
                  <a:lnTo>
                    <a:pt x="1776201" y="4082549"/>
                  </a:lnTo>
                  <a:close/>
                </a:path>
                <a:path w="6537959" h="5924550">
                  <a:moveTo>
                    <a:pt x="5787475" y="4019049"/>
                  </a:moveTo>
                  <a:lnTo>
                    <a:pt x="5812718" y="4057149"/>
                  </a:lnTo>
                  <a:lnTo>
                    <a:pt x="5768994" y="4082549"/>
                  </a:lnTo>
                  <a:lnTo>
                    <a:pt x="5743751" y="4044449"/>
                  </a:lnTo>
                  <a:lnTo>
                    <a:pt x="5787475" y="4019049"/>
                  </a:lnTo>
                  <a:close/>
                </a:path>
                <a:path w="6537959" h="5924550">
                  <a:moveTo>
                    <a:pt x="4850543" y="4031749"/>
                  </a:moveTo>
                  <a:lnTo>
                    <a:pt x="4870555" y="4069849"/>
                  </a:lnTo>
                  <a:lnTo>
                    <a:pt x="4835895" y="4082549"/>
                  </a:lnTo>
                  <a:lnTo>
                    <a:pt x="4815884" y="4044449"/>
                  </a:lnTo>
                  <a:lnTo>
                    <a:pt x="4850543" y="4031749"/>
                  </a:lnTo>
                  <a:close/>
                </a:path>
                <a:path w="6537959" h="5924550">
                  <a:moveTo>
                    <a:pt x="3913530" y="4044449"/>
                  </a:moveTo>
                  <a:lnTo>
                    <a:pt x="3928087" y="4069849"/>
                  </a:lnTo>
                  <a:lnTo>
                    <a:pt x="3902876" y="4082549"/>
                  </a:lnTo>
                  <a:lnTo>
                    <a:pt x="3888324" y="4057149"/>
                  </a:lnTo>
                  <a:lnTo>
                    <a:pt x="3913530" y="4044449"/>
                  </a:lnTo>
                  <a:close/>
                </a:path>
                <a:path w="6537959" h="5924550">
                  <a:moveTo>
                    <a:pt x="2960767" y="4057149"/>
                  </a:moveTo>
                  <a:lnTo>
                    <a:pt x="2976524" y="4057149"/>
                  </a:lnTo>
                  <a:lnTo>
                    <a:pt x="2985620" y="4069849"/>
                  </a:lnTo>
                  <a:lnTo>
                    <a:pt x="2969862" y="4082549"/>
                  </a:lnTo>
                  <a:lnTo>
                    <a:pt x="2960767" y="4057149"/>
                  </a:lnTo>
                  <a:close/>
                </a:path>
                <a:path w="6537959" h="5924550">
                  <a:moveTo>
                    <a:pt x="5109908" y="4019049"/>
                  </a:moveTo>
                  <a:lnTo>
                    <a:pt x="5131281" y="4044449"/>
                  </a:lnTo>
                  <a:lnTo>
                    <a:pt x="5094260" y="4069849"/>
                  </a:lnTo>
                  <a:lnTo>
                    <a:pt x="5072883" y="4031749"/>
                  </a:lnTo>
                  <a:lnTo>
                    <a:pt x="5109908" y="4019049"/>
                  </a:lnTo>
                  <a:close/>
                </a:path>
                <a:path w="6537959" h="5924550">
                  <a:moveTo>
                    <a:pt x="4172895" y="4019049"/>
                  </a:moveTo>
                  <a:lnTo>
                    <a:pt x="4188812" y="4057149"/>
                  </a:lnTo>
                  <a:lnTo>
                    <a:pt x="4161245" y="4069849"/>
                  </a:lnTo>
                  <a:lnTo>
                    <a:pt x="4145323" y="4044449"/>
                  </a:lnTo>
                  <a:lnTo>
                    <a:pt x="4172895" y="4019049"/>
                  </a:lnTo>
                  <a:close/>
                </a:path>
                <a:path w="6537959" h="5924550">
                  <a:moveTo>
                    <a:pt x="3235884" y="4031749"/>
                  </a:moveTo>
                  <a:lnTo>
                    <a:pt x="3246346" y="4057149"/>
                  </a:lnTo>
                  <a:lnTo>
                    <a:pt x="3228228" y="4069849"/>
                  </a:lnTo>
                  <a:lnTo>
                    <a:pt x="3217766" y="4044449"/>
                  </a:lnTo>
                  <a:lnTo>
                    <a:pt x="3235884" y="4031749"/>
                  </a:lnTo>
                  <a:close/>
                </a:path>
                <a:path w="6537959" h="5924550">
                  <a:moveTo>
                    <a:pt x="5369268" y="3993649"/>
                  </a:moveTo>
                  <a:lnTo>
                    <a:pt x="5392007" y="4031749"/>
                  </a:lnTo>
                  <a:lnTo>
                    <a:pt x="5352621" y="4057149"/>
                  </a:lnTo>
                  <a:lnTo>
                    <a:pt x="5329881" y="4019049"/>
                  </a:lnTo>
                  <a:lnTo>
                    <a:pt x="5369268" y="3993649"/>
                  </a:lnTo>
                  <a:close/>
                </a:path>
                <a:path w="6537959" h="5924550">
                  <a:moveTo>
                    <a:pt x="4432254" y="4006349"/>
                  </a:moveTo>
                  <a:lnTo>
                    <a:pt x="4449538" y="4031749"/>
                  </a:lnTo>
                  <a:lnTo>
                    <a:pt x="4419605" y="4057149"/>
                  </a:lnTo>
                  <a:lnTo>
                    <a:pt x="4402321" y="4019049"/>
                  </a:lnTo>
                  <a:lnTo>
                    <a:pt x="4432254" y="4006349"/>
                  </a:lnTo>
                  <a:close/>
                </a:path>
                <a:path w="6537959" h="5924550">
                  <a:moveTo>
                    <a:pt x="3495331" y="4019049"/>
                  </a:moveTo>
                  <a:lnTo>
                    <a:pt x="3507384" y="4044449"/>
                  </a:lnTo>
                  <a:lnTo>
                    <a:pt x="3486505" y="4057149"/>
                  </a:lnTo>
                  <a:lnTo>
                    <a:pt x="3474452" y="4031749"/>
                  </a:lnTo>
                  <a:lnTo>
                    <a:pt x="3495331" y="4019049"/>
                  </a:lnTo>
                  <a:close/>
                </a:path>
                <a:path w="6537959" h="5924550">
                  <a:moveTo>
                    <a:pt x="2298868" y="4044449"/>
                  </a:moveTo>
                  <a:lnTo>
                    <a:pt x="2303869" y="4057149"/>
                  </a:lnTo>
                  <a:lnTo>
                    <a:pt x="2290203" y="4057149"/>
                  </a:lnTo>
                  <a:lnTo>
                    <a:pt x="2298868" y="4044449"/>
                  </a:lnTo>
                  <a:close/>
                </a:path>
                <a:path w="6537959" h="5924550">
                  <a:moveTo>
                    <a:pt x="5628714" y="3980949"/>
                  </a:moveTo>
                  <a:lnTo>
                    <a:pt x="5653045" y="4019049"/>
                  </a:lnTo>
                  <a:lnTo>
                    <a:pt x="5610903" y="4044449"/>
                  </a:lnTo>
                  <a:lnTo>
                    <a:pt x="5586573" y="4006349"/>
                  </a:lnTo>
                  <a:lnTo>
                    <a:pt x="5628714" y="3980949"/>
                  </a:lnTo>
                  <a:close/>
                </a:path>
                <a:path w="6537959" h="5924550">
                  <a:moveTo>
                    <a:pt x="4691618" y="3993649"/>
                  </a:moveTo>
                  <a:lnTo>
                    <a:pt x="4710263" y="4019049"/>
                  </a:lnTo>
                  <a:lnTo>
                    <a:pt x="4677969" y="4044449"/>
                  </a:lnTo>
                  <a:lnTo>
                    <a:pt x="4659324" y="4006349"/>
                  </a:lnTo>
                  <a:lnTo>
                    <a:pt x="4691618" y="3993649"/>
                  </a:lnTo>
                  <a:close/>
                </a:path>
                <a:path w="6537959" h="5924550">
                  <a:moveTo>
                    <a:pt x="2546895" y="4031749"/>
                  </a:moveTo>
                  <a:lnTo>
                    <a:pt x="2558315" y="4031749"/>
                  </a:lnTo>
                  <a:lnTo>
                    <a:pt x="2564912" y="4044449"/>
                  </a:lnTo>
                  <a:lnTo>
                    <a:pt x="2553488" y="4044449"/>
                  </a:lnTo>
                  <a:lnTo>
                    <a:pt x="2546895" y="4031749"/>
                  </a:lnTo>
                  <a:close/>
                </a:path>
                <a:path w="6537959" h="5924550">
                  <a:moveTo>
                    <a:pt x="4951065" y="3968249"/>
                  </a:moveTo>
                  <a:lnTo>
                    <a:pt x="4971302" y="4006349"/>
                  </a:lnTo>
                  <a:lnTo>
                    <a:pt x="4936248" y="4031749"/>
                  </a:lnTo>
                  <a:lnTo>
                    <a:pt x="4916011" y="3993649"/>
                  </a:lnTo>
                  <a:lnTo>
                    <a:pt x="4951065" y="3968249"/>
                  </a:lnTo>
                  <a:close/>
                </a:path>
                <a:path w="6537959" h="5924550">
                  <a:moveTo>
                    <a:pt x="3754606" y="4006349"/>
                  </a:moveTo>
                  <a:lnTo>
                    <a:pt x="3767796" y="4019049"/>
                  </a:lnTo>
                  <a:lnTo>
                    <a:pt x="3744956" y="4031749"/>
                  </a:lnTo>
                  <a:lnTo>
                    <a:pt x="3731766" y="4019049"/>
                  </a:lnTo>
                  <a:lnTo>
                    <a:pt x="3754606" y="4006349"/>
                  </a:lnTo>
                  <a:close/>
                </a:path>
                <a:path w="6537959" h="5924550">
                  <a:moveTo>
                    <a:pt x="2804207" y="4019049"/>
                  </a:moveTo>
                  <a:lnTo>
                    <a:pt x="2817599" y="4019049"/>
                  </a:lnTo>
                  <a:lnTo>
                    <a:pt x="2825328" y="4031749"/>
                  </a:lnTo>
                  <a:lnTo>
                    <a:pt x="2811937" y="4031749"/>
                  </a:lnTo>
                  <a:lnTo>
                    <a:pt x="2804207" y="4019049"/>
                  </a:lnTo>
                  <a:close/>
                </a:path>
                <a:path w="6537959" h="5924550">
                  <a:moveTo>
                    <a:pt x="1880658" y="4019049"/>
                  </a:moveTo>
                  <a:lnTo>
                    <a:pt x="1883161" y="4031749"/>
                  </a:lnTo>
                  <a:lnTo>
                    <a:pt x="1876329" y="4031749"/>
                  </a:lnTo>
                  <a:lnTo>
                    <a:pt x="1880658" y="4019049"/>
                  </a:lnTo>
                  <a:close/>
                </a:path>
                <a:path w="6537959" h="5924550">
                  <a:moveTo>
                    <a:pt x="5210425" y="3955549"/>
                  </a:moveTo>
                  <a:lnTo>
                    <a:pt x="5232032" y="3993649"/>
                  </a:lnTo>
                  <a:lnTo>
                    <a:pt x="5194613" y="4019049"/>
                  </a:lnTo>
                  <a:lnTo>
                    <a:pt x="5173010" y="3980949"/>
                  </a:lnTo>
                  <a:lnTo>
                    <a:pt x="5210425" y="3955549"/>
                  </a:lnTo>
                  <a:close/>
                </a:path>
                <a:path w="6537959" h="5924550">
                  <a:moveTo>
                    <a:pt x="4014053" y="3980949"/>
                  </a:moveTo>
                  <a:lnTo>
                    <a:pt x="4028833" y="4006349"/>
                  </a:lnTo>
                  <a:lnTo>
                    <a:pt x="4003233" y="4019049"/>
                  </a:lnTo>
                  <a:lnTo>
                    <a:pt x="3988452" y="3993649"/>
                  </a:lnTo>
                  <a:lnTo>
                    <a:pt x="4014053" y="3980949"/>
                  </a:lnTo>
                  <a:close/>
                </a:path>
                <a:path w="6537959" h="5924550">
                  <a:moveTo>
                    <a:pt x="3077042" y="3993649"/>
                  </a:moveTo>
                  <a:lnTo>
                    <a:pt x="3086362" y="4006349"/>
                  </a:lnTo>
                  <a:lnTo>
                    <a:pt x="3070215" y="4019049"/>
                  </a:lnTo>
                  <a:lnTo>
                    <a:pt x="3060895" y="4006349"/>
                  </a:lnTo>
                  <a:lnTo>
                    <a:pt x="3077042" y="3993649"/>
                  </a:lnTo>
                  <a:close/>
                </a:path>
                <a:path w="6537959" h="5924550">
                  <a:moveTo>
                    <a:pt x="2133330" y="4006349"/>
                  </a:moveTo>
                  <a:lnTo>
                    <a:pt x="2140029" y="4006349"/>
                  </a:lnTo>
                  <a:lnTo>
                    <a:pt x="2143893" y="4019049"/>
                  </a:lnTo>
                  <a:lnTo>
                    <a:pt x="2137195" y="4019049"/>
                  </a:lnTo>
                  <a:lnTo>
                    <a:pt x="2133330" y="4006349"/>
                  </a:lnTo>
                  <a:close/>
                </a:path>
                <a:path w="6537959" h="5924550">
                  <a:moveTo>
                    <a:pt x="5469785" y="3942849"/>
                  </a:moveTo>
                  <a:lnTo>
                    <a:pt x="5492754" y="3980949"/>
                  </a:lnTo>
                  <a:lnTo>
                    <a:pt x="5452978" y="4006349"/>
                  </a:lnTo>
                  <a:lnTo>
                    <a:pt x="5430009" y="3955549"/>
                  </a:lnTo>
                  <a:lnTo>
                    <a:pt x="5469785" y="3942849"/>
                  </a:lnTo>
                  <a:close/>
                </a:path>
                <a:path w="6537959" h="5924550">
                  <a:moveTo>
                    <a:pt x="4273411" y="3968249"/>
                  </a:moveTo>
                  <a:lnTo>
                    <a:pt x="4289558" y="3993649"/>
                  </a:lnTo>
                  <a:lnTo>
                    <a:pt x="4261597" y="4006349"/>
                  </a:lnTo>
                  <a:lnTo>
                    <a:pt x="4245450" y="3980949"/>
                  </a:lnTo>
                  <a:lnTo>
                    <a:pt x="4273411" y="3968249"/>
                  </a:lnTo>
                  <a:close/>
                </a:path>
                <a:path w="6537959" h="5924550">
                  <a:moveTo>
                    <a:pt x="3336401" y="3980949"/>
                  </a:moveTo>
                  <a:lnTo>
                    <a:pt x="3347092" y="3993649"/>
                  </a:lnTo>
                  <a:lnTo>
                    <a:pt x="3328580" y="4006349"/>
                  </a:lnTo>
                  <a:lnTo>
                    <a:pt x="3317893" y="3993649"/>
                  </a:lnTo>
                  <a:lnTo>
                    <a:pt x="3336401" y="3980949"/>
                  </a:lnTo>
                  <a:close/>
                </a:path>
                <a:path w="6537959" h="5924550">
                  <a:moveTo>
                    <a:pt x="2390331" y="3993649"/>
                  </a:moveTo>
                  <a:lnTo>
                    <a:pt x="2404621" y="3993649"/>
                  </a:lnTo>
                  <a:lnTo>
                    <a:pt x="2395562" y="4006349"/>
                  </a:lnTo>
                  <a:lnTo>
                    <a:pt x="2390331" y="3993649"/>
                  </a:lnTo>
                  <a:close/>
                </a:path>
                <a:path w="6537959" h="5924550">
                  <a:moveTo>
                    <a:pt x="4532775" y="3942849"/>
                  </a:moveTo>
                  <a:lnTo>
                    <a:pt x="4550284" y="3980949"/>
                  </a:lnTo>
                  <a:lnTo>
                    <a:pt x="4519962" y="3993649"/>
                  </a:lnTo>
                  <a:lnTo>
                    <a:pt x="4502448" y="3968249"/>
                  </a:lnTo>
                  <a:lnTo>
                    <a:pt x="4532775" y="3942849"/>
                  </a:lnTo>
                  <a:close/>
                </a:path>
                <a:path w="6537959" h="5924550">
                  <a:moveTo>
                    <a:pt x="3595769" y="3955549"/>
                  </a:moveTo>
                  <a:lnTo>
                    <a:pt x="3607822" y="3980949"/>
                  </a:lnTo>
                  <a:lnTo>
                    <a:pt x="3586944" y="3993649"/>
                  </a:lnTo>
                  <a:lnTo>
                    <a:pt x="3574891" y="3968249"/>
                  </a:lnTo>
                  <a:lnTo>
                    <a:pt x="3595769" y="3955549"/>
                  </a:lnTo>
                  <a:close/>
                </a:path>
                <a:path w="6537959" h="5924550">
                  <a:moveTo>
                    <a:pt x="2658755" y="3968249"/>
                  </a:moveTo>
                  <a:lnTo>
                    <a:pt x="2665348" y="3980949"/>
                  </a:lnTo>
                  <a:lnTo>
                    <a:pt x="2653928" y="3993649"/>
                  </a:lnTo>
                  <a:lnTo>
                    <a:pt x="2647331" y="3980949"/>
                  </a:lnTo>
                  <a:lnTo>
                    <a:pt x="2658755" y="3968249"/>
                  </a:lnTo>
                  <a:close/>
                </a:path>
                <a:path w="6537959" h="5924550">
                  <a:moveTo>
                    <a:pt x="1719453" y="3980949"/>
                  </a:moveTo>
                  <a:lnTo>
                    <a:pt x="1723185" y="3980949"/>
                  </a:lnTo>
                  <a:lnTo>
                    <a:pt x="1720819" y="3993649"/>
                  </a:lnTo>
                  <a:lnTo>
                    <a:pt x="1719453" y="3980949"/>
                  </a:lnTo>
                  <a:close/>
                </a:path>
                <a:path w="6537959" h="5924550">
                  <a:moveTo>
                    <a:pt x="5729150" y="3917449"/>
                  </a:moveTo>
                  <a:lnTo>
                    <a:pt x="5753480" y="3968249"/>
                  </a:lnTo>
                  <a:lnTo>
                    <a:pt x="5711338" y="3980949"/>
                  </a:lnTo>
                  <a:lnTo>
                    <a:pt x="5687008" y="3942849"/>
                  </a:lnTo>
                  <a:lnTo>
                    <a:pt x="5729150" y="3917449"/>
                  </a:lnTo>
                  <a:close/>
                </a:path>
                <a:path w="6537959" h="5924550">
                  <a:moveTo>
                    <a:pt x="4792140" y="3930149"/>
                  </a:moveTo>
                  <a:lnTo>
                    <a:pt x="4811015" y="3968249"/>
                  </a:lnTo>
                  <a:lnTo>
                    <a:pt x="4778322" y="3980949"/>
                  </a:lnTo>
                  <a:lnTo>
                    <a:pt x="4759447" y="3955549"/>
                  </a:lnTo>
                  <a:lnTo>
                    <a:pt x="4792140" y="3930149"/>
                  </a:lnTo>
                  <a:close/>
                </a:path>
                <a:path w="6537959" h="5924550">
                  <a:moveTo>
                    <a:pt x="3855127" y="3942849"/>
                  </a:moveTo>
                  <a:lnTo>
                    <a:pt x="3868546" y="3968249"/>
                  </a:lnTo>
                  <a:lnTo>
                    <a:pt x="3845307" y="3980949"/>
                  </a:lnTo>
                  <a:lnTo>
                    <a:pt x="3831888" y="3955549"/>
                  </a:lnTo>
                  <a:lnTo>
                    <a:pt x="3855127" y="3942849"/>
                  </a:lnTo>
                  <a:close/>
                </a:path>
                <a:path w="6537959" h="5924550">
                  <a:moveTo>
                    <a:pt x="2918116" y="3955549"/>
                  </a:moveTo>
                  <a:lnTo>
                    <a:pt x="2926075" y="3968249"/>
                  </a:lnTo>
                  <a:lnTo>
                    <a:pt x="2912294" y="3980949"/>
                  </a:lnTo>
                  <a:lnTo>
                    <a:pt x="2904335" y="3968249"/>
                  </a:lnTo>
                  <a:lnTo>
                    <a:pt x="2918116" y="3955549"/>
                  </a:lnTo>
                  <a:close/>
                </a:path>
                <a:path w="6537959" h="5924550">
                  <a:moveTo>
                    <a:pt x="5051505" y="3917449"/>
                  </a:moveTo>
                  <a:lnTo>
                    <a:pt x="5071741" y="3955549"/>
                  </a:lnTo>
                  <a:lnTo>
                    <a:pt x="5036687" y="3968249"/>
                  </a:lnTo>
                  <a:lnTo>
                    <a:pt x="5016446" y="3930149"/>
                  </a:lnTo>
                  <a:lnTo>
                    <a:pt x="5051505" y="3917449"/>
                  </a:lnTo>
                  <a:close/>
                </a:path>
                <a:path w="6537959" h="5924550">
                  <a:moveTo>
                    <a:pt x="4114569" y="3930149"/>
                  </a:moveTo>
                  <a:lnTo>
                    <a:pt x="4129579" y="3955549"/>
                  </a:lnTo>
                  <a:lnTo>
                    <a:pt x="4103584" y="3968249"/>
                  </a:lnTo>
                  <a:lnTo>
                    <a:pt x="4088574" y="3942849"/>
                  </a:lnTo>
                  <a:lnTo>
                    <a:pt x="4114569" y="3930149"/>
                  </a:lnTo>
                  <a:close/>
                </a:path>
                <a:path w="6537959" h="5924550">
                  <a:moveTo>
                    <a:pt x="3161018" y="3942849"/>
                  </a:moveTo>
                  <a:lnTo>
                    <a:pt x="3177564" y="3942849"/>
                  </a:lnTo>
                  <a:lnTo>
                    <a:pt x="3187118" y="3955549"/>
                  </a:lnTo>
                  <a:lnTo>
                    <a:pt x="3170572" y="3968249"/>
                  </a:lnTo>
                  <a:lnTo>
                    <a:pt x="3161018" y="3942849"/>
                  </a:lnTo>
                  <a:close/>
                </a:path>
                <a:path w="6537959" h="5924550">
                  <a:moveTo>
                    <a:pt x="5310864" y="3892049"/>
                  </a:moveTo>
                  <a:lnTo>
                    <a:pt x="5332467" y="3930149"/>
                  </a:lnTo>
                  <a:lnTo>
                    <a:pt x="5295052" y="3955549"/>
                  </a:lnTo>
                  <a:lnTo>
                    <a:pt x="5273449" y="3917449"/>
                  </a:lnTo>
                  <a:lnTo>
                    <a:pt x="5310864" y="3892049"/>
                  </a:lnTo>
                  <a:close/>
                </a:path>
                <a:path w="6537959" h="5924550">
                  <a:moveTo>
                    <a:pt x="4373938" y="3904749"/>
                  </a:moveTo>
                  <a:lnTo>
                    <a:pt x="4390309" y="3942849"/>
                  </a:lnTo>
                  <a:lnTo>
                    <a:pt x="4361949" y="3955549"/>
                  </a:lnTo>
                  <a:lnTo>
                    <a:pt x="4345577" y="3930149"/>
                  </a:lnTo>
                  <a:lnTo>
                    <a:pt x="4373938" y="3904749"/>
                  </a:lnTo>
                  <a:close/>
                </a:path>
                <a:path w="6537959" h="5924550">
                  <a:moveTo>
                    <a:pt x="3436923" y="3917449"/>
                  </a:moveTo>
                  <a:lnTo>
                    <a:pt x="3447839" y="3942849"/>
                  </a:lnTo>
                  <a:lnTo>
                    <a:pt x="3428932" y="3955549"/>
                  </a:lnTo>
                  <a:lnTo>
                    <a:pt x="3418016" y="3930149"/>
                  </a:lnTo>
                  <a:lnTo>
                    <a:pt x="3436923" y="3917449"/>
                  </a:lnTo>
                  <a:close/>
                </a:path>
                <a:path w="6537959" h="5924550">
                  <a:moveTo>
                    <a:pt x="2240547" y="3942849"/>
                  </a:moveTo>
                  <a:lnTo>
                    <a:pt x="2244641" y="3955549"/>
                  </a:lnTo>
                  <a:lnTo>
                    <a:pt x="2233459" y="3955549"/>
                  </a:lnTo>
                  <a:lnTo>
                    <a:pt x="2240547" y="3942849"/>
                  </a:lnTo>
                  <a:close/>
                </a:path>
                <a:path w="6537959" h="5924550">
                  <a:moveTo>
                    <a:pt x="5570311" y="3879349"/>
                  </a:moveTo>
                  <a:lnTo>
                    <a:pt x="5593509" y="3917449"/>
                  </a:lnTo>
                  <a:lnTo>
                    <a:pt x="5553330" y="3942849"/>
                  </a:lnTo>
                  <a:lnTo>
                    <a:pt x="5530136" y="3904749"/>
                  </a:lnTo>
                  <a:lnTo>
                    <a:pt x="5570311" y="3879349"/>
                  </a:lnTo>
                  <a:close/>
                </a:path>
                <a:path w="6537959" h="5924550">
                  <a:moveTo>
                    <a:pt x="4633297" y="3892049"/>
                  </a:moveTo>
                  <a:lnTo>
                    <a:pt x="4651035" y="3917449"/>
                  </a:lnTo>
                  <a:lnTo>
                    <a:pt x="4620314" y="3942849"/>
                  </a:lnTo>
                  <a:lnTo>
                    <a:pt x="4602576" y="3904749"/>
                  </a:lnTo>
                  <a:lnTo>
                    <a:pt x="4633297" y="3892049"/>
                  </a:lnTo>
                  <a:close/>
                </a:path>
                <a:path w="6537959" h="5924550">
                  <a:moveTo>
                    <a:pt x="2499912" y="3930149"/>
                  </a:moveTo>
                  <a:lnTo>
                    <a:pt x="2505368" y="3942849"/>
                  </a:lnTo>
                  <a:lnTo>
                    <a:pt x="2490459" y="3942849"/>
                  </a:lnTo>
                  <a:lnTo>
                    <a:pt x="2499912" y="3930149"/>
                  </a:lnTo>
                  <a:close/>
                </a:path>
                <a:path w="6537959" h="5924550">
                  <a:moveTo>
                    <a:pt x="4892657" y="3879349"/>
                  </a:moveTo>
                  <a:lnTo>
                    <a:pt x="4911761" y="3904749"/>
                  </a:lnTo>
                  <a:lnTo>
                    <a:pt x="4878674" y="3930149"/>
                  </a:lnTo>
                  <a:lnTo>
                    <a:pt x="4859575" y="3892049"/>
                  </a:lnTo>
                  <a:lnTo>
                    <a:pt x="4892657" y="3879349"/>
                  </a:lnTo>
                  <a:close/>
                </a:path>
                <a:path w="6537959" h="5924550">
                  <a:moveTo>
                    <a:pt x="3696286" y="3904749"/>
                  </a:moveTo>
                  <a:lnTo>
                    <a:pt x="3708568" y="3917449"/>
                  </a:lnTo>
                  <a:lnTo>
                    <a:pt x="3687300" y="3930149"/>
                  </a:lnTo>
                  <a:lnTo>
                    <a:pt x="3675018" y="3917449"/>
                  </a:lnTo>
                  <a:lnTo>
                    <a:pt x="3696286" y="3904749"/>
                  </a:lnTo>
                  <a:close/>
                </a:path>
                <a:path w="6537959" h="5924550">
                  <a:moveTo>
                    <a:pt x="2747459" y="3917449"/>
                  </a:moveTo>
                  <a:lnTo>
                    <a:pt x="2759274" y="3917449"/>
                  </a:lnTo>
                  <a:lnTo>
                    <a:pt x="2766095" y="3930149"/>
                  </a:lnTo>
                  <a:lnTo>
                    <a:pt x="2754281" y="3930149"/>
                  </a:lnTo>
                  <a:lnTo>
                    <a:pt x="2747459" y="3917449"/>
                  </a:lnTo>
                  <a:close/>
                </a:path>
                <a:path w="6537959" h="5924550">
                  <a:moveTo>
                    <a:pt x="5152022" y="3853949"/>
                  </a:moveTo>
                  <a:lnTo>
                    <a:pt x="5172487" y="3892049"/>
                  </a:lnTo>
                  <a:lnTo>
                    <a:pt x="5137039" y="3917449"/>
                  </a:lnTo>
                  <a:lnTo>
                    <a:pt x="5116574" y="3879349"/>
                  </a:lnTo>
                  <a:lnTo>
                    <a:pt x="5152022" y="3853949"/>
                  </a:lnTo>
                  <a:close/>
                </a:path>
                <a:path w="6537959" h="5924550">
                  <a:moveTo>
                    <a:pt x="3955649" y="3879349"/>
                  </a:moveTo>
                  <a:lnTo>
                    <a:pt x="3969293" y="3904749"/>
                  </a:lnTo>
                  <a:lnTo>
                    <a:pt x="3945659" y="3917449"/>
                  </a:lnTo>
                  <a:lnTo>
                    <a:pt x="3932016" y="3904749"/>
                  </a:lnTo>
                  <a:lnTo>
                    <a:pt x="3955649" y="3879349"/>
                  </a:lnTo>
                  <a:close/>
                </a:path>
                <a:path w="6537959" h="5924550">
                  <a:moveTo>
                    <a:pt x="3018638" y="3892049"/>
                  </a:moveTo>
                  <a:lnTo>
                    <a:pt x="3026822" y="3904749"/>
                  </a:lnTo>
                  <a:lnTo>
                    <a:pt x="3012646" y="3917449"/>
                  </a:lnTo>
                  <a:lnTo>
                    <a:pt x="3004458" y="3904749"/>
                  </a:lnTo>
                  <a:lnTo>
                    <a:pt x="3018638" y="3892049"/>
                  </a:lnTo>
                  <a:close/>
                </a:path>
                <a:path w="6537959" h="5924550">
                  <a:moveTo>
                    <a:pt x="2076894" y="3904749"/>
                  </a:moveTo>
                  <a:lnTo>
                    <a:pt x="2081625" y="3904749"/>
                  </a:lnTo>
                  <a:lnTo>
                    <a:pt x="2084353" y="3917449"/>
                  </a:lnTo>
                  <a:lnTo>
                    <a:pt x="2079622" y="3917449"/>
                  </a:lnTo>
                  <a:lnTo>
                    <a:pt x="2076894" y="3904749"/>
                  </a:lnTo>
                  <a:close/>
                </a:path>
                <a:path w="6537959" h="5924550">
                  <a:moveTo>
                    <a:pt x="4215091" y="3866649"/>
                  </a:moveTo>
                  <a:lnTo>
                    <a:pt x="4230330" y="3892049"/>
                  </a:lnTo>
                  <a:lnTo>
                    <a:pt x="4203941" y="3904749"/>
                  </a:lnTo>
                  <a:lnTo>
                    <a:pt x="4188702" y="3879349"/>
                  </a:lnTo>
                  <a:lnTo>
                    <a:pt x="4215091" y="3866649"/>
                  </a:lnTo>
                  <a:close/>
                </a:path>
                <a:path w="6537959" h="5924550">
                  <a:moveTo>
                    <a:pt x="3278085" y="3879349"/>
                  </a:moveTo>
                  <a:lnTo>
                    <a:pt x="3287859" y="3892049"/>
                  </a:lnTo>
                  <a:lnTo>
                    <a:pt x="3270924" y="3904749"/>
                  </a:lnTo>
                  <a:lnTo>
                    <a:pt x="3261145" y="3892049"/>
                  </a:lnTo>
                  <a:lnTo>
                    <a:pt x="3278085" y="3879349"/>
                  </a:lnTo>
                  <a:close/>
                </a:path>
                <a:path w="6537959" h="5924550">
                  <a:moveTo>
                    <a:pt x="2333583" y="3892049"/>
                  </a:moveTo>
                  <a:lnTo>
                    <a:pt x="2345388" y="3892049"/>
                  </a:lnTo>
                  <a:lnTo>
                    <a:pt x="2337906" y="3904749"/>
                  </a:lnTo>
                  <a:lnTo>
                    <a:pt x="2333583" y="3892049"/>
                  </a:lnTo>
                  <a:close/>
                </a:path>
                <a:path w="6537959" h="5924550">
                  <a:moveTo>
                    <a:pt x="5411386" y="3841249"/>
                  </a:moveTo>
                  <a:lnTo>
                    <a:pt x="5433214" y="3879349"/>
                  </a:lnTo>
                  <a:lnTo>
                    <a:pt x="5395404" y="3892049"/>
                  </a:lnTo>
                  <a:lnTo>
                    <a:pt x="5373577" y="3866649"/>
                  </a:lnTo>
                  <a:lnTo>
                    <a:pt x="5411386" y="3841249"/>
                  </a:lnTo>
                  <a:close/>
                </a:path>
                <a:path w="6537959" h="5924550">
                  <a:moveTo>
                    <a:pt x="4474372" y="3853949"/>
                  </a:moveTo>
                  <a:lnTo>
                    <a:pt x="4490744" y="3879349"/>
                  </a:lnTo>
                  <a:lnTo>
                    <a:pt x="4462388" y="3892049"/>
                  </a:lnTo>
                  <a:lnTo>
                    <a:pt x="4446012" y="3866649"/>
                  </a:lnTo>
                  <a:lnTo>
                    <a:pt x="4474372" y="3853949"/>
                  </a:lnTo>
                  <a:close/>
                </a:path>
                <a:path w="6537959" h="5924550">
                  <a:moveTo>
                    <a:pt x="3518454" y="3866649"/>
                  </a:moveTo>
                  <a:lnTo>
                    <a:pt x="3537361" y="3866649"/>
                  </a:lnTo>
                  <a:lnTo>
                    <a:pt x="3548277" y="3879349"/>
                  </a:lnTo>
                  <a:lnTo>
                    <a:pt x="3529370" y="3892049"/>
                  </a:lnTo>
                  <a:lnTo>
                    <a:pt x="3518454" y="3866649"/>
                  </a:lnTo>
                  <a:close/>
                </a:path>
                <a:path w="6537959" h="5924550">
                  <a:moveTo>
                    <a:pt x="2590582" y="3879349"/>
                  </a:moveTo>
                  <a:lnTo>
                    <a:pt x="2606115" y="3879349"/>
                  </a:lnTo>
                  <a:lnTo>
                    <a:pt x="2596267" y="3892049"/>
                  </a:lnTo>
                  <a:lnTo>
                    <a:pt x="2590582" y="3879349"/>
                  </a:lnTo>
                  <a:close/>
                </a:path>
                <a:path w="6537959" h="5924550">
                  <a:moveTo>
                    <a:pt x="5670829" y="3815849"/>
                  </a:moveTo>
                  <a:lnTo>
                    <a:pt x="5694252" y="3866649"/>
                  </a:lnTo>
                  <a:lnTo>
                    <a:pt x="5653682" y="3879349"/>
                  </a:lnTo>
                  <a:lnTo>
                    <a:pt x="5630260" y="3841249"/>
                  </a:lnTo>
                  <a:lnTo>
                    <a:pt x="5670829" y="3815849"/>
                  </a:lnTo>
                  <a:close/>
                </a:path>
                <a:path w="6537959" h="5924550">
                  <a:moveTo>
                    <a:pt x="4733819" y="3828549"/>
                  </a:moveTo>
                  <a:lnTo>
                    <a:pt x="4751782" y="3866649"/>
                  </a:lnTo>
                  <a:lnTo>
                    <a:pt x="4720666" y="3879349"/>
                  </a:lnTo>
                  <a:lnTo>
                    <a:pt x="4702704" y="3853949"/>
                  </a:lnTo>
                  <a:lnTo>
                    <a:pt x="4733819" y="3828549"/>
                  </a:lnTo>
                  <a:close/>
                </a:path>
                <a:path w="6537959" h="5924550">
                  <a:moveTo>
                    <a:pt x="3796807" y="3841249"/>
                  </a:moveTo>
                  <a:lnTo>
                    <a:pt x="3809313" y="3866649"/>
                  </a:lnTo>
                  <a:lnTo>
                    <a:pt x="3787651" y="3879349"/>
                  </a:lnTo>
                  <a:lnTo>
                    <a:pt x="3775144" y="3853949"/>
                  </a:lnTo>
                  <a:lnTo>
                    <a:pt x="3796807" y="3841249"/>
                  </a:lnTo>
                  <a:close/>
                </a:path>
                <a:path w="6537959" h="5924550">
                  <a:moveTo>
                    <a:pt x="2859795" y="3853949"/>
                  </a:moveTo>
                  <a:lnTo>
                    <a:pt x="2866846" y="3866649"/>
                  </a:lnTo>
                  <a:lnTo>
                    <a:pt x="2854638" y="3879349"/>
                  </a:lnTo>
                  <a:lnTo>
                    <a:pt x="2847587" y="3866649"/>
                  </a:lnTo>
                  <a:lnTo>
                    <a:pt x="2859795" y="3853949"/>
                  </a:lnTo>
                  <a:close/>
                </a:path>
                <a:path w="6537959" h="5924550">
                  <a:moveTo>
                    <a:pt x="4993179" y="3815849"/>
                  </a:moveTo>
                  <a:lnTo>
                    <a:pt x="5012508" y="3853949"/>
                  </a:lnTo>
                  <a:lnTo>
                    <a:pt x="4979031" y="3866649"/>
                  </a:lnTo>
                  <a:lnTo>
                    <a:pt x="4959702" y="3828549"/>
                  </a:lnTo>
                  <a:lnTo>
                    <a:pt x="4993179" y="3815849"/>
                  </a:lnTo>
                  <a:close/>
                </a:path>
                <a:path w="6537959" h="5924550">
                  <a:moveTo>
                    <a:pt x="4056166" y="3828549"/>
                  </a:moveTo>
                  <a:lnTo>
                    <a:pt x="4070039" y="3853949"/>
                  </a:lnTo>
                  <a:lnTo>
                    <a:pt x="4046016" y="3866649"/>
                  </a:lnTo>
                  <a:lnTo>
                    <a:pt x="4032143" y="3841249"/>
                  </a:lnTo>
                  <a:lnTo>
                    <a:pt x="4056166" y="3828549"/>
                  </a:lnTo>
                  <a:close/>
                </a:path>
                <a:path w="6537959" h="5924550">
                  <a:moveTo>
                    <a:pt x="3104586" y="3841249"/>
                  </a:moveTo>
                  <a:lnTo>
                    <a:pt x="3119160" y="3841249"/>
                  </a:lnTo>
                  <a:lnTo>
                    <a:pt x="3127573" y="3853949"/>
                  </a:lnTo>
                  <a:lnTo>
                    <a:pt x="3112999" y="3866649"/>
                  </a:lnTo>
                  <a:lnTo>
                    <a:pt x="3104586" y="3841249"/>
                  </a:lnTo>
                  <a:close/>
                </a:path>
                <a:path w="6537959" h="5924550">
                  <a:moveTo>
                    <a:pt x="5252544" y="3803149"/>
                  </a:moveTo>
                  <a:lnTo>
                    <a:pt x="5273234" y="3828549"/>
                  </a:lnTo>
                  <a:lnTo>
                    <a:pt x="5237392" y="3853949"/>
                  </a:lnTo>
                  <a:lnTo>
                    <a:pt x="5216701" y="3815849"/>
                  </a:lnTo>
                  <a:lnTo>
                    <a:pt x="5252544" y="3803149"/>
                  </a:lnTo>
                  <a:close/>
                </a:path>
                <a:path w="6537959" h="5924550">
                  <a:moveTo>
                    <a:pt x="4315530" y="3803149"/>
                  </a:moveTo>
                  <a:lnTo>
                    <a:pt x="4330769" y="3841249"/>
                  </a:lnTo>
                  <a:lnTo>
                    <a:pt x="4304376" y="3853949"/>
                  </a:lnTo>
                  <a:lnTo>
                    <a:pt x="4289141" y="3828549"/>
                  </a:lnTo>
                  <a:lnTo>
                    <a:pt x="4315530" y="3803149"/>
                  </a:lnTo>
                  <a:close/>
                </a:path>
                <a:path w="6537959" h="5924550">
                  <a:moveTo>
                    <a:pt x="3378524" y="3815849"/>
                  </a:moveTo>
                  <a:lnTo>
                    <a:pt x="3388299" y="3841249"/>
                  </a:lnTo>
                  <a:lnTo>
                    <a:pt x="3371363" y="3853949"/>
                  </a:lnTo>
                  <a:lnTo>
                    <a:pt x="3361584" y="3828549"/>
                  </a:lnTo>
                  <a:lnTo>
                    <a:pt x="3378524" y="3815849"/>
                  </a:lnTo>
                  <a:close/>
                </a:path>
                <a:path w="6537959" h="5924550">
                  <a:moveTo>
                    <a:pt x="5511908" y="3777749"/>
                  </a:moveTo>
                  <a:lnTo>
                    <a:pt x="5533964" y="3815849"/>
                  </a:lnTo>
                  <a:lnTo>
                    <a:pt x="5495761" y="3841249"/>
                  </a:lnTo>
                  <a:lnTo>
                    <a:pt x="5473700" y="3803149"/>
                  </a:lnTo>
                  <a:lnTo>
                    <a:pt x="5511908" y="3777749"/>
                  </a:lnTo>
                  <a:close/>
                </a:path>
                <a:path w="6537959" h="5924550">
                  <a:moveTo>
                    <a:pt x="4574894" y="3790449"/>
                  </a:moveTo>
                  <a:lnTo>
                    <a:pt x="4591495" y="3815849"/>
                  </a:lnTo>
                  <a:lnTo>
                    <a:pt x="4562740" y="3841249"/>
                  </a:lnTo>
                  <a:lnTo>
                    <a:pt x="4546139" y="3803149"/>
                  </a:lnTo>
                  <a:lnTo>
                    <a:pt x="4574894" y="3790449"/>
                  </a:lnTo>
                  <a:close/>
                </a:path>
                <a:path w="6537959" h="5924550">
                  <a:moveTo>
                    <a:pt x="2441592" y="3828549"/>
                  </a:moveTo>
                  <a:lnTo>
                    <a:pt x="2446140" y="3841249"/>
                  </a:lnTo>
                  <a:lnTo>
                    <a:pt x="2433716" y="3841249"/>
                  </a:lnTo>
                  <a:lnTo>
                    <a:pt x="2441592" y="3828549"/>
                  </a:lnTo>
                  <a:close/>
                </a:path>
                <a:path w="6537959" h="5924550">
                  <a:moveTo>
                    <a:pt x="4834337" y="3777749"/>
                  </a:moveTo>
                  <a:lnTo>
                    <a:pt x="4852528" y="3803149"/>
                  </a:lnTo>
                  <a:lnTo>
                    <a:pt x="4821018" y="3828549"/>
                  </a:lnTo>
                  <a:lnTo>
                    <a:pt x="4802827" y="3790449"/>
                  </a:lnTo>
                  <a:lnTo>
                    <a:pt x="4834337" y="3777749"/>
                  </a:lnTo>
                  <a:close/>
                </a:path>
                <a:path w="6537959" h="5924550">
                  <a:moveTo>
                    <a:pt x="3637882" y="3803149"/>
                  </a:moveTo>
                  <a:lnTo>
                    <a:pt x="3649028" y="3828549"/>
                  </a:lnTo>
                  <a:lnTo>
                    <a:pt x="3629726" y="3828549"/>
                  </a:lnTo>
                  <a:lnTo>
                    <a:pt x="3618581" y="3815849"/>
                  </a:lnTo>
                  <a:lnTo>
                    <a:pt x="3637882" y="3803149"/>
                  </a:lnTo>
                  <a:close/>
                </a:path>
                <a:path w="6537959" h="5924550">
                  <a:moveTo>
                    <a:pt x="2691023" y="3815849"/>
                  </a:moveTo>
                  <a:lnTo>
                    <a:pt x="2700871" y="3815849"/>
                  </a:lnTo>
                  <a:lnTo>
                    <a:pt x="2706556" y="3828549"/>
                  </a:lnTo>
                  <a:lnTo>
                    <a:pt x="2696708" y="3828549"/>
                  </a:lnTo>
                  <a:lnTo>
                    <a:pt x="2691023" y="3815849"/>
                  </a:lnTo>
                  <a:close/>
                </a:path>
                <a:path w="6537959" h="5924550">
                  <a:moveTo>
                    <a:pt x="5093619" y="3752349"/>
                  </a:moveTo>
                  <a:lnTo>
                    <a:pt x="5112947" y="3790449"/>
                  </a:lnTo>
                  <a:lnTo>
                    <a:pt x="5079471" y="3815849"/>
                  </a:lnTo>
                  <a:lnTo>
                    <a:pt x="5060142" y="3777749"/>
                  </a:lnTo>
                  <a:lnTo>
                    <a:pt x="5093619" y="3752349"/>
                  </a:lnTo>
                  <a:close/>
                </a:path>
                <a:path w="6537959" h="5924550">
                  <a:moveTo>
                    <a:pt x="3897329" y="3790449"/>
                  </a:moveTo>
                  <a:lnTo>
                    <a:pt x="3910064" y="3803149"/>
                  </a:lnTo>
                  <a:lnTo>
                    <a:pt x="3888003" y="3815849"/>
                  </a:lnTo>
                  <a:lnTo>
                    <a:pt x="3875267" y="3803149"/>
                  </a:lnTo>
                  <a:lnTo>
                    <a:pt x="3897329" y="3790449"/>
                  </a:lnTo>
                  <a:close/>
                </a:path>
                <a:path w="6537959" h="5924550">
                  <a:moveTo>
                    <a:pt x="2948022" y="3803149"/>
                  </a:moveTo>
                  <a:lnTo>
                    <a:pt x="2960231" y="3803149"/>
                  </a:lnTo>
                  <a:lnTo>
                    <a:pt x="2967282" y="3815849"/>
                  </a:lnTo>
                  <a:lnTo>
                    <a:pt x="2955073" y="3815849"/>
                  </a:lnTo>
                  <a:lnTo>
                    <a:pt x="2948022" y="3803149"/>
                  </a:lnTo>
                  <a:close/>
                </a:path>
                <a:path w="6537959" h="5924550">
                  <a:moveTo>
                    <a:pt x="2023300" y="3803149"/>
                  </a:moveTo>
                  <a:lnTo>
                    <a:pt x="2025120" y="3815849"/>
                  </a:lnTo>
                  <a:lnTo>
                    <a:pt x="2020146" y="3815849"/>
                  </a:lnTo>
                  <a:lnTo>
                    <a:pt x="2023300" y="3803149"/>
                  </a:lnTo>
                  <a:close/>
                </a:path>
                <a:path w="6537959" h="5924550">
                  <a:moveTo>
                    <a:pt x="4156692" y="3765049"/>
                  </a:moveTo>
                  <a:lnTo>
                    <a:pt x="4170790" y="3790449"/>
                  </a:lnTo>
                  <a:lnTo>
                    <a:pt x="4146368" y="3803149"/>
                  </a:lnTo>
                  <a:lnTo>
                    <a:pt x="4132270" y="3777749"/>
                  </a:lnTo>
                  <a:lnTo>
                    <a:pt x="4156692" y="3765049"/>
                  </a:lnTo>
                  <a:close/>
                </a:path>
                <a:path w="6537959" h="5924550">
                  <a:moveTo>
                    <a:pt x="3219682" y="3777749"/>
                  </a:moveTo>
                  <a:lnTo>
                    <a:pt x="3228324" y="3790449"/>
                  </a:lnTo>
                  <a:lnTo>
                    <a:pt x="3213355" y="3803149"/>
                  </a:lnTo>
                  <a:lnTo>
                    <a:pt x="3204713" y="3790449"/>
                  </a:lnTo>
                  <a:lnTo>
                    <a:pt x="3219682" y="3777749"/>
                  </a:lnTo>
                  <a:close/>
                </a:path>
                <a:path w="6537959" h="5924550">
                  <a:moveTo>
                    <a:pt x="2277151" y="3790449"/>
                  </a:moveTo>
                  <a:lnTo>
                    <a:pt x="2282662" y="3790449"/>
                  </a:lnTo>
                  <a:lnTo>
                    <a:pt x="2285848" y="3803149"/>
                  </a:lnTo>
                  <a:lnTo>
                    <a:pt x="2280332" y="3803149"/>
                  </a:lnTo>
                  <a:lnTo>
                    <a:pt x="2277151" y="3790449"/>
                  </a:lnTo>
                  <a:close/>
                </a:path>
                <a:path w="6537959" h="5924550">
                  <a:moveTo>
                    <a:pt x="5353066" y="3739649"/>
                  </a:moveTo>
                  <a:lnTo>
                    <a:pt x="5373985" y="3777749"/>
                  </a:lnTo>
                  <a:lnTo>
                    <a:pt x="5337748" y="3790449"/>
                  </a:lnTo>
                  <a:lnTo>
                    <a:pt x="5316829" y="3765049"/>
                  </a:lnTo>
                  <a:lnTo>
                    <a:pt x="5353066" y="3739649"/>
                  </a:lnTo>
                  <a:close/>
                </a:path>
                <a:path w="6537959" h="5924550">
                  <a:moveTo>
                    <a:pt x="4416052" y="3752349"/>
                  </a:moveTo>
                  <a:lnTo>
                    <a:pt x="4431516" y="3777749"/>
                  </a:lnTo>
                  <a:lnTo>
                    <a:pt x="4404732" y="3790449"/>
                  </a:lnTo>
                  <a:lnTo>
                    <a:pt x="4389269" y="3765049"/>
                  </a:lnTo>
                  <a:lnTo>
                    <a:pt x="4416052" y="3752349"/>
                  </a:lnTo>
                  <a:close/>
                </a:path>
                <a:path w="6537959" h="5924550">
                  <a:moveTo>
                    <a:pt x="3479041" y="3765049"/>
                  </a:moveTo>
                  <a:lnTo>
                    <a:pt x="3489044" y="3777749"/>
                  </a:lnTo>
                  <a:lnTo>
                    <a:pt x="3471715" y="3790449"/>
                  </a:lnTo>
                  <a:lnTo>
                    <a:pt x="3461711" y="3777749"/>
                  </a:lnTo>
                  <a:lnTo>
                    <a:pt x="3479041" y="3765049"/>
                  </a:lnTo>
                  <a:close/>
                </a:path>
                <a:path w="6537959" h="5924550">
                  <a:moveTo>
                    <a:pt x="2534151" y="3777749"/>
                  </a:moveTo>
                  <a:lnTo>
                    <a:pt x="2546575" y="3777749"/>
                  </a:lnTo>
                  <a:lnTo>
                    <a:pt x="2538699" y="3790449"/>
                  </a:lnTo>
                  <a:lnTo>
                    <a:pt x="2534151" y="3777749"/>
                  </a:lnTo>
                  <a:close/>
                </a:path>
                <a:path w="6537959" h="5924550">
                  <a:moveTo>
                    <a:pt x="5612430" y="3726949"/>
                  </a:moveTo>
                  <a:lnTo>
                    <a:pt x="5634711" y="3765049"/>
                  </a:lnTo>
                  <a:lnTo>
                    <a:pt x="5596114" y="3777749"/>
                  </a:lnTo>
                  <a:lnTo>
                    <a:pt x="5573828" y="3739649"/>
                  </a:lnTo>
                  <a:lnTo>
                    <a:pt x="5612430" y="3726949"/>
                  </a:lnTo>
                  <a:close/>
                </a:path>
                <a:path w="6537959" h="5924550">
                  <a:moveTo>
                    <a:pt x="4675416" y="3739649"/>
                  </a:moveTo>
                  <a:lnTo>
                    <a:pt x="4692242" y="3765049"/>
                  </a:lnTo>
                  <a:lnTo>
                    <a:pt x="4663097" y="3777749"/>
                  </a:lnTo>
                  <a:lnTo>
                    <a:pt x="4646267" y="3752349"/>
                  </a:lnTo>
                  <a:lnTo>
                    <a:pt x="4675416" y="3739649"/>
                  </a:lnTo>
                  <a:close/>
                </a:path>
                <a:path w="6537959" h="5924550">
                  <a:moveTo>
                    <a:pt x="3738399" y="3739649"/>
                  </a:moveTo>
                  <a:lnTo>
                    <a:pt x="3749769" y="3765049"/>
                  </a:lnTo>
                  <a:lnTo>
                    <a:pt x="3730078" y="3777749"/>
                  </a:lnTo>
                  <a:lnTo>
                    <a:pt x="3718708" y="3752349"/>
                  </a:lnTo>
                  <a:lnTo>
                    <a:pt x="3738399" y="3739649"/>
                  </a:lnTo>
                  <a:close/>
                </a:path>
                <a:path w="6537959" h="5924550">
                  <a:moveTo>
                    <a:pt x="2801396" y="3752349"/>
                  </a:moveTo>
                  <a:lnTo>
                    <a:pt x="2807306" y="3765049"/>
                  </a:lnTo>
                  <a:lnTo>
                    <a:pt x="2797064" y="3777749"/>
                  </a:lnTo>
                  <a:lnTo>
                    <a:pt x="2791150" y="3765049"/>
                  </a:lnTo>
                  <a:lnTo>
                    <a:pt x="2801396" y="3752349"/>
                  </a:lnTo>
                  <a:close/>
                </a:path>
                <a:path w="6537959" h="5924550">
                  <a:moveTo>
                    <a:pt x="4934776" y="3714249"/>
                  </a:moveTo>
                  <a:lnTo>
                    <a:pt x="4952968" y="3752349"/>
                  </a:lnTo>
                  <a:lnTo>
                    <a:pt x="4921458" y="3765049"/>
                  </a:lnTo>
                  <a:lnTo>
                    <a:pt x="4903266" y="3739649"/>
                  </a:lnTo>
                  <a:lnTo>
                    <a:pt x="4934776" y="3714249"/>
                  </a:lnTo>
                  <a:close/>
                </a:path>
                <a:path w="6537959" h="5924550">
                  <a:moveTo>
                    <a:pt x="3997850" y="3726949"/>
                  </a:moveTo>
                  <a:lnTo>
                    <a:pt x="4010810" y="3752349"/>
                  </a:lnTo>
                  <a:lnTo>
                    <a:pt x="3988355" y="3765049"/>
                  </a:lnTo>
                  <a:lnTo>
                    <a:pt x="3975394" y="3739649"/>
                  </a:lnTo>
                  <a:lnTo>
                    <a:pt x="3997850" y="3726949"/>
                  </a:lnTo>
                  <a:close/>
                </a:path>
                <a:path w="6537959" h="5924550">
                  <a:moveTo>
                    <a:pt x="3060757" y="3739649"/>
                  </a:moveTo>
                  <a:lnTo>
                    <a:pt x="3068033" y="3752349"/>
                  </a:lnTo>
                  <a:lnTo>
                    <a:pt x="3055425" y="3765049"/>
                  </a:lnTo>
                  <a:lnTo>
                    <a:pt x="3048149" y="3752349"/>
                  </a:lnTo>
                  <a:lnTo>
                    <a:pt x="3060757" y="3739649"/>
                  </a:lnTo>
                  <a:close/>
                </a:path>
                <a:path w="6537959" h="5924550">
                  <a:moveTo>
                    <a:pt x="5194136" y="3701549"/>
                  </a:moveTo>
                  <a:lnTo>
                    <a:pt x="5213694" y="3726949"/>
                  </a:lnTo>
                  <a:lnTo>
                    <a:pt x="5179823" y="3752349"/>
                  </a:lnTo>
                  <a:lnTo>
                    <a:pt x="5160265" y="3714249"/>
                  </a:lnTo>
                  <a:lnTo>
                    <a:pt x="5194136" y="3701549"/>
                  </a:lnTo>
                  <a:close/>
                </a:path>
                <a:path w="6537959" h="5924550">
                  <a:moveTo>
                    <a:pt x="4257131" y="3714249"/>
                  </a:moveTo>
                  <a:lnTo>
                    <a:pt x="4271229" y="3739649"/>
                  </a:lnTo>
                  <a:lnTo>
                    <a:pt x="4246807" y="3752349"/>
                  </a:lnTo>
                  <a:lnTo>
                    <a:pt x="4232709" y="3726949"/>
                  </a:lnTo>
                  <a:lnTo>
                    <a:pt x="4257131" y="3714249"/>
                  </a:lnTo>
                  <a:close/>
                </a:path>
                <a:path w="6537959" h="5924550">
                  <a:moveTo>
                    <a:pt x="3304836" y="3726949"/>
                  </a:moveTo>
                  <a:lnTo>
                    <a:pt x="3320199" y="3726949"/>
                  </a:lnTo>
                  <a:lnTo>
                    <a:pt x="3329066" y="3739649"/>
                  </a:lnTo>
                  <a:lnTo>
                    <a:pt x="3313707" y="3752349"/>
                  </a:lnTo>
                  <a:lnTo>
                    <a:pt x="3304836" y="3726949"/>
                  </a:lnTo>
                  <a:close/>
                </a:path>
                <a:path w="6537959" h="5924550">
                  <a:moveTo>
                    <a:pt x="5453587" y="3676149"/>
                  </a:moveTo>
                  <a:lnTo>
                    <a:pt x="5474736" y="3714249"/>
                  </a:lnTo>
                  <a:lnTo>
                    <a:pt x="5438105" y="3739649"/>
                  </a:lnTo>
                  <a:lnTo>
                    <a:pt x="5416956" y="3701549"/>
                  </a:lnTo>
                  <a:lnTo>
                    <a:pt x="5453587" y="3676149"/>
                  </a:lnTo>
                  <a:close/>
                </a:path>
                <a:path w="6537959" h="5924550">
                  <a:moveTo>
                    <a:pt x="4516568" y="3688849"/>
                  </a:moveTo>
                  <a:lnTo>
                    <a:pt x="4532261" y="3714249"/>
                  </a:lnTo>
                  <a:lnTo>
                    <a:pt x="4505084" y="3739649"/>
                  </a:lnTo>
                  <a:lnTo>
                    <a:pt x="4489391" y="3714249"/>
                  </a:lnTo>
                  <a:lnTo>
                    <a:pt x="4516568" y="3688849"/>
                  </a:lnTo>
                  <a:close/>
                </a:path>
                <a:path w="6537959" h="5924550">
                  <a:moveTo>
                    <a:pt x="4775933" y="3676149"/>
                  </a:moveTo>
                  <a:lnTo>
                    <a:pt x="4792988" y="3701549"/>
                  </a:lnTo>
                  <a:lnTo>
                    <a:pt x="4763450" y="3726949"/>
                  </a:lnTo>
                  <a:lnTo>
                    <a:pt x="4746395" y="3688849"/>
                  </a:lnTo>
                  <a:lnTo>
                    <a:pt x="4775933" y="3676149"/>
                  </a:lnTo>
                  <a:close/>
                </a:path>
                <a:path w="6537959" h="5924550">
                  <a:moveTo>
                    <a:pt x="3579566" y="3701549"/>
                  </a:moveTo>
                  <a:lnTo>
                    <a:pt x="3589799" y="3726949"/>
                  </a:lnTo>
                  <a:lnTo>
                    <a:pt x="3572070" y="3726949"/>
                  </a:lnTo>
                  <a:lnTo>
                    <a:pt x="3561838" y="3714249"/>
                  </a:lnTo>
                  <a:lnTo>
                    <a:pt x="3579566" y="3701549"/>
                  </a:lnTo>
                  <a:close/>
                </a:path>
                <a:path w="6537959" h="5924550">
                  <a:moveTo>
                    <a:pt x="2642554" y="3714249"/>
                  </a:moveTo>
                  <a:lnTo>
                    <a:pt x="2647327" y="3726949"/>
                  </a:lnTo>
                  <a:lnTo>
                    <a:pt x="2634279" y="3726949"/>
                  </a:lnTo>
                  <a:lnTo>
                    <a:pt x="2642554" y="3714249"/>
                  </a:lnTo>
                  <a:close/>
                </a:path>
                <a:path w="6537959" h="5924550">
                  <a:moveTo>
                    <a:pt x="5035298" y="3663449"/>
                  </a:moveTo>
                  <a:lnTo>
                    <a:pt x="5053719" y="3688849"/>
                  </a:lnTo>
                  <a:lnTo>
                    <a:pt x="5021815" y="3714249"/>
                  </a:lnTo>
                  <a:lnTo>
                    <a:pt x="5003394" y="3676149"/>
                  </a:lnTo>
                  <a:lnTo>
                    <a:pt x="5035298" y="3663449"/>
                  </a:lnTo>
                  <a:close/>
                </a:path>
                <a:path w="6537959" h="5924550">
                  <a:moveTo>
                    <a:pt x="3838925" y="3688849"/>
                  </a:moveTo>
                  <a:lnTo>
                    <a:pt x="3850524" y="3701549"/>
                  </a:lnTo>
                  <a:lnTo>
                    <a:pt x="3830430" y="3714249"/>
                  </a:lnTo>
                  <a:lnTo>
                    <a:pt x="3818835" y="3701549"/>
                  </a:lnTo>
                  <a:lnTo>
                    <a:pt x="3838925" y="3688849"/>
                  </a:lnTo>
                  <a:close/>
                </a:path>
                <a:path w="6537959" h="5924550">
                  <a:moveTo>
                    <a:pt x="2891278" y="3701549"/>
                  </a:moveTo>
                  <a:lnTo>
                    <a:pt x="2901915" y="3701549"/>
                  </a:lnTo>
                  <a:lnTo>
                    <a:pt x="2908053" y="3714249"/>
                  </a:lnTo>
                  <a:lnTo>
                    <a:pt x="2897417" y="3714249"/>
                  </a:lnTo>
                  <a:lnTo>
                    <a:pt x="2891278" y="3701549"/>
                  </a:lnTo>
                  <a:close/>
                </a:path>
                <a:path w="6537959" h="5924550">
                  <a:moveTo>
                    <a:pt x="4098284" y="3663449"/>
                  </a:moveTo>
                  <a:lnTo>
                    <a:pt x="4111245" y="3688849"/>
                  </a:lnTo>
                  <a:lnTo>
                    <a:pt x="4088794" y="3701549"/>
                  </a:lnTo>
                  <a:lnTo>
                    <a:pt x="4075834" y="3688849"/>
                  </a:lnTo>
                  <a:lnTo>
                    <a:pt x="4098284" y="3663449"/>
                  </a:lnTo>
                  <a:close/>
                </a:path>
                <a:path w="6537959" h="5924550">
                  <a:moveTo>
                    <a:pt x="3161274" y="3676149"/>
                  </a:moveTo>
                  <a:lnTo>
                    <a:pt x="3168779" y="3688849"/>
                  </a:lnTo>
                  <a:lnTo>
                    <a:pt x="3155782" y="3701549"/>
                  </a:lnTo>
                  <a:lnTo>
                    <a:pt x="3148277" y="3688849"/>
                  </a:lnTo>
                  <a:lnTo>
                    <a:pt x="3161274" y="3676149"/>
                  </a:lnTo>
                  <a:close/>
                </a:path>
                <a:path w="6537959" h="5924550">
                  <a:moveTo>
                    <a:pt x="2220714" y="3688849"/>
                  </a:moveTo>
                  <a:lnTo>
                    <a:pt x="2224263" y="3688849"/>
                  </a:lnTo>
                  <a:lnTo>
                    <a:pt x="2226308" y="3701549"/>
                  </a:lnTo>
                  <a:lnTo>
                    <a:pt x="2222759" y="3701549"/>
                  </a:lnTo>
                  <a:lnTo>
                    <a:pt x="2220714" y="3688849"/>
                  </a:lnTo>
                  <a:close/>
                </a:path>
                <a:path w="6537959" h="5924550">
                  <a:moveTo>
                    <a:pt x="5294663" y="3638049"/>
                  </a:moveTo>
                  <a:lnTo>
                    <a:pt x="5314445" y="3676149"/>
                  </a:lnTo>
                  <a:lnTo>
                    <a:pt x="5280175" y="3688849"/>
                  </a:lnTo>
                  <a:lnTo>
                    <a:pt x="5260393" y="3663449"/>
                  </a:lnTo>
                  <a:lnTo>
                    <a:pt x="5294663" y="3638049"/>
                  </a:lnTo>
                  <a:close/>
                </a:path>
                <a:path w="6537959" h="5924550">
                  <a:moveTo>
                    <a:pt x="4357649" y="3650749"/>
                  </a:moveTo>
                  <a:lnTo>
                    <a:pt x="4371975" y="3676149"/>
                  </a:lnTo>
                  <a:lnTo>
                    <a:pt x="4347159" y="3688849"/>
                  </a:lnTo>
                  <a:lnTo>
                    <a:pt x="4332832" y="3663449"/>
                  </a:lnTo>
                  <a:lnTo>
                    <a:pt x="4357649" y="3650749"/>
                  </a:lnTo>
                  <a:close/>
                </a:path>
                <a:path w="6537959" h="5924550">
                  <a:moveTo>
                    <a:pt x="3420637" y="3663449"/>
                  </a:moveTo>
                  <a:lnTo>
                    <a:pt x="3429504" y="3676149"/>
                  </a:lnTo>
                  <a:lnTo>
                    <a:pt x="3414146" y="3688849"/>
                  </a:lnTo>
                  <a:lnTo>
                    <a:pt x="3405274" y="3676149"/>
                  </a:lnTo>
                  <a:lnTo>
                    <a:pt x="3420637" y="3663449"/>
                  </a:lnTo>
                  <a:close/>
                </a:path>
                <a:path w="6537959" h="5924550">
                  <a:moveTo>
                    <a:pt x="2477407" y="3676149"/>
                  </a:moveTo>
                  <a:lnTo>
                    <a:pt x="2487347" y="3676149"/>
                  </a:lnTo>
                  <a:lnTo>
                    <a:pt x="2481047" y="3688849"/>
                  </a:lnTo>
                  <a:lnTo>
                    <a:pt x="2477407" y="3676149"/>
                  </a:lnTo>
                  <a:close/>
                </a:path>
                <a:path w="6537959" h="5924550">
                  <a:moveTo>
                    <a:pt x="5554105" y="3625349"/>
                  </a:moveTo>
                  <a:lnTo>
                    <a:pt x="5575479" y="3663449"/>
                  </a:lnTo>
                  <a:lnTo>
                    <a:pt x="5538458" y="3676149"/>
                  </a:lnTo>
                  <a:lnTo>
                    <a:pt x="5517080" y="3638049"/>
                  </a:lnTo>
                  <a:lnTo>
                    <a:pt x="5554105" y="3625349"/>
                  </a:lnTo>
                  <a:close/>
                </a:path>
                <a:path w="6537959" h="5924550">
                  <a:moveTo>
                    <a:pt x="4617095" y="3638049"/>
                  </a:moveTo>
                  <a:lnTo>
                    <a:pt x="4633013" y="3663449"/>
                  </a:lnTo>
                  <a:lnTo>
                    <a:pt x="4605437" y="3676149"/>
                  </a:lnTo>
                  <a:lnTo>
                    <a:pt x="4589519" y="3650749"/>
                  </a:lnTo>
                  <a:lnTo>
                    <a:pt x="4617095" y="3638049"/>
                  </a:lnTo>
                  <a:close/>
                </a:path>
                <a:path w="6537959" h="5924550">
                  <a:moveTo>
                    <a:pt x="3662276" y="3650749"/>
                  </a:moveTo>
                  <a:lnTo>
                    <a:pt x="3680000" y="3650749"/>
                  </a:lnTo>
                  <a:lnTo>
                    <a:pt x="3690233" y="3663449"/>
                  </a:lnTo>
                  <a:lnTo>
                    <a:pt x="3672509" y="3676149"/>
                  </a:lnTo>
                  <a:lnTo>
                    <a:pt x="3662276" y="3650749"/>
                  </a:lnTo>
                  <a:close/>
                </a:path>
                <a:path w="6537959" h="5924550">
                  <a:moveTo>
                    <a:pt x="2734407" y="3663449"/>
                  </a:moveTo>
                  <a:lnTo>
                    <a:pt x="2748073" y="3663449"/>
                  </a:lnTo>
                  <a:lnTo>
                    <a:pt x="2739413" y="3676149"/>
                  </a:lnTo>
                  <a:lnTo>
                    <a:pt x="2734407" y="3663449"/>
                  </a:lnTo>
                  <a:close/>
                </a:path>
                <a:path w="6537959" h="5924550">
                  <a:moveTo>
                    <a:pt x="4876456" y="3612649"/>
                  </a:moveTo>
                  <a:lnTo>
                    <a:pt x="4893739" y="3650749"/>
                  </a:lnTo>
                  <a:lnTo>
                    <a:pt x="4863802" y="3663449"/>
                  </a:lnTo>
                  <a:lnTo>
                    <a:pt x="4846523" y="3638049"/>
                  </a:lnTo>
                  <a:lnTo>
                    <a:pt x="4876456" y="3612649"/>
                  </a:lnTo>
                  <a:close/>
                </a:path>
                <a:path w="6537959" h="5924550">
                  <a:moveTo>
                    <a:pt x="3939442" y="3625349"/>
                  </a:moveTo>
                  <a:lnTo>
                    <a:pt x="3951270" y="3650749"/>
                  </a:lnTo>
                  <a:lnTo>
                    <a:pt x="3930786" y="3663449"/>
                  </a:lnTo>
                  <a:lnTo>
                    <a:pt x="3918958" y="3638049"/>
                  </a:lnTo>
                  <a:lnTo>
                    <a:pt x="3939442" y="3625349"/>
                  </a:lnTo>
                  <a:close/>
                </a:path>
                <a:path w="6537959" h="5924550">
                  <a:moveTo>
                    <a:pt x="3002432" y="3638049"/>
                  </a:moveTo>
                  <a:lnTo>
                    <a:pt x="3008800" y="3650749"/>
                  </a:lnTo>
                  <a:lnTo>
                    <a:pt x="2997774" y="3663449"/>
                  </a:lnTo>
                  <a:lnTo>
                    <a:pt x="2991406" y="3650749"/>
                  </a:lnTo>
                  <a:lnTo>
                    <a:pt x="3002432" y="3638049"/>
                  </a:lnTo>
                  <a:close/>
                </a:path>
                <a:path w="6537959" h="5924550">
                  <a:moveTo>
                    <a:pt x="5135820" y="3599949"/>
                  </a:moveTo>
                  <a:lnTo>
                    <a:pt x="5154465" y="3638049"/>
                  </a:lnTo>
                  <a:lnTo>
                    <a:pt x="5122167" y="3650749"/>
                  </a:lnTo>
                  <a:lnTo>
                    <a:pt x="5103521" y="3612649"/>
                  </a:lnTo>
                  <a:lnTo>
                    <a:pt x="5135820" y="3599949"/>
                  </a:lnTo>
                  <a:close/>
                </a:path>
                <a:path w="6537959" h="5924550">
                  <a:moveTo>
                    <a:pt x="4198806" y="3612649"/>
                  </a:moveTo>
                  <a:lnTo>
                    <a:pt x="4211996" y="3638049"/>
                  </a:lnTo>
                  <a:lnTo>
                    <a:pt x="4189151" y="3650749"/>
                  </a:lnTo>
                  <a:lnTo>
                    <a:pt x="4175961" y="3625349"/>
                  </a:lnTo>
                  <a:lnTo>
                    <a:pt x="4198806" y="3612649"/>
                  </a:lnTo>
                  <a:close/>
                </a:path>
                <a:path w="6537959" h="5924550">
                  <a:moveTo>
                    <a:pt x="5395180" y="3587249"/>
                  </a:moveTo>
                  <a:lnTo>
                    <a:pt x="5415191" y="3612649"/>
                  </a:lnTo>
                  <a:lnTo>
                    <a:pt x="5380532" y="3638049"/>
                  </a:lnTo>
                  <a:lnTo>
                    <a:pt x="5360520" y="3599949"/>
                  </a:lnTo>
                  <a:lnTo>
                    <a:pt x="5395180" y="3587249"/>
                  </a:lnTo>
                  <a:close/>
                </a:path>
                <a:path w="6537959" h="5924550">
                  <a:moveTo>
                    <a:pt x="4458165" y="3599949"/>
                  </a:moveTo>
                  <a:lnTo>
                    <a:pt x="4472721" y="3625349"/>
                  </a:lnTo>
                  <a:lnTo>
                    <a:pt x="4447510" y="3638049"/>
                  </a:lnTo>
                  <a:lnTo>
                    <a:pt x="4432959" y="3612649"/>
                  </a:lnTo>
                  <a:lnTo>
                    <a:pt x="4458165" y="3599949"/>
                  </a:lnTo>
                  <a:close/>
                </a:path>
                <a:path w="6537959" h="5924550">
                  <a:moveTo>
                    <a:pt x="3248404" y="3625349"/>
                  </a:moveTo>
                  <a:lnTo>
                    <a:pt x="3261796" y="3625349"/>
                  </a:lnTo>
                  <a:lnTo>
                    <a:pt x="3269530" y="3638049"/>
                  </a:lnTo>
                  <a:lnTo>
                    <a:pt x="3256138" y="3638049"/>
                  </a:lnTo>
                  <a:lnTo>
                    <a:pt x="3248404" y="3625349"/>
                  </a:lnTo>
                  <a:close/>
                </a:path>
                <a:path w="6537959" h="5924550">
                  <a:moveTo>
                    <a:pt x="4717613" y="3574549"/>
                  </a:moveTo>
                  <a:lnTo>
                    <a:pt x="4733760" y="3599949"/>
                  </a:lnTo>
                  <a:lnTo>
                    <a:pt x="4705794" y="3625349"/>
                  </a:lnTo>
                  <a:lnTo>
                    <a:pt x="4689651" y="3587249"/>
                  </a:lnTo>
                  <a:lnTo>
                    <a:pt x="4717613" y="3574549"/>
                  </a:lnTo>
                  <a:close/>
                </a:path>
                <a:path w="6537959" h="5924550">
                  <a:moveTo>
                    <a:pt x="3521158" y="3599949"/>
                  </a:moveTo>
                  <a:lnTo>
                    <a:pt x="3530254" y="3625349"/>
                  </a:lnTo>
                  <a:lnTo>
                    <a:pt x="3514497" y="3625349"/>
                  </a:lnTo>
                  <a:lnTo>
                    <a:pt x="3505401" y="3612649"/>
                  </a:lnTo>
                  <a:lnTo>
                    <a:pt x="3521158" y="3599949"/>
                  </a:lnTo>
                  <a:close/>
                </a:path>
                <a:path w="6537959" h="5924550">
                  <a:moveTo>
                    <a:pt x="2584229" y="3612649"/>
                  </a:moveTo>
                  <a:lnTo>
                    <a:pt x="2588094" y="3625349"/>
                  </a:lnTo>
                  <a:lnTo>
                    <a:pt x="2577536" y="3625349"/>
                  </a:lnTo>
                  <a:lnTo>
                    <a:pt x="2584229" y="3612649"/>
                  </a:lnTo>
                  <a:close/>
                </a:path>
                <a:path w="6537959" h="5924550">
                  <a:moveTo>
                    <a:pt x="3780522" y="3587249"/>
                  </a:moveTo>
                  <a:lnTo>
                    <a:pt x="3790980" y="3599949"/>
                  </a:lnTo>
                  <a:lnTo>
                    <a:pt x="3772861" y="3612649"/>
                  </a:lnTo>
                  <a:lnTo>
                    <a:pt x="3762399" y="3599949"/>
                  </a:lnTo>
                  <a:lnTo>
                    <a:pt x="3780522" y="3587249"/>
                  </a:lnTo>
                  <a:close/>
                </a:path>
                <a:path w="6537959" h="5924550">
                  <a:moveTo>
                    <a:pt x="2834842" y="3599949"/>
                  </a:moveTo>
                  <a:lnTo>
                    <a:pt x="2843511" y="3599949"/>
                  </a:lnTo>
                  <a:lnTo>
                    <a:pt x="2848513" y="3612649"/>
                  </a:lnTo>
                  <a:lnTo>
                    <a:pt x="2839848" y="3612649"/>
                  </a:lnTo>
                  <a:lnTo>
                    <a:pt x="2834842" y="3599949"/>
                  </a:lnTo>
                  <a:close/>
                </a:path>
                <a:path w="6537959" h="5924550">
                  <a:moveTo>
                    <a:pt x="4976895" y="3561849"/>
                  </a:moveTo>
                  <a:lnTo>
                    <a:pt x="4994179" y="3587249"/>
                  </a:lnTo>
                  <a:lnTo>
                    <a:pt x="4964241" y="3599949"/>
                  </a:lnTo>
                  <a:lnTo>
                    <a:pt x="4946957" y="3574549"/>
                  </a:lnTo>
                  <a:lnTo>
                    <a:pt x="4976895" y="3561849"/>
                  </a:lnTo>
                  <a:close/>
                </a:path>
                <a:path w="6537959" h="5924550">
                  <a:moveTo>
                    <a:pt x="4039964" y="3574549"/>
                  </a:moveTo>
                  <a:lnTo>
                    <a:pt x="4052017" y="3587249"/>
                  </a:lnTo>
                  <a:lnTo>
                    <a:pt x="4031143" y="3599949"/>
                  </a:lnTo>
                  <a:lnTo>
                    <a:pt x="4019090" y="3587249"/>
                  </a:lnTo>
                  <a:lnTo>
                    <a:pt x="4039964" y="3574549"/>
                  </a:lnTo>
                  <a:close/>
                </a:path>
                <a:path w="6537959" h="5924550">
                  <a:moveTo>
                    <a:pt x="3091533" y="3587249"/>
                  </a:moveTo>
                  <a:lnTo>
                    <a:pt x="3109550" y="3587249"/>
                  </a:lnTo>
                  <a:lnTo>
                    <a:pt x="3098130" y="3599949"/>
                  </a:lnTo>
                  <a:lnTo>
                    <a:pt x="3091533" y="3587249"/>
                  </a:lnTo>
                  <a:close/>
                </a:path>
                <a:path w="6537959" h="5924550">
                  <a:moveTo>
                    <a:pt x="5236259" y="3536449"/>
                  </a:moveTo>
                  <a:lnTo>
                    <a:pt x="5254905" y="3574549"/>
                  </a:lnTo>
                  <a:lnTo>
                    <a:pt x="5222606" y="3587249"/>
                  </a:lnTo>
                  <a:lnTo>
                    <a:pt x="5203961" y="3561849"/>
                  </a:lnTo>
                  <a:lnTo>
                    <a:pt x="5236259" y="3536449"/>
                  </a:lnTo>
                  <a:close/>
                </a:path>
                <a:path w="6537959" h="5924550">
                  <a:moveTo>
                    <a:pt x="4299328" y="3549149"/>
                  </a:moveTo>
                  <a:lnTo>
                    <a:pt x="4312747" y="3574549"/>
                  </a:lnTo>
                  <a:lnTo>
                    <a:pt x="4289508" y="3587249"/>
                  </a:lnTo>
                  <a:lnTo>
                    <a:pt x="4276093" y="3561849"/>
                  </a:lnTo>
                  <a:lnTo>
                    <a:pt x="4299328" y="3549149"/>
                  </a:lnTo>
                  <a:close/>
                </a:path>
                <a:path w="6537959" h="5924550">
                  <a:moveTo>
                    <a:pt x="3362234" y="3561849"/>
                  </a:moveTo>
                  <a:lnTo>
                    <a:pt x="3369964" y="3574549"/>
                  </a:lnTo>
                  <a:lnTo>
                    <a:pt x="3356572" y="3587249"/>
                  </a:lnTo>
                  <a:lnTo>
                    <a:pt x="3348843" y="3574549"/>
                  </a:lnTo>
                  <a:lnTo>
                    <a:pt x="3362234" y="3561849"/>
                  </a:lnTo>
                  <a:close/>
                </a:path>
                <a:path w="6537959" h="5924550">
                  <a:moveTo>
                    <a:pt x="2420971" y="3574549"/>
                  </a:moveTo>
                  <a:lnTo>
                    <a:pt x="2427807" y="3574549"/>
                  </a:lnTo>
                  <a:lnTo>
                    <a:pt x="2423474" y="3587249"/>
                  </a:lnTo>
                  <a:lnTo>
                    <a:pt x="2420971" y="3574549"/>
                  </a:lnTo>
                  <a:close/>
                </a:path>
                <a:path w="6537959" h="5924550">
                  <a:moveTo>
                    <a:pt x="5495702" y="3523749"/>
                  </a:moveTo>
                  <a:lnTo>
                    <a:pt x="5515938" y="3561849"/>
                  </a:lnTo>
                  <a:lnTo>
                    <a:pt x="5480884" y="3574549"/>
                  </a:lnTo>
                  <a:lnTo>
                    <a:pt x="5460643" y="3549149"/>
                  </a:lnTo>
                  <a:lnTo>
                    <a:pt x="5495702" y="3523749"/>
                  </a:lnTo>
                  <a:close/>
                </a:path>
                <a:path w="6537959" h="5924550">
                  <a:moveTo>
                    <a:pt x="4558692" y="3536449"/>
                  </a:moveTo>
                  <a:lnTo>
                    <a:pt x="4573473" y="3561849"/>
                  </a:lnTo>
                  <a:lnTo>
                    <a:pt x="4547868" y="3574549"/>
                  </a:lnTo>
                  <a:lnTo>
                    <a:pt x="4533087" y="3549149"/>
                  </a:lnTo>
                  <a:lnTo>
                    <a:pt x="4558692" y="3536449"/>
                  </a:lnTo>
                  <a:close/>
                </a:path>
                <a:path w="6537959" h="5924550">
                  <a:moveTo>
                    <a:pt x="3621680" y="3549149"/>
                  </a:moveTo>
                  <a:lnTo>
                    <a:pt x="3631000" y="3561849"/>
                  </a:lnTo>
                  <a:lnTo>
                    <a:pt x="3614853" y="3574549"/>
                  </a:lnTo>
                  <a:lnTo>
                    <a:pt x="3605532" y="3561849"/>
                  </a:lnTo>
                  <a:lnTo>
                    <a:pt x="3621680" y="3549149"/>
                  </a:lnTo>
                  <a:close/>
                </a:path>
                <a:path w="6537959" h="5924550">
                  <a:moveTo>
                    <a:pt x="2677975" y="3561849"/>
                  </a:moveTo>
                  <a:lnTo>
                    <a:pt x="2688533" y="3561849"/>
                  </a:lnTo>
                  <a:lnTo>
                    <a:pt x="2681840" y="3574549"/>
                  </a:lnTo>
                  <a:lnTo>
                    <a:pt x="2677975" y="3561849"/>
                  </a:lnTo>
                  <a:close/>
                </a:path>
                <a:path w="6537959" h="5924550">
                  <a:moveTo>
                    <a:pt x="4818052" y="3523749"/>
                  </a:moveTo>
                  <a:lnTo>
                    <a:pt x="4834199" y="3549149"/>
                  </a:lnTo>
                  <a:lnTo>
                    <a:pt x="4806229" y="3561849"/>
                  </a:lnTo>
                  <a:lnTo>
                    <a:pt x="4790086" y="3536449"/>
                  </a:lnTo>
                  <a:lnTo>
                    <a:pt x="4818052" y="3523749"/>
                  </a:lnTo>
                  <a:close/>
                </a:path>
                <a:path w="6537959" h="5924550">
                  <a:moveTo>
                    <a:pt x="3881038" y="3523749"/>
                  </a:moveTo>
                  <a:lnTo>
                    <a:pt x="3891730" y="3549149"/>
                  </a:lnTo>
                  <a:lnTo>
                    <a:pt x="3873213" y="3561849"/>
                  </a:lnTo>
                  <a:lnTo>
                    <a:pt x="3862526" y="3536449"/>
                  </a:lnTo>
                  <a:lnTo>
                    <a:pt x="3881038" y="3523749"/>
                  </a:lnTo>
                  <a:close/>
                </a:path>
                <a:path w="6537959" h="5924550">
                  <a:moveTo>
                    <a:pt x="2944029" y="3536449"/>
                  </a:moveTo>
                  <a:lnTo>
                    <a:pt x="2949260" y="3549149"/>
                  </a:lnTo>
                  <a:lnTo>
                    <a:pt x="2940205" y="3561849"/>
                  </a:lnTo>
                  <a:lnTo>
                    <a:pt x="2934974" y="3549149"/>
                  </a:lnTo>
                  <a:lnTo>
                    <a:pt x="2944029" y="3536449"/>
                  </a:lnTo>
                  <a:close/>
                </a:path>
                <a:path w="6537959" h="5924550">
                  <a:moveTo>
                    <a:pt x="5077417" y="3498349"/>
                  </a:moveTo>
                  <a:lnTo>
                    <a:pt x="5094925" y="3536449"/>
                  </a:lnTo>
                  <a:lnTo>
                    <a:pt x="5064594" y="3549149"/>
                  </a:lnTo>
                  <a:lnTo>
                    <a:pt x="5047085" y="3523749"/>
                  </a:lnTo>
                  <a:lnTo>
                    <a:pt x="5077417" y="3498349"/>
                  </a:lnTo>
                  <a:close/>
                </a:path>
                <a:path w="6537959" h="5924550">
                  <a:moveTo>
                    <a:pt x="4140398" y="3511049"/>
                  </a:moveTo>
                  <a:lnTo>
                    <a:pt x="4152451" y="3536449"/>
                  </a:lnTo>
                  <a:lnTo>
                    <a:pt x="4131578" y="3549149"/>
                  </a:lnTo>
                  <a:lnTo>
                    <a:pt x="4119525" y="3523749"/>
                  </a:lnTo>
                  <a:lnTo>
                    <a:pt x="4140398" y="3511049"/>
                  </a:lnTo>
                  <a:close/>
                </a:path>
                <a:path w="6537959" h="5924550">
                  <a:moveTo>
                    <a:pt x="5336776" y="3485649"/>
                  </a:moveTo>
                  <a:lnTo>
                    <a:pt x="5355651" y="3511049"/>
                  </a:lnTo>
                  <a:lnTo>
                    <a:pt x="5322958" y="3536449"/>
                  </a:lnTo>
                  <a:lnTo>
                    <a:pt x="5304084" y="3498349"/>
                  </a:lnTo>
                  <a:lnTo>
                    <a:pt x="5336776" y="3485649"/>
                  </a:lnTo>
                  <a:close/>
                </a:path>
                <a:path w="6537959" h="5924550">
                  <a:moveTo>
                    <a:pt x="4399762" y="3498349"/>
                  </a:moveTo>
                  <a:lnTo>
                    <a:pt x="4413181" y="3523749"/>
                  </a:lnTo>
                  <a:lnTo>
                    <a:pt x="4389942" y="3536449"/>
                  </a:lnTo>
                  <a:lnTo>
                    <a:pt x="4376527" y="3511049"/>
                  </a:lnTo>
                  <a:lnTo>
                    <a:pt x="4399762" y="3498349"/>
                  </a:lnTo>
                  <a:close/>
                </a:path>
                <a:path w="6537959" h="5924550">
                  <a:moveTo>
                    <a:pt x="3203392" y="3523749"/>
                  </a:moveTo>
                  <a:lnTo>
                    <a:pt x="3209985" y="3536449"/>
                  </a:lnTo>
                  <a:lnTo>
                    <a:pt x="3191967" y="3536449"/>
                  </a:lnTo>
                  <a:lnTo>
                    <a:pt x="3203392" y="3523749"/>
                  </a:lnTo>
                  <a:close/>
                </a:path>
                <a:path w="6537959" h="5924550">
                  <a:moveTo>
                    <a:pt x="4659209" y="3472949"/>
                  </a:moveTo>
                  <a:lnTo>
                    <a:pt x="4674220" y="3498349"/>
                  </a:lnTo>
                  <a:lnTo>
                    <a:pt x="4648225" y="3523749"/>
                  </a:lnTo>
                  <a:lnTo>
                    <a:pt x="4633215" y="3498349"/>
                  </a:lnTo>
                  <a:lnTo>
                    <a:pt x="4659209" y="3472949"/>
                  </a:lnTo>
                  <a:close/>
                </a:path>
                <a:path w="6537959" h="5924550">
                  <a:moveTo>
                    <a:pt x="3448965" y="3511049"/>
                  </a:moveTo>
                  <a:lnTo>
                    <a:pt x="3462755" y="3511049"/>
                  </a:lnTo>
                  <a:lnTo>
                    <a:pt x="3470714" y="3523749"/>
                  </a:lnTo>
                  <a:lnTo>
                    <a:pt x="3456923" y="3523749"/>
                  </a:lnTo>
                  <a:lnTo>
                    <a:pt x="3448965" y="3511049"/>
                  </a:lnTo>
                  <a:close/>
                </a:path>
                <a:path w="6537959" h="5924550">
                  <a:moveTo>
                    <a:pt x="3722197" y="3485649"/>
                  </a:moveTo>
                  <a:lnTo>
                    <a:pt x="3731746" y="3511049"/>
                  </a:lnTo>
                  <a:lnTo>
                    <a:pt x="3715210" y="3511049"/>
                  </a:lnTo>
                  <a:lnTo>
                    <a:pt x="3705660" y="3498349"/>
                  </a:lnTo>
                  <a:lnTo>
                    <a:pt x="3722197" y="3485649"/>
                  </a:lnTo>
                  <a:close/>
                </a:path>
                <a:path w="6537959" h="5924550">
                  <a:moveTo>
                    <a:pt x="2778099" y="3498349"/>
                  </a:moveTo>
                  <a:lnTo>
                    <a:pt x="2785186" y="3498349"/>
                  </a:lnTo>
                  <a:lnTo>
                    <a:pt x="2789280" y="3511049"/>
                  </a:lnTo>
                  <a:lnTo>
                    <a:pt x="2782192" y="3511049"/>
                  </a:lnTo>
                  <a:lnTo>
                    <a:pt x="2778099" y="3498349"/>
                  </a:lnTo>
                  <a:close/>
                </a:path>
                <a:path w="6537959" h="5924550">
                  <a:moveTo>
                    <a:pt x="4918569" y="3460249"/>
                  </a:moveTo>
                  <a:lnTo>
                    <a:pt x="4934946" y="3485649"/>
                  </a:lnTo>
                  <a:lnTo>
                    <a:pt x="4906590" y="3498349"/>
                  </a:lnTo>
                  <a:lnTo>
                    <a:pt x="4890214" y="3472949"/>
                  </a:lnTo>
                  <a:lnTo>
                    <a:pt x="4918569" y="3460249"/>
                  </a:lnTo>
                  <a:close/>
                </a:path>
                <a:path w="6537959" h="5924550">
                  <a:moveTo>
                    <a:pt x="3981561" y="3472949"/>
                  </a:moveTo>
                  <a:lnTo>
                    <a:pt x="3992472" y="3485649"/>
                  </a:lnTo>
                  <a:lnTo>
                    <a:pt x="3973569" y="3498349"/>
                  </a:lnTo>
                  <a:lnTo>
                    <a:pt x="3962658" y="3485649"/>
                  </a:lnTo>
                  <a:lnTo>
                    <a:pt x="3981561" y="3472949"/>
                  </a:lnTo>
                  <a:close/>
                </a:path>
                <a:path w="6537959" h="5924550">
                  <a:moveTo>
                    <a:pt x="3035101" y="3485649"/>
                  </a:moveTo>
                  <a:lnTo>
                    <a:pt x="3044555" y="3485649"/>
                  </a:lnTo>
                  <a:lnTo>
                    <a:pt x="3050011" y="3498349"/>
                  </a:lnTo>
                  <a:lnTo>
                    <a:pt x="3040557" y="3498349"/>
                  </a:lnTo>
                  <a:lnTo>
                    <a:pt x="3035101" y="3485649"/>
                  </a:lnTo>
                  <a:close/>
                </a:path>
                <a:path w="6537959" h="5924550">
                  <a:moveTo>
                    <a:pt x="5177934" y="3447549"/>
                  </a:moveTo>
                  <a:lnTo>
                    <a:pt x="5195672" y="3472949"/>
                  </a:lnTo>
                  <a:lnTo>
                    <a:pt x="5164950" y="3485649"/>
                  </a:lnTo>
                  <a:lnTo>
                    <a:pt x="5147217" y="3460249"/>
                  </a:lnTo>
                  <a:lnTo>
                    <a:pt x="5177934" y="3447549"/>
                  </a:lnTo>
                  <a:close/>
                </a:path>
                <a:path w="6537959" h="5924550">
                  <a:moveTo>
                    <a:pt x="4219657" y="3460249"/>
                  </a:moveTo>
                  <a:lnTo>
                    <a:pt x="4240925" y="3460249"/>
                  </a:lnTo>
                  <a:lnTo>
                    <a:pt x="4253207" y="3472949"/>
                  </a:lnTo>
                  <a:lnTo>
                    <a:pt x="4231934" y="3485649"/>
                  </a:lnTo>
                  <a:lnTo>
                    <a:pt x="4219657" y="3460249"/>
                  </a:lnTo>
                  <a:close/>
                </a:path>
                <a:path w="6537959" h="5924550">
                  <a:moveTo>
                    <a:pt x="3303914" y="3460249"/>
                  </a:moveTo>
                  <a:lnTo>
                    <a:pt x="3310735" y="3472949"/>
                  </a:lnTo>
                  <a:lnTo>
                    <a:pt x="3298921" y="3485649"/>
                  </a:lnTo>
                  <a:lnTo>
                    <a:pt x="3292099" y="3472949"/>
                  </a:lnTo>
                  <a:lnTo>
                    <a:pt x="3303914" y="3460249"/>
                  </a:lnTo>
                  <a:close/>
                </a:path>
                <a:path w="6537959" h="5924550">
                  <a:moveTo>
                    <a:pt x="2364539" y="3472949"/>
                  </a:moveTo>
                  <a:lnTo>
                    <a:pt x="2366900" y="3472949"/>
                  </a:lnTo>
                  <a:lnTo>
                    <a:pt x="2368267" y="3485649"/>
                  </a:lnTo>
                  <a:lnTo>
                    <a:pt x="2365906" y="3485649"/>
                  </a:lnTo>
                  <a:lnTo>
                    <a:pt x="2364539" y="3472949"/>
                  </a:lnTo>
                  <a:close/>
                </a:path>
                <a:path w="6537959" h="5924550">
                  <a:moveTo>
                    <a:pt x="5437299" y="3422149"/>
                  </a:moveTo>
                  <a:lnTo>
                    <a:pt x="5456398" y="3460249"/>
                  </a:lnTo>
                  <a:lnTo>
                    <a:pt x="5423316" y="3472949"/>
                  </a:lnTo>
                  <a:lnTo>
                    <a:pt x="5404212" y="3447549"/>
                  </a:lnTo>
                  <a:lnTo>
                    <a:pt x="5437299" y="3422149"/>
                  </a:lnTo>
                  <a:close/>
                </a:path>
                <a:path w="6537959" h="5924550">
                  <a:moveTo>
                    <a:pt x="4500284" y="3434849"/>
                  </a:moveTo>
                  <a:lnTo>
                    <a:pt x="4513928" y="3460249"/>
                  </a:lnTo>
                  <a:lnTo>
                    <a:pt x="4490299" y="3472949"/>
                  </a:lnTo>
                  <a:lnTo>
                    <a:pt x="4476655" y="3447549"/>
                  </a:lnTo>
                  <a:lnTo>
                    <a:pt x="4500284" y="3434849"/>
                  </a:lnTo>
                  <a:close/>
                </a:path>
                <a:path w="6537959" h="5924550">
                  <a:moveTo>
                    <a:pt x="3563272" y="3447549"/>
                  </a:moveTo>
                  <a:lnTo>
                    <a:pt x="3571460" y="3460249"/>
                  </a:lnTo>
                  <a:lnTo>
                    <a:pt x="3557284" y="3472949"/>
                  </a:lnTo>
                  <a:lnTo>
                    <a:pt x="3549096" y="3460249"/>
                  </a:lnTo>
                  <a:lnTo>
                    <a:pt x="3563272" y="3447549"/>
                  </a:lnTo>
                  <a:close/>
                </a:path>
                <a:path w="6537959" h="5924550">
                  <a:moveTo>
                    <a:pt x="2621539" y="3460249"/>
                  </a:moveTo>
                  <a:lnTo>
                    <a:pt x="2628993" y="3460249"/>
                  </a:lnTo>
                  <a:lnTo>
                    <a:pt x="2624267" y="3472949"/>
                  </a:lnTo>
                  <a:lnTo>
                    <a:pt x="2621539" y="3460249"/>
                  </a:lnTo>
                  <a:close/>
                </a:path>
                <a:path w="6537959" h="5924550">
                  <a:moveTo>
                    <a:pt x="4759732" y="3422149"/>
                  </a:moveTo>
                  <a:lnTo>
                    <a:pt x="4774966" y="3447549"/>
                  </a:lnTo>
                  <a:lnTo>
                    <a:pt x="4748577" y="3460249"/>
                  </a:lnTo>
                  <a:lnTo>
                    <a:pt x="4733343" y="3434849"/>
                  </a:lnTo>
                  <a:lnTo>
                    <a:pt x="4759732" y="3422149"/>
                  </a:lnTo>
                  <a:close/>
                </a:path>
                <a:path w="6537959" h="5924550">
                  <a:moveTo>
                    <a:pt x="3805782" y="3434849"/>
                  </a:moveTo>
                  <a:lnTo>
                    <a:pt x="3822723" y="3434849"/>
                  </a:lnTo>
                  <a:lnTo>
                    <a:pt x="3832502" y="3447549"/>
                  </a:lnTo>
                  <a:lnTo>
                    <a:pt x="3815561" y="3460249"/>
                  </a:lnTo>
                  <a:lnTo>
                    <a:pt x="3805782" y="3434849"/>
                  </a:lnTo>
                  <a:close/>
                </a:path>
                <a:path w="6537959" h="5924550">
                  <a:moveTo>
                    <a:pt x="2878226" y="3447549"/>
                  </a:moveTo>
                  <a:lnTo>
                    <a:pt x="2890031" y="3447549"/>
                  </a:lnTo>
                  <a:lnTo>
                    <a:pt x="2882549" y="3460249"/>
                  </a:lnTo>
                  <a:lnTo>
                    <a:pt x="2878226" y="3447549"/>
                  </a:lnTo>
                  <a:close/>
                </a:path>
                <a:path w="6537959" h="5924550">
                  <a:moveTo>
                    <a:pt x="5019096" y="3396749"/>
                  </a:moveTo>
                  <a:lnTo>
                    <a:pt x="5035697" y="3434849"/>
                  </a:lnTo>
                  <a:lnTo>
                    <a:pt x="5006942" y="3447549"/>
                  </a:lnTo>
                  <a:lnTo>
                    <a:pt x="4990342" y="3422149"/>
                  </a:lnTo>
                  <a:lnTo>
                    <a:pt x="5019096" y="3396749"/>
                  </a:lnTo>
                  <a:close/>
                </a:path>
                <a:path w="6537959" h="5924550">
                  <a:moveTo>
                    <a:pt x="4082082" y="3409449"/>
                  </a:moveTo>
                  <a:lnTo>
                    <a:pt x="4093223" y="3434849"/>
                  </a:lnTo>
                  <a:lnTo>
                    <a:pt x="4073926" y="3447549"/>
                  </a:lnTo>
                  <a:lnTo>
                    <a:pt x="4062781" y="3422149"/>
                  </a:lnTo>
                  <a:lnTo>
                    <a:pt x="4082082" y="3409449"/>
                  </a:lnTo>
                  <a:close/>
                </a:path>
                <a:path w="6537959" h="5924550">
                  <a:moveTo>
                    <a:pt x="5278456" y="3384049"/>
                  </a:moveTo>
                  <a:lnTo>
                    <a:pt x="5296423" y="3409449"/>
                  </a:lnTo>
                  <a:lnTo>
                    <a:pt x="5265307" y="3434849"/>
                  </a:lnTo>
                  <a:lnTo>
                    <a:pt x="5247340" y="3396749"/>
                  </a:lnTo>
                  <a:lnTo>
                    <a:pt x="5278456" y="3384049"/>
                  </a:lnTo>
                  <a:close/>
                </a:path>
                <a:path w="6537959" h="5924550">
                  <a:moveTo>
                    <a:pt x="4341441" y="3396749"/>
                  </a:moveTo>
                  <a:lnTo>
                    <a:pt x="4353948" y="3422149"/>
                  </a:lnTo>
                  <a:lnTo>
                    <a:pt x="4332286" y="3434849"/>
                  </a:lnTo>
                  <a:lnTo>
                    <a:pt x="4319779" y="3409449"/>
                  </a:lnTo>
                  <a:lnTo>
                    <a:pt x="4341441" y="3396749"/>
                  </a:lnTo>
                  <a:close/>
                </a:path>
                <a:path w="6537959" h="5924550">
                  <a:moveTo>
                    <a:pt x="3145072" y="3422149"/>
                  </a:moveTo>
                  <a:lnTo>
                    <a:pt x="3150757" y="3434849"/>
                  </a:lnTo>
                  <a:lnTo>
                    <a:pt x="3135224" y="3434849"/>
                  </a:lnTo>
                  <a:lnTo>
                    <a:pt x="3145072" y="3422149"/>
                  </a:lnTo>
                  <a:close/>
                </a:path>
                <a:path w="6537959" h="5924550">
                  <a:moveTo>
                    <a:pt x="4600806" y="3384049"/>
                  </a:moveTo>
                  <a:lnTo>
                    <a:pt x="4614679" y="3396749"/>
                  </a:lnTo>
                  <a:lnTo>
                    <a:pt x="4590651" y="3422149"/>
                  </a:lnTo>
                  <a:lnTo>
                    <a:pt x="4576778" y="3396749"/>
                  </a:lnTo>
                  <a:lnTo>
                    <a:pt x="4600806" y="3384049"/>
                  </a:lnTo>
                  <a:close/>
                </a:path>
                <a:path w="6537959" h="5924550">
                  <a:moveTo>
                    <a:pt x="3392226" y="3409449"/>
                  </a:moveTo>
                  <a:lnTo>
                    <a:pt x="3404435" y="3409449"/>
                  </a:lnTo>
                  <a:lnTo>
                    <a:pt x="3411481" y="3422149"/>
                  </a:lnTo>
                  <a:lnTo>
                    <a:pt x="3399272" y="3422149"/>
                  </a:lnTo>
                  <a:lnTo>
                    <a:pt x="3392226" y="3409449"/>
                  </a:lnTo>
                  <a:close/>
                </a:path>
                <a:path w="6537959" h="5924550">
                  <a:moveTo>
                    <a:pt x="3663793" y="3384049"/>
                  </a:moveTo>
                  <a:lnTo>
                    <a:pt x="3672206" y="3409449"/>
                  </a:lnTo>
                  <a:lnTo>
                    <a:pt x="3657636" y="3409449"/>
                  </a:lnTo>
                  <a:lnTo>
                    <a:pt x="3649224" y="3396749"/>
                  </a:lnTo>
                  <a:lnTo>
                    <a:pt x="3663793" y="3384049"/>
                  </a:lnTo>
                  <a:close/>
                </a:path>
                <a:path w="6537959" h="5924550">
                  <a:moveTo>
                    <a:pt x="2726783" y="3396749"/>
                  </a:moveTo>
                  <a:lnTo>
                    <a:pt x="2729740" y="3409449"/>
                  </a:lnTo>
                  <a:lnTo>
                    <a:pt x="2721667" y="3409449"/>
                  </a:lnTo>
                  <a:lnTo>
                    <a:pt x="2726783" y="3396749"/>
                  </a:lnTo>
                  <a:close/>
                </a:path>
                <a:path w="6537959" h="5924550">
                  <a:moveTo>
                    <a:pt x="4860171" y="3358649"/>
                  </a:moveTo>
                  <a:lnTo>
                    <a:pt x="4875406" y="3384049"/>
                  </a:lnTo>
                  <a:lnTo>
                    <a:pt x="4849017" y="3396749"/>
                  </a:lnTo>
                  <a:lnTo>
                    <a:pt x="4833782" y="3371349"/>
                  </a:lnTo>
                  <a:lnTo>
                    <a:pt x="4860171" y="3358649"/>
                  </a:lnTo>
                  <a:close/>
                </a:path>
                <a:path w="6537959" h="5924550">
                  <a:moveTo>
                    <a:pt x="3923157" y="3371349"/>
                  </a:moveTo>
                  <a:lnTo>
                    <a:pt x="3932936" y="3384049"/>
                  </a:lnTo>
                  <a:lnTo>
                    <a:pt x="3916001" y="3396749"/>
                  </a:lnTo>
                  <a:lnTo>
                    <a:pt x="3906222" y="3384049"/>
                  </a:lnTo>
                  <a:lnTo>
                    <a:pt x="3923157" y="3371349"/>
                  </a:lnTo>
                  <a:close/>
                </a:path>
                <a:path w="6537959" h="5924550">
                  <a:moveTo>
                    <a:pt x="2978353" y="3384049"/>
                  </a:moveTo>
                  <a:lnTo>
                    <a:pt x="2986230" y="3384049"/>
                  </a:lnTo>
                  <a:lnTo>
                    <a:pt x="2990777" y="3396749"/>
                  </a:lnTo>
                  <a:lnTo>
                    <a:pt x="2982901" y="3396749"/>
                  </a:lnTo>
                  <a:lnTo>
                    <a:pt x="2978353" y="3384049"/>
                  </a:lnTo>
                  <a:close/>
                </a:path>
                <a:path w="6537959" h="5924550">
                  <a:moveTo>
                    <a:pt x="5119531" y="3345949"/>
                  </a:moveTo>
                  <a:lnTo>
                    <a:pt x="5136132" y="3371349"/>
                  </a:lnTo>
                  <a:lnTo>
                    <a:pt x="5107382" y="3384049"/>
                  </a:lnTo>
                  <a:lnTo>
                    <a:pt x="5090781" y="3358649"/>
                  </a:lnTo>
                  <a:lnTo>
                    <a:pt x="5119531" y="3345949"/>
                  </a:lnTo>
                  <a:close/>
                </a:path>
                <a:path w="6537959" h="5924550">
                  <a:moveTo>
                    <a:pt x="4182521" y="3358649"/>
                  </a:moveTo>
                  <a:lnTo>
                    <a:pt x="4193662" y="3371349"/>
                  </a:lnTo>
                  <a:lnTo>
                    <a:pt x="4174365" y="3384049"/>
                  </a:lnTo>
                  <a:lnTo>
                    <a:pt x="4163220" y="3371349"/>
                  </a:lnTo>
                  <a:lnTo>
                    <a:pt x="4182521" y="3358649"/>
                  </a:lnTo>
                  <a:close/>
                </a:path>
                <a:path w="6537959" h="5924550">
                  <a:moveTo>
                    <a:pt x="3235351" y="3371349"/>
                  </a:moveTo>
                  <a:lnTo>
                    <a:pt x="3251503" y="3371349"/>
                  </a:lnTo>
                  <a:lnTo>
                    <a:pt x="3241265" y="3384049"/>
                  </a:lnTo>
                  <a:lnTo>
                    <a:pt x="3235351" y="3371349"/>
                  </a:lnTo>
                  <a:close/>
                </a:path>
                <a:path w="6537959" h="5924550">
                  <a:moveTo>
                    <a:pt x="5378978" y="3320549"/>
                  </a:moveTo>
                  <a:lnTo>
                    <a:pt x="5397170" y="3358649"/>
                  </a:lnTo>
                  <a:lnTo>
                    <a:pt x="5365660" y="3371349"/>
                  </a:lnTo>
                  <a:lnTo>
                    <a:pt x="5347468" y="3345949"/>
                  </a:lnTo>
                  <a:lnTo>
                    <a:pt x="5378978" y="3320549"/>
                  </a:lnTo>
                  <a:close/>
                </a:path>
                <a:path w="6537959" h="5924550">
                  <a:moveTo>
                    <a:pt x="4441964" y="3333249"/>
                  </a:moveTo>
                  <a:lnTo>
                    <a:pt x="4454700" y="3358649"/>
                  </a:lnTo>
                  <a:lnTo>
                    <a:pt x="4432643" y="3371349"/>
                  </a:lnTo>
                  <a:lnTo>
                    <a:pt x="4419907" y="3345949"/>
                  </a:lnTo>
                  <a:lnTo>
                    <a:pt x="4441964" y="3333249"/>
                  </a:lnTo>
                  <a:close/>
                </a:path>
                <a:path w="6537959" h="5924550">
                  <a:moveTo>
                    <a:pt x="3504873" y="3345949"/>
                  </a:moveTo>
                  <a:lnTo>
                    <a:pt x="3511920" y="3358649"/>
                  </a:lnTo>
                  <a:lnTo>
                    <a:pt x="3499711" y="3371349"/>
                  </a:lnTo>
                  <a:lnTo>
                    <a:pt x="3492665" y="3358649"/>
                  </a:lnTo>
                  <a:lnTo>
                    <a:pt x="3504873" y="3345949"/>
                  </a:lnTo>
                  <a:close/>
                </a:path>
                <a:path w="6537959" h="5924550">
                  <a:moveTo>
                    <a:pt x="2564791" y="3358649"/>
                  </a:moveTo>
                  <a:lnTo>
                    <a:pt x="2569765" y="3358649"/>
                  </a:lnTo>
                  <a:lnTo>
                    <a:pt x="2566611" y="3371349"/>
                  </a:lnTo>
                  <a:lnTo>
                    <a:pt x="2564791" y="3358649"/>
                  </a:lnTo>
                  <a:close/>
                </a:path>
                <a:path w="6537959" h="5924550">
                  <a:moveTo>
                    <a:pt x="4701328" y="3320549"/>
                  </a:moveTo>
                  <a:lnTo>
                    <a:pt x="4715426" y="3345949"/>
                  </a:lnTo>
                  <a:lnTo>
                    <a:pt x="4691004" y="3358649"/>
                  </a:lnTo>
                  <a:lnTo>
                    <a:pt x="4676906" y="3333249"/>
                  </a:lnTo>
                  <a:lnTo>
                    <a:pt x="4701328" y="3320549"/>
                  </a:lnTo>
                  <a:close/>
                </a:path>
                <a:path w="6537959" h="5924550">
                  <a:moveTo>
                    <a:pt x="3764315" y="3333249"/>
                  </a:moveTo>
                  <a:lnTo>
                    <a:pt x="3772957" y="3345949"/>
                  </a:lnTo>
                  <a:lnTo>
                    <a:pt x="3757988" y="3358649"/>
                  </a:lnTo>
                  <a:lnTo>
                    <a:pt x="3749346" y="3345949"/>
                  </a:lnTo>
                  <a:lnTo>
                    <a:pt x="3764315" y="3333249"/>
                  </a:lnTo>
                  <a:close/>
                </a:path>
                <a:path w="6537959" h="5924550">
                  <a:moveTo>
                    <a:pt x="4960693" y="3307849"/>
                  </a:moveTo>
                  <a:lnTo>
                    <a:pt x="4976157" y="3333249"/>
                  </a:lnTo>
                  <a:lnTo>
                    <a:pt x="4949374" y="3345949"/>
                  </a:lnTo>
                  <a:lnTo>
                    <a:pt x="4933910" y="3320549"/>
                  </a:lnTo>
                  <a:lnTo>
                    <a:pt x="4960693" y="3307849"/>
                  </a:lnTo>
                  <a:close/>
                </a:path>
                <a:path w="6537959" h="5924550">
                  <a:moveTo>
                    <a:pt x="4006349" y="3320549"/>
                  </a:moveTo>
                  <a:lnTo>
                    <a:pt x="4023679" y="3320549"/>
                  </a:lnTo>
                  <a:lnTo>
                    <a:pt x="4033682" y="3333249"/>
                  </a:lnTo>
                  <a:lnTo>
                    <a:pt x="4016353" y="3345949"/>
                  </a:lnTo>
                  <a:lnTo>
                    <a:pt x="4006349" y="3320549"/>
                  </a:lnTo>
                  <a:close/>
                </a:path>
                <a:path w="6537959" h="5924550">
                  <a:moveTo>
                    <a:pt x="5220053" y="3282449"/>
                  </a:moveTo>
                  <a:lnTo>
                    <a:pt x="5236883" y="3320549"/>
                  </a:lnTo>
                  <a:lnTo>
                    <a:pt x="5207734" y="3333249"/>
                  </a:lnTo>
                  <a:lnTo>
                    <a:pt x="5190908" y="3307849"/>
                  </a:lnTo>
                  <a:lnTo>
                    <a:pt x="5220053" y="3282449"/>
                  </a:lnTo>
                  <a:close/>
                </a:path>
                <a:path w="6537959" h="5924550">
                  <a:moveTo>
                    <a:pt x="4283043" y="3295149"/>
                  </a:moveTo>
                  <a:lnTo>
                    <a:pt x="4294412" y="3320549"/>
                  </a:lnTo>
                  <a:lnTo>
                    <a:pt x="4274717" y="3333249"/>
                  </a:lnTo>
                  <a:lnTo>
                    <a:pt x="4263347" y="3307849"/>
                  </a:lnTo>
                  <a:lnTo>
                    <a:pt x="4283043" y="3295149"/>
                  </a:lnTo>
                  <a:close/>
                </a:path>
                <a:path w="6537959" h="5924550">
                  <a:moveTo>
                    <a:pt x="3086668" y="3320549"/>
                  </a:moveTo>
                  <a:lnTo>
                    <a:pt x="3091216" y="3333249"/>
                  </a:lnTo>
                  <a:lnTo>
                    <a:pt x="3078792" y="3333249"/>
                  </a:lnTo>
                  <a:lnTo>
                    <a:pt x="3086668" y="3320549"/>
                  </a:lnTo>
                  <a:close/>
                </a:path>
                <a:path w="6537959" h="5924550">
                  <a:moveTo>
                    <a:pt x="4542486" y="3282449"/>
                  </a:moveTo>
                  <a:lnTo>
                    <a:pt x="4555451" y="3307849"/>
                  </a:lnTo>
                  <a:lnTo>
                    <a:pt x="4532995" y="3320549"/>
                  </a:lnTo>
                  <a:lnTo>
                    <a:pt x="4520035" y="3295149"/>
                  </a:lnTo>
                  <a:lnTo>
                    <a:pt x="4542486" y="3282449"/>
                  </a:lnTo>
                  <a:close/>
                </a:path>
                <a:path w="6537959" h="5924550">
                  <a:moveTo>
                    <a:pt x="3346114" y="3307849"/>
                  </a:moveTo>
                  <a:lnTo>
                    <a:pt x="3352253" y="3320549"/>
                  </a:lnTo>
                  <a:lnTo>
                    <a:pt x="3335477" y="3320549"/>
                  </a:lnTo>
                  <a:lnTo>
                    <a:pt x="3346114" y="3307849"/>
                  </a:lnTo>
                  <a:close/>
                </a:path>
                <a:path w="6537959" h="5924550">
                  <a:moveTo>
                    <a:pt x="3592787" y="3295149"/>
                  </a:moveTo>
                  <a:lnTo>
                    <a:pt x="3605390" y="3295149"/>
                  </a:lnTo>
                  <a:lnTo>
                    <a:pt x="3612666" y="3307849"/>
                  </a:lnTo>
                  <a:lnTo>
                    <a:pt x="3600067" y="3307849"/>
                  </a:lnTo>
                  <a:lnTo>
                    <a:pt x="3592787" y="3295149"/>
                  </a:lnTo>
                  <a:close/>
                </a:path>
                <a:path w="6537959" h="5924550">
                  <a:moveTo>
                    <a:pt x="4801850" y="3257049"/>
                  </a:moveTo>
                  <a:lnTo>
                    <a:pt x="4816177" y="3282449"/>
                  </a:lnTo>
                  <a:lnTo>
                    <a:pt x="4791361" y="3295149"/>
                  </a:lnTo>
                  <a:lnTo>
                    <a:pt x="4777034" y="3282449"/>
                  </a:lnTo>
                  <a:lnTo>
                    <a:pt x="4801850" y="3257049"/>
                  </a:lnTo>
                  <a:close/>
                </a:path>
                <a:path w="6537959" h="5924550">
                  <a:moveTo>
                    <a:pt x="3864837" y="3269749"/>
                  </a:moveTo>
                  <a:lnTo>
                    <a:pt x="3873708" y="3282449"/>
                  </a:lnTo>
                  <a:lnTo>
                    <a:pt x="3858345" y="3295149"/>
                  </a:lnTo>
                  <a:lnTo>
                    <a:pt x="3849474" y="3282449"/>
                  </a:lnTo>
                  <a:lnTo>
                    <a:pt x="3864837" y="3269749"/>
                  </a:lnTo>
                  <a:close/>
                </a:path>
                <a:path w="6537959" h="5924550">
                  <a:moveTo>
                    <a:pt x="2921917" y="3282449"/>
                  </a:moveTo>
                  <a:lnTo>
                    <a:pt x="2927826" y="3282449"/>
                  </a:lnTo>
                  <a:lnTo>
                    <a:pt x="2931238" y="3295149"/>
                  </a:lnTo>
                  <a:lnTo>
                    <a:pt x="2925328" y="3295149"/>
                  </a:lnTo>
                  <a:lnTo>
                    <a:pt x="2921917" y="3282449"/>
                  </a:lnTo>
                  <a:close/>
                </a:path>
                <a:path w="6537959" h="5924550">
                  <a:moveTo>
                    <a:pt x="5061210" y="3244349"/>
                  </a:moveTo>
                  <a:lnTo>
                    <a:pt x="5076903" y="3269749"/>
                  </a:lnTo>
                  <a:lnTo>
                    <a:pt x="5049726" y="3282449"/>
                  </a:lnTo>
                  <a:lnTo>
                    <a:pt x="5034033" y="3257049"/>
                  </a:lnTo>
                  <a:lnTo>
                    <a:pt x="5061210" y="3244349"/>
                  </a:lnTo>
                  <a:close/>
                </a:path>
                <a:path w="6537959" h="5924550">
                  <a:moveTo>
                    <a:pt x="4124196" y="3257049"/>
                  </a:moveTo>
                  <a:lnTo>
                    <a:pt x="4134429" y="3269749"/>
                  </a:lnTo>
                  <a:lnTo>
                    <a:pt x="4116709" y="3282449"/>
                  </a:lnTo>
                  <a:lnTo>
                    <a:pt x="4106476" y="3269749"/>
                  </a:lnTo>
                  <a:lnTo>
                    <a:pt x="4124196" y="3257049"/>
                  </a:lnTo>
                  <a:close/>
                </a:path>
                <a:path w="6537959" h="5924550">
                  <a:moveTo>
                    <a:pt x="3178915" y="3269749"/>
                  </a:moveTo>
                  <a:lnTo>
                    <a:pt x="3191962" y="3269749"/>
                  </a:lnTo>
                  <a:lnTo>
                    <a:pt x="3183692" y="3282449"/>
                  </a:lnTo>
                  <a:lnTo>
                    <a:pt x="3178915" y="3269749"/>
                  </a:lnTo>
                  <a:close/>
                </a:path>
                <a:path w="6537959" h="5924550">
                  <a:moveTo>
                    <a:pt x="5320575" y="3231649"/>
                  </a:moveTo>
                  <a:lnTo>
                    <a:pt x="5337630" y="3257049"/>
                  </a:lnTo>
                  <a:lnTo>
                    <a:pt x="5308091" y="3269749"/>
                  </a:lnTo>
                  <a:lnTo>
                    <a:pt x="5291036" y="3244349"/>
                  </a:lnTo>
                  <a:lnTo>
                    <a:pt x="5320575" y="3231649"/>
                  </a:lnTo>
                  <a:close/>
                </a:path>
                <a:path w="6537959" h="5924550">
                  <a:moveTo>
                    <a:pt x="4363475" y="3244349"/>
                  </a:moveTo>
                  <a:lnTo>
                    <a:pt x="4383560" y="3244349"/>
                  </a:lnTo>
                  <a:lnTo>
                    <a:pt x="4395155" y="3257049"/>
                  </a:lnTo>
                  <a:lnTo>
                    <a:pt x="4375070" y="3269749"/>
                  </a:lnTo>
                  <a:lnTo>
                    <a:pt x="4363475" y="3244349"/>
                  </a:lnTo>
                  <a:close/>
                </a:path>
                <a:path w="6537959" h="5924550">
                  <a:moveTo>
                    <a:pt x="3446548" y="3244349"/>
                  </a:moveTo>
                  <a:lnTo>
                    <a:pt x="3452687" y="3257049"/>
                  </a:lnTo>
                  <a:lnTo>
                    <a:pt x="3442055" y="3269749"/>
                  </a:lnTo>
                  <a:lnTo>
                    <a:pt x="3435916" y="3257049"/>
                  </a:lnTo>
                  <a:lnTo>
                    <a:pt x="3446548" y="3244349"/>
                  </a:lnTo>
                  <a:close/>
                </a:path>
                <a:path w="6537959" h="5924550">
                  <a:moveTo>
                    <a:pt x="2508047" y="3257049"/>
                  </a:moveTo>
                  <a:lnTo>
                    <a:pt x="2510532" y="3257049"/>
                  </a:lnTo>
                  <a:lnTo>
                    <a:pt x="2508955" y="3269749"/>
                  </a:lnTo>
                  <a:lnTo>
                    <a:pt x="2508047" y="3257049"/>
                  </a:lnTo>
                  <a:close/>
                </a:path>
                <a:path w="6537959" h="5924550">
                  <a:moveTo>
                    <a:pt x="4642920" y="3218949"/>
                  </a:moveTo>
                  <a:lnTo>
                    <a:pt x="4655886" y="3244349"/>
                  </a:lnTo>
                  <a:lnTo>
                    <a:pt x="4633435" y="3257049"/>
                  </a:lnTo>
                  <a:lnTo>
                    <a:pt x="4620474" y="3231649"/>
                  </a:lnTo>
                  <a:lnTo>
                    <a:pt x="4642920" y="3218949"/>
                  </a:lnTo>
                  <a:close/>
                </a:path>
                <a:path w="6537959" h="5924550">
                  <a:moveTo>
                    <a:pt x="3705912" y="3231649"/>
                  </a:moveTo>
                  <a:lnTo>
                    <a:pt x="3713417" y="3244349"/>
                  </a:lnTo>
                  <a:lnTo>
                    <a:pt x="3700419" y="3257049"/>
                  </a:lnTo>
                  <a:lnTo>
                    <a:pt x="3692914" y="3244349"/>
                  </a:lnTo>
                  <a:lnTo>
                    <a:pt x="3705912" y="3231649"/>
                  </a:lnTo>
                  <a:close/>
                </a:path>
                <a:path w="6537959" h="5924550">
                  <a:moveTo>
                    <a:pt x="4902290" y="3206249"/>
                  </a:moveTo>
                  <a:lnTo>
                    <a:pt x="4916617" y="3231649"/>
                  </a:lnTo>
                  <a:lnTo>
                    <a:pt x="4891800" y="3244349"/>
                  </a:lnTo>
                  <a:lnTo>
                    <a:pt x="4877473" y="3218949"/>
                  </a:lnTo>
                  <a:lnTo>
                    <a:pt x="4902290" y="3206249"/>
                  </a:lnTo>
                  <a:close/>
                </a:path>
                <a:path w="6537959" h="5924550">
                  <a:moveTo>
                    <a:pt x="3949601" y="3218949"/>
                  </a:moveTo>
                  <a:lnTo>
                    <a:pt x="3965353" y="3218949"/>
                  </a:lnTo>
                  <a:lnTo>
                    <a:pt x="3974449" y="3231649"/>
                  </a:lnTo>
                  <a:lnTo>
                    <a:pt x="3958697" y="3244349"/>
                  </a:lnTo>
                  <a:lnTo>
                    <a:pt x="3949601" y="3218949"/>
                  </a:lnTo>
                  <a:close/>
                </a:path>
                <a:path w="6537959" h="5924550">
                  <a:moveTo>
                    <a:pt x="5161732" y="3180849"/>
                  </a:moveTo>
                  <a:lnTo>
                    <a:pt x="5177650" y="3218949"/>
                  </a:lnTo>
                  <a:lnTo>
                    <a:pt x="5150078" y="3231649"/>
                  </a:lnTo>
                  <a:lnTo>
                    <a:pt x="5134160" y="3206249"/>
                  </a:lnTo>
                  <a:lnTo>
                    <a:pt x="5161732" y="3180849"/>
                  </a:lnTo>
                  <a:close/>
                </a:path>
                <a:path w="6537959" h="5924550">
                  <a:moveTo>
                    <a:pt x="4224635" y="3193549"/>
                  </a:moveTo>
                  <a:lnTo>
                    <a:pt x="4234868" y="3218949"/>
                  </a:lnTo>
                  <a:lnTo>
                    <a:pt x="4217144" y="3231649"/>
                  </a:lnTo>
                  <a:lnTo>
                    <a:pt x="4206911" y="3206249"/>
                  </a:lnTo>
                  <a:lnTo>
                    <a:pt x="4224635" y="3193549"/>
                  </a:lnTo>
                  <a:close/>
                </a:path>
                <a:path w="6537959" h="5924550">
                  <a:moveTo>
                    <a:pt x="4484082" y="3180849"/>
                  </a:moveTo>
                  <a:lnTo>
                    <a:pt x="4495910" y="3206249"/>
                  </a:lnTo>
                  <a:lnTo>
                    <a:pt x="4475426" y="3218949"/>
                  </a:lnTo>
                  <a:lnTo>
                    <a:pt x="4463598" y="3193549"/>
                  </a:lnTo>
                  <a:lnTo>
                    <a:pt x="4484082" y="3180849"/>
                  </a:lnTo>
                  <a:close/>
                </a:path>
                <a:path w="6537959" h="5924550">
                  <a:moveTo>
                    <a:pt x="3287711" y="3206249"/>
                  </a:moveTo>
                  <a:lnTo>
                    <a:pt x="3292712" y="3218949"/>
                  </a:lnTo>
                  <a:lnTo>
                    <a:pt x="3279041" y="3218949"/>
                  </a:lnTo>
                  <a:lnTo>
                    <a:pt x="3287711" y="3206249"/>
                  </a:lnTo>
                  <a:close/>
                </a:path>
                <a:path w="6537959" h="5924550">
                  <a:moveTo>
                    <a:pt x="3536044" y="3193549"/>
                  </a:moveTo>
                  <a:lnTo>
                    <a:pt x="3547069" y="3193549"/>
                  </a:lnTo>
                  <a:lnTo>
                    <a:pt x="3553438" y="3206249"/>
                  </a:lnTo>
                  <a:lnTo>
                    <a:pt x="3542407" y="3206249"/>
                  </a:lnTo>
                  <a:lnTo>
                    <a:pt x="3536044" y="3193549"/>
                  </a:lnTo>
                  <a:close/>
                </a:path>
                <a:path w="6537959" h="5924550">
                  <a:moveTo>
                    <a:pt x="4743443" y="3168149"/>
                  </a:moveTo>
                  <a:lnTo>
                    <a:pt x="4756632" y="3180849"/>
                  </a:lnTo>
                  <a:lnTo>
                    <a:pt x="4733787" y="3193549"/>
                  </a:lnTo>
                  <a:lnTo>
                    <a:pt x="4720597" y="3180849"/>
                  </a:lnTo>
                  <a:lnTo>
                    <a:pt x="4743443" y="3168149"/>
                  </a:lnTo>
                  <a:close/>
                </a:path>
                <a:path w="6537959" h="5924550">
                  <a:moveTo>
                    <a:pt x="3793042" y="3180849"/>
                  </a:moveTo>
                  <a:lnTo>
                    <a:pt x="3806433" y="3180849"/>
                  </a:lnTo>
                  <a:lnTo>
                    <a:pt x="3814163" y="3193549"/>
                  </a:lnTo>
                  <a:lnTo>
                    <a:pt x="3800771" y="3193549"/>
                  </a:lnTo>
                  <a:lnTo>
                    <a:pt x="3793042" y="3180849"/>
                  </a:lnTo>
                  <a:close/>
                </a:path>
                <a:path w="6537959" h="5924550">
                  <a:moveTo>
                    <a:pt x="2869423" y="3180849"/>
                  </a:moveTo>
                  <a:lnTo>
                    <a:pt x="2871697" y="3193549"/>
                  </a:lnTo>
                  <a:lnTo>
                    <a:pt x="2865485" y="3193549"/>
                  </a:lnTo>
                  <a:lnTo>
                    <a:pt x="2869423" y="3180849"/>
                  </a:lnTo>
                  <a:close/>
                </a:path>
                <a:path w="6537959" h="5924550">
                  <a:moveTo>
                    <a:pt x="5002807" y="3142749"/>
                  </a:moveTo>
                  <a:lnTo>
                    <a:pt x="5017363" y="3168149"/>
                  </a:lnTo>
                  <a:lnTo>
                    <a:pt x="4992153" y="3180849"/>
                  </a:lnTo>
                  <a:lnTo>
                    <a:pt x="4977601" y="3155449"/>
                  </a:lnTo>
                  <a:lnTo>
                    <a:pt x="5002807" y="3142749"/>
                  </a:lnTo>
                  <a:close/>
                </a:path>
                <a:path w="6537959" h="5924550">
                  <a:moveTo>
                    <a:pt x="4065880" y="3155449"/>
                  </a:moveTo>
                  <a:lnTo>
                    <a:pt x="4075205" y="3168149"/>
                  </a:lnTo>
                  <a:lnTo>
                    <a:pt x="4059053" y="3180849"/>
                  </a:lnTo>
                  <a:lnTo>
                    <a:pt x="4049728" y="3168149"/>
                  </a:lnTo>
                  <a:lnTo>
                    <a:pt x="4065880" y="3155449"/>
                  </a:lnTo>
                  <a:close/>
                </a:path>
                <a:path w="6537959" h="5924550">
                  <a:moveTo>
                    <a:pt x="3122171" y="3168149"/>
                  </a:moveTo>
                  <a:lnTo>
                    <a:pt x="3128869" y="3168149"/>
                  </a:lnTo>
                  <a:lnTo>
                    <a:pt x="3132734" y="3180849"/>
                  </a:lnTo>
                  <a:lnTo>
                    <a:pt x="3126036" y="3180849"/>
                  </a:lnTo>
                  <a:lnTo>
                    <a:pt x="3122171" y="3168149"/>
                  </a:lnTo>
                  <a:close/>
                </a:path>
                <a:path w="6537959" h="5924550">
                  <a:moveTo>
                    <a:pt x="5262254" y="3130049"/>
                  </a:moveTo>
                  <a:lnTo>
                    <a:pt x="5278401" y="3155449"/>
                  </a:lnTo>
                  <a:lnTo>
                    <a:pt x="5250435" y="3168149"/>
                  </a:lnTo>
                  <a:lnTo>
                    <a:pt x="5234288" y="3142749"/>
                  </a:lnTo>
                  <a:lnTo>
                    <a:pt x="5262254" y="3130049"/>
                  </a:lnTo>
                  <a:close/>
                </a:path>
                <a:path w="6537959" h="5924550">
                  <a:moveTo>
                    <a:pt x="4325157" y="3142749"/>
                  </a:moveTo>
                  <a:lnTo>
                    <a:pt x="4335615" y="3155449"/>
                  </a:lnTo>
                  <a:lnTo>
                    <a:pt x="4317496" y="3168149"/>
                  </a:lnTo>
                  <a:lnTo>
                    <a:pt x="4307039" y="3155449"/>
                  </a:lnTo>
                  <a:lnTo>
                    <a:pt x="4325157" y="3142749"/>
                  </a:lnTo>
                  <a:close/>
                </a:path>
                <a:path w="6537959" h="5924550">
                  <a:moveTo>
                    <a:pt x="3379480" y="3155449"/>
                  </a:moveTo>
                  <a:lnTo>
                    <a:pt x="3393147" y="3155449"/>
                  </a:lnTo>
                  <a:lnTo>
                    <a:pt x="3384482" y="3168149"/>
                  </a:lnTo>
                  <a:lnTo>
                    <a:pt x="3379480" y="3155449"/>
                  </a:lnTo>
                  <a:close/>
                </a:path>
                <a:path w="6537959" h="5924550">
                  <a:moveTo>
                    <a:pt x="4584604" y="3117349"/>
                  </a:moveTo>
                  <a:lnTo>
                    <a:pt x="4596653" y="3142749"/>
                  </a:lnTo>
                  <a:lnTo>
                    <a:pt x="4575779" y="3155449"/>
                  </a:lnTo>
                  <a:lnTo>
                    <a:pt x="4563726" y="3130049"/>
                  </a:lnTo>
                  <a:lnTo>
                    <a:pt x="4584604" y="3117349"/>
                  </a:lnTo>
                  <a:close/>
                </a:path>
                <a:path w="6537959" h="5924550">
                  <a:moveTo>
                    <a:pt x="3647591" y="3130049"/>
                  </a:moveTo>
                  <a:lnTo>
                    <a:pt x="3654183" y="3142749"/>
                  </a:lnTo>
                  <a:lnTo>
                    <a:pt x="3642763" y="3155449"/>
                  </a:lnTo>
                  <a:lnTo>
                    <a:pt x="3636166" y="3142749"/>
                  </a:lnTo>
                  <a:lnTo>
                    <a:pt x="3647591" y="3130049"/>
                  </a:lnTo>
                  <a:close/>
                </a:path>
                <a:path w="6537959" h="5924550">
                  <a:moveTo>
                    <a:pt x="4843964" y="3104649"/>
                  </a:moveTo>
                  <a:lnTo>
                    <a:pt x="4857383" y="3130049"/>
                  </a:lnTo>
                  <a:lnTo>
                    <a:pt x="4834144" y="3142749"/>
                  </a:lnTo>
                  <a:lnTo>
                    <a:pt x="4820725" y="3117349"/>
                  </a:lnTo>
                  <a:lnTo>
                    <a:pt x="4843964" y="3104649"/>
                  </a:lnTo>
                  <a:close/>
                </a:path>
                <a:path w="6537959" h="5924550">
                  <a:moveTo>
                    <a:pt x="3906950" y="3117349"/>
                  </a:moveTo>
                  <a:lnTo>
                    <a:pt x="3914909" y="3130049"/>
                  </a:lnTo>
                  <a:lnTo>
                    <a:pt x="3901123" y="3142749"/>
                  </a:lnTo>
                  <a:lnTo>
                    <a:pt x="3893164" y="3130049"/>
                  </a:lnTo>
                  <a:lnTo>
                    <a:pt x="3906950" y="3117349"/>
                  </a:lnTo>
                  <a:close/>
                </a:path>
                <a:path w="6537959" h="5924550">
                  <a:moveTo>
                    <a:pt x="5103329" y="3091949"/>
                  </a:moveTo>
                  <a:lnTo>
                    <a:pt x="5118109" y="3117349"/>
                  </a:lnTo>
                  <a:lnTo>
                    <a:pt x="5092504" y="3130049"/>
                  </a:lnTo>
                  <a:lnTo>
                    <a:pt x="5077724" y="3104649"/>
                  </a:lnTo>
                  <a:lnTo>
                    <a:pt x="5103329" y="3091949"/>
                  </a:lnTo>
                  <a:close/>
                </a:path>
                <a:path w="6537959" h="5924550">
                  <a:moveTo>
                    <a:pt x="4150162" y="3104649"/>
                  </a:moveTo>
                  <a:lnTo>
                    <a:pt x="4166310" y="3104649"/>
                  </a:lnTo>
                  <a:lnTo>
                    <a:pt x="4175635" y="3117349"/>
                  </a:lnTo>
                  <a:lnTo>
                    <a:pt x="4159487" y="3130049"/>
                  </a:lnTo>
                  <a:lnTo>
                    <a:pt x="4150162" y="3104649"/>
                  </a:lnTo>
                  <a:close/>
                </a:path>
                <a:path w="6537959" h="5924550">
                  <a:moveTo>
                    <a:pt x="3229385" y="3104649"/>
                  </a:moveTo>
                  <a:lnTo>
                    <a:pt x="3233479" y="3117349"/>
                  </a:lnTo>
                  <a:lnTo>
                    <a:pt x="3222297" y="3117349"/>
                  </a:lnTo>
                  <a:lnTo>
                    <a:pt x="3229385" y="3104649"/>
                  </a:lnTo>
                  <a:close/>
                </a:path>
                <a:path w="6537959" h="5924550">
                  <a:moveTo>
                    <a:pt x="4425679" y="3079249"/>
                  </a:moveTo>
                  <a:lnTo>
                    <a:pt x="4436366" y="3104649"/>
                  </a:lnTo>
                  <a:lnTo>
                    <a:pt x="4417853" y="3104649"/>
                  </a:lnTo>
                  <a:lnTo>
                    <a:pt x="4407166" y="3091949"/>
                  </a:lnTo>
                  <a:lnTo>
                    <a:pt x="4425679" y="3079249"/>
                  </a:lnTo>
                  <a:close/>
                </a:path>
                <a:path w="6537959" h="5924550">
                  <a:moveTo>
                    <a:pt x="3479607" y="3091949"/>
                  </a:moveTo>
                  <a:lnTo>
                    <a:pt x="3488666" y="3091949"/>
                  </a:lnTo>
                  <a:lnTo>
                    <a:pt x="3493897" y="3104649"/>
                  </a:lnTo>
                  <a:lnTo>
                    <a:pt x="3484838" y="3104649"/>
                  </a:lnTo>
                  <a:lnTo>
                    <a:pt x="3479607" y="3091949"/>
                  </a:lnTo>
                  <a:close/>
                </a:path>
                <a:path w="6537959" h="5924550">
                  <a:moveTo>
                    <a:pt x="4685122" y="3066549"/>
                  </a:moveTo>
                  <a:lnTo>
                    <a:pt x="4697404" y="3079249"/>
                  </a:lnTo>
                  <a:lnTo>
                    <a:pt x="4676132" y="3091949"/>
                  </a:lnTo>
                  <a:lnTo>
                    <a:pt x="4663854" y="3079249"/>
                  </a:lnTo>
                  <a:lnTo>
                    <a:pt x="4685122" y="3066549"/>
                  </a:lnTo>
                  <a:close/>
                </a:path>
                <a:path w="6537959" h="5924550">
                  <a:moveTo>
                    <a:pt x="3736605" y="3079249"/>
                  </a:moveTo>
                  <a:lnTo>
                    <a:pt x="3748030" y="3079249"/>
                  </a:lnTo>
                  <a:lnTo>
                    <a:pt x="3754623" y="3091949"/>
                  </a:lnTo>
                  <a:lnTo>
                    <a:pt x="3743198" y="3091949"/>
                  </a:lnTo>
                  <a:lnTo>
                    <a:pt x="3736605" y="3079249"/>
                  </a:lnTo>
                  <a:close/>
                </a:path>
                <a:path w="6537959" h="5924550">
                  <a:moveTo>
                    <a:pt x="4944404" y="3041149"/>
                  </a:moveTo>
                  <a:lnTo>
                    <a:pt x="4957823" y="3066549"/>
                  </a:lnTo>
                  <a:lnTo>
                    <a:pt x="4934584" y="3079249"/>
                  </a:lnTo>
                  <a:lnTo>
                    <a:pt x="4921165" y="3053849"/>
                  </a:lnTo>
                  <a:lnTo>
                    <a:pt x="4944404" y="3041149"/>
                  </a:lnTo>
                  <a:close/>
                </a:path>
                <a:path w="6537959" h="5924550">
                  <a:moveTo>
                    <a:pt x="4007476" y="3053849"/>
                  </a:moveTo>
                  <a:lnTo>
                    <a:pt x="4015660" y="3066549"/>
                  </a:lnTo>
                  <a:lnTo>
                    <a:pt x="4001480" y="3079249"/>
                  </a:lnTo>
                  <a:lnTo>
                    <a:pt x="3993292" y="3066549"/>
                  </a:lnTo>
                  <a:lnTo>
                    <a:pt x="4007476" y="3053849"/>
                  </a:lnTo>
                  <a:close/>
                </a:path>
                <a:path w="6537959" h="5924550">
                  <a:moveTo>
                    <a:pt x="3065734" y="3066549"/>
                  </a:moveTo>
                  <a:lnTo>
                    <a:pt x="3070466" y="3066549"/>
                  </a:lnTo>
                  <a:lnTo>
                    <a:pt x="3073194" y="3079249"/>
                  </a:lnTo>
                  <a:lnTo>
                    <a:pt x="3068462" y="3079249"/>
                  </a:lnTo>
                  <a:lnTo>
                    <a:pt x="3065734" y="3066549"/>
                  </a:lnTo>
                  <a:close/>
                </a:path>
                <a:path w="6537959" h="5924550">
                  <a:moveTo>
                    <a:pt x="5203851" y="3028449"/>
                  </a:moveTo>
                  <a:lnTo>
                    <a:pt x="5218861" y="3053849"/>
                  </a:lnTo>
                  <a:lnTo>
                    <a:pt x="5192862" y="3066549"/>
                  </a:lnTo>
                  <a:lnTo>
                    <a:pt x="5177852" y="3041149"/>
                  </a:lnTo>
                  <a:lnTo>
                    <a:pt x="5203851" y="3028449"/>
                  </a:lnTo>
                  <a:close/>
                </a:path>
                <a:path w="6537959" h="5924550">
                  <a:moveTo>
                    <a:pt x="4266837" y="3041149"/>
                  </a:moveTo>
                  <a:lnTo>
                    <a:pt x="4276386" y="3053849"/>
                  </a:lnTo>
                  <a:lnTo>
                    <a:pt x="4259840" y="3066549"/>
                  </a:lnTo>
                  <a:lnTo>
                    <a:pt x="4250291" y="3053849"/>
                  </a:lnTo>
                  <a:lnTo>
                    <a:pt x="4266837" y="3041149"/>
                  </a:lnTo>
                  <a:close/>
                </a:path>
                <a:path w="6537959" h="5924550">
                  <a:moveTo>
                    <a:pt x="3322424" y="3053849"/>
                  </a:moveTo>
                  <a:lnTo>
                    <a:pt x="3334230" y="3053849"/>
                  </a:lnTo>
                  <a:lnTo>
                    <a:pt x="3326743" y="3066549"/>
                  </a:lnTo>
                  <a:lnTo>
                    <a:pt x="3322424" y="3053849"/>
                  </a:lnTo>
                  <a:close/>
                </a:path>
                <a:path w="6537959" h="5924550">
                  <a:moveTo>
                    <a:pt x="4507294" y="3028449"/>
                  </a:moveTo>
                  <a:lnTo>
                    <a:pt x="4526201" y="3028449"/>
                  </a:lnTo>
                  <a:lnTo>
                    <a:pt x="4537117" y="3041149"/>
                  </a:lnTo>
                  <a:lnTo>
                    <a:pt x="4518210" y="3053849"/>
                  </a:lnTo>
                  <a:lnTo>
                    <a:pt x="4507294" y="3028449"/>
                  </a:lnTo>
                  <a:close/>
                </a:path>
                <a:path w="6537959" h="5924550">
                  <a:moveTo>
                    <a:pt x="3589183" y="3028449"/>
                  </a:moveTo>
                  <a:lnTo>
                    <a:pt x="3594643" y="3041149"/>
                  </a:lnTo>
                  <a:lnTo>
                    <a:pt x="3585190" y="3053849"/>
                  </a:lnTo>
                  <a:lnTo>
                    <a:pt x="3579730" y="3041149"/>
                  </a:lnTo>
                  <a:lnTo>
                    <a:pt x="3589183" y="3028449"/>
                  </a:lnTo>
                  <a:close/>
                </a:path>
                <a:path w="6537959" h="5924550">
                  <a:moveTo>
                    <a:pt x="4785648" y="3003049"/>
                  </a:moveTo>
                  <a:lnTo>
                    <a:pt x="4798155" y="3028449"/>
                  </a:lnTo>
                  <a:lnTo>
                    <a:pt x="4776493" y="3041149"/>
                  </a:lnTo>
                  <a:lnTo>
                    <a:pt x="4763986" y="3015749"/>
                  </a:lnTo>
                  <a:lnTo>
                    <a:pt x="4785648" y="3003049"/>
                  </a:lnTo>
                  <a:close/>
                </a:path>
                <a:path w="6537959" h="5924550">
                  <a:moveTo>
                    <a:pt x="3848547" y="3015749"/>
                  </a:moveTo>
                  <a:lnTo>
                    <a:pt x="3855369" y="3028449"/>
                  </a:lnTo>
                  <a:lnTo>
                    <a:pt x="3843554" y="3041149"/>
                  </a:lnTo>
                  <a:lnTo>
                    <a:pt x="3836732" y="3028449"/>
                  </a:lnTo>
                  <a:lnTo>
                    <a:pt x="3848547" y="3015749"/>
                  </a:lnTo>
                  <a:close/>
                </a:path>
                <a:path w="6537959" h="5924550">
                  <a:moveTo>
                    <a:pt x="5044921" y="2990349"/>
                  </a:moveTo>
                  <a:lnTo>
                    <a:pt x="5058565" y="3015749"/>
                  </a:lnTo>
                  <a:lnTo>
                    <a:pt x="5034936" y="3028449"/>
                  </a:lnTo>
                  <a:lnTo>
                    <a:pt x="5021292" y="3003049"/>
                  </a:lnTo>
                  <a:lnTo>
                    <a:pt x="5044921" y="2990349"/>
                  </a:lnTo>
                  <a:close/>
                </a:path>
                <a:path w="6537959" h="5924550">
                  <a:moveTo>
                    <a:pt x="4093731" y="3003049"/>
                  </a:moveTo>
                  <a:lnTo>
                    <a:pt x="4107911" y="3003049"/>
                  </a:lnTo>
                  <a:lnTo>
                    <a:pt x="4116095" y="3015749"/>
                  </a:lnTo>
                  <a:lnTo>
                    <a:pt x="4101919" y="3028449"/>
                  </a:lnTo>
                  <a:lnTo>
                    <a:pt x="4093731" y="3003049"/>
                  </a:lnTo>
                  <a:close/>
                </a:path>
                <a:path w="6537959" h="5924550">
                  <a:moveTo>
                    <a:pt x="4367354" y="2977649"/>
                  </a:moveTo>
                  <a:lnTo>
                    <a:pt x="4377133" y="3003049"/>
                  </a:lnTo>
                  <a:lnTo>
                    <a:pt x="4360197" y="3003049"/>
                  </a:lnTo>
                  <a:lnTo>
                    <a:pt x="4350418" y="2990349"/>
                  </a:lnTo>
                  <a:lnTo>
                    <a:pt x="4367354" y="2977649"/>
                  </a:lnTo>
                  <a:close/>
                </a:path>
                <a:path w="6537959" h="5924550">
                  <a:moveTo>
                    <a:pt x="3430346" y="2990349"/>
                  </a:moveTo>
                  <a:lnTo>
                    <a:pt x="3434664" y="3003049"/>
                  </a:lnTo>
                  <a:lnTo>
                    <a:pt x="3422864" y="3003049"/>
                  </a:lnTo>
                  <a:lnTo>
                    <a:pt x="3430346" y="2990349"/>
                  </a:lnTo>
                  <a:close/>
                </a:path>
                <a:path w="6537959" h="5924550">
                  <a:moveTo>
                    <a:pt x="4626719" y="2964949"/>
                  </a:moveTo>
                  <a:lnTo>
                    <a:pt x="4637859" y="2990349"/>
                  </a:lnTo>
                  <a:lnTo>
                    <a:pt x="4618563" y="2990349"/>
                  </a:lnTo>
                  <a:lnTo>
                    <a:pt x="4607417" y="2977649"/>
                  </a:lnTo>
                  <a:lnTo>
                    <a:pt x="4626719" y="2964949"/>
                  </a:lnTo>
                  <a:close/>
                </a:path>
                <a:path w="6537959" h="5924550">
                  <a:moveTo>
                    <a:pt x="3679857" y="2977649"/>
                  </a:moveTo>
                  <a:lnTo>
                    <a:pt x="3689709" y="2977649"/>
                  </a:lnTo>
                  <a:lnTo>
                    <a:pt x="3695394" y="2990349"/>
                  </a:lnTo>
                  <a:lnTo>
                    <a:pt x="3685542" y="2990349"/>
                  </a:lnTo>
                  <a:lnTo>
                    <a:pt x="3679857" y="2977649"/>
                  </a:lnTo>
                  <a:close/>
                </a:path>
                <a:path w="6537959" h="5924550">
                  <a:moveTo>
                    <a:pt x="4886088" y="2952249"/>
                  </a:moveTo>
                  <a:lnTo>
                    <a:pt x="4898594" y="2964949"/>
                  </a:lnTo>
                  <a:lnTo>
                    <a:pt x="4876928" y="2977649"/>
                  </a:lnTo>
                  <a:lnTo>
                    <a:pt x="4864421" y="2964949"/>
                  </a:lnTo>
                  <a:lnTo>
                    <a:pt x="4886088" y="2952249"/>
                  </a:lnTo>
                  <a:close/>
                </a:path>
                <a:path w="6537959" h="5924550">
                  <a:moveTo>
                    <a:pt x="3936860" y="2964949"/>
                  </a:moveTo>
                  <a:lnTo>
                    <a:pt x="3956120" y="2964949"/>
                  </a:lnTo>
                  <a:lnTo>
                    <a:pt x="3943906" y="2977649"/>
                  </a:lnTo>
                  <a:lnTo>
                    <a:pt x="3936860" y="2964949"/>
                  </a:lnTo>
                  <a:close/>
                </a:path>
                <a:path w="6537959" h="5924550">
                  <a:moveTo>
                    <a:pt x="3012058" y="2964949"/>
                  </a:moveTo>
                  <a:lnTo>
                    <a:pt x="3013653" y="2977649"/>
                  </a:lnTo>
                  <a:lnTo>
                    <a:pt x="3009298" y="2977649"/>
                  </a:lnTo>
                  <a:lnTo>
                    <a:pt x="3012058" y="2964949"/>
                  </a:lnTo>
                  <a:close/>
                </a:path>
                <a:path w="6537959" h="5924550">
                  <a:moveTo>
                    <a:pt x="5145448" y="2926849"/>
                  </a:moveTo>
                  <a:lnTo>
                    <a:pt x="5159316" y="2952249"/>
                  </a:lnTo>
                  <a:lnTo>
                    <a:pt x="5135289" y="2964949"/>
                  </a:lnTo>
                  <a:lnTo>
                    <a:pt x="5121420" y="2939549"/>
                  </a:lnTo>
                  <a:lnTo>
                    <a:pt x="5145448" y="2926849"/>
                  </a:lnTo>
                  <a:close/>
                </a:path>
                <a:path w="6537959" h="5924550">
                  <a:moveTo>
                    <a:pt x="4208433" y="2939549"/>
                  </a:moveTo>
                  <a:lnTo>
                    <a:pt x="4216846" y="2952249"/>
                  </a:lnTo>
                  <a:lnTo>
                    <a:pt x="4202272" y="2964949"/>
                  </a:lnTo>
                  <a:lnTo>
                    <a:pt x="4193859" y="2952249"/>
                  </a:lnTo>
                  <a:lnTo>
                    <a:pt x="4208433" y="2939549"/>
                  </a:lnTo>
                  <a:close/>
                </a:path>
                <a:path w="6537959" h="5924550">
                  <a:moveTo>
                    <a:pt x="3265993" y="2952249"/>
                  </a:moveTo>
                  <a:lnTo>
                    <a:pt x="3274689" y="2952249"/>
                  </a:lnTo>
                  <a:lnTo>
                    <a:pt x="3269174" y="2964949"/>
                  </a:lnTo>
                  <a:lnTo>
                    <a:pt x="3265993" y="2952249"/>
                  </a:lnTo>
                  <a:close/>
                </a:path>
                <a:path w="6537959" h="5924550">
                  <a:moveTo>
                    <a:pt x="4467793" y="2926849"/>
                  </a:moveTo>
                  <a:lnTo>
                    <a:pt x="4477572" y="2939549"/>
                  </a:lnTo>
                  <a:lnTo>
                    <a:pt x="4460637" y="2952249"/>
                  </a:lnTo>
                  <a:lnTo>
                    <a:pt x="4450858" y="2939549"/>
                  </a:lnTo>
                  <a:lnTo>
                    <a:pt x="4467793" y="2926849"/>
                  </a:lnTo>
                  <a:close/>
                </a:path>
                <a:path w="6537959" h="5924550">
                  <a:moveTo>
                    <a:pt x="3522990" y="2939549"/>
                  </a:moveTo>
                  <a:lnTo>
                    <a:pt x="3535415" y="2939549"/>
                  </a:lnTo>
                  <a:lnTo>
                    <a:pt x="3527538" y="2952249"/>
                  </a:lnTo>
                  <a:lnTo>
                    <a:pt x="3522990" y="2939549"/>
                  </a:lnTo>
                  <a:close/>
                </a:path>
                <a:path w="6537959" h="5924550">
                  <a:moveTo>
                    <a:pt x="4727240" y="2901449"/>
                  </a:moveTo>
                  <a:lnTo>
                    <a:pt x="4738610" y="2926849"/>
                  </a:lnTo>
                  <a:lnTo>
                    <a:pt x="4718919" y="2939549"/>
                  </a:lnTo>
                  <a:lnTo>
                    <a:pt x="4707549" y="2914149"/>
                  </a:lnTo>
                  <a:lnTo>
                    <a:pt x="4727240" y="2901449"/>
                  </a:lnTo>
                  <a:close/>
                </a:path>
                <a:path w="6537959" h="5924550">
                  <a:moveTo>
                    <a:pt x="3790226" y="2914149"/>
                  </a:moveTo>
                  <a:lnTo>
                    <a:pt x="3796140" y="2926849"/>
                  </a:lnTo>
                  <a:lnTo>
                    <a:pt x="3785898" y="2939549"/>
                  </a:lnTo>
                  <a:lnTo>
                    <a:pt x="3779989" y="2926849"/>
                  </a:lnTo>
                  <a:lnTo>
                    <a:pt x="3790226" y="2914149"/>
                  </a:lnTo>
                  <a:close/>
                </a:path>
                <a:path w="6537959" h="5924550">
                  <a:moveTo>
                    <a:pt x="4986605" y="2888749"/>
                  </a:moveTo>
                  <a:lnTo>
                    <a:pt x="4999336" y="2914149"/>
                  </a:lnTo>
                  <a:lnTo>
                    <a:pt x="4977284" y="2926849"/>
                  </a:lnTo>
                  <a:lnTo>
                    <a:pt x="4964548" y="2901449"/>
                  </a:lnTo>
                  <a:lnTo>
                    <a:pt x="4986605" y="2888749"/>
                  </a:lnTo>
                  <a:close/>
                </a:path>
                <a:path w="6537959" h="5924550">
                  <a:moveTo>
                    <a:pt x="4049590" y="2901449"/>
                  </a:moveTo>
                  <a:lnTo>
                    <a:pt x="4056866" y="2914149"/>
                  </a:lnTo>
                  <a:lnTo>
                    <a:pt x="4044263" y="2926849"/>
                  </a:lnTo>
                  <a:lnTo>
                    <a:pt x="4036987" y="2914149"/>
                  </a:lnTo>
                  <a:lnTo>
                    <a:pt x="4049590" y="2901449"/>
                  </a:lnTo>
                  <a:close/>
                </a:path>
                <a:path w="6537959" h="5924550">
                  <a:moveTo>
                    <a:pt x="4293986" y="2888749"/>
                  </a:moveTo>
                  <a:lnTo>
                    <a:pt x="4308950" y="2888749"/>
                  </a:lnTo>
                  <a:lnTo>
                    <a:pt x="4317592" y="2901449"/>
                  </a:lnTo>
                  <a:lnTo>
                    <a:pt x="4302628" y="2901449"/>
                  </a:lnTo>
                  <a:lnTo>
                    <a:pt x="4293986" y="2888749"/>
                  </a:lnTo>
                  <a:close/>
                </a:path>
                <a:path w="6537959" h="5924550">
                  <a:moveTo>
                    <a:pt x="3371942" y="2888749"/>
                  </a:moveTo>
                  <a:lnTo>
                    <a:pt x="3375124" y="2901449"/>
                  </a:lnTo>
                  <a:lnTo>
                    <a:pt x="3366427" y="2901449"/>
                  </a:lnTo>
                  <a:lnTo>
                    <a:pt x="3371942" y="2888749"/>
                  </a:lnTo>
                  <a:close/>
                </a:path>
                <a:path w="6537959" h="5924550">
                  <a:moveTo>
                    <a:pt x="4568315" y="2863349"/>
                  </a:moveTo>
                  <a:lnTo>
                    <a:pt x="4578324" y="2888749"/>
                  </a:lnTo>
                  <a:lnTo>
                    <a:pt x="4560989" y="2888749"/>
                  </a:lnTo>
                  <a:lnTo>
                    <a:pt x="4550986" y="2876049"/>
                  </a:lnTo>
                  <a:lnTo>
                    <a:pt x="4568315" y="2863349"/>
                  </a:lnTo>
                  <a:close/>
                </a:path>
                <a:path w="6537959" h="5924550">
                  <a:moveTo>
                    <a:pt x="3623113" y="2876049"/>
                  </a:moveTo>
                  <a:lnTo>
                    <a:pt x="3631384" y="2876049"/>
                  </a:lnTo>
                  <a:lnTo>
                    <a:pt x="3636161" y="2888749"/>
                  </a:lnTo>
                  <a:lnTo>
                    <a:pt x="3627890" y="2888749"/>
                  </a:lnTo>
                  <a:lnTo>
                    <a:pt x="3623113" y="2876049"/>
                  </a:lnTo>
                  <a:close/>
                </a:path>
                <a:path w="6537959" h="5924550">
                  <a:moveTo>
                    <a:pt x="4827762" y="2850649"/>
                  </a:moveTo>
                  <a:lnTo>
                    <a:pt x="4839361" y="2863349"/>
                  </a:lnTo>
                  <a:lnTo>
                    <a:pt x="4819276" y="2876049"/>
                  </a:lnTo>
                  <a:lnTo>
                    <a:pt x="4807677" y="2863349"/>
                  </a:lnTo>
                  <a:lnTo>
                    <a:pt x="4827762" y="2850649"/>
                  </a:lnTo>
                  <a:close/>
                </a:path>
                <a:path w="6537959" h="5924550">
                  <a:moveTo>
                    <a:pt x="3880116" y="2863349"/>
                  </a:moveTo>
                  <a:lnTo>
                    <a:pt x="3890748" y="2863349"/>
                  </a:lnTo>
                  <a:lnTo>
                    <a:pt x="3896887" y="2876049"/>
                  </a:lnTo>
                  <a:lnTo>
                    <a:pt x="3886255" y="2876049"/>
                  </a:lnTo>
                  <a:lnTo>
                    <a:pt x="3880116" y="2863349"/>
                  </a:lnTo>
                  <a:close/>
                </a:path>
                <a:path w="6537959" h="5924550">
                  <a:moveTo>
                    <a:pt x="5087123" y="2825249"/>
                  </a:moveTo>
                  <a:lnTo>
                    <a:pt x="5100088" y="2850649"/>
                  </a:lnTo>
                  <a:lnTo>
                    <a:pt x="5077637" y="2863349"/>
                  </a:lnTo>
                  <a:lnTo>
                    <a:pt x="5064676" y="2837949"/>
                  </a:lnTo>
                  <a:lnTo>
                    <a:pt x="5087123" y="2825249"/>
                  </a:lnTo>
                  <a:close/>
                </a:path>
                <a:path w="6537959" h="5924550">
                  <a:moveTo>
                    <a:pt x="4150030" y="2837949"/>
                  </a:moveTo>
                  <a:lnTo>
                    <a:pt x="4157306" y="2850649"/>
                  </a:lnTo>
                  <a:lnTo>
                    <a:pt x="4144698" y="2863349"/>
                  </a:lnTo>
                  <a:lnTo>
                    <a:pt x="4137422" y="2850649"/>
                  </a:lnTo>
                  <a:lnTo>
                    <a:pt x="4150030" y="2837949"/>
                  </a:lnTo>
                  <a:close/>
                </a:path>
                <a:path w="6537959" h="5924550">
                  <a:moveTo>
                    <a:pt x="3209556" y="2850649"/>
                  </a:moveTo>
                  <a:lnTo>
                    <a:pt x="3213100" y="2850649"/>
                  </a:lnTo>
                  <a:lnTo>
                    <a:pt x="3215149" y="2863349"/>
                  </a:lnTo>
                  <a:lnTo>
                    <a:pt x="3211601" y="2863349"/>
                  </a:lnTo>
                  <a:lnTo>
                    <a:pt x="3209556" y="2850649"/>
                  </a:lnTo>
                  <a:close/>
                </a:path>
                <a:path w="6537959" h="5924550">
                  <a:moveTo>
                    <a:pt x="4409477" y="2825249"/>
                  </a:moveTo>
                  <a:lnTo>
                    <a:pt x="4418344" y="2837949"/>
                  </a:lnTo>
                  <a:lnTo>
                    <a:pt x="4402985" y="2850649"/>
                  </a:lnTo>
                  <a:lnTo>
                    <a:pt x="4394114" y="2837949"/>
                  </a:lnTo>
                  <a:lnTo>
                    <a:pt x="4409477" y="2825249"/>
                  </a:lnTo>
                  <a:close/>
                </a:path>
                <a:path w="6537959" h="5924550">
                  <a:moveTo>
                    <a:pt x="3466554" y="2837949"/>
                  </a:moveTo>
                  <a:lnTo>
                    <a:pt x="3475875" y="2837949"/>
                  </a:lnTo>
                  <a:lnTo>
                    <a:pt x="3469965" y="2850649"/>
                  </a:lnTo>
                  <a:lnTo>
                    <a:pt x="3466554" y="2837949"/>
                  </a:lnTo>
                  <a:close/>
                </a:path>
                <a:path w="6537959" h="5924550">
                  <a:moveTo>
                    <a:pt x="4651113" y="2812549"/>
                  </a:moveTo>
                  <a:lnTo>
                    <a:pt x="4668837" y="2812549"/>
                  </a:lnTo>
                  <a:lnTo>
                    <a:pt x="4679070" y="2825249"/>
                  </a:lnTo>
                  <a:lnTo>
                    <a:pt x="4661346" y="2837949"/>
                  </a:lnTo>
                  <a:lnTo>
                    <a:pt x="4651113" y="2812549"/>
                  </a:lnTo>
                  <a:close/>
                </a:path>
                <a:path w="6537959" h="5924550">
                  <a:moveTo>
                    <a:pt x="3723552" y="2825249"/>
                  </a:moveTo>
                  <a:lnTo>
                    <a:pt x="3736600" y="2825249"/>
                  </a:lnTo>
                  <a:lnTo>
                    <a:pt x="3728329" y="2837949"/>
                  </a:lnTo>
                  <a:lnTo>
                    <a:pt x="3723552" y="2825249"/>
                  </a:lnTo>
                  <a:close/>
                </a:path>
                <a:path w="6537959" h="5924550">
                  <a:moveTo>
                    <a:pt x="4928202" y="2787149"/>
                  </a:moveTo>
                  <a:lnTo>
                    <a:pt x="4939801" y="2812549"/>
                  </a:lnTo>
                  <a:lnTo>
                    <a:pt x="4919711" y="2825249"/>
                  </a:lnTo>
                  <a:lnTo>
                    <a:pt x="4908112" y="2799849"/>
                  </a:lnTo>
                  <a:lnTo>
                    <a:pt x="4928202" y="2787149"/>
                  </a:lnTo>
                  <a:close/>
                </a:path>
                <a:path w="6537959" h="5924550">
                  <a:moveTo>
                    <a:pt x="3991270" y="2799849"/>
                  </a:moveTo>
                  <a:lnTo>
                    <a:pt x="3997638" y="2812549"/>
                  </a:lnTo>
                  <a:lnTo>
                    <a:pt x="3986607" y="2825249"/>
                  </a:lnTo>
                  <a:lnTo>
                    <a:pt x="3980239" y="2812549"/>
                  </a:lnTo>
                  <a:lnTo>
                    <a:pt x="3991270" y="2799849"/>
                  </a:lnTo>
                  <a:close/>
                </a:path>
                <a:path w="6537959" h="5924550">
                  <a:moveTo>
                    <a:pt x="4237554" y="2787149"/>
                  </a:moveTo>
                  <a:lnTo>
                    <a:pt x="4250547" y="2787149"/>
                  </a:lnTo>
                  <a:lnTo>
                    <a:pt x="4258052" y="2799849"/>
                  </a:lnTo>
                  <a:lnTo>
                    <a:pt x="4245055" y="2799849"/>
                  </a:lnTo>
                  <a:lnTo>
                    <a:pt x="4237554" y="2787149"/>
                  </a:lnTo>
                  <a:close/>
                </a:path>
                <a:path w="6537959" h="5924550">
                  <a:moveTo>
                    <a:pt x="4509995" y="2761749"/>
                  </a:moveTo>
                  <a:lnTo>
                    <a:pt x="4519090" y="2787149"/>
                  </a:lnTo>
                  <a:lnTo>
                    <a:pt x="4503338" y="2787149"/>
                  </a:lnTo>
                  <a:lnTo>
                    <a:pt x="4494242" y="2774449"/>
                  </a:lnTo>
                  <a:lnTo>
                    <a:pt x="4509995" y="2761749"/>
                  </a:lnTo>
                  <a:close/>
                </a:path>
                <a:path w="6537959" h="5924550">
                  <a:moveTo>
                    <a:pt x="3572981" y="2774449"/>
                  </a:moveTo>
                  <a:lnTo>
                    <a:pt x="3576621" y="2787149"/>
                  </a:lnTo>
                  <a:lnTo>
                    <a:pt x="3566681" y="2787149"/>
                  </a:lnTo>
                  <a:lnTo>
                    <a:pt x="3572981" y="2774449"/>
                  </a:lnTo>
                  <a:close/>
                </a:path>
                <a:path w="6537959" h="5924550">
                  <a:moveTo>
                    <a:pt x="4769355" y="2749049"/>
                  </a:moveTo>
                  <a:lnTo>
                    <a:pt x="4779817" y="2761749"/>
                  </a:lnTo>
                  <a:lnTo>
                    <a:pt x="4761703" y="2774449"/>
                  </a:lnTo>
                  <a:lnTo>
                    <a:pt x="4751241" y="2761749"/>
                  </a:lnTo>
                  <a:lnTo>
                    <a:pt x="4769355" y="2749049"/>
                  </a:lnTo>
                  <a:close/>
                </a:path>
                <a:path w="6537959" h="5924550">
                  <a:moveTo>
                    <a:pt x="3823680" y="2761749"/>
                  </a:moveTo>
                  <a:lnTo>
                    <a:pt x="3832345" y="2761749"/>
                  </a:lnTo>
                  <a:lnTo>
                    <a:pt x="3837347" y="2774449"/>
                  </a:lnTo>
                  <a:lnTo>
                    <a:pt x="3828682" y="2774449"/>
                  </a:lnTo>
                  <a:lnTo>
                    <a:pt x="3823680" y="2761749"/>
                  </a:lnTo>
                  <a:close/>
                </a:path>
                <a:path w="6537959" h="5924550">
                  <a:moveTo>
                    <a:pt x="5028720" y="2736349"/>
                  </a:moveTo>
                  <a:lnTo>
                    <a:pt x="5040543" y="2749049"/>
                  </a:lnTo>
                  <a:lnTo>
                    <a:pt x="5020064" y="2761749"/>
                  </a:lnTo>
                  <a:lnTo>
                    <a:pt x="5008240" y="2749049"/>
                  </a:lnTo>
                  <a:lnTo>
                    <a:pt x="5028720" y="2736349"/>
                  </a:lnTo>
                  <a:close/>
                </a:path>
                <a:path w="6537959" h="5924550">
                  <a:moveTo>
                    <a:pt x="4080679" y="2749049"/>
                  </a:moveTo>
                  <a:lnTo>
                    <a:pt x="4098073" y="2749049"/>
                  </a:lnTo>
                  <a:lnTo>
                    <a:pt x="4087047" y="2761749"/>
                  </a:lnTo>
                  <a:lnTo>
                    <a:pt x="4080679" y="2749049"/>
                  </a:lnTo>
                  <a:close/>
                </a:path>
                <a:path w="6537959" h="5924550">
                  <a:moveTo>
                    <a:pt x="3154779" y="2749049"/>
                  </a:moveTo>
                  <a:lnTo>
                    <a:pt x="3155916" y="2761749"/>
                  </a:lnTo>
                  <a:lnTo>
                    <a:pt x="3152808" y="2761749"/>
                  </a:lnTo>
                  <a:lnTo>
                    <a:pt x="3154779" y="2749049"/>
                  </a:lnTo>
                  <a:close/>
                </a:path>
                <a:path w="6537959" h="5924550">
                  <a:moveTo>
                    <a:pt x="4351074" y="2723649"/>
                  </a:moveTo>
                  <a:lnTo>
                    <a:pt x="4358803" y="2736349"/>
                  </a:lnTo>
                  <a:lnTo>
                    <a:pt x="4345412" y="2749049"/>
                  </a:lnTo>
                  <a:lnTo>
                    <a:pt x="4337677" y="2736349"/>
                  </a:lnTo>
                  <a:lnTo>
                    <a:pt x="4351074" y="2723649"/>
                  </a:lnTo>
                  <a:close/>
                </a:path>
                <a:path w="6537959" h="5924550">
                  <a:moveTo>
                    <a:pt x="3410118" y="2736349"/>
                  </a:moveTo>
                  <a:lnTo>
                    <a:pt x="3416330" y="2736349"/>
                  </a:lnTo>
                  <a:lnTo>
                    <a:pt x="3412392" y="2749049"/>
                  </a:lnTo>
                  <a:lnTo>
                    <a:pt x="3410118" y="2736349"/>
                  </a:lnTo>
                  <a:close/>
                </a:path>
                <a:path w="6537959" h="5924550">
                  <a:moveTo>
                    <a:pt x="4610516" y="2710949"/>
                  </a:moveTo>
                  <a:lnTo>
                    <a:pt x="4619837" y="2723649"/>
                  </a:lnTo>
                  <a:lnTo>
                    <a:pt x="4603690" y="2736349"/>
                  </a:lnTo>
                  <a:lnTo>
                    <a:pt x="4594369" y="2723649"/>
                  </a:lnTo>
                  <a:lnTo>
                    <a:pt x="4610516" y="2710949"/>
                  </a:lnTo>
                  <a:close/>
                </a:path>
                <a:path w="6537959" h="5924550">
                  <a:moveTo>
                    <a:pt x="3666809" y="2723649"/>
                  </a:moveTo>
                  <a:lnTo>
                    <a:pt x="3677372" y="2723649"/>
                  </a:lnTo>
                  <a:lnTo>
                    <a:pt x="3670674" y="2736349"/>
                  </a:lnTo>
                  <a:lnTo>
                    <a:pt x="3666809" y="2723649"/>
                  </a:lnTo>
                  <a:close/>
                </a:path>
                <a:path w="6537959" h="5924550">
                  <a:moveTo>
                    <a:pt x="4869794" y="2685549"/>
                  </a:moveTo>
                  <a:lnTo>
                    <a:pt x="4880256" y="2710949"/>
                  </a:lnTo>
                  <a:lnTo>
                    <a:pt x="4862142" y="2723649"/>
                  </a:lnTo>
                  <a:lnTo>
                    <a:pt x="4851680" y="2698249"/>
                  </a:lnTo>
                  <a:lnTo>
                    <a:pt x="4869794" y="2685549"/>
                  </a:lnTo>
                  <a:close/>
                </a:path>
                <a:path w="6537959" h="5924550">
                  <a:moveTo>
                    <a:pt x="3932866" y="2698249"/>
                  </a:moveTo>
                  <a:lnTo>
                    <a:pt x="3938097" y="2710949"/>
                  </a:lnTo>
                  <a:lnTo>
                    <a:pt x="3923807" y="2710949"/>
                  </a:lnTo>
                  <a:lnTo>
                    <a:pt x="3932866" y="2698249"/>
                  </a:lnTo>
                  <a:close/>
                </a:path>
                <a:path w="6537959" h="5924550">
                  <a:moveTo>
                    <a:pt x="4180806" y="2685549"/>
                  </a:moveTo>
                  <a:lnTo>
                    <a:pt x="4192226" y="2685549"/>
                  </a:lnTo>
                  <a:lnTo>
                    <a:pt x="4198824" y="2698249"/>
                  </a:lnTo>
                  <a:lnTo>
                    <a:pt x="4187399" y="2698249"/>
                  </a:lnTo>
                  <a:lnTo>
                    <a:pt x="4180806" y="2685549"/>
                  </a:lnTo>
                  <a:close/>
                </a:path>
                <a:path w="6537959" h="5924550">
                  <a:moveTo>
                    <a:pt x="4437806" y="2672849"/>
                  </a:moveTo>
                  <a:lnTo>
                    <a:pt x="4451591" y="2672849"/>
                  </a:lnTo>
                  <a:lnTo>
                    <a:pt x="4459550" y="2685549"/>
                  </a:lnTo>
                  <a:lnTo>
                    <a:pt x="4445764" y="2685549"/>
                  </a:lnTo>
                  <a:lnTo>
                    <a:pt x="4437806" y="2672849"/>
                  </a:lnTo>
                  <a:close/>
                </a:path>
                <a:path w="6537959" h="5924550">
                  <a:moveTo>
                    <a:pt x="4711038" y="2647449"/>
                  </a:moveTo>
                  <a:lnTo>
                    <a:pt x="4720588" y="2672849"/>
                  </a:lnTo>
                  <a:lnTo>
                    <a:pt x="4704047" y="2672849"/>
                  </a:lnTo>
                  <a:lnTo>
                    <a:pt x="4694493" y="2660149"/>
                  </a:lnTo>
                  <a:lnTo>
                    <a:pt x="4711038" y="2647449"/>
                  </a:lnTo>
                  <a:close/>
                </a:path>
                <a:path w="6537959" h="5924550">
                  <a:moveTo>
                    <a:pt x="3766932" y="2660149"/>
                  </a:moveTo>
                  <a:lnTo>
                    <a:pt x="3774024" y="2660149"/>
                  </a:lnTo>
                  <a:lnTo>
                    <a:pt x="3778118" y="2672849"/>
                  </a:lnTo>
                  <a:lnTo>
                    <a:pt x="3771026" y="2672849"/>
                  </a:lnTo>
                  <a:lnTo>
                    <a:pt x="3766932" y="2660149"/>
                  </a:lnTo>
                  <a:close/>
                </a:path>
                <a:path w="6537959" h="5924550">
                  <a:moveTo>
                    <a:pt x="4970316" y="2634749"/>
                  </a:moveTo>
                  <a:lnTo>
                    <a:pt x="4981003" y="2647449"/>
                  </a:lnTo>
                  <a:lnTo>
                    <a:pt x="4962495" y="2660149"/>
                  </a:lnTo>
                  <a:lnTo>
                    <a:pt x="4951808" y="2647449"/>
                  </a:lnTo>
                  <a:lnTo>
                    <a:pt x="4970316" y="2634749"/>
                  </a:lnTo>
                  <a:close/>
                </a:path>
                <a:path w="6537959" h="5924550">
                  <a:moveTo>
                    <a:pt x="4024247" y="2647449"/>
                  </a:moveTo>
                  <a:lnTo>
                    <a:pt x="4038532" y="2647449"/>
                  </a:lnTo>
                  <a:lnTo>
                    <a:pt x="4029478" y="2660149"/>
                  </a:lnTo>
                  <a:lnTo>
                    <a:pt x="4024247" y="2647449"/>
                  </a:lnTo>
                  <a:close/>
                </a:path>
                <a:path w="6537959" h="5924550">
                  <a:moveTo>
                    <a:pt x="4292748" y="2622049"/>
                  </a:moveTo>
                  <a:lnTo>
                    <a:pt x="4299570" y="2634749"/>
                  </a:lnTo>
                  <a:lnTo>
                    <a:pt x="4287756" y="2647449"/>
                  </a:lnTo>
                  <a:lnTo>
                    <a:pt x="4280934" y="2634749"/>
                  </a:lnTo>
                  <a:lnTo>
                    <a:pt x="4292748" y="2622049"/>
                  </a:lnTo>
                  <a:close/>
                </a:path>
                <a:path w="6537959" h="5924550">
                  <a:moveTo>
                    <a:pt x="3353374" y="2634749"/>
                  </a:moveTo>
                  <a:lnTo>
                    <a:pt x="3357101" y="2634749"/>
                  </a:lnTo>
                  <a:lnTo>
                    <a:pt x="3354736" y="2647449"/>
                  </a:lnTo>
                  <a:lnTo>
                    <a:pt x="3353374" y="2634749"/>
                  </a:lnTo>
                  <a:close/>
                </a:path>
                <a:path w="6537959" h="5924550">
                  <a:moveTo>
                    <a:pt x="4552113" y="2609349"/>
                  </a:moveTo>
                  <a:lnTo>
                    <a:pt x="4560297" y="2622049"/>
                  </a:lnTo>
                  <a:lnTo>
                    <a:pt x="4546116" y="2634749"/>
                  </a:lnTo>
                  <a:lnTo>
                    <a:pt x="4537933" y="2622049"/>
                  </a:lnTo>
                  <a:lnTo>
                    <a:pt x="4552113" y="2609349"/>
                  </a:lnTo>
                  <a:close/>
                </a:path>
                <a:path w="6537959" h="5924550">
                  <a:moveTo>
                    <a:pt x="3610372" y="2622049"/>
                  </a:moveTo>
                  <a:lnTo>
                    <a:pt x="3617831" y="2622049"/>
                  </a:lnTo>
                  <a:lnTo>
                    <a:pt x="3613100" y="2634749"/>
                  </a:lnTo>
                  <a:lnTo>
                    <a:pt x="3610372" y="2622049"/>
                  </a:lnTo>
                  <a:close/>
                </a:path>
                <a:path w="6537959" h="5924550">
                  <a:moveTo>
                    <a:pt x="4794932" y="2596649"/>
                  </a:moveTo>
                  <a:lnTo>
                    <a:pt x="4811473" y="2596649"/>
                  </a:lnTo>
                  <a:lnTo>
                    <a:pt x="4821023" y="2609349"/>
                  </a:lnTo>
                  <a:lnTo>
                    <a:pt x="4804486" y="2622049"/>
                  </a:lnTo>
                  <a:lnTo>
                    <a:pt x="4794932" y="2596649"/>
                  </a:lnTo>
                  <a:close/>
                </a:path>
                <a:path w="6537959" h="5924550">
                  <a:moveTo>
                    <a:pt x="4133828" y="2583949"/>
                  </a:moveTo>
                  <a:lnTo>
                    <a:pt x="4139283" y="2596649"/>
                  </a:lnTo>
                  <a:lnTo>
                    <a:pt x="4124374" y="2596649"/>
                  </a:lnTo>
                  <a:lnTo>
                    <a:pt x="4133828" y="2583949"/>
                  </a:lnTo>
                  <a:close/>
                </a:path>
                <a:path w="6537959" h="5924550">
                  <a:moveTo>
                    <a:pt x="4381374" y="2571249"/>
                  </a:moveTo>
                  <a:lnTo>
                    <a:pt x="4393188" y="2571249"/>
                  </a:lnTo>
                  <a:lnTo>
                    <a:pt x="4400010" y="2583949"/>
                  </a:lnTo>
                  <a:lnTo>
                    <a:pt x="4388195" y="2583949"/>
                  </a:lnTo>
                  <a:lnTo>
                    <a:pt x="4381374" y="2571249"/>
                  </a:lnTo>
                  <a:close/>
                </a:path>
                <a:path w="6537959" h="5924550">
                  <a:moveTo>
                    <a:pt x="4652635" y="2545849"/>
                  </a:moveTo>
                  <a:lnTo>
                    <a:pt x="4661048" y="2571249"/>
                  </a:lnTo>
                  <a:lnTo>
                    <a:pt x="4646474" y="2571249"/>
                  </a:lnTo>
                  <a:lnTo>
                    <a:pt x="4638061" y="2558549"/>
                  </a:lnTo>
                  <a:lnTo>
                    <a:pt x="4652635" y="2545849"/>
                  </a:lnTo>
                  <a:close/>
                </a:path>
                <a:path w="6537959" h="5924550">
                  <a:moveTo>
                    <a:pt x="3715621" y="2558549"/>
                  </a:moveTo>
                  <a:lnTo>
                    <a:pt x="3718578" y="2571249"/>
                  </a:lnTo>
                  <a:lnTo>
                    <a:pt x="3710500" y="2571249"/>
                  </a:lnTo>
                  <a:lnTo>
                    <a:pt x="3715621" y="2558549"/>
                  </a:lnTo>
                  <a:close/>
                </a:path>
                <a:path w="6537959" h="5924550">
                  <a:moveTo>
                    <a:pt x="4911996" y="2533149"/>
                  </a:moveTo>
                  <a:lnTo>
                    <a:pt x="4921775" y="2545849"/>
                  </a:lnTo>
                  <a:lnTo>
                    <a:pt x="4904839" y="2558549"/>
                  </a:lnTo>
                  <a:lnTo>
                    <a:pt x="4895060" y="2545849"/>
                  </a:lnTo>
                  <a:lnTo>
                    <a:pt x="4911996" y="2533149"/>
                  </a:lnTo>
                  <a:close/>
                </a:path>
                <a:path w="6537959" h="5924550">
                  <a:moveTo>
                    <a:pt x="3967499" y="2545849"/>
                  </a:moveTo>
                  <a:lnTo>
                    <a:pt x="3974981" y="2545849"/>
                  </a:lnTo>
                  <a:lnTo>
                    <a:pt x="3979304" y="2558549"/>
                  </a:lnTo>
                  <a:lnTo>
                    <a:pt x="3971822" y="2558549"/>
                  </a:lnTo>
                  <a:lnTo>
                    <a:pt x="3967499" y="2545849"/>
                  </a:lnTo>
                  <a:close/>
                </a:path>
                <a:path w="6537959" h="5924550">
                  <a:moveTo>
                    <a:pt x="4224497" y="2533149"/>
                  </a:moveTo>
                  <a:lnTo>
                    <a:pt x="4240030" y="2533149"/>
                  </a:lnTo>
                  <a:lnTo>
                    <a:pt x="4230182" y="2545849"/>
                  </a:lnTo>
                  <a:lnTo>
                    <a:pt x="4224497" y="2533149"/>
                  </a:lnTo>
                  <a:close/>
                </a:path>
                <a:path w="6537959" h="5924550">
                  <a:moveTo>
                    <a:pt x="4493705" y="2507749"/>
                  </a:moveTo>
                  <a:lnTo>
                    <a:pt x="4500756" y="2520449"/>
                  </a:lnTo>
                  <a:lnTo>
                    <a:pt x="4488548" y="2533149"/>
                  </a:lnTo>
                  <a:lnTo>
                    <a:pt x="4481497" y="2520449"/>
                  </a:lnTo>
                  <a:lnTo>
                    <a:pt x="4493705" y="2507749"/>
                  </a:lnTo>
                  <a:close/>
                </a:path>
                <a:path w="6537959" h="5924550">
                  <a:moveTo>
                    <a:pt x="4753070" y="2495049"/>
                  </a:moveTo>
                  <a:lnTo>
                    <a:pt x="4761483" y="2507749"/>
                  </a:lnTo>
                  <a:lnTo>
                    <a:pt x="4746913" y="2520449"/>
                  </a:lnTo>
                  <a:lnTo>
                    <a:pt x="4738496" y="2507749"/>
                  </a:lnTo>
                  <a:lnTo>
                    <a:pt x="4753070" y="2495049"/>
                  </a:lnTo>
                  <a:close/>
                </a:path>
                <a:path w="6537959" h="5924550">
                  <a:moveTo>
                    <a:pt x="4075502" y="2482349"/>
                  </a:moveTo>
                  <a:lnTo>
                    <a:pt x="4080050" y="2495049"/>
                  </a:lnTo>
                  <a:lnTo>
                    <a:pt x="4067626" y="2495049"/>
                  </a:lnTo>
                  <a:lnTo>
                    <a:pt x="4075502" y="2482349"/>
                  </a:lnTo>
                  <a:close/>
                </a:path>
                <a:path w="6537959" h="5924550">
                  <a:moveTo>
                    <a:pt x="4445017" y="1735498"/>
                  </a:moveTo>
                  <a:lnTo>
                    <a:pt x="4446379" y="1737864"/>
                  </a:lnTo>
                  <a:lnTo>
                    <a:pt x="4444013" y="1739230"/>
                  </a:lnTo>
                  <a:lnTo>
                    <a:pt x="4442652" y="1736864"/>
                  </a:lnTo>
                  <a:lnTo>
                    <a:pt x="4445017" y="1735498"/>
                  </a:lnTo>
                  <a:close/>
                </a:path>
                <a:path w="6537959" h="5924550">
                  <a:moveTo>
                    <a:pt x="4503421" y="1834384"/>
                  </a:moveTo>
                  <a:lnTo>
                    <a:pt x="4505924" y="1838716"/>
                  </a:lnTo>
                  <a:lnTo>
                    <a:pt x="4501587" y="1841219"/>
                  </a:lnTo>
                  <a:lnTo>
                    <a:pt x="4499084" y="1836887"/>
                  </a:lnTo>
                  <a:lnTo>
                    <a:pt x="4503421" y="1834384"/>
                  </a:lnTo>
                  <a:close/>
                </a:path>
                <a:path w="6537959" h="5924550">
                  <a:moveTo>
                    <a:pt x="4561824" y="1933269"/>
                  </a:moveTo>
                  <a:lnTo>
                    <a:pt x="4565464" y="1939568"/>
                  </a:lnTo>
                  <a:lnTo>
                    <a:pt x="4559156" y="1943209"/>
                  </a:lnTo>
                  <a:lnTo>
                    <a:pt x="4555520" y="1936909"/>
                  </a:lnTo>
                  <a:lnTo>
                    <a:pt x="4561824" y="1933269"/>
                  </a:lnTo>
                  <a:close/>
                </a:path>
                <a:path w="6537959" h="5924550">
                  <a:moveTo>
                    <a:pt x="4620140" y="2032461"/>
                  </a:moveTo>
                  <a:lnTo>
                    <a:pt x="4624688" y="2040338"/>
                  </a:lnTo>
                  <a:lnTo>
                    <a:pt x="4616812" y="2044885"/>
                  </a:lnTo>
                  <a:lnTo>
                    <a:pt x="4612264" y="2037009"/>
                  </a:lnTo>
                  <a:lnTo>
                    <a:pt x="4620140" y="2032461"/>
                  </a:lnTo>
                  <a:close/>
                </a:path>
                <a:path w="6537959" h="5924550">
                  <a:moveTo>
                    <a:pt x="4678461" y="2131663"/>
                  </a:moveTo>
                  <a:lnTo>
                    <a:pt x="4683921" y="2141116"/>
                  </a:lnTo>
                  <a:lnTo>
                    <a:pt x="4674472" y="2146572"/>
                  </a:lnTo>
                  <a:lnTo>
                    <a:pt x="4669012" y="2137119"/>
                  </a:lnTo>
                  <a:lnTo>
                    <a:pt x="4678461" y="2131663"/>
                  </a:lnTo>
                  <a:close/>
                </a:path>
                <a:path w="6537959" h="5924550">
                  <a:moveTo>
                    <a:pt x="4736868" y="2230548"/>
                  </a:moveTo>
                  <a:lnTo>
                    <a:pt x="4743461" y="2241964"/>
                  </a:lnTo>
                  <a:lnTo>
                    <a:pt x="4732041" y="2248557"/>
                  </a:lnTo>
                  <a:lnTo>
                    <a:pt x="4725448" y="2237141"/>
                  </a:lnTo>
                  <a:lnTo>
                    <a:pt x="4736868" y="2230548"/>
                  </a:lnTo>
                  <a:close/>
                </a:path>
                <a:path w="6537959" h="5924550">
                  <a:moveTo>
                    <a:pt x="4795189" y="2329741"/>
                  </a:moveTo>
                  <a:lnTo>
                    <a:pt x="4802694" y="2342738"/>
                  </a:lnTo>
                  <a:lnTo>
                    <a:pt x="4789697" y="2350243"/>
                  </a:lnTo>
                  <a:lnTo>
                    <a:pt x="4782192" y="2337246"/>
                  </a:lnTo>
                  <a:lnTo>
                    <a:pt x="4795189" y="2329741"/>
                  </a:lnTo>
                  <a:close/>
                </a:path>
                <a:path w="6537959" h="5924550">
                  <a:moveTo>
                    <a:pt x="4853592" y="2428626"/>
                  </a:moveTo>
                  <a:lnTo>
                    <a:pt x="4862234" y="2443590"/>
                  </a:lnTo>
                  <a:lnTo>
                    <a:pt x="4847266" y="2452232"/>
                  </a:lnTo>
                  <a:lnTo>
                    <a:pt x="4838624" y="2437268"/>
                  </a:lnTo>
                  <a:lnTo>
                    <a:pt x="4853592" y="2428626"/>
                  </a:lnTo>
                  <a:close/>
                </a:path>
                <a:path w="6537959" h="5924550">
                  <a:moveTo>
                    <a:pt x="4344577" y="1793490"/>
                  </a:moveTo>
                  <a:lnTo>
                    <a:pt x="4345944" y="1795850"/>
                  </a:lnTo>
                  <a:lnTo>
                    <a:pt x="4343578" y="1797217"/>
                  </a:lnTo>
                  <a:lnTo>
                    <a:pt x="4342216" y="1794851"/>
                  </a:lnTo>
                  <a:lnTo>
                    <a:pt x="4344577" y="1793490"/>
                  </a:lnTo>
                  <a:close/>
                </a:path>
                <a:path w="6537959" h="5924550">
                  <a:moveTo>
                    <a:pt x="4402898" y="1892682"/>
                  </a:moveTo>
                  <a:lnTo>
                    <a:pt x="4405172" y="1896624"/>
                  </a:lnTo>
                  <a:lnTo>
                    <a:pt x="4401229" y="1898898"/>
                  </a:lnTo>
                  <a:lnTo>
                    <a:pt x="4398955" y="1894956"/>
                  </a:lnTo>
                  <a:lnTo>
                    <a:pt x="4402898" y="1892682"/>
                  </a:lnTo>
                  <a:close/>
                </a:path>
                <a:path w="6537959" h="5924550">
                  <a:moveTo>
                    <a:pt x="4461301" y="1991572"/>
                  </a:moveTo>
                  <a:lnTo>
                    <a:pt x="4464712" y="1997477"/>
                  </a:lnTo>
                  <a:lnTo>
                    <a:pt x="4458803" y="2000888"/>
                  </a:lnTo>
                  <a:lnTo>
                    <a:pt x="4455392" y="1994983"/>
                  </a:lnTo>
                  <a:lnTo>
                    <a:pt x="4461301" y="1991572"/>
                  </a:lnTo>
                  <a:close/>
                </a:path>
                <a:path w="6537959" h="5924550">
                  <a:moveTo>
                    <a:pt x="4519622" y="2090764"/>
                  </a:moveTo>
                  <a:lnTo>
                    <a:pt x="4523945" y="2098246"/>
                  </a:lnTo>
                  <a:lnTo>
                    <a:pt x="4516459" y="2102565"/>
                  </a:lnTo>
                  <a:lnTo>
                    <a:pt x="4512140" y="2095083"/>
                  </a:lnTo>
                  <a:lnTo>
                    <a:pt x="4519622" y="2090764"/>
                  </a:lnTo>
                  <a:close/>
                </a:path>
                <a:path w="6537959" h="5924550">
                  <a:moveTo>
                    <a:pt x="4578025" y="2189650"/>
                  </a:moveTo>
                  <a:lnTo>
                    <a:pt x="4583486" y="2199103"/>
                  </a:lnTo>
                  <a:lnTo>
                    <a:pt x="4574032" y="2204559"/>
                  </a:lnTo>
                  <a:lnTo>
                    <a:pt x="4568572" y="2195105"/>
                  </a:lnTo>
                  <a:lnTo>
                    <a:pt x="4578025" y="2189650"/>
                  </a:lnTo>
                  <a:close/>
                </a:path>
                <a:path w="6537959" h="5924550">
                  <a:moveTo>
                    <a:pt x="4636346" y="2288842"/>
                  </a:moveTo>
                  <a:lnTo>
                    <a:pt x="4642714" y="2299873"/>
                  </a:lnTo>
                  <a:lnTo>
                    <a:pt x="4631684" y="2306240"/>
                  </a:lnTo>
                  <a:lnTo>
                    <a:pt x="4625315" y="2295210"/>
                  </a:lnTo>
                  <a:lnTo>
                    <a:pt x="4636346" y="2288842"/>
                  </a:lnTo>
                  <a:close/>
                </a:path>
                <a:path w="6537959" h="5924550">
                  <a:moveTo>
                    <a:pt x="4694667" y="2388039"/>
                  </a:moveTo>
                  <a:lnTo>
                    <a:pt x="4701942" y="2400642"/>
                  </a:lnTo>
                  <a:lnTo>
                    <a:pt x="4689339" y="2407918"/>
                  </a:lnTo>
                  <a:lnTo>
                    <a:pt x="4682063" y="2395315"/>
                  </a:lnTo>
                  <a:lnTo>
                    <a:pt x="4694667" y="2388039"/>
                  </a:lnTo>
                  <a:close/>
                </a:path>
                <a:path w="6537959" h="5924550">
                  <a:moveTo>
                    <a:pt x="4244051" y="1851788"/>
                  </a:moveTo>
                  <a:lnTo>
                    <a:pt x="4245188" y="1853755"/>
                  </a:lnTo>
                  <a:lnTo>
                    <a:pt x="4243221" y="1854892"/>
                  </a:lnTo>
                  <a:lnTo>
                    <a:pt x="4242084" y="1852925"/>
                  </a:lnTo>
                  <a:lnTo>
                    <a:pt x="4244051" y="1851788"/>
                  </a:lnTo>
                  <a:close/>
                </a:path>
                <a:path w="6537959" h="5924550">
                  <a:moveTo>
                    <a:pt x="4302375" y="1950985"/>
                  </a:moveTo>
                  <a:lnTo>
                    <a:pt x="4304421" y="1954524"/>
                  </a:lnTo>
                  <a:lnTo>
                    <a:pt x="4300877" y="1956573"/>
                  </a:lnTo>
                  <a:lnTo>
                    <a:pt x="4298832" y="1953029"/>
                  </a:lnTo>
                  <a:lnTo>
                    <a:pt x="4302375" y="1950985"/>
                  </a:lnTo>
                  <a:close/>
                </a:path>
                <a:path w="6537959" h="5924550">
                  <a:moveTo>
                    <a:pt x="4360779" y="2049865"/>
                  </a:moveTo>
                  <a:lnTo>
                    <a:pt x="4363966" y="2055381"/>
                  </a:lnTo>
                  <a:lnTo>
                    <a:pt x="4358451" y="2058563"/>
                  </a:lnTo>
                  <a:lnTo>
                    <a:pt x="4355264" y="2053047"/>
                  </a:lnTo>
                  <a:lnTo>
                    <a:pt x="4360779" y="2049865"/>
                  </a:lnTo>
                  <a:close/>
                </a:path>
                <a:path w="6537959" h="5924550">
                  <a:moveTo>
                    <a:pt x="4419183" y="2148751"/>
                  </a:moveTo>
                  <a:lnTo>
                    <a:pt x="4423506" y="2156233"/>
                  </a:lnTo>
                  <a:lnTo>
                    <a:pt x="4416019" y="2160556"/>
                  </a:lnTo>
                  <a:lnTo>
                    <a:pt x="4411701" y="2153074"/>
                  </a:lnTo>
                  <a:lnTo>
                    <a:pt x="4419183" y="2148751"/>
                  </a:lnTo>
                  <a:close/>
                </a:path>
                <a:path w="6537959" h="5924550">
                  <a:moveTo>
                    <a:pt x="4477503" y="2247948"/>
                  </a:moveTo>
                  <a:lnTo>
                    <a:pt x="4482734" y="2257007"/>
                  </a:lnTo>
                  <a:lnTo>
                    <a:pt x="4473675" y="2262234"/>
                  </a:lnTo>
                  <a:lnTo>
                    <a:pt x="4468444" y="2253175"/>
                  </a:lnTo>
                  <a:lnTo>
                    <a:pt x="4477503" y="2247948"/>
                  </a:lnTo>
                  <a:close/>
                </a:path>
                <a:path w="6537959" h="5924550">
                  <a:moveTo>
                    <a:pt x="4535907" y="2346833"/>
                  </a:moveTo>
                  <a:lnTo>
                    <a:pt x="4542275" y="2357859"/>
                  </a:lnTo>
                  <a:lnTo>
                    <a:pt x="4531249" y="2364227"/>
                  </a:lnTo>
                  <a:lnTo>
                    <a:pt x="4524881" y="2353197"/>
                  </a:lnTo>
                  <a:lnTo>
                    <a:pt x="4535907" y="2346833"/>
                  </a:lnTo>
                  <a:close/>
                </a:path>
                <a:path w="6537959" h="5924550">
                  <a:moveTo>
                    <a:pt x="4594232" y="2446026"/>
                  </a:moveTo>
                  <a:lnTo>
                    <a:pt x="4601508" y="2458629"/>
                  </a:lnTo>
                  <a:lnTo>
                    <a:pt x="4588900" y="2465909"/>
                  </a:lnTo>
                  <a:lnTo>
                    <a:pt x="4581624" y="2453306"/>
                  </a:lnTo>
                  <a:lnTo>
                    <a:pt x="4594232" y="2446026"/>
                  </a:lnTo>
                  <a:close/>
                </a:path>
                <a:path w="6537959" h="5924550">
                  <a:moveTo>
                    <a:pt x="4143533" y="1910087"/>
                  </a:moveTo>
                  <a:lnTo>
                    <a:pt x="4144446" y="1911664"/>
                  </a:lnTo>
                  <a:lnTo>
                    <a:pt x="4142869" y="1912572"/>
                  </a:lnTo>
                  <a:lnTo>
                    <a:pt x="4141956" y="1911000"/>
                  </a:lnTo>
                  <a:lnTo>
                    <a:pt x="4143533" y="1910087"/>
                  </a:lnTo>
                  <a:close/>
                </a:path>
                <a:path w="6537959" h="5924550">
                  <a:moveTo>
                    <a:pt x="4201854" y="2009284"/>
                  </a:moveTo>
                  <a:lnTo>
                    <a:pt x="4203674" y="2012433"/>
                  </a:lnTo>
                  <a:lnTo>
                    <a:pt x="4200525" y="2014253"/>
                  </a:lnTo>
                  <a:lnTo>
                    <a:pt x="4198704" y="2011099"/>
                  </a:lnTo>
                  <a:lnTo>
                    <a:pt x="4201854" y="2009284"/>
                  </a:lnTo>
                  <a:close/>
                </a:path>
                <a:path w="6537959" h="5924550">
                  <a:moveTo>
                    <a:pt x="4260257" y="2108169"/>
                  </a:moveTo>
                  <a:lnTo>
                    <a:pt x="4263214" y="2113290"/>
                  </a:lnTo>
                  <a:lnTo>
                    <a:pt x="4258098" y="2116243"/>
                  </a:lnTo>
                  <a:lnTo>
                    <a:pt x="4255141" y="2111122"/>
                  </a:lnTo>
                  <a:lnTo>
                    <a:pt x="4260257" y="2108169"/>
                  </a:lnTo>
                  <a:close/>
                </a:path>
                <a:path w="6537959" h="5924550">
                  <a:moveTo>
                    <a:pt x="4318661" y="2207055"/>
                  </a:moveTo>
                  <a:lnTo>
                    <a:pt x="4322755" y="2214142"/>
                  </a:lnTo>
                  <a:lnTo>
                    <a:pt x="4315667" y="2218232"/>
                  </a:lnTo>
                  <a:lnTo>
                    <a:pt x="4311573" y="2211144"/>
                  </a:lnTo>
                  <a:lnTo>
                    <a:pt x="4318661" y="2207055"/>
                  </a:lnTo>
                  <a:close/>
                </a:path>
                <a:path w="6537959" h="5924550">
                  <a:moveTo>
                    <a:pt x="4376985" y="2306247"/>
                  </a:moveTo>
                  <a:lnTo>
                    <a:pt x="4381988" y="2314907"/>
                  </a:lnTo>
                  <a:lnTo>
                    <a:pt x="4373318" y="2319914"/>
                  </a:lnTo>
                  <a:lnTo>
                    <a:pt x="4368316" y="2311248"/>
                  </a:lnTo>
                  <a:lnTo>
                    <a:pt x="4376985" y="2306247"/>
                  </a:lnTo>
                  <a:close/>
                </a:path>
                <a:path w="6537959" h="5924550">
                  <a:moveTo>
                    <a:pt x="4435389" y="2405133"/>
                  </a:moveTo>
                  <a:lnTo>
                    <a:pt x="4441528" y="2415764"/>
                  </a:lnTo>
                  <a:lnTo>
                    <a:pt x="4430892" y="2421908"/>
                  </a:lnTo>
                  <a:lnTo>
                    <a:pt x="4424753" y="2411272"/>
                  </a:lnTo>
                  <a:lnTo>
                    <a:pt x="4435389" y="2405133"/>
                  </a:lnTo>
                  <a:close/>
                </a:path>
                <a:path w="6537959" h="5924550">
                  <a:moveTo>
                    <a:pt x="4041829" y="1969069"/>
                  </a:moveTo>
                  <a:lnTo>
                    <a:pt x="4043406" y="1969069"/>
                  </a:lnTo>
                  <a:lnTo>
                    <a:pt x="4043695" y="1969568"/>
                  </a:lnTo>
                  <a:lnTo>
                    <a:pt x="4042117" y="1969568"/>
                  </a:lnTo>
                  <a:lnTo>
                    <a:pt x="4041829" y="1969069"/>
                  </a:lnTo>
                  <a:close/>
                </a:path>
                <a:path w="6537959" h="5924550">
                  <a:moveTo>
                    <a:pt x="4101332" y="2067582"/>
                  </a:moveTo>
                  <a:lnTo>
                    <a:pt x="4102923" y="2070338"/>
                  </a:lnTo>
                  <a:lnTo>
                    <a:pt x="4100168" y="2071928"/>
                  </a:lnTo>
                  <a:lnTo>
                    <a:pt x="4098577" y="2069173"/>
                  </a:lnTo>
                  <a:lnTo>
                    <a:pt x="4101332" y="2067582"/>
                  </a:lnTo>
                  <a:close/>
                </a:path>
                <a:path w="6537959" h="5924550">
                  <a:moveTo>
                    <a:pt x="4159735" y="2166463"/>
                  </a:moveTo>
                  <a:lnTo>
                    <a:pt x="4162468" y="2171194"/>
                  </a:lnTo>
                  <a:lnTo>
                    <a:pt x="4157741" y="2173922"/>
                  </a:lnTo>
                  <a:lnTo>
                    <a:pt x="4155013" y="2169191"/>
                  </a:lnTo>
                  <a:lnTo>
                    <a:pt x="4159735" y="2166463"/>
                  </a:lnTo>
                  <a:close/>
                </a:path>
                <a:path w="6537959" h="5924550">
                  <a:moveTo>
                    <a:pt x="4218139" y="2265348"/>
                  </a:moveTo>
                  <a:lnTo>
                    <a:pt x="4222008" y="2272047"/>
                  </a:lnTo>
                  <a:lnTo>
                    <a:pt x="4215315" y="2275911"/>
                  </a:lnTo>
                  <a:lnTo>
                    <a:pt x="4211445" y="2269213"/>
                  </a:lnTo>
                  <a:lnTo>
                    <a:pt x="4218139" y="2265348"/>
                  </a:lnTo>
                  <a:close/>
                </a:path>
                <a:path w="6537959" h="5924550">
                  <a:moveTo>
                    <a:pt x="4276464" y="2364545"/>
                  </a:moveTo>
                  <a:lnTo>
                    <a:pt x="4281241" y="2372816"/>
                  </a:lnTo>
                  <a:lnTo>
                    <a:pt x="4272966" y="2377593"/>
                  </a:lnTo>
                  <a:lnTo>
                    <a:pt x="4268189" y="2369322"/>
                  </a:lnTo>
                  <a:lnTo>
                    <a:pt x="4276464" y="2364545"/>
                  </a:lnTo>
                  <a:close/>
                </a:path>
                <a:path w="6537959" h="5924550">
                  <a:moveTo>
                    <a:pt x="4334867" y="2463426"/>
                  </a:moveTo>
                  <a:lnTo>
                    <a:pt x="4340782" y="2473672"/>
                  </a:lnTo>
                  <a:lnTo>
                    <a:pt x="4330540" y="2479587"/>
                  </a:lnTo>
                  <a:lnTo>
                    <a:pt x="4324626" y="2469340"/>
                  </a:lnTo>
                  <a:lnTo>
                    <a:pt x="4334867" y="2463426"/>
                  </a:lnTo>
                  <a:close/>
                </a:path>
                <a:path w="6537959" h="5924550">
                  <a:moveTo>
                    <a:pt x="4000897" y="2125569"/>
                  </a:moveTo>
                  <a:lnTo>
                    <a:pt x="4002488" y="2128324"/>
                  </a:lnTo>
                  <a:lnTo>
                    <a:pt x="3999733" y="2129915"/>
                  </a:lnTo>
                  <a:lnTo>
                    <a:pt x="3998142" y="2127159"/>
                  </a:lnTo>
                  <a:lnTo>
                    <a:pt x="4000897" y="2125569"/>
                  </a:lnTo>
                  <a:close/>
                </a:path>
                <a:path w="6537959" h="5924550">
                  <a:moveTo>
                    <a:pt x="4059218" y="2224761"/>
                  </a:moveTo>
                  <a:lnTo>
                    <a:pt x="4061717" y="2229094"/>
                  </a:lnTo>
                  <a:lnTo>
                    <a:pt x="4057389" y="2231597"/>
                  </a:lnTo>
                  <a:lnTo>
                    <a:pt x="4054886" y="2227264"/>
                  </a:lnTo>
                  <a:lnTo>
                    <a:pt x="4059218" y="2224761"/>
                  </a:lnTo>
                  <a:close/>
                </a:path>
                <a:path w="6537959" h="5924550">
                  <a:moveTo>
                    <a:pt x="4117621" y="2323651"/>
                  </a:moveTo>
                  <a:lnTo>
                    <a:pt x="4121261" y="2329950"/>
                  </a:lnTo>
                  <a:lnTo>
                    <a:pt x="4114953" y="2333591"/>
                  </a:lnTo>
                  <a:lnTo>
                    <a:pt x="4111317" y="2327291"/>
                  </a:lnTo>
                  <a:lnTo>
                    <a:pt x="4117621" y="2323651"/>
                  </a:lnTo>
                  <a:close/>
                </a:path>
                <a:path w="6537959" h="5924550">
                  <a:moveTo>
                    <a:pt x="4176024" y="2422536"/>
                  </a:moveTo>
                  <a:lnTo>
                    <a:pt x="4180802" y="2430807"/>
                  </a:lnTo>
                  <a:lnTo>
                    <a:pt x="4172527" y="2435584"/>
                  </a:lnTo>
                  <a:lnTo>
                    <a:pt x="4167754" y="2427314"/>
                  </a:lnTo>
                  <a:lnTo>
                    <a:pt x="4176024" y="2422536"/>
                  </a:lnTo>
                  <a:close/>
                </a:path>
                <a:path w="6537959" h="5924550">
                  <a:moveTo>
                    <a:pt x="3900375" y="2183867"/>
                  </a:moveTo>
                  <a:lnTo>
                    <a:pt x="3901741" y="2186233"/>
                  </a:lnTo>
                  <a:lnTo>
                    <a:pt x="3899376" y="2187599"/>
                  </a:lnTo>
                  <a:lnTo>
                    <a:pt x="3898010" y="2185229"/>
                  </a:lnTo>
                  <a:lnTo>
                    <a:pt x="3900375" y="2183867"/>
                  </a:lnTo>
                  <a:close/>
                </a:path>
                <a:path w="6537959" h="5924550">
                  <a:moveTo>
                    <a:pt x="3958696" y="2283064"/>
                  </a:moveTo>
                  <a:lnTo>
                    <a:pt x="3960970" y="2287002"/>
                  </a:lnTo>
                  <a:lnTo>
                    <a:pt x="3957032" y="2289276"/>
                  </a:lnTo>
                  <a:lnTo>
                    <a:pt x="3954758" y="2285338"/>
                  </a:lnTo>
                  <a:lnTo>
                    <a:pt x="3958696" y="2283064"/>
                  </a:lnTo>
                  <a:close/>
                </a:path>
                <a:path w="6537959" h="5924550">
                  <a:moveTo>
                    <a:pt x="4017099" y="2381944"/>
                  </a:moveTo>
                  <a:lnTo>
                    <a:pt x="4020510" y="2387854"/>
                  </a:lnTo>
                  <a:lnTo>
                    <a:pt x="4014601" y="2391265"/>
                  </a:lnTo>
                  <a:lnTo>
                    <a:pt x="4011190" y="2385356"/>
                  </a:lnTo>
                  <a:lnTo>
                    <a:pt x="4017099" y="2381944"/>
                  </a:lnTo>
                  <a:close/>
                </a:path>
                <a:path w="6537959" h="5924550">
                  <a:moveTo>
                    <a:pt x="3799853" y="2242165"/>
                  </a:moveTo>
                  <a:lnTo>
                    <a:pt x="3800990" y="2244136"/>
                  </a:lnTo>
                  <a:lnTo>
                    <a:pt x="3799024" y="2245273"/>
                  </a:lnTo>
                  <a:lnTo>
                    <a:pt x="3797887" y="2243302"/>
                  </a:lnTo>
                  <a:lnTo>
                    <a:pt x="3799853" y="2242165"/>
                  </a:lnTo>
                  <a:close/>
                </a:path>
                <a:path w="6537959" h="5924550">
                  <a:moveTo>
                    <a:pt x="3858261" y="2341050"/>
                  </a:moveTo>
                  <a:lnTo>
                    <a:pt x="3860535" y="2344988"/>
                  </a:lnTo>
                  <a:lnTo>
                    <a:pt x="3856597" y="2347262"/>
                  </a:lnTo>
                  <a:lnTo>
                    <a:pt x="3854323" y="2343324"/>
                  </a:lnTo>
                  <a:lnTo>
                    <a:pt x="3858261" y="2341050"/>
                  </a:lnTo>
                  <a:close/>
                </a:path>
                <a:path w="6537959" h="5924550">
                  <a:moveTo>
                    <a:pt x="3916577" y="2440247"/>
                  </a:moveTo>
                  <a:lnTo>
                    <a:pt x="3919764" y="2445763"/>
                  </a:lnTo>
                  <a:lnTo>
                    <a:pt x="3914249" y="2448944"/>
                  </a:lnTo>
                  <a:lnTo>
                    <a:pt x="3911062" y="2443429"/>
                  </a:lnTo>
                  <a:lnTo>
                    <a:pt x="3916577" y="2440247"/>
                  </a:lnTo>
                  <a:close/>
                </a:path>
                <a:path w="6537959" h="5924550">
                  <a:moveTo>
                    <a:pt x="3699419" y="2300156"/>
                  </a:moveTo>
                  <a:lnTo>
                    <a:pt x="3700556" y="2302123"/>
                  </a:lnTo>
                  <a:lnTo>
                    <a:pt x="3698584" y="2303260"/>
                  </a:lnTo>
                  <a:lnTo>
                    <a:pt x="3697447" y="2301293"/>
                  </a:lnTo>
                  <a:lnTo>
                    <a:pt x="3699419" y="2300156"/>
                  </a:lnTo>
                  <a:close/>
                </a:path>
                <a:path w="6537959" h="5924550">
                  <a:moveTo>
                    <a:pt x="3757735" y="2399348"/>
                  </a:moveTo>
                  <a:lnTo>
                    <a:pt x="3759784" y="2402897"/>
                  </a:lnTo>
                  <a:lnTo>
                    <a:pt x="3756236" y="2404942"/>
                  </a:lnTo>
                  <a:lnTo>
                    <a:pt x="3754191" y="2401398"/>
                  </a:lnTo>
                  <a:lnTo>
                    <a:pt x="3757735" y="2399348"/>
                  </a:lnTo>
                  <a:close/>
                </a:path>
                <a:path w="6537959" h="5924550">
                  <a:moveTo>
                    <a:pt x="3598892" y="2358459"/>
                  </a:moveTo>
                  <a:lnTo>
                    <a:pt x="3599800" y="2360027"/>
                  </a:lnTo>
                  <a:lnTo>
                    <a:pt x="3598232" y="2360935"/>
                  </a:lnTo>
                  <a:lnTo>
                    <a:pt x="3597324" y="2359367"/>
                  </a:lnTo>
                  <a:lnTo>
                    <a:pt x="3598892" y="2358459"/>
                  </a:lnTo>
                  <a:close/>
                </a:path>
                <a:path w="6537959" h="5924550">
                  <a:moveTo>
                    <a:pt x="3657218" y="2457652"/>
                  </a:moveTo>
                  <a:lnTo>
                    <a:pt x="3659038" y="2460801"/>
                  </a:lnTo>
                  <a:lnTo>
                    <a:pt x="3655884" y="2462621"/>
                  </a:lnTo>
                  <a:lnTo>
                    <a:pt x="3654063" y="2459472"/>
                  </a:lnTo>
                  <a:lnTo>
                    <a:pt x="3657218" y="2457652"/>
                  </a:lnTo>
                  <a:close/>
                </a:path>
                <a:path w="6537959" h="5924550">
                  <a:moveTo>
                    <a:pt x="3497192" y="2417435"/>
                  </a:moveTo>
                  <a:lnTo>
                    <a:pt x="3498770" y="2417435"/>
                  </a:lnTo>
                  <a:lnTo>
                    <a:pt x="3499058" y="2417935"/>
                  </a:lnTo>
                  <a:lnTo>
                    <a:pt x="3497481" y="2417935"/>
                  </a:lnTo>
                  <a:lnTo>
                    <a:pt x="3497192" y="2417435"/>
                  </a:lnTo>
                  <a:close/>
                </a:path>
                <a:path w="6537959" h="5924550">
                  <a:moveTo>
                    <a:pt x="976132" y="4542284"/>
                  </a:moveTo>
                  <a:lnTo>
                    <a:pt x="977041" y="4543861"/>
                  </a:lnTo>
                  <a:lnTo>
                    <a:pt x="975463" y="4544769"/>
                  </a:lnTo>
                  <a:lnTo>
                    <a:pt x="974555" y="4543196"/>
                  </a:lnTo>
                  <a:lnTo>
                    <a:pt x="976132" y="4542284"/>
                  </a:lnTo>
                  <a:close/>
                </a:path>
                <a:path w="6537959" h="5924550">
                  <a:moveTo>
                    <a:pt x="874426" y="4601265"/>
                  </a:moveTo>
                  <a:lnTo>
                    <a:pt x="876004" y="4601265"/>
                  </a:lnTo>
                  <a:lnTo>
                    <a:pt x="876292" y="4601765"/>
                  </a:lnTo>
                  <a:lnTo>
                    <a:pt x="874715" y="4601765"/>
                  </a:lnTo>
                  <a:lnTo>
                    <a:pt x="874426" y="4601265"/>
                  </a:lnTo>
                  <a:close/>
                </a:path>
                <a:path w="6537959" h="5924550">
                  <a:moveTo>
                    <a:pt x="933930" y="4699779"/>
                  </a:moveTo>
                  <a:lnTo>
                    <a:pt x="935521" y="4702539"/>
                  </a:lnTo>
                  <a:lnTo>
                    <a:pt x="932765" y="4704130"/>
                  </a:lnTo>
                  <a:lnTo>
                    <a:pt x="931175" y="4701370"/>
                  </a:lnTo>
                  <a:lnTo>
                    <a:pt x="933930" y="4699779"/>
                  </a:lnTo>
                  <a:close/>
                </a:path>
                <a:path w="6537959" h="5924550">
                  <a:moveTo>
                    <a:pt x="992333" y="4798664"/>
                  </a:moveTo>
                  <a:lnTo>
                    <a:pt x="995065" y="4803391"/>
                  </a:lnTo>
                  <a:lnTo>
                    <a:pt x="990339" y="4806119"/>
                  </a:lnTo>
                  <a:lnTo>
                    <a:pt x="987606" y="4801392"/>
                  </a:lnTo>
                  <a:lnTo>
                    <a:pt x="992333" y="4798664"/>
                  </a:lnTo>
                  <a:close/>
                </a:path>
                <a:path w="6537959" h="5924550">
                  <a:moveTo>
                    <a:pt x="833493" y="4757765"/>
                  </a:moveTo>
                  <a:lnTo>
                    <a:pt x="835084" y="4760525"/>
                  </a:lnTo>
                  <a:lnTo>
                    <a:pt x="832324" y="4762116"/>
                  </a:lnTo>
                  <a:lnTo>
                    <a:pt x="830734" y="4759356"/>
                  </a:lnTo>
                  <a:lnTo>
                    <a:pt x="833493" y="4757765"/>
                  </a:lnTo>
                  <a:close/>
                </a:path>
                <a:path w="6537959" h="5924550">
                  <a:moveTo>
                    <a:pt x="891814" y="4856962"/>
                  </a:moveTo>
                  <a:lnTo>
                    <a:pt x="894313" y="4861294"/>
                  </a:lnTo>
                  <a:lnTo>
                    <a:pt x="889980" y="4863797"/>
                  </a:lnTo>
                  <a:lnTo>
                    <a:pt x="887482" y="4859465"/>
                  </a:lnTo>
                  <a:lnTo>
                    <a:pt x="891814" y="4856962"/>
                  </a:lnTo>
                  <a:close/>
                </a:path>
                <a:path w="6537959" h="5924550">
                  <a:moveTo>
                    <a:pt x="950217" y="4955842"/>
                  </a:moveTo>
                  <a:lnTo>
                    <a:pt x="953858" y="4962151"/>
                  </a:lnTo>
                  <a:lnTo>
                    <a:pt x="947554" y="4965786"/>
                  </a:lnTo>
                  <a:lnTo>
                    <a:pt x="943913" y="4959482"/>
                  </a:lnTo>
                  <a:lnTo>
                    <a:pt x="950217" y="4955842"/>
                  </a:lnTo>
                  <a:close/>
                </a:path>
                <a:path w="6537959" h="5924550">
                  <a:moveTo>
                    <a:pt x="1008620" y="5054727"/>
                  </a:moveTo>
                  <a:lnTo>
                    <a:pt x="1013393" y="5062998"/>
                  </a:lnTo>
                  <a:lnTo>
                    <a:pt x="1005122" y="5067775"/>
                  </a:lnTo>
                  <a:lnTo>
                    <a:pt x="1000350" y="5059505"/>
                  </a:lnTo>
                  <a:lnTo>
                    <a:pt x="1008620" y="5054727"/>
                  </a:lnTo>
                  <a:close/>
                </a:path>
                <a:path w="6537959" h="5924550">
                  <a:moveTo>
                    <a:pt x="732969" y="4816067"/>
                  </a:moveTo>
                  <a:lnTo>
                    <a:pt x="734331" y="4818428"/>
                  </a:lnTo>
                  <a:lnTo>
                    <a:pt x="731970" y="4819790"/>
                  </a:lnTo>
                  <a:lnTo>
                    <a:pt x="730604" y="4817429"/>
                  </a:lnTo>
                  <a:lnTo>
                    <a:pt x="732969" y="4816067"/>
                  </a:lnTo>
                  <a:close/>
                </a:path>
                <a:path w="6537959" h="5924550">
                  <a:moveTo>
                    <a:pt x="791291" y="4915259"/>
                  </a:moveTo>
                  <a:lnTo>
                    <a:pt x="793565" y="4919198"/>
                  </a:lnTo>
                  <a:lnTo>
                    <a:pt x="789626" y="4921472"/>
                  </a:lnTo>
                  <a:lnTo>
                    <a:pt x="787352" y="4917533"/>
                  </a:lnTo>
                  <a:lnTo>
                    <a:pt x="791291" y="4915259"/>
                  </a:lnTo>
                  <a:close/>
                </a:path>
                <a:path w="6537959" h="5924550">
                  <a:moveTo>
                    <a:pt x="849694" y="5014145"/>
                  </a:moveTo>
                  <a:lnTo>
                    <a:pt x="853105" y="5020049"/>
                  </a:lnTo>
                  <a:lnTo>
                    <a:pt x="847200" y="5023460"/>
                  </a:lnTo>
                  <a:lnTo>
                    <a:pt x="843789" y="5017556"/>
                  </a:lnTo>
                  <a:lnTo>
                    <a:pt x="849694" y="5014145"/>
                  </a:lnTo>
                  <a:close/>
                </a:path>
                <a:path w="6537959" h="5924550">
                  <a:moveTo>
                    <a:pt x="908102" y="5113030"/>
                  </a:moveTo>
                  <a:lnTo>
                    <a:pt x="912649" y="5120906"/>
                  </a:lnTo>
                  <a:lnTo>
                    <a:pt x="904768" y="5125454"/>
                  </a:lnTo>
                  <a:lnTo>
                    <a:pt x="900220" y="5117578"/>
                  </a:lnTo>
                  <a:lnTo>
                    <a:pt x="908102" y="5113030"/>
                  </a:lnTo>
                  <a:close/>
                </a:path>
                <a:path w="6537959" h="5924550">
                  <a:moveTo>
                    <a:pt x="966418" y="5212222"/>
                  </a:moveTo>
                  <a:lnTo>
                    <a:pt x="971874" y="5221676"/>
                  </a:lnTo>
                  <a:lnTo>
                    <a:pt x="962420" y="5227136"/>
                  </a:lnTo>
                  <a:lnTo>
                    <a:pt x="956964" y="5217682"/>
                  </a:lnTo>
                  <a:lnTo>
                    <a:pt x="966418" y="5212222"/>
                  </a:lnTo>
                  <a:close/>
                </a:path>
                <a:path w="6537959" h="5924550">
                  <a:moveTo>
                    <a:pt x="632447" y="4874365"/>
                  </a:moveTo>
                  <a:lnTo>
                    <a:pt x="633584" y="4876332"/>
                  </a:lnTo>
                  <a:lnTo>
                    <a:pt x="631618" y="4877469"/>
                  </a:lnTo>
                  <a:lnTo>
                    <a:pt x="630480" y="4875502"/>
                  </a:lnTo>
                  <a:lnTo>
                    <a:pt x="632447" y="4874365"/>
                  </a:lnTo>
                  <a:close/>
                </a:path>
                <a:path w="6537959" h="5924550">
                  <a:moveTo>
                    <a:pt x="690768" y="4973557"/>
                  </a:moveTo>
                  <a:lnTo>
                    <a:pt x="692813" y="4977106"/>
                  </a:lnTo>
                  <a:lnTo>
                    <a:pt x="689268" y="4979150"/>
                  </a:lnTo>
                  <a:lnTo>
                    <a:pt x="687219" y="4975607"/>
                  </a:lnTo>
                  <a:lnTo>
                    <a:pt x="690768" y="4973557"/>
                  </a:lnTo>
                  <a:close/>
                </a:path>
                <a:path w="6537959" h="5924550">
                  <a:moveTo>
                    <a:pt x="749171" y="5072442"/>
                  </a:moveTo>
                  <a:lnTo>
                    <a:pt x="752353" y="5077958"/>
                  </a:lnTo>
                  <a:lnTo>
                    <a:pt x="746837" y="5081139"/>
                  </a:lnTo>
                  <a:lnTo>
                    <a:pt x="743656" y="5075629"/>
                  </a:lnTo>
                  <a:lnTo>
                    <a:pt x="749171" y="5072442"/>
                  </a:lnTo>
                  <a:close/>
                </a:path>
                <a:path w="6537959" h="5924550">
                  <a:moveTo>
                    <a:pt x="807574" y="5171328"/>
                  </a:moveTo>
                  <a:lnTo>
                    <a:pt x="811893" y="5178810"/>
                  </a:lnTo>
                  <a:lnTo>
                    <a:pt x="804410" y="5183133"/>
                  </a:lnTo>
                  <a:lnTo>
                    <a:pt x="800087" y="5175646"/>
                  </a:lnTo>
                  <a:lnTo>
                    <a:pt x="807574" y="5171328"/>
                  </a:lnTo>
                  <a:close/>
                </a:path>
                <a:path w="6537959" h="5924550">
                  <a:moveTo>
                    <a:pt x="865899" y="5270525"/>
                  </a:moveTo>
                  <a:lnTo>
                    <a:pt x="871126" y="5279579"/>
                  </a:lnTo>
                  <a:lnTo>
                    <a:pt x="862067" y="5284810"/>
                  </a:lnTo>
                  <a:lnTo>
                    <a:pt x="856836" y="5275755"/>
                  </a:lnTo>
                  <a:lnTo>
                    <a:pt x="865899" y="5270525"/>
                  </a:lnTo>
                  <a:close/>
                </a:path>
                <a:path w="6537959" h="5924550">
                  <a:moveTo>
                    <a:pt x="924302" y="5369410"/>
                  </a:moveTo>
                  <a:lnTo>
                    <a:pt x="930665" y="5380436"/>
                  </a:lnTo>
                  <a:lnTo>
                    <a:pt x="919640" y="5386804"/>
                  </a:lnTo>
                  <a:lnTo>
                    <a:pt x="913272" y="5375778"/>
                  </a:lnTo>
                  <a:lnTo>
                    <a:pt x="924302" y="5369410"/>
                  </a:lnTo>
                  <a:close/>
                </a:path>
                <a:path w="6537959" h="5924550">
                  <a:moveTo>
                    <a:pt x="982618" y="5468602"/>
                  </a:moveTo>
                  <a:lnTo>
                    <a:pt x="989894" y="5481205"/>
                  </a:lnTo>
                  <a:lnTo>
                    <a:pt x="977295" y="5488481"/>
                  </a:lnTo>
                  <a:lnTo>
                    <a:pt x="970020" y="5475878"/>
                  </a:lnTo>
                  <a:lnTo>
                    <a:pt x="982618" y="5468602"/>
                  </a:lnTo>
                  <a:close/>
                </a:path>
                <a:path w="6537959" h="5924550">
                  <a:moveTo>
                    <a:pt x="532007" y="4932351"/>
                  </a:moveTo>
                  <a:lnTo>
                    <a:pt x="533144" y="4934322"/>
                  </a:lnTo>
                  <a:lnTo>
                    <a:pt x="531177" y="4935459"/>
                  </a:lnTo>
                  <a:lnTo>
                    <a:pt x="530040" y="4933488"/>
                  </a:lnTo>
                  <a:lnTo>
                    <a:pt x="532007" y="4932351"/>
                  </a:lnTo>
                  <a:close/>
                </a:path>
                <a:path w="6537959" h="5924550">
                  <a:moveTo>
                    <a:pt x="590328" y="5031548"/>
                  </a:moveTo>
                  <a:lnTo>
                    <a:pt x="592372" y="5035091"/>
                  </a:lnTo>
                  <a:lnTo>
                    <a:pt x="588833" y="5037136"/>
                  </a:lnTo>
                  <a:lnTo>
                    <a:pt x="586784" y="5033592"/>
                  </a:lnTo>
                  <a:lnTo>
                    <a:pt x="590328" y="5031548"/>
                  </a:lnTo>
                  <a:close/>
                </a:path>
                <a:path w="6537959" h="5924550">
                  <a:moveTo>
                    <a:pt x="648731" y="5130433"/>
                  </a:moveTo>
                  <a:lnTo>
                    <a:pt x="651912" y="5135943"/>
                  </a:lnTo>
                  <a:lnTo>
                    <a:pt x="646402" y="5139125"/>
                  </a:lnTo>
                  <a:lnTo>
                    <a:pt x="643220" y="5133614"/>
                  </a:lnTo>
                  <a:lnTo>
                    <a:pt x="648731" y="5130433"/>
                  </a:lnTo>
                  <a:close/>
                </a:path>
                <a:path w="6537959" h="5924550">
                  <a:moveTo>
                    <a:pt x="707134" y="5229313"/>
                  </a:moveTo>
                  <a:lnTo>
                    <a:pt x="711457" y="5236800"/>
                  </a:lnTo>
                  <a:lnTo>
                    <a:pt x="703975" y="5241119"/>
                  </a:lnTo>
                  <a:lnTo>
                    <a:pt x="699651" y="5233632"/>
                  </a:lnTo>
                  <a:lnTo>
                    <a:pt x="707134" y="5229313"/>
                  </a:lnTo>
                  <a:close/>
                </a:path>
                <a:path w="6537959" h="5924550">
                  <a:moveTo>
                    <a:pt x="765459" y="5328510"/>
                  </a:moveTo>
                  <a:lnTo>
                    <a:pt x="770685" y="5337565"/>
                  </a:lnTo>
                  <a:lnTo>
                    <a:pt x="761626" y="5342796"/>
                  </a:lnTo>
                  <a:lnTo>
                    <a:pt x="756400" y="5333741"/>
                  </a:lnTo>
                  <a:lnTo>
                    <a:pt x="765459" y="5328510"/>
                  </a:lnTo>
                  <a:close/>
                </a:path>
                <a:path w="6537959" h="5924550">
                  <a:moveTo>
                    <a:pt x="823775" y="5427707"/>
                  </a:moveTo>
                  <a:lnTo>
                    <a:pt x="829919" y="5438344"/>
                  </a:lnTo>
                  <a:lnTo>
                    <a:pt x="819287" y="5444482"/>
                  </a:lnTo>
                  <a:lnTo>
                    <a:pt x="813143" y="5433846"/>
                  </a:lnTo>
                  <a:lnTo>
                    <a:pt x="823775" y="5427707"/>
                  </a:lnTo>
                  <a:close/>
                </a:path>
                <a:path w="6537959" h="5924550">
                  <a:moveTo>
                    <a:pt x="882100" y="5526900"/>
                  </a:moveTo>
                  <a:lnTo>
                    <a:pt x="889151" y="5539108"/>
                  </a:lnTo>
                  <a:lnTo>
                    <a:pt x="876938" y="5546160"/>
                  </a:lnTo>
                  <a:lnTo>
                    <a:pt x="869887" y="5533951"/>
                  </a:lnTo>
                  <a:lnTo>
                    <a:pt x="882100" y="5526900"/>
                  </a:lnTo>
                  <a:close/>
                </a:path>
                <a:path w="6537959" h="5924550">
                  <a:moveTo>
                    <a:pt x="940503" y="5625785"/>
                  </a:moveTo>
                  <a:lnTo>
                    <a:pt x="948691" y="5639965"/>
                  </a:lnTo>
                  <a:lnTo>
                    <a:pt x="934511" y="5648153"/>
                  </a:lnTo>
                  <a:lnTo>
                    <a:pt x="926323" y="5633973"/>
                  </a:lnTo>
                  <a:lnTo>
                    <a:pt x="940503" y="5625785"/>
                  </a:lnTo>
                  <a:close/>
                </a:path>
                <a:path w="6537959" h="5924550">
                  <a:moveTo>
                    <a:pt x="998906" y="5724670"/>
                  </a:moveTo>
                  <a:lnTo>
                    <a:pt x="1008231" y="5740817"/>
                  </a:lnTo>
                  <a:lnTo>
                    <a:pt x="992079" y="5750142"/>
                  </a:lnTo>
                  <a:lnTo>
                    <a:pt x="982754" y="5733995"/>
                  </a:lnTo>
                  <a:lnTo>
                    <a:pt x="998906" y="5724670"/>
                  </a:lnTo>
                  <a:close/>
                </a:path>
                <a:path w="6537959" h="5924550">
                  <a:moveTo>
                    <a:pt x="431488" y="4990648"/>
                  </a:moveTo>
                  <a:lnTo>
                    <a:pt x="432396" y="4992225"/>
                  </a:lnTo>
                  <a:lnTo>
                    <a:pt x="430819" y="4993133"/>
                  </a:lnTo>
                  <a:lnTo>
                    <a:pt x="429911" y="4991556"/>
                  </a:lnTo>
                  <a:lnTo>
                    <a:pt x="431488" y="4990648"/>
                  </a:lnTo>
                  <a:close/>
                </a:path>
                <a:path w="6537959" h="5924550">
                  <a:moveTo>
                    <a:pt x="489804" y="5089841"/>
                  </a:moveTo>
                  <a:lnTo>
                    <a:pt x="491624" y="5092995"/>
                  </a:lnTo>
                  <a:lnTo>
                    <a:pt x="488475" y="5094815"/>
                  </a:lnTo>
                  <a:lnTo>
                    <a:pt x="486655" y="5091661"/>
                  </a:lnTo>
                  <a:lnTo>
                    <a:pt x="489804" y="5089841"/>
                  </a:lnTo>
                  <a:close/>
                </a:path>
                <a:path w="6537959" h="5924550">
                  <a:moveTo>
                    <a:pt x="548207" y="5188726"/>
                  </a:moveTo>
                  <a:lnTo>
                    <a:pt x="551165" y="5193851"/>
                  </a:lnTo>
                  <a:lnTo>
                    <a:pt x="546044" y="5196809"/>
                  </a:lnTo>
                  <a:lnTo>
                    <a:pt x="543086" y="5191683"/>
                  </a:lnTo>
                  <a:lnTo>
                    <a:pt x="548207" y="5188726"/>
                  </a:lnTo>
                  <a:close/>
                </a:path>
                <a:path w="6537959" h="5924550">
                  <a:moveTo>
                    <a:pt x="606615" y="5287611"/>
                  </a:moveTo>
                  <a:lnTo>
                    <a:pt x="610709" y="5294703"/>
                  </a:lnTo>
                  <a:lnTo>
                    <a:pt x="603617" y="5298797"/>
                  </a:lnTo>
                  <a:lnTo>
                    <a:pt x="599523" y="5291705"/>
                  </a:lnTo>
                  <a:lnTo>
                    <a:pt x="606615" y="5287611"/>
                  </a:lnTo>
                  <a:close/>
                </a:path>
                <a:path w="6537959" h="5924550">
                  <a:moveTo>
                    <a:pt x="664936" y="5386808"/>
                  </a:moveTo>
                  <a:lnTo>
                    <a:pt x="669942" y="5395473"/>
                  </a:lnTo>
                  <a:lnTo>
                    <a:pt x="661273" y="5400479"/>
                  </a:lnTo>
                  <a:lnTo>
                    <a:pt x="656271" y="5391810"/>
                  </a:lnTo>
                  <a:lnTo>
                    <a:pt x="664936" y="5386808"/>
                  </a:lnTo>
                  <a:close/>
                </a:path>
                <a:path w="6537959" h="5924550">
                  <a:moveTo>
                    <a:pt x="723339" y="5485693"/>
                  </a:moveTo>
                  <a:lnTo>
                    <a:pt x="729483" y="5496330"/>
                  </a:lnTo>
                  <a:lnTo>
                    <a:pt x="718846" y="5502468"/>
                  </a:lnTo>
                  <a:lnTo>
                    <a:pt x="712703" y="5491832"/>
                  </a:lnTo>
                  <a:lnTo>
                    <a:pt x="723339" y="5485693"/>
                  </a:lnTo>
                  <a:close/>
                </a:path>
                <a:path w="6537959" h="5924550">
                  <a:moveTo>
                    <a:pt x="781660" y="5584886"/>
                  </a:moveTo>
                  <a:lnTo>
                    <a:pt x="788711" y="5597099"/>
                  </a:lnTo>
                  <a:lnTo>
                    <a:pt x="776502" y="5604146"/>
                  </a:lnTo>
                  <a:lnTo>
                    <a:pt x="769451" y="5591937"/>
                  </a:lnTo>
                  <a:lnTo>
                    <a:pt x="781660" y="5584886"/>
                  </a:lnTo>
                  <a:close/>
                </a:path>
                <a:path w="6537959" h="5924550">
                  <a:moveTo>
                    <a:pt x="839980" y="5684083"/>
                  </a:moveTo>
                  <a:lnTo>
                    <a:pt x="847939" y="5697868"/>
                  </a:lnTo>
                  <a:lnTo>
                    <a:pt x="834153" y="5705827"/>
                  </a:lnTo>
                  <a:lnTo>
                    <a:pt x="826194" y="5692041"/>
                  </a:lnTo>
                  <a:lnTo>
                    <a:pt x="839980" y="5684083"/>
                  </a:lnTo>
                  <a:close/>
                </a:path>
                <a:path w="6537959" h="5924550">
                  <a:moveTo>
                    <a:pt x="898383" y="5782972"/>
                  </a:moveTo>
                  <a:lnTo>
                    <a:pt x="907479" y="5798725"/>
                  </a:lnTo>
                  <a:lnTo>
                    <a:pt x="891726" y="5807821"/>
                  </a:lnTo>
                  <a:lnTo>
                    <a:pt x="882631" y="5792068"/>
                  </a:lnTo>
                  <a:lnTo>
                    <a:pt x="898383" y="5782972"/>
                  </a:lnTo>
                  <a:close/>
                </a:path>
                <a:path w="6537959" h="5924550">
                  <a:moveTo>
                    <a:pt x="956787" y="5881853"/>
                  </a:moveTo>
                  <a:lnTo>
                    <a:pt x="967019" y="5899577"/>
                  </a:lnTo>
                  <a:lnTo>
                    <a:pt x="949295" y="5909810"/>
                  </a:lnTo>
                  <a:lnTo>
                    <a:pt x="939062" y="5892086"/>
                  </a:lnTo>
                  <a:lnTo>
                    <a:pt x="956787" y="5881853"/>
                  </a:lnTo>
                  <a:close/>
                </a:path>
                <a:path w="6537959" h="5924550">
                  <a:moveTo>
                    <a:pt x="329783" y="5049629"/>
                  </a:moveTo>
                  <a:lnTo>
                    <a:pt x="331357" y="5049629"/>
                  </a:lnTo>
                  <a:lnTo>
                    <a:pt x="331645" y="5050129"/>
                  </a:lnTo>
                  <a:lnTo>
                    <a:pt x="330073" y="5050129"/>
                  </a:lnTo>
                  <a:lnTo>
                    <a:pt x="329783" y="5049629"/>
                  </a:lnTo>
                  <a:close/>
                </a:path>
                <a:path w="6537959" h="5924550">
                  <a:moveTo>
                    <a:pt x="389286" y="5148143"/>
                  </a:moveTo>
                  <a:lnTo>
                    <a:pt x="390877" y="5150903"/>
                  </a:lnTo>
                  <a:lnTo>
                    <a:pt x="388122" y="5152494"/>
                  </a:lnTo>
                  <a:lnTo>
                    <a:pt x="386526" y="5149734"/>
                  </a:lnTo>
                  <a:lnTo>
                    <a:pt x="389286" y="5148143"/>
                  </a:lnTo>
                  <a:close/>
                </a:path>
                <a:path w="6537959" h="5924550">
                  <a:moveTo>
                    <a:pt x="447690" y="5247028"/>
                  </a:moveTo>
                  <a:lnTo>
                    <a:pt x="450418" y="5251750"/>
                  </a:lnTo>
                  <a:lnTo>
                    <a:pt x="445691" y="5254483"/>
                  </a:lnTo>
                  <a:lnTo>
                    <a:pt x="442963" y="5249756"/>
                  </a:lnTo>
                  <a:lnTo>
                    <a:pt x="447690" y="5247028"/>
                  </a:lnTo>
                  <a:close/>
                </a:path>
                <a:path w="6537959" h="5924550">
                  <a:moveTo>
                    <a:pt x="506093" y="5345913"/>
                  </a:moveTo>
                  <a:lnTo>
                    <a:pt x="509957" y="5352607"/>
                  </a:lnTo>
                  <a:lnTo>
                    <a:pt x="503259" y="5356472"/>
                  </a:lnTo>
                  <a:lnTo>
                    <a:pt x="499394" y="5349778"/>
                  </a:lnTo>
                  <a:lnTo>
                    <a:pt x="506093" y="5345913"/>
                  </a:lnTo>
                  <a:close/>
                </a:path>
                <a:path w="6537959" h="5924550">
                  <a:moveTo>
                    <a:pt x="564413" y="5445106"/>
                  </a:moveTo>
                  <a:lnTo>
                    <a:pt x="569186" y="5453376"/>
                  </a:lnTo>
                  <a:lnTo>
                    <a:pt x="560920" y="5458154"/>
                  </a:lnTo>
                  <a:lnTo>
                    <a:pt x="556143" y="5449883"/>
                  </a:lnTo>
                  <a:lnTo>
                    <a:pt x="564413" y="5445106"/>
                  </a:lnTo>
                  <a:close/>
                </a:path>
                <a:path w="6537959" h="5924550">
                  <a:moveTo>
                    <a:pt x="622817" y="5543991"/>
                  </a:moveTo>
                  <a:lnTo>
                    <a:pt x="628731" y="5554233"/>
                  </a:lnTo>
                  <a:lnTo>
                    <a:pt x="618489" y="5560143"/>
                  </a:lnTo>
                  <a:lnTo>
                    <a:pt x="612579" y="5549905"/>
                  </a:lnTo>
                  <a:lnTo>
                    <a:pt x="622817" y="5543991"/>
                  </a:lnTo>
                  <a:close/>
                </a:path>
                <a:path w="6537959" h="5924550">
                  <a:moveTo>
                    <a:pt x="681142" y="5643183"/>
                  </a:moveTo>
                  <a:lnTo>
                    <a:pt x="687963" y="5655002"/>
                  </a:lnTo>
                  <a:lnTo>
                    <a:pt x="676140" y="5661824"/>
                  </a:lnTo>
                  <a:lnTo>
                    <a:pt x="669318" y="5650010"/>
                  </a:lnTo>
                  <a:lnTo>
                    <a:pt x="681142" y="5643183"/>
                  </a:lnTo>
                  <a:close/>
                </a:path>
                <a:path w="6537959" h="5924550">
                  <a:moveTo>
                    <a:pt x="739545" y="5742069"/>
                  </a:moveTo>
                  <a:lnTo>
                    <a:pt x="747504" y="5755854"/>
                  </a:lnTo>
                  <a:lnTo>
                    <a:pt x="733713" y="5763818"/>
                  </a:lnTo>
                  <a:lnTo>
                    <a:pt x="725754" y="5750032"/>
                  </a:lnTo>
                  <a:lnTo>
                    <a:pt x="739545" y="5742069"/>
                  </a:lnTo>
                  <a:close/>
                </a:path>
                <a:path w="6537959" h="5924550">
                  <a:moveTo>
                    <a:pt x="797948" y="5840958"/>
                  </a:moveTo>
                  <a:lnTo>
                    <a:pt x="807043" y="5856711"/>
                  </a:lnTo>
                  <a:lnTo>
                    <a:pt x="791286" y="5865807"/>
                  </a:lnTo>
                  <a:lnTo>
                    <a:pt x="782190" y="5850054"/>
                  </a:lnTo>
                  <a:lnTo>
                    <a:pt x="797948" y="5840958"/>
                  </a:lnTo>
                  <a:close/>
                </a:path>
                <a:path w="6537959" h="5924550">
                  <a:moveTo>
                    <a:pt x="288846" y="5206129"/>
                  </a:moveTo>
                  <a:lnTo>
                    <a:pt x="290441" y="5208889"/>
                  </a:lnTo>
                  <a:lnTo>
                    <a:pt x="287686" y="5210480"/>
                  </a:lnTo>
                  <a:lnTo>
                    <a:pt x="286091" y="5207720"/>
                  </a:lnTo>
                  <a:lnTo>
                    <a:pt x="288846" y="5206129"/>
                  </a:lnTo>
                  <a:close/>
                </a:path>
                <a:path w="6537959" h="5924550">
                  <a:moveTo>
                    <a:pt x="347166" y="5305326"/>
                  </a:moveTo>
                  <a:lnTo>
                    <a:pt x="349670" y="5309658"/>
                  </a:lnTo>
                  <a:lnTo>
                    <a:pt x="345337" y="5312162"/>
                  </a:lnTo>
                  <a:lnTo>
                    <a:pt x="342834" y="5307825"/>
                  </a:lnTo>
                  <a:lnTo>
                    <a:pt x="347166" y="5305326"/>
                  </a:lnTo>
                  <a:close/>
                </a:path>
                <a:path w="6537959" h="5924550">
                  <a:moveTo>
                    <a:pt x="405569" y="5404211"/>
                  </a:moveTo>
                  <a:lnTo>
                    <a:pt x="409205" y="5410510"/>
                  </a:lnTo>
                  <a:lnTo>
                    <a:pt x="402906" y="5414151"/>
                  </a:lnTo>
                  <a:lnTo>
                    <a:pt x="399265" y="5407847"/>
                  </a:lnTo>
                  <a:lnTo>
                    <a:pt x="405569" y="5404211"/>
                  </a:lnTo>
                  <a:close/>
                </a:path>
                <a:path w="6537959" h="5924550">
                  <a:moveTo>
                    <a:pt x="463895" y="5503408"/>
                  </a:moveTo>
                  <a:lnTo>
                    <a:pt x="468443" y="5511285"/>
                  </a:lnTo>
                  <a:lnTo>
                    <a:pt x="460561" y="5515833"/>
                  </a:lnTo>
                  <a:lnTo>
                    <a:pt x="456014" y="5507956"/>
                  </a:lnTo>
                  <a:lnTo>
                    <a:pt x="463895" y="5503408"/>
                  </a:lnTo>
                  <a:close/>
                </a:path>
                <a:path w="6537959" h="5924550">
                  <a:moveTo>
                    <a:pt x="522293" y="5602289"/>
                  </a:moveTo>
                  <a:lnTo>
                    <a:pt x="527978" y="5612137"/>
                  </a:lnTo>
                  <a:lnTo>
                    <a:pt x="518135" y="5617821"/>
                  </a:lnTo>
                  <a:lnTo>
                    <a:pt x="512450" y="5607974"/>
                  </a:lnTo>
                  <a:lnTo>
                    <a:pt x="522293" y="5602289"/>
                  </a:lnTo>
                  <a:close/>
                </a:path>
                <a:path w="6537959" h="5924550">
                  <a:moveTo>
                    <a:pt x="580614" y="5701486"/>
                  </a:moveTo>
                  <a:lnTo>
                    <a:pt x="587211" y="5712911"/>
                  </a:lnTo>
                  <a:lnTo>
                    <a:pt x="575786" y="5719503"/>
                  </a:lnTo>
                  <a:lnTo>
                    <a:pt x="569194" y="5708083"/>
                  </a:lnTo>
                  <a:lnTo>
                    <a:pt x="580614" y="5701486"/>
                  </a:lnTo>
                  <a:close/>
                </a:path>
                <a:path w="6537959" h="5924550">
                  <a:moveTo>
                    <a:pt x="639017" y="5800366"/>
                  </a:moveTo>
                  <a:lnTo>
                    <a:pt x="646751" y="5813758"/>
                  </a:lnTo>
                  <a:lnTo>
                    <a:pt x="633360" y="5821492"/>
                  </a:lnTo>
                  <a:lnTo>
                    <a:pt x="625625" y="5808101"/>
                  </a:lnTo>
                  <a:lnTo>
                    <a:pt x="639017" y="5800366"/>
                  </a:lnTo>
                  <a:close/>
                </a:path>
                <a:path w="6537959" h="5924550">
                  <a:moveTo>
                    <a:pt x="697420" y="5899252"/>
                  </a:moveTo>
                  <a:lnTo>
                    <a:pt x="706291" y="5914615"/>
                  </a:lnTo>
                  <a:lnTo>
                    <a:pt x="690928" y="5923486"/>
                  </a:lnTo>
                  <a:lnTo>
                    <a:pt x="682062" y="5908123"/>
                  </a:lnTo>
                  <a:lnTo>
                    <a:pt x="697420" y="5899252"/>
                  </a:lnTo>
                  <a:close/>
                </a:path>
                <a:path w="6537959" h="5924550">
                  <a:moveTo>
                    <a:pt x="188328" y="5264427"/>
                  </a:moveTo>
                  <a:lnTo>
                    <a:pt x="189689" y="5266792"/>
                  </a:lnTo>
                  <a:lnTo>
                    <a:pt x="187323" y="5268159"/>
                  </a:lnTo>
                  <a:lnTo>
                    <a:pt x="185962" y="5265793"/>
                  </a:lnTo>
                  <a:lnTo>
                    <a:pt x="188328" y="5264427"/>
                  </a:lnTo>
                  <a:close/>
                </a:path>
                <a:path w="6537959" h="5924550">
                  <a:moveTo>
                    <a:pt x="246644" y="5363624"/>
                  </a:moveTo>
                  <a:lnTo>
                    <a:pt x="248918" y="5367562"/>
                  </a:lnTo>
                  <a:lnTo>
                    <a:pt x="244980" y="5369836"/>
                  </a:lnTo>
                  <a:lnTo>
                    <a:pt x="242706" y="5365898"/>
                  </a:lnTo>
                  <a:lnTo>
                    <a:pt x="246644" y="5363624"/>
                  </a:lnTo>
                  <a:close/>
                </a:path>
                <a:path w="6537959" h="5924550">
                  <a:moveTo>
                    <a:pt x="305052" y="5462509"/>
                  </a:moveTo>
                  <a:lnTo>
                    <a:pt x="308463" y="5468418"/>
                  </a:lnTo>
                  <a:lnTo>
                    <a:pt x="302554" y="5471829"/>
                  </a:lnTo>
                  <a:lnTo>
                    <a:pt x="299142" y="5465920"/>
                  </a:lnTo>
                  <a:lnTo>
                    <a:pt x="305052" y="5462509"/>
                  </a:lnTo>
                  <a:close/>
                </a:path>
                <a:path w="6537959" h="5924550">
                  <a:moveTo>
                    <a:pt x="363455" y="5561394"/>
                  </a:moveTo>
                  <a:lnTo>
                    <a:pt x="368003" y="5569270"/>
                  </a:lnTo>
                  <a:lnTo>
                    <a:pt x="360126" y="5573818"/>
                  </a:lnTo>
                  <a:lnTo>
                    <a:pt x="355579" y="5565942"/>
                  </a:lnTo>
                  <a:lnTo>
                    <a:pt x="363455" y="5561394"/>
                  </a:lnTo>
                  <a:close/>
                </a:path>
                <a:path w="6537959" h="5924550">
                  <a:moveTo>
                    <a:pt x="421771" y="5660591"/>
                  </a:moveTo>
                  <a:lnTo>
                    <a:pt x="427231" y="5670044"/>
                  </a:lnTo>
                  <a:lnTo>
                    <a:pt x="417782" y="5675500"/>
                  </a:lnTo>
                  <a:lnTo>
                    <a:pt x="412322" y="5666047"/>
                  </a:lnTo>
                  <a:lnTo>
                    <a:pt x="421771" y="5660591"/>
                  </a:lnTo>
                  <a:close/>
                </a:path>
                <a:path w="6537959" h="5924550">
                  <a:moveTo>
                    <a:pt x="480179" y="5759476"/>
                  </a:moveTo>
                  <a:lnTo>
                    <a:pt x="486772" y="5770896"/>
                  </a:lnTo>
                  <a:lnTo>
                    <a:pt x="475351" y="5777489"/>
                  </a:lnTo>
                  <a:lnTo>
                    <a:pt x="468759" y="5766069"/>
                  </a:lnTo>
                  <a:lnTo>
                    <a:pt x="480179" y="5759476"/>
                  </a:lnTo>
                  <a:close/>
                </a:path>
                <a:path w="6537959" h="5924550">
                  <a:moveTo>
                    <a:pt x="538500" y="5858669"/>
                  </a:moveTo>
                  <a:lnTo>
                    <a:pt x="546005" y="5871666"/>
                  </a:lnTo>
                  <a:lnTo>
                    <a:pt x="533007" y="5879171"/>
                  </a:lnTo>
                  <a:lnTo>
                    <a:pt x="525502" y="5866174"/>
                  </a:lnTo>
                  <a:lnTo>
                    <a:pt x="538500" y="5858669"/>
                  </a:lnTo>
                  <a:close/>
                </a:path>
                <a:path w="6537959" h="5924550">
                  <a:moveTo>
                    <a:pt x="87801" y="5322724"/>
                  </a:moveTo>
                  <a:lnTo>
                    <a:pt x="88938" y="5324696"/>
                  </a:lnTo>
                  <a:lnTo>
                    <a:pt x="86971" y="5325833"/>
                  </a:lnTo>
                  <a:lnTo>
                    <a:pt x="85834" y="5323861"/>
                  </a:lnTo>
                  <a:lnTo>
                    <a:pt x="87801" y="5322724"/>
                  </a:lnTo>
                  <a:close/>
                </a:path>
                <a:path w="6537959" h="5924550">
                  <a:moveTo>
                    <a:pt x="146126" y="5421921"/>
                  </a:moveTo>
                  <a:lnTo>
                    <a:pt x="148171" y="5425465"/>
                  </a:lnTo>
                  <a:lnTo>
                    <a:pt x="144627" y="5427510"/>
                  </a:lnTo>
                  <a:lnTo>
                    <a:pt x="142582" y="5423971"/>
                  </a:lnTo>
                  <a:lnTo>
                    <a:pt x="146126" y="5421921"/>
                  </a:lnTo>
                  <a:close/>
                </a:path>
                <a:path w="6537959" h="5924550">
                  <a:moveTo>
                    <a:pt x="204529" y="5520802"/>
                  </a:moveTo>
                  <a:lnTo>
                    <a:pt x="207711" y="5526317"/>
                  </a:lnTo>
                  <a:lnTo>
                    <a:pt x="202196" y="5529504"/>
                  </a:lnTo>
                  <a:lnTo>
                    <a:pt x="199014" y="5523988"/>
                  </a:lnTo>
                  <a:lnTo>
                    <a:pt x="204529" y="5520802"/>
                  </a:lnTo>
                  <a:close/>
                </a:path>
                <a:path w="6537959" h="5924550">
                  <a:moveTo>
                    <a:pt x="262932" y="5619692"/>
                  </a:moveTo>
                  <a:lnTo>
                    <a:pt x="267255" y="5627174"/>
                  </a:lnTo>
                  <a:lnTo>
                    <a:pt x="259769" y="5631493"/>
                  </a:lnTo>
                  <a:lnTo>
                    <a:pt x="255450" y="5624011"/>
                  </a:lnTo>
                  <a:lnTo>
                    <a:pt x="262932" y="5619692"/>
                  </a:lnTo>
                  <a:close/>
                </a:path>
                <a:path w="6537959" h="5924550">
                  <a:moveTo>
                    <a:pt x="321253" y="5718889"/>
                  </a:moveTo>
                  <a:lnTo>
                    <a:pt x="326484" y="5727943"/>
                  </a:lnTo>
                  <a:lnTo>
                    <a:pt x="317420" y="5733174"/>
                  </a:lnTo>
                  <a:lnTo>
                    <a:pt x="312194" y="5724120"/>
                  </a:lnTo>
                  <a:lnTo>
                    <a:pt x="321253" y="5718889"/>
                  </a:lnTo>
                  <a:close/>
                </a:path>
                <a:path w="6537959" h="5924550">
                  <a:moveTo>
                    <a:pt x="379656" y="5817769"/>
                  </a:moveTo>
                  <a:lnTo>
                    <a:pt x="386024" y="5828800"/>
                  </a:lnTo>
                  <a:lnTo>
                    <a:pt x="374993" y="5835168"/>
                  </a:lnTo>
                  <a:lnTo>
                    <a:pt x="368625" y="5824137"/>
                  </a:lnTo>
                  <a:lnTo>
                    <a:pt x="379656" y="5817769"/>
                  </a:lnTo>
                  <a:close/>
                </a:path>
                <a:path w="6537959" h="5924550">
                  <a:moveTo>
                    <a:pt x="437976" y="5916966"/>
                  </a:moveTo>
                  <a:lnTo>
                    <a:pt x="442065" y="5924049"/>
                  </a:lnTo>
                  <a:lnTo>
                    <a:pt x="425707" y="5924049"/>
                  </a:lnTo>
                  <a:lnTo>
                    <a:pt x="437976" y="5916966"/>
                  </a:lnTo>
                  <a:close/>
                </a:path>
                <a:path w="6537959" h="5924550">
                  <a:moveTo>
                    <a:pt x="45598" y="5480219"/>
                  </a:moveTo>
                  <a:lnTo>
                    <a:pt x="47418" y="5483373"/>
                  </a:lnTo>
                  <a:lnTo>
                    <a:pt x="44273" y="5485189"/>
                  </a:lnTo>
                  <a:lnTo>
                    <a:pt x="42453" y="5482039"/>
                  </a:lnTo>
                  <a:lnTo>
                    <a:pt x="45598" y="5480219"/>
                  </a:lnTo>
                  <a:close/>
                </a:path>
                <a:path w="6537959" h="5924550">
                  <a:moveTo>
                    <a:pt x="104006" y="5579104"/>
                  </a:moveTo>
                  <a:lnTo>
                    <a:pt x="106963" y="5584225"/>
                  </a:lnTo>
                  <a:lnTo>
                    <a:pt x="101842" y="5587182"/>
                  </a:lnTo>
                  <a:lnTo>
                    <a:pt x="98885" y="5582061"/>
                  </a:lnTo>
                  <a:lnTo>
                    <a:pt x="104006" y="5579104"/>
                  </a:lnTo>
                  <a:close/>
                </a:path>
                <a:path w="6537959" h="5924550">
                  <a:moveTo>
                    <a:pt x="162409" y="5677990"/>
                  </a:moveTo>
                  <a:lnTo>
                    <a:pt x="166498" y="5685077"/>
                  </a:lnTo>
                  <a:lnTo>
                    <a:pt x="159415" y="5689171"/>
                  </a:lnTo>
                  <a:lnTo>
                    <a:pt x="155321" y="5682084"/>
                  </a:lnTo>
                  <a:lnTo>
                    <a:pt x="162409" y="5677990"/>
                  </a:lnTo>
                  <a:close/>
                </a:path>
                <a:path w="6537959" h="5924550">
                  <a:moveTo>
                    <a:pt x="220730" y="5777182"/>
                  </a:moveTo>
                  <a:lnTo>
                    <a:pt x="225736" y="5785851"/>
                  </a:lnTo>
                  <a:lnTo>
                    <a:pt x="217066" y="5790853"/>
                  </a:lnTo>
                  <a:lnTo>
                    <a:pt x="212065" y="5782188"/>
                  </a:lnTo>
                  <a:lnTo>
                    <a:pt x="220730" y="5777182"/>
                  </a:lnTo>
                  <a:close/>
                </a:path>
                <a:path w="6537959" h="5924550">
                  <a:moveTo>
                    <a:pt x="279133" y="5876067"/>
                  </a:moveTo>
                  <a:lnTo>
                    <a:pt x="285271" y="5886703"/>
                  </a:lnTo>
                  <a:lnTo>
                    <a:pt x="274635" y="5892842"/>
                  </a:lnTo>
                  <a:lnTo>
                    <a:pt x="268496" y="5882211"/>
                  </a:lnTo>
                  <a:lnTo>
                    <a:pt x="279133" y="5876067"/>
                  </a:lnTo>
                  <a:close/>
                </a:path>
                <a:path w="6537959" h="5924550">
                  <a:moveTo>
                    <a:pt x="3149" y="5638649"/>
                  </a:moveTo>
                  <a:lnTo>
                    <a:pt x="4969" y="5641799"/>
                  </a:lnTo>
                  <a:lnTo>
                    <a:pt x="1819" y="5643619"/>
                  </a:lnTo>
                  <a:lnTo>
                    <a:pt x="0" y="5640465"/>
                  </a:lnTo>
                  <a:lnTo>
                    <a:pt x="3149" y="5638649"/>
                  </a:lnTo>
                  <a:close/>
                </a:path>
                <a:path w="6537959" h="5924550">
                  <a:moveTo>
                    <a:pt x="61887" y="5736287"/>
                  </a:moveTo>
                  <a:lnTo>
                    <a:pt x="65757" y="5742985"/>
                  </a:lnTo>
                  <a:lnTo>
                    <a:pt x="59058" y="5746850"/>
                  </a:lnTo>
                  <a:lnTo>
                    <a:pt x="55189" y="5740152"/>
                  </a:lnTo>
                  <a:lnTo>
                    <a:pt x="61887" y="5736287"/>
                  </a:lnTo>
                  <a:close/>
                </a:path>
                <a:path w="6537959" h="5924550">
                  <a:moveTo>
                    <a:pt x="120290" y="5835173"/>
                  </a:moveTo>
                  <a:lnTo>
                    <a:pt x="125296" y="5843837"/>
                  </a:lnTo>
                  <a:lnTo>
                    <a:pt x="116627" y="5848844"/>
                  </a:lnTo>
                  <a:lnTo>
                    <a:pt x="111625" y="5840174"/>
                  </a:lnTo>
                  <a:lnTo>
                    <a:pt x="120290" y="5835173"/>
                  </a:lnTo>
                  <a:close/>
                </a:path>
                <a:path w="6537959" h="5924550">
                  <a:moveTo>
                    <a:pt x="19355" y="5895024"/>
                  </a:moveTo>
                  <a:lnTo>
                    <a:pt x="22995" y="5901324"/>
                  </a:lnTo>
                  <a:lnTo>
                    <a:pt x="16692" y="5904964"/>
                  </a:lnTo>
                  <a:lnTo>
                    <a:pt x="13051" y="5898665"/>
                  </a:lnTo>
                  <a:lnTo>
                    <a:pt x="19355" y="5895024"/>
                  </a:lnTo>
                  <a:close/>
                </a:path>
              </a:pathLst>
            </a:custGeom>
            <a:solidFill>
              <a:srgbClr val="DBC2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760779" y="1998985"/>
              <a:ext cx="7138642" cy="6581948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1321206" y="1647087"/>
            <a:ext cx="11012805" cy="4117975"/>
          </a:xfrm>
          <a:custGeom>
            <a:avLst/>
            <a:gdLst/>
            <a:ahLst/>
            <a:cxnLst/>
            <a:rect l="l" t="t" r="r" b="b"/>
            <a:pathLst>
              <a:path w="11012805" h="4117975">
                <a:moveTo>
                  <a:pt x="8107845" y="766051"/>
                </a:moveTo>
                <a:lnTo>
                  <a:pt x="8021688" y="0"/>
                </a:lnTo>
                <a:lnTo>
                  <a:pt x="0" y="902233"/>
                </a:lnTo>
                <a:lnTo>
                  <a:pt x="86156" y="1668284"/>
                </a:lnTo>
                <a:lnTo>
                  <a:pt x="8107845" y="766051"/>
                </a:lnTo>
                <a:close/>
              </a:path>
              <a:path w="11012805" h="4117975">
                <a:moveTo>
                  <a:pt x="11012424" y="2142947"/>
                </a:moveTo>
                <a:lnTo>
                  <a:pt x="10909516" y="1227963"/>
                </a:lnTo>
                <a:lnTo>
                  <a:pt x="9986950" y="1331734"/>
                </a:lnTo>
                <a:lnTo>
                  <a:pt x="9900641" y="564413"/>
                </a:lnTo>
                <a:lnTo>
                  <a:pt x="86156" y="1668284"/>
                </a:lnTo>
                <a:lnTo>
                  <a:pt x="172466" y="2435606"/>
                </a:lnTo>
                <a:lnTo>
                  <a:pt x="275374" y="3350590"/>
                </a:lnTo>
                <a:lnTo>
                  <a:pt x="361683" y="4117911"/>
                </a:lnTo>
                <a:lnTo>
                  <a:pt x="9527045" y="3087039"/>
                </a:lnTo>
                <a:lnTo>
                  <a:pt x="9440748" y="2319731"/>
                </a:lnTo>
                <a:lnTo>
                  <a:pt x="11012424" y="2142947"/>
                </a:lnTo>
                <a:close/>
              </a:path>
            </a:pathLst>
          </a:custGeom>
          <a:solidFill>
            <a:srgbClr val="3B0A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 rot="21240000">
            <a:off x="1595911" y="2236117"/>
            <a:ext cx="7577711" cy="660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910"/>
              </a:lnSpc>
            </a:pPr>
            <a:r>
              <a:rPr sz="7800" spc="82" baseline="-3205" dirty="0">
                <a:solidFill>
                  <a:srgbClr val="DAFF6B"/>
                </a:solidFill>
                <a:latin typeface="Arial MT"/>
                <a:cs typeface="Arial MT"/>
              </a:rPr>
              <a:t>HO</a:t>
            </a:r>
            <a:r>
              <a:rPr sz="7800" spc="82" baseline="-2670" dirty="0">
                <a:solidFill>
                  <a:srgbClr val="DAFF6B"/>
                </a:solidFill>
                <a:latin typeface="Arial MT"/>
                <a:cs typeface="Arial MT"/>
              </a:rPr>
              <a:t>W</a:t>
            </a:r>
            <a:r>
              <a:rPr sz="7800" spc="30" baseline="-2670" dirty="0">
                <a:solidFill>
                  <a:srgbClr val="DAFF6B"/>
                </a:solidFill>
                <a:latin typeface="Arial MT"/>
                <a:cs typeface="Arial MT"/>
              </a:rPr>
              <a:t> </a:t>
            </a:r>
            <a:r>
              <a:rPr sz="7800" spc="-457" baseline="-2136" dirty="0">
                <a:solidFill>
                  <a:srgbClr val="DAFF6B"/>
                </a:solidFill>
                <a:latin typeface="Arial MT"/>
                <a:cs typeface="Arial MT"/>
              </a:rPr>
              <a:t>TO</a:t>
            </a:r>
            <a:r>
              <a:rPr sz="7800" spc="30" baseline="-2136" dirty="0">
                <a:solidFill>
                  <a:srgbClr val="DAFF6B"/>
                </a:solidFill>
                <a:latin typeface="Arial MT"/>
                <a:cs typeface="Arial MT"/>
              </a:rPr>
              <a:t> </a:t>
            </a:r>
            <a:r>
              <a:rPr sz="7800" spc="-67" baseline="-1602" dirty="0">
                <a:solidFill>
                  <a:srgbClr val="DAFF6B"/>
                </a:solidFill>
                <a:latin typeface="Arial MT"/>
                <a:cs typeface="Arial MT"/>
              </a:rPr>
              <a:t>AD</a:t>
            </a:r>
            <a:r>
              <a:rPr sz="7800" spc="-67" baseline="-1068" dirty="0">
                <a:solidFill>
                  <a:srgbClr val="DAFF6B"/>
                </a:solidFill>
                <a:latin typeface="Arial MT"/>
                <a:cs typeface="Arial MT"/>
              </a:rPr>
              <a:t>D</a:t>
            </a:r>
            <a:r>
              <a:rPr sz="5200" spc="-45" dirty="0">
                <a:solidFill>
                  <a:srgbClr val="DAFF6B"/>
                </a:solidFill>
                <a:latin typeface="Arial MT"/>
                <a:cs typeface="Arial MT"/>
              </a:rPr>
              <a:t>RESS</a:t>
            </a:r>
            <a:r>
              <a:rPr sz="5200" spc="25" dirty="0">
                <a:solidFill>
                  <a:srgbClr val="DAFF6B"/>
                </a:solidFill>
                <a:latin typeface="Arial MT"/>
                <a:cs typeface="Arial MT"/>
              </a:rPr>
              <a:t> </a:t>
            </a:r>
            <a:r>
              <a:rPr sz="5200" spc="-25" dirty="0">
                <a:solidFill>
                  <a:srgbClr val="DAFF6B"/>
                </a:solidFill>
                <a:latin typeface="Arial MT"/>
                <a:cs typeface="Arial MT"/>
              </a:rPr>
              <a:t>TH</a:t>
            </a:r>
            <a:r>
              <a:rPr sz="7800" spc="-37" baseline="1068" dirty="0">
                <a:solidFill>
                  <a:srgbClr val="DAFF6B"/>
                </a:solidFill>
                <a:latin typeface="Arial MT"/>
                <a:cs typeface="Arial MT"/>
              </a:rPr>
              <a:t>E</a:t>
            </a:r>
            <a:endParaRPr sz="7800" baseline="1068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 rot="21240000">
            <a:off x="1679632" y="2905255"/>
            <a:ext cx="9376201" cy="660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930"/>
              </a:lnSpc>
            </a:pPr>
            <a:r>
              <a:rPr sz="7800" baseline="-3739" dirty="0">
                <a:solidFill>
                  <a:srgbClr val="DAFF6B"/>
                </a:solidFill>
                <a:latin typeface="Arial MT"/>
                <a:cs typeface="Arial MT"/>
              </a:rPr>
              <a:t>M</a:t>
            </a:r>
            <a:r>
              <a:rPr sz="7800" baseline="-3205" dirty="0">
                <a:solidFill>
                  <a:srgbClr val="DAFF6B"/>
                </a:solidFill>
                <a:latin typeface="Arial MT"/>
                <a:cs typeface="Arial MT"/>
              </a:rPr>
              <a:t>IS</a:t>
            </a:r>
            <a:r>
              <a:rPr sz="7800" baseline="-2670" dirty="0">
                <a:solidFill>
                  <a:srgbClr val="DAFF6B"/>
                </a:solidFill>
                <a:latin typeface="Arial MT"/>
                <a:cs typeface="Arial MT"/>
              </a:rPr>
              <a:t>M</a:t>
            </a:r>
            <a:r>
              <a:rPr sz="7800" baseline="-2136" dirty="0">
                <a:solidFill>
                  <a:srgbClr val="DAFF6B"/>
                </a:solidFill>
                <a:latin typeface="Arial MT"/>
                <a:cs typeface="Arial MT"/>
              </a:rPr>
              <a:t>ATC</a:t>
            </a:r>
            <a:r>
              <a:rPr sz="7800" baseline="-1602" dirty="0">
                <a:solidFill>
                  <a:srgbClr val="DAFF6B"/>
                </a:solidFill>
                <a:latin typeface="Arial MT"/>
                <a:cs typeface="Arial MT"/>
              </a:rPr>
              <a:t>H</a:t>
            </a:r>
            <a:r>
              <a:rPr sz="7800" spc="284" baseline="-1602" dirty="0">
                <a:solidFill>
                  <a:srgbClr val="DAFF6B"/>
                </a:solidFill>
                <a:latin typeface="Arial MT"/>
                <a:cs typeface="Arial MT"/>
              </a:rPr>
              <a:t> </a:t>
            </a:r>
            <a:r>
              <a:rPr sz="7800" baseline="-1068" dirty="0">
                <a:solidFill>
                  <a:srgbClr val="DAFF6B"/>
                </a:solidFill>
                <a:latin typeface="Arial MT"/>
                <a:cs typeface="Arial MT"/>
              </a:rPr>
              <a:t>BE</a:t>
            </a:r>
            <a:r>
              <a:rPr sz="5200" dirty="0">
                <a:solidFill>
                  <a:srgbClr val="DAFF6B"/>
                </a:solidFill>
                <a:latin typeface="Arial MT"/>
                <a:cs typeface="Arial MT"/>
              </a:rPr>
              <a:t>TWEEN</a:t>
            </a:r>
            <a:r>
              <a:rPr sz="5200" spc="195" dirty="0">
                <a:solidFill>
                  <a:srgbClr val="DAFF6B"/>
                </a:solidFill>
                <a:latin typeface="Arial MT"/>
                <a:cs typeface="Arial MT"/>
              </a:rPr>
              <a:t> </a:t>
            </a:r>
            <a:r>
              <a:rPr sz="7800" spc="179" baseline="1068" dirty="0">
                <a:solidFill>
                  <a:srgbClr val="DAFF6B"/>
                </a:solidFill>
                <a:latin typeface="Arial MT"/>
                <a:cs typeface="Arial MT"/>
              </a:rPr>
              <a:t>W</a:t>
            </a:r>
            <a:r>
              <a:rPr sz="7800" spc="179" baseline="1602" dirty="0">
                <a:solidFill>
                  <a:srgbClr val="DAFF6B"/>
                </a:solidFill>
                <a:latin typeface="Arial MT"/>
                <a:cs typeface="Arial MT"/>
              </a:rPr>
              <a:t>HA</a:t>
            </a:r>
            <a:r>
              <a:rPr sz="7800" spc="179" baseline="2136" dirty="0">
                <a:solidFill>
                  <a:srgbClr val="DAFF6B"/>
                </a:solidFill>
                <a:latin typeface="Arial MT"/>
                <a:cs typeface="Arial MT"/>
              </a:rPr>
              <a:t>T</a:t>
            </a:r>
            <a:endParaRPr sz="7800" baseline="2136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 rot="21240000">
            <a:off x="1764194" y="3621740"/>
            <a:ext cx="10302472" cy="660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30"/>
              </a:lnSpc>
            </a:pPr>
            <a:r>
              <a:rPr sz="7800" spc="-60" baseline="-4807" dirty="0">
                <a:solidFill>
                  <a:srgbClr val="DAFF6B"/>
                </a:solidFill>
                <a:latin typeface="Arial MT"/>
                <a:cs typeface="Arial MT"/>
              </a:rPr>
              <a:t>Y</a:t>
            </a:r>
            <a:r>
              <a:rPr sz="7800" spc="-60" baseline="-4273" dirty="0">
                <a:solidFill>
                  <a:srgbClr val="DAFF6B"/>
                </a:solidFill>
                <a:latin typeface="Arial MT"/>
                <a:cs typeface="Arial MT"/>
              </a:rPr>
              <a:t>OU</a:t>
            </a:r>
            <a:r>
              <a:rPr sz="7800" spc="-60" baseline="-3739" dirty="0">
                <a:solidFill>
                  <a:srgbClr val="DAFF6B"/>
                </a:solidFill>
                <a:latin typeface="Arial MT"/>
                <a:cs typeface="Arial MT"/>
              </a:rPr>
              <a:t>NG</a:t>
            </a:r>
            <a:r>
              <a:rPr sz="7800" spc="-345" baseline="-3739" dirty="0">
                <a:solidFill>
                  <a:srgbClr val="DAFF6B"/>
                </a:solidFill>
                <a:latin typeface="Arial MT"/>
                <a:cs typeface="Arial MT"/>
              </a:rPr>
              <a:t> </a:t>
            </a:r>
            <a:r>
              <a:rPr sz="7800" spc="-120" baseline="-3205" dirty="0">
                <a:solidFill>
                  <a:srgbClr val="DAFF6B"/>
                </a:solidFill>
                <a:latin typeface="Arial MT"/>
                <a:cs typeface="Arial MT"/>
              </a:rPr>
              <a:t>P</a:t>
            </a:r>
            <a:r>
              <a:rPr sz="7800" spc="-120" baseline="-2670" dirty="0">
                <a:solidFill>
                  <a:srgbClr val="DAFF6B"/>
                </a:solidFill>
                <a:latin typeface="Arial MT"/>
                <a:cs typeface="Arial MT"/>
              </a:rPr>
              <a:t>EO</a:t>
            </a:r>
            <a:r>
              <a:rPr sz="7800" spc="-120" baseline="-2136" dirty="0">
                <a:solidFill>
                  <a:srgbClr val="DAFF6B"/>
                </a:solidFill>
                <a:latin typeface="Arial MT"/>
                <a:cs typeface="Arial MT"/>
              </a:rPr>
              <a:t>PLE</a:t>
            </a:r>
            <a:r>
              <a:rPr sz="7800" spc="-232" baseline="-2136" dirty="0">
                <a:solidFill>
                  <a:srgbClr val="DAFF6B"/>
                </a:solidFill>
                <a:latin typeface="Arial MT"/>
                <a:cs typeface="Arial MT"/>
              </a:rPr>
              <a:t> </a:t>
            </a:r>
            <a:r>
              <a:rPr sz="7800" baseline="-1602" dirty="0">
                <a:solidFill>
                  <a:srgbClr val="DAFF6B"/>
                </a:solidFill>
                <a:latin typeface="Arial MT"/>
                <a:cs typeface="Arial MT"/>
              </a:rPr>
              <a:t>S</a:t>
            </a:r>
            <a:r>
              <a:rPr sz="7800" baseline="-1068" dirty="0">
                <a:solidFill>
                  <a:srgbClr val="DAFF6B"/>
                </a:solidFill>
                <a:latin typeface="Arial MT"/>
                <a:cs typeface="Arial MT"/>
              </a:rPr>
              <a:t>EE</a:t>
            </a:r>
            <a:r>
              <a:rPr sz="5200" dirty="0">
                <a:solidFill>
                  <a:srgbClr val="DAFF6B"/>
                </a:solidFill>
                <a:latin typeface="Arial MT"/>
                <a:cs typeface="Arial MT"/>
              </a:rPr>
              <a:t>K</a:t>
            </a:r>
            <a:r>
              <a:rPr sz="5200" spc="-150" dirty="0">
                <a:solidFill>
                  <a:srgbClr val="DAFF6B"/>
                </a:solidFill>
                <a:latin typeface="Arial MT"/>
                <a:cs typeface="Arial MT"/>
              </a:rPr>
              <a:t> </a:t>
            </a:r>
            <a:r>
              <a:rPr sz="5200" spc="-280" dirty="0">
                <a:solidFill>
                  <a:srgbClr val="DAFF6B"/>
                </a:solidFill>
                <a:latin typeface="Arial MT"/>
                <a:cs typeface="Arial MT"/>
              </a:rPr>
              <a:t>OUT</a:t>
            </a:r>
            <a:r>
              <a:rPr sz="5200" spc="-85" dirty="0">
                <a:solidFill>
                  <a:srgbClr val="DAFF6B"/>
                </a:solidFill>
                <a:latin typeface="Arial MT"/>
                <a:cs typeface="Arial MT"/>
              </a:rPr>
              <a:t> </a:t>
            </a:r>
            <a:r>
              <a:rPr sz="5200" spc="160" dirty="0">
                <a:solidFill>
                  <a:srgbClr val="DAFF6B"/>
                </a:solidFill>
                <a:latin typeface="Arial MT"/>
                <a:cs typeface="Arial MT"/>
              </a:rPr>
              <a:t>A</a:t>
            </a:r>
            <a:r>
              <a:rPr sz="7800" spc="240" baseline="1068" dirty="0">
                <a:solidFill>
                  <a:srgbClr val="DAFF6B"/>
                </a:solidFill>
                <a:latin typeface="Arial MT"/>
                <a:cs typeface="Arial MT"/>
              </a:rPr>
              <a:t>ND</a:t>
            </a:r>
            <a:endParaRPr sz="7800" baseline="1068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 rot="21240000">
            <a:off x="1853139" y="4473951"/>
            <a:ext cx="8724530" cy="660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120"/>
              </a:lnSpc>
            </a:pPr>
            <a:r>
              <a:rPr sz="7800" spc="209" baseline="-1602" dirty="0">
                <a:solidFill>
                  <a:srgbClr val="DAFF6B"/>
                </a:solidFill>
                <a:latin typeface="Arial MT"/>
                <a:cs typeface="Arial MT"/>
              </a:rPr>
              <a:t>W</a:t>
            </a:r>
            <a:r>
              <a:rPr sz="7800" spc="209" baseline="-1068" dirty="0">
                <a:solidFill>
                  <a:srgbClr val="DAFF6B"/>
                </a:solidFill>
                <a:latin typeface="Arial MT"/>
                <a:cs typeface="Arial MT"/>
              </a:rPr>
              <a:t>H</a:t>
            </a:r>
            <a:r>
              <a:rPr sz="5200" spc="140" dirty="0">
                <a:solidFill>
                  <a:srgbClr val="DAFF6B"/>
                </a:solidFill>
                <a:latin typeface="Arial MT"/>
                <a:cs typeface="Arial MT"/>
              </a:rPr>
              <a:t>AT</a:t>
            </a:r>
            <a:r>
              <a:rPr sz="5200" spc="45" dirty="0">
                <a:solidFill>
                  <a:srgbClr val="DAFF6B"/>
                </a:solidFill>
                <a:latin typeface="Arial MT"/>
                <a:cs typeface="Arial MT"/>
              </a:rPr>
              <a:t> </a:t>
            </a:r>
            <a:r>
              <a:rPr sz="5200" spc="-20" dirty="0">
                <a:solidFill>
                  <a:srgbClr val="DAFF6B"/>
                </a:solidFill>
                <a:latin typeface="Arial MT"/>
                <a:cs typeface="Arial MT"/>
              </a:rPr>
              <a:t>CITIE</a:t>
            </a:r>
            <a:r>
              <a:rPr sz="7800" spc="-30" baseline="1068" dirty="0">
                <a:solidFill>
                  <a:srgbClr val="DAFF6B"/>
                </a:solidFill>
                <a:latin typeface="Arial MT"/>
                <a:cs typeface="Arial MT"/>
              </a:rPr>
              <a:t>S</a:t>
            </a:r>
            <a:r>
              <a:rPr sz="7800" spc="75" baseline="1068" dirty="0">
                <a:solidFill>
                  <a:srgbClr val="DAFF6B"/>
                </a:solidFill>
                <a:latin typeface="Arial MT"/>
                <a:cs typeface="Arial MT"/>
              </a:rPr>
              <a:t> </a:t>
            </a:r>
            <a:r>
              <a:rPr sz="7800" baseline="1602" dirty="0">
                <a:solidFill>
                  <a:srgbClr val="DAFF6B"/>
                </a:solidFill>
                <a:latin typeface="Arial MT"/>
                <a:cs typeface="Arial MT"/>
              </a:rPr>
              <a:t>CA</a:t>
            </a:r>
            <a:r>
              <a:rPr sz="7800" baseline="2136" dirty="0">
                <a:solidFill>
                  <a:srgbClr val="DAFF6B"/>
                </a:solidFill>
                <a:latin typeface="Arial MT"/>
                <a:cs typeface="Arial MT"/>
              </a:rPr>
              <a:t>N</a:t>
            </a:r>
            <a:r>
              <a:rPr sz="7800" spc="75" baseline="2136" dirty="0">
                <a:solidFill>
                  <a:srgbClr val="DAFF6B"/>
                </a:solidFill>
                <a:latin typeface="Arial MT"/>
                <a:cs typeface="Arial MT"/>
              </a:rPr>
              <a:t> </a:t>
            </a:r>
            <a:r>
              <a:rPr sz="7800" spc="-15" baseline="2670" dirty="0">
                <a:solidFill>
                  <a:srgbClr val="DAFF6B"/>
                </a:solidFill>
                <a:latin typeface="Arial MT"/>
                <a:cs typeface="Arial MT"/>
              </a:rPr>
              <a:t>OF</a:t>
            </a:r>
            <a:r>
              <a:rPr sz="7800" spc="-15" baseline="3205" dirty="0">
                <a:solidFill>
                  <a:srgbClr val="DAFF6B"/>
                </a:solidFill>
                <a:latin typeface="Arial MT"/>
                <a:cs typeface="Arial MT"/>
              </a:rPr>
              <a:t>FER</a:t>
            </a:r>
            <a:r>
              <a:rPr sz="7800" spc="-15" baseline="3739" dirty="0">
                <a:solidFill>
                  <a:srgbClr val="DAFF6B"/>
                </a:solidFill>
                <a:latin typeface="Arial MT"/>
                <a:cs typeface="Arial MT"/>
              </a:rPr>
              <a:t>?</a:t>
            </a:r>
            <a:endParaRPr sz="7800" baseline="3739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703667" y="5929991"/>
            <a:ext cx="6447790" cy="2404745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12700" marR="5080">
              <a:lnSpc>
                <a:spcPts val="3070"/>
              </a:lnSpc>
              <a:spcBef>
                <a:spcPts val="440"/>
              </a:spcBef>
            </a:pPr>
            <a:r>
              <a:rPr sz="2800" spc="-25" dirty="0">
                <a:solidFill>
                  <a:srgbClr val="3B0A85"/>
                </a:solidFill>
                <a:latin typeface="Trebuchet MS"/>
                <a:cs typeface="Trebuchet MS"/>
              </a:rPr>
              <a:t>Together,</a:t>
            </a:r>
            <a:r>
              <a:rPr sz="2800" spc="-11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800" spc="120" dirty="0">
                <a:solidFill>
                  <a:srgbClr val="3B0A85"/>
                </a:solidFill>
                <a:latin typeface="Trebuchet MS"/>
                <a:cs typeface="Trebuchet MS"/>
              </a:rPr>
              <a:t>young</a:t>
            </a:r>
            <a:r>
              <a:rPr sz="2800" spc="-11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800" spc="70" dirty="0">
                <a:solidFill>
                  <a:srgbClr val="3B0A85"/>
                </a:solidFill>
                <a:latin typeface="Trebuchet MS"/>
                <a:cs typeface="Trebuchet MS"/>
              </a:rPr>
              <a:t>people</a:t>
            </a:r>
            <a:r>
              <a:rPr sz="2800" spc="-11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800" spc="90" dirty="0">
                <a:solidFill>
                  <a:srgbClr val="3B0A85"/>
                </a:solidFill>
                <a:latin typeface="Trebuchet MS"/>
                <a:cs typeface="Trebuchet MS"/>
              </a:rPr>
              <a:t>and</a:t>
            </a:r>
            <a:r>
              <a:rPr sz="2800" spc="-10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800" spc="30" dirty="0">
                <a:solidFill>
                  <a:srgbClr val="3B0A85"/>
                </a:solidFill>
                <a:latin typeface="Trebuchet MS"/>
                <a:cs typeface="Trebuchet MS"/>
              </a:rPr>
              <a:t>city </a:t>
            </a:r>
            <a:r>
              <a:rPr sz="2800" spc="114" dirty="0">
                <a:solidFill>
                  <a:srgbClr val="3B0A85"/>
                </a:solidFill>
                <a:latin typeface="Trebuchet MS"/>
                <a:cs typeface="Trebuchet MS"/>
              </a:rPr>
              <a:t>decision-</a:t>
            </a:r>
            <a:r>
              <a:rPr sz="2800" spc="65" dirty="0">
                <a:solidFill>
                  <a:srgbClr val="3B0A85"/>
                </a:solidFill>
                <a:latin typeface="Trebuchet MS"/>
                <a:cs typeface="Trebuchet MS"/>
              </a:rPr>
              <a:t>makers</a:t>
            </a:r>
            <a:r>
              <a:rPr sz="2800" spc="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3B0A85"/>
                </a:solidFill>
                <a:latin typeface="Trebuchet MS"/>
                <a:cs typeface="Trebuchet MS"/>
              </a:rPr>
              <a:t>generate</a:t>
            </a:r>
            <a:r>
              <a:rPr sz="2800" spc="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800" spc="60" dirty="0">
                <a:solidFill>
                  <a:srgbClr val="3B0A85"/>
                </a:solidFill>
                <a:latin typeface="Trebuchet MS"/>
                <a:cs typeface="Trebuchet MS"/>
              </a:rPr>
              <a:t>insights</a:t>
            </a:r>
            <a:r>
              <a:rPr sz="2800" spc="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800" spc="-20" dirty="0">
                <a:solidFill>
                  <a:srgbClr val="3B0A85"/>
                </a:solidFill>
                <a:latin typeface="Trebuchet MS"/>
                <a:cs typeface="Trebuchet MS"/>
              </a:rPr>
              <a:t>into </a:t>
            </a:r>
            <a:r>
              <a:rPr sz="2800" spc="90" dirty="0">
                <a:solidFill>
                  <a:srgbClr val="3B0A85"/>
                </a:solidFill>
                <a:latin typeface="Trebuchet MS"/>
                <a:cs typeface="Trebuchet MS"/>
              </a:rPr>
              <a:t>and</a:t>
            </a:r>
            <a:r>
              <a:rPr sz="2800" spc="-12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800" spc="75" dirty="0">
                <a:solidFill>
                  <a:srgbClr val="3B0A85"/>
                </a:solidFill>
                <a:latin typeface="Trebuchet MS"/>
                <a:cs typeface="Trebuchet MS"/>
              </a:rPr>
              <a:t>concrete</a:t>
            </a:r>
            <a:r>
              <a:rPr sz="2800" spc="-12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800" spc="100" dirty="0">
                <a:solidFill>
                  <a:srgbClr val="3B0A85"/>
                </a:solidFill>
                <a:latin typeface="Trebuchet MS"/>
                <a:cs typeface="Trebuchet MS"/>
              </a:rPr>
              <a:t>proposals</a:t>
            </a:r>
            <a:r>
              <a:rPr sz="2800" spc="-114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3B0A85"/>
                </a:solidFill>
                <a:latin typeface="Trebuchet MS"/>
                <a:cs typeface="Trebuchet MS"/>
              </a:rPr>
              <a:t>for</a:t>
            </a:r>
            <a:r>
              <a:rPr sz="2800" spc="-12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800" spc="-10" dirty="0">
                <a:solidFill>
                  <a:srgbClr val="3B0A85"/>
                </a:solidFill>
                <a:latin typeface="Trebuchet MS"/>
                <a:cs typeface="Trebuchet MS"/>
              </a:rPr>
              <a:t>their</a:t>
            </a:r>
            <a:r>
              <a:rPr sz="2800" spc="-114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800" spc="-10" dirty="0">
                <a:solidFill>
                  <a:srgbClr val="3B0A85"/>
                </a:solidFill>
                <a:latin typeface="Trebuchet MS"/>
                <a:cs typeface="Trebuchet MS"/>
              </a:rPr>
              <a:t>cities </a:t>
            </a:r>
            <a:r>
              <a:rPr sz="2800" spc="55" dirty="0">
                <a:solidFill>
                  <a:srgbClr val="3B0A85"/>
                </a:solidFill>
                <a:latin typeface="Trebuchet MS"/>
                <a:cs typeface="Trebuchet MS"/>
              </a:rPr>
              <a:t>to</a:t>
            </a:r>
            <a:r>
              <a:rPr sz="2800" spc="-6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800" spc="50" dirty="0">
                <a:solidFill>
                  <a:srgbClr val="3B0A85"/>
                </a:solidFill>
                <a:latin typeface="Trebuchet MS"/>
                <a:cs typeface="Trebuchet MS"/>
              </a:rPr>
              <a:t>establish</a:t>
            </a:r>
            <a:r>
              <a:rPr sz="2800" spc="-6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3B0A85"/>
                </a:solidFill>
                <a:latin typeface="Trebuchet MS"/>
                <a:cs typeface="Trebuchet MS"/>
              </a:rPr>
              <a:t>vibrant</a:t>
            </a:r>
            <a:r>
              <a:rPr sz="2800" spc="-6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800" spc="70" dirty="0">
                <a:solidFill>
                  <a:srgbClr val="3B0A85"/>
                </a:solidFill>
                <a:latin typeface="Trebuchet MS"/>
                <a:cs typeface="Trebuchet MS"/>
              </a:rPr>
              <a:t>communities</a:t>
            </a:r>
            <a:r>
              <a:rPr sz="2800" spc="-6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800" spc="65" dirty="0">
                <a:solidFill>
                  <a:srgbClr val="3B0A85"/>
                </a:solidFill>
                <a:latin typeface="Trebuchet MS"/>
                <a:cs typeface="Trebuchet MS"/>
              </a:rPr>
              <a:t>and </a:t>
            </a:r>
            <a:r>
              <a:rPr sz="2800" spc="60" dirty="0">
                <a:solidFill>
                  <a:srgbClr val="3B0A85"/>
                </a:solidFill>
                <a:latin typeface="Trebuchet MS"/>
                <a:cs typeface="Trebuchet MS"/>
              </a:rPr>
              <a:t>solutions</a:t>
            </a:r>
            <a:r>
              <a:rPr sz="2800" spc="-13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3B0A85"/>
                </a:solidFill>
                <a:latin typeface="Trebuchet MS"/>
                <a:cs typeface="Trebuchet MS"/>
              </a:rPr>
              <a:t>for</a:t>
            </a:r>
            <a:r>
              <a:rPr sz="2800" spc="-13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800" spc="95" dirty="0">
                <a:solidFill>
                  <a:srgbClr val="3B0A85"/>
                </a:solidFill>
                <a:latin typeface="Trebuchet MS"/>
                <a:cs typeface="Trebuchet MS"/>
              </a:rPr>
              <a:t>next-</a:t>
            </a:r>
            <a:r>
              <a:rPr sz="2800" spc="-30" dirty="0">
                <a:solidFill>
                  <a:srgbClr val="3B0A85"/>
                </a:solidFill>
                <a:latin typeface="Trebuchet MS"/>
                <a:cs typeface="Trebuchet MS"/>
              </a:rPr>
              <a:t>level</a:t>
            </a:r>
            <a:r>
              <a:rPr sz="2800" spc="-13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800" spc="75" dirty="0">
                <a:solidFill>
                  <a:srgbClr val="3B0A85"/>
                </a:solidFill>
                <a:latin typeface="Trebuchet MS"/>
                <a:cs typeface="Trebuchet MS"/>
              </a:rPr>
              <a:t>youth </a:t>
            </a:r>
            <a:r>
              <a:rPr sz="2800" spc="-10" dirty="0">
                <a:solidFill>
                  <a:srgbClr val="3B0A85"/>
                </a:solidFill>
                <a:latin typeface="Trebuchet MS"/>
                <a:cs typeface="Trebuchet MS"/>
              </a:rPr>
              <a:t>engagement.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71144" y="910382"/>
            <a:ext cx="8248015" cy="1748789"/>
          </a:xfrm>
          <a:custGeom>
            <a:avLst/>
            <a:gdLst/>
            <a:ahLst/>
            <a:cxnLst/>
            <a:rect l="l" t="t" r="r" b="b"/>
            <a:pathLst>
              <a:path w="8248015" h="1748789">
                <a:moveTo>
                  <a:pt x="8247942" y="1467014"/>
                </a:moveTo>
                <a:lnTo>
                  <a:pt x="50425" y="1748787"/>
                </a:lnTo>
                <a:lnTo>
                  <a:pt x="0" y="281773"/>
                </a:lnTo>
                <a:lnTo>
                  <a:pt x="8197516" y="0"/>
                </a:lnTo>
                <a:lnTo>
                  <a:pt x="8247942" y="1467014"/>
                </a:lnTo>
                <a:close/>
              </a:path>
            </a:pathLst>
          </a:custGeom>
          <a:solidFill>
            <a:srgbClr val="DAFF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 rot="21540000">
            <a:off x="1968052" y="1280721"/>
            <a:ext cx="7454781" cy="10477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7745"/>
              </a:lnSpc>
            </a:pPr>
            <a:r>
              <a:rPr sz="12375" spc="1072" baseline="-4377" dirty="0">
                <a:solidFill>
                  <a:srgbClr val="3B0A85"/>
                </a:solidFill>
                <a:latin typeface="Arial MT"/>
                <a:cs typeface="Arial MT"/>
              </a:rPr>
              <a:t>A</a:t>
            </a:r>
            <a:r>
              <a:rPr sz="12375" spc="322" baseline="-4377" dirty="0">
                <a:solidFill>
                  <a:srgbClr val="3B0A85"/>
                </a:solidFill>
                <a:latin typeface="Arial MT"/>
                <a:cs typeface="Arial MT"/>
              </a:rPr>
              <a:t> </a:t>
            </a:r>
            <a:r>
              <a:rPr sz="12375" spc="-15" baseline="-3367" dirty="0">
                <a:solidFill>
                  <a:srgbClr val="3B0A85"/>
                </a:solidFill>
                <a:latin typeface="Arial MT"/>
                <a:cs typeface="Arial MT"/>
              </a:rPr>
              <a:t>M</a:t>
            </a:r>
            <a:r>
              <a:rPr sz="12375" spc="-15" baseline="-2356" dirty="0">
                <a:solidFill>
                  <a:srgbClr val="3B0A85"/>
                </a:solidFill>
                <a:latin typeface="Arial MT"/>
                <a:cs typeface="Arial MT"/>
              </a:rPr>
              <a:t>I</a:t>
            </a:r>
            <a:r>
              <a:rPr sz="12375" spc="-15" baseline="-2020" dirty="0">
                <a:solidFill>
                  <a:srgbClr val="3B0A85"/>
                </a:solidFill>
                <a:latin typeface="Arial MT"/>
                <a:cs typeface="Arial MT"/>
              </a:rPr>
              <a:t>S</a:t>
            </a:r>
            <a:r>
              <a:rPr sz="12375" spc="-15" baseline="-1683" dirty="0">
                <a:solidFill>
                  <a:srgbClr val="3B0A85"/>
                </a:solidFill>
                <a:latin typeface="Arial MT"/>
                <a:cs typeface="Arial MT"/>
              </a:rPr>
              <a:t>M</a:t>
            </a:r>
            <a:r>
              <a:rPr sz="8250" spc="-10" dirty="0">
                <a:solidFill>
                  <a:srgbClr val="3B0A85"/>
                </a:solidFill>
                <a:latin typeface="Arial MT"/>
                <a:cs typeface="Arial MT"/>
              </a:rPr>
              <a:t>ATC</a:t>
            </a:r>
            <a:r>
              <a:rPr sz="12375" spc="-15" baseline="1010" dirty="0">
                <a:solidFill>
                  <a:srgbClr val="3B0A85"/>
                </a:solidFill>
                <a:latin typeface="Arial MT"/>
                <a:cs typeface="Arial MT"/>
              </a:rPr>
              <a:t>H</a:t>
            </a:r>
            <a:r>
              <a:rPr sz="12375" spc="-15" baseline="1683" dirty="0">
                <a:solidFill>
                  <a:srgbClr val="3B0A85"/>
                </a:solidFill>
                <a:latin typeface="Arial MT"/>
                <a:cs typeface="Arial MT"/>
              </a:rPr>
              <a:t>?</a:t>
            </a:r>
            <a:endParaRPr sz="12375" baseline="1683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31949" y="5074191"/>
            <a:ext cx="114300" cy="1142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31949" y="5588541"/>
            <a:ext cx="114300" cy="1142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31949" y="6102891"/>
            <a:ext cx="114300" cy="11429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31949" y="7131591"/>
            <a:ext cx="114300" cy="11429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2406785" y="4777646"/>
            <a:ext cx="5859780" cy="3111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97180">
              <a:lnSpc>
                <a:spcPct val="125000"/>
              </a:lnSpc>
              <a:spcBef>
                <a:spcPts val="100"/>
              </a:spcBef>
            </a:pPr>
            <a:r>
              <a:rPr sz="2700" dirty="0">
                <a:solidFill>
                  <a:srgbClr val="FFFFFF"/>
                </a:solidFill>
                <a:latin typeface="Trebuchet MS"/>
                <a:cs typeface="Trebuchet MS"/>
              </a:rPr>
              <a:t>Often</a:t>
            </a:r>
            <a:r>
              <a:rPr sz="27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700" dirty="0">
                <a:solidFill>
                  <a:srgbClr val="FFFFFF"/>
                </a:solidFill>
                <a:latin typeface="Trebuchet MS"/>
                <a:cs typeface="Trebuchet MS"/>
              </a:rPr>
              <a:t>lack</a:t>
            </a:r>
            <a:r>
              <a:rPr sz="27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700" dirty="0">
                <a:solidFill>
                  <a:srgbClr val="FFFFFF"/>
                </a:solidFill>
                <a:latin typeface="Trebuchet MS"/>
                <a:cs typeface="Trebuchet MS"/>
              </a:rPr>
              <a:t>influence</a:t>
            </a:r>
            <a:r>
              <a:rPr sz="27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700" dirty="0">
                <a:solidFill>
                  <a:srgbClr val="FFFFFF"/>
                </a:solidFill>
                <a:latin typeface="Trebuchet MS"/>
                <a:cs typeface="Trebuchet MS"/>
              </a:rPr>
              <a:t>in</a:t>
            </a:r>
            <a:r>
              <a:rPr sz="27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700" spc="55" dirty="0">
                <a:solidFill>
                  <a:srgbClr val="FFFFFF"/>
                </a:solidFill>
                <a:latin typeface="Trebuchet MS"/>
                <a:cs typeface="Trebuchet MS"/>
              </a:rPr>
              <a:t>government Are</a:t>
            </a:r>
            <a:r>
              <a:rPr sz="2700" spc="-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700" spc="95" dirty="0">
                <a:solidFill>
                  <a:srgbClr val="FFFFFF"/>
                </a:solidFill>
                <a:latin typeface="Trebuchet MS"/>
                <a:cs typeface="Trebuchet MS"/>
              </a:rPr>
              <a:t>engaged</a:t>
            </a:r>
            <a:r>
              <a:rPr sz="2700" spc="-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700" spc="100" dirty="0">
                <a:solidFill>
                  <a:srgbClr val="FFFFFF"/>
                </a:solidFill>
                <a:latin typeface="Trebuchet MS"/>
                <a:cs typeface="Trebuchet MS"/>
              </a:rPr>
              <a:t>on</a:t>
            </a:r>
            <a:r>
              <a:rPr sz="2700" spc="-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700" spc="50" dirty="0">
                <a:solidFill>
                  <a:srgbClr val="FFFFFF"/>
                </a:solidFill>
                <a:latin typeface="Trebuchet MS"/>
                <a:cs typeface="Trebuchet MS"/>
              </a:rPr>
              <a:t>an</a:t>
            </a:r>
            <a:r>
              <a:rPr sz="2700" spc="-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700" spc="150" dirty="0">
                <a:solidFill>
                  <a:srgbClr val="FFFFFF"/>
                </a:solidFill>
                <a:latin typeface="Trebuchet MS"/>
                <a:cs typeface="Trebuchet MS"/>
              </a:rPr>
              <a:t>issue-</a:t>
            </a:r>
            <a:r>
              <a:rPr sz="2700" spc="114" dirty="0">
                <a:solidFill>
                  <a:srgbClr val="FFFFFF"/>
                </a:solidFill>
                <a:latin typeface="Trebuchet MS"/>
                <a:cs typeface="Trebuchet MS"/>
              </a:rPr>
              <a:t>basis </a:t>
            </a:r>
            <a:r>
              <a:rPr sz="2700" spc="90" dirty="0">
                <a:solidFill>
                  <a:srgbClr val="FFFFFF"/>
                </a:solidFill>
                <a:latin typeface="Trebuchet MS"/>
                <a:cs typeface="Trebuchet MS"/>
              </a:rPr>
              <a:t>Seek</a:t>
            </a:r>
            <a:r>
              <a:rPr sz="2700" spc="-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700" spc="55" dirty="0">
                <a:solidFill>
                  <a:srgbClr val="FFFFFF"/>
                </a:solidFill>
                <a:latin typeface="Trebuchet MS"/>
                <a:cs typeface="Trebuchet MS"/>
              </a:rPr>
              <a:t>out</a:t>
            </a:r>
            <a:r>
              <a:rPr sz="2700" spc="-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700" spc="65" dirty="0">
                <a:solidFill>
                  <a:srgbClr val="FFFFFF"/>
                </a:solidFill>
                <a:latin typeface="Trebuchet MS"/>
                <a:cs typeface="Trebuchet MS"/>
              </a:rPr>
              <a:t>project-</a:t>
            </a:r>
            <a:r>
              <a:rPr sz="2700" spc="125" dirty="0">
                <a:solidFill>
                  <a:srgbClr val="FFFFFF"/>
                </a:solidFill>
                <a:latin typeface="Trebuchet MS"/>
                <a:cs typeface="Trebuchet MS"/>
              </a:rPr>
              <a:t>based </a:t>
            </a:r>
            <a:r>
              <a:rPr sz="2700" spc="45" dirty="0">
                <a:solidFill>
                  <a:srgbClr val="FFFFFF"/>
                </a:solidFill>
                <a:latin typeface="Trebuchet MS"/>
                <a:cs typeface="Trebuchet MS"/>
              </a:rPr>
              <a:t>opportunities</a:t>
            </a:r>
            <a:endParaRPr sz="2700">
              <a:latin typeface="Trebuchet MS"/>
              <a:cs typeface="Trebuchet MS"/>
            </a:endParaRPr>
          </a:p>
          <a:p>
            <a:pPr marL="12700" marR="5080">
              <a:lnSpc>
                <a:spcPct val="125000"/>
              </a:lnSpc>
            </a:pPr>
            <a:r>
              <a:rPr sz="2700" spc="105" dirty="0">
                <a:solidFill>
                  <a:srgbClr val="FFFFFF"/>
                </a:solidFill>
                <a:latin typeface="Trebuchet MS"/>
                <a:cs typeface="Trebuchet MS"/>
              </a:rPr>
              <a:t>Use</a:t>
            </a:r>
            <a:r>
              <a:rPr sz="2700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700" dirty="0">
                <a:solidFill>
                  <a:srgbClr val="FFFFFF"/>
                </a:solidFill>
                <a:latin typeface="Trebuchet MS"/>
                <a:cs typeface="Trebuchet MS"/>
              </a:rPr>
              <a:t>online</a:t>
            </a:r>
            <a:r>
              <a:rPr sz="2700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700" dirty="0">
                <a:solidFill>
                  <a:srgbClr val="FFFFFF"/>
                </a:solidFill>
                <a:latin typeface="Trebuchet MS"/>
                <a:cs typeface="Trebuchet MS"/>
              </a:rPr>
              <a:t>platforms</a:t>
            </a:r>
            <a:r>
              <a:rPr sz="2700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700" spc="55" dirty="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sz="2700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700" spc="105" dirty="0">
                <a:solidFill>
                  <a:srgbClr val="FFFFFF"/>
                </a:solidFill>
                <a:latin typeface="Trebuchet MS"/>
                <a:cs typeface="Trebuchet MS"/>
              </a:rPr>
              <a:t>express</a:t>
            </a:r>
            <a:r>
              <a:rPr sz="2700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700" spc="-10" dirty="0">
                <a:solidFill>
                  <a:srgbClr val="FFFFFF"/>
                </a:solidFill>
                <a:latin typeface="Trebuchet MS"/>
                <a:cs typeface="Trebuchet MS"/>
              </a:rPr>
              <a:t>their </a:t>
            </a:r>
            <a:r>
              <a:rPr sz="2700" spc="75" dirty="0">
                <a:solidFill>
                  <a:srgbClr val="FFFFFF"/>
                </a:solidFill>
                <a:latin typeface="Trebuchet MS"/>
                <a:cs typeface="Trebuchet MS"/>
              </a:rPr>
              <a:t>ideas</a:t>
            </a:r>
            <a:endParaRPr sz="27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827659" y="3992805"/>
            <a:ext cx="3071495" cy="709930"/>
          </a:xfrm>
          <a:prstGeom prst="rect">
            <a:avLst/>
          </a:prstGeom>
          <a:solidFill>
            <a:srgbClr val="D0C2F5"/>
          </a:solidFill>
        </p:spPr>
        <p:txBody>
          <a:bodyPr vert="horz" wrap="square" lIns="0" tIns="80010" rIns="0" bIns="0" rtlCol="0">
            <a:spAutoFit/>
          </a:bodyPr>
          <a:lstStyle/>
          <a:p>
            <a:pPr marL="166370">
              <a:lnSpc>
                <a:spcPct val="100000"/>
              </a:lnSpc>
              <a:spcBef>
                <a:spcPts val="630"/>
              </a:spcBef>
            </a:pPr>
            <a:r>
              <a:rPr sz="3250" spc="105" dirty="0"/>
              <a:t>Young</a:t>
            </a:r>
            <a:r>
              <a:rPr sz="3250" spc="-195" dirty="0"/>
              <a:t> </a:t>
            </a:r>
            <a:r>
              <a:rPr sz="3250" spc="75" dirty="0"/>
              <a:t>People</a:t>
            </a:r>
            <a:endParaRPr sz="3250"/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57969" y="5074191"/>
            <a:ext cx="114300" cy="11429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57969" y="6102891"/>
            <a:ext cx="114300" cy="11429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57969" y="7131591"/>
            <a:ext cx="114300" cy="114299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0532805" y="4777646"/>
            <a:ext cx="5532120" cy="3111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sz="2700" spc="90" dirty="0">
                <a:solidFill>
                  <a:srgbClr val="FFFFFF"/>
                </a:solidFill>
                <a:latin typeface="Trebuchet MS"/>
                <a:cs typeface="Trebuchet MS"/>
              </a:rPr>
              <a:t>Want</a:t>
            </a:r>
            <a:r>
              <a:rPr sz="27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700" spc="55" dirty="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sz="2700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700" dirty="0">
                <a:solidFill>
                  <a:srgbClr val="FFFFFF"/>
                </a:solidFill>
                <a:latin typeface="Trebuchet MS"/>
                <a:cs typeface="Trebuchet MS"/>
              </a:rPr>
              <a:t>hear</a:t>
            </a:r>
            <a:r>
              <a:rPr sz="2700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700" spc="110" dirty="0">
                <a:solidFill>
                  <a:srgbClr val="FFFFFF"/>
                </a:solidFill>
                <a:latin typeface="Trebuchet MS"/>
                <a:cs typeface="Trebuchet MS"/>
              </a:rPr>
              <a:t>young</a:t>
            </a:r>
            <a:r>
              <a:rPr sz="2700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700" dirty="0">
                <a:solidFill>
                  <a:srgbClr val="FFFFFF"/>
                </a:solidFill>
                <a:latin typeface="Trebuchet MS"/>
                <a:cs typeface="Trebuchet MS"/>
              </a:rPr>
              <a:t>people’s</a:t>
            </a:r>
            <a:r>
              <a:rPr sz="2700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700" spc="75" dirty="0">
                <a:solidFill>
                  <a:srgbClr val="FFFFFF"/>
                </a:solidFill>
                <a:latin typeface="Trebuchet MS"/>
                <a:cs typeface="Trebuchet MS"/>
              </a:rPr>
              <a:t>ideas </a:t>
            </a:r>
            <a:r>
              <a:rPr sz="2700" dirty="0">
                <a:solidFill>
                  <a:srgbClr val="FFFFFF"/>
                </a:solidFill>
                <a:latin typeface="Trebuchet MS"/>
                <a:cs typeface="Trebuchet MS"/>
              </a:rPr>
              <a:t>for</a:t>
            </a:r>
            <a:r>
              <a:rPr sz="2700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700" dirty="0">
                <a:solidFill>
                  <a:srgbClr val="FFFFFF"/>
                </a:solidFill>
                <a:latin typeface="Trebuchet MS"/>
                <a:cs typeface="Trebuchet MS"/>
              </a:rPr>
              <a:t>vibrant</a:t>
            </a:r>
            <a:r>
              <a:rPr sz="270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700" spc="65" dirty="0">
                <a:solidFill>
                  <a:srgbClr val="FFFFFF"/>
                </a:solidFill>
                <a:latin typeface="Trebuchet MS"/>
                <a:cs typeface="Trebuchet MS"/>
              </a:rPr>
              <a:t>communities</a:t>
            </a:r>
            <a:endParaRPr sz="2700">
              <a:latin typeface="Trebuchet MS"/>
              <a:cs typeface="Trebuchet MS"/>
            </a:endParaRPr>
          </a:p>
          <a:p>
            <a:pPr marL="12700" marR="277495">
              <a:lnSpc>
                <a:spcPct val="125000"/>
              </a:lnSpc>
            </a:pPr>
            <a:r>
              <a:rPr sz="2700" dirty="0">
                <a:solidFill>
                  <a:srgbClr val="FFFFFF"/>
                </a:solidFill>
                <a:latin typeface="Trebuchet MS"/>
                <a:cs typeface="Trebuchet MS"/>
              </a:rPr>
              <a:t>Keen</a:t>
            </a:r>
            <a:r>
              <a:rPr sz="2700" spc="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700" spc="55" dirty="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sz="2700" spc="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700" dirty="0">
                <a:solidFill>
                  <a:srgbClr val="FFFFFF"/>
                </a:solidFill>
                <a:latin typeface="Trebuchet MS"/>
                <a:cs typeface="Trebuchet MS"/>
              </a:rPr>
              <a:t>engage,</a:t>
            </a:r>
            <a:r>
              <a:rPr sz="2700" spc="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700" dirty="0">
                <a:solidFill>
                  <a:srgbClr val="FFFFFF"/>
                </a:solidFill>
                <a:latin typeface="Trebuchet MS"/>
                <a:cs typeface="Trebuchet MS"/>
              </a:rPr>
              <a:t>especially</a:t>
            </a:r>
            <a:r>
              <a:rPr sz="2700" spc="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700" spc="-20" dirty="0">
                <a:solidFill>
                  <a:srgbClr val="FFFFFF"/>
                </a:solidFill>
                <a:latin typeface="Trebuchet MS"/>
                <a:cs typeface="Trebuchet MS"/>
              </a:rPr>
              <a:t>with </a:t>
            </a:r>
            <a:r>
              <a:rPr sz="2700" spc="65" dirty="0">
                <a:solidFill>
                  <a:srgbClr val="FFFFFF"/>
                </a:solidFill>
                <a:latin typeface="Trebuchet MS"/>
                <a:cs typeface="Trebuchet MS"/>
              </a:rPr>
              <a:t>underrepresented</a:t>
            </a:r>
            <a:r>
              <a:rPr sz="2700" spc="-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700" spc="110" dirty="0">
                <a:solidFill>
                  <a:srgbClr val="FFFFFF"/>
                </a:solidFill>
                <a:latin typeface="Trebuchet MS"/>
                <a:cs typeface="Trebuchet MS"/>
              </a:rPr>
              <a:t>young</a:t>
            </a:r>
            <a:r>
              <a:rPr sz="2700" spc="-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700" spc="60" dirty="0">
                <a:solidFill>
                  <a:srgbClr val="FFFFFF"/>
                </a:solidFill>
                <a:latin typeface="Trebuchet MS"/>
                <a:cs typeface="Trebuchet MS"/>
              </a:rPr>
              <a:t>people </a:t>
            </a:r>
            <a:r>
              <a:rPr sz="2700" spc="105" dirty="0">
                <a:solidFill>
                  <a:srgbClr val="FFFFFF"/>
                </a:solidFill>
                <a:latin typeface="Trebuchet MS"/>
                <a:cs typeface="Trebuchet MS"/>
              </a:rPr>
              <a:t>Sometimes</a:t>
            </a:r>
            <a:r>
              <a:rPr sz="2700" spc="-1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700" dirty="0">
                <a:solidFill>
                  <a:srgbClr val="FFFFFF"/>
                </a:solidFill>
                <a:latin typeface="Trebuchet MS"/>
                <a:cs typeface="Trebuchet MS"/>
              </a:rPr>
              <a:t>lack</a:t>
            </a:r>
            <a:r>
              <a:rPr sz="2700" spc="-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700" spc="-10" dirty="0">
                <a:solidFill>
                  <a:srgbClr val="FFFFFF"/>
                </a:solidFill>
                <a:latin typeface="Trebuchet MS"/>
                <a:cs typeface="Trebuchet MS"/>
              </a:rPr>
              <a:t>efficient</a:t>
            </a:r>
            <a:r>
              <a:rPr sz="2700" spc="-1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700" spc="120" dirty="0">
                <a:solidFill>
                  <a:srgbClr val="FFFFFF"/>
                </a:solidFill>
                <a:latin typeface="Trebuchet MS"/>
                <a:cs typeface="Trebuchet MS"/>
              </a:rPr>
              <a:t>ways</a:t>
            </a:r>
            <a:r>
              <a:rPr sz="2700" spc="-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700" spc="30" dirty="0">
                <a:solidFill>
                  <a:srgbClr val="FFFFFF"/>
                </a:solidFill>
                <a:latin typeface="Trebuchet MS"/>
                <a:cs typeface="Trebuchet MS"/>
              </a:rPr>
              <a:t>to </a:t>
            </a:r>
            <a:r>
              <a:rPr sz="2700" spc="80" dirty="0">
                <a:solidFill>
                  <a:srgbClr val="FFFFFF"/>
                </a:solidFill>
                <a:latin typeface="Trebuchet MS"/>
                <a:cs typeface="Trebuchet MS"/>
              </a:rPr>
              <a:t>engage</a:t>
            </a:r>
            <a:r>
              <a:rPr sz="2700" spc="-1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700" dirty="0">
                <a:solidFill>
                  <a:srgbClr val="FFFFFF"/>
                </a:solidFill>
                <a:latin typeface="Trebuchet MS"/>
                <a:cs typeface="Trebuchet MS"/>
              </a:rPr>
              <a:t>with</a:t>
            </a:r>
            <a:r>
              <a:rPr sz="2700" spc="-1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700" spc="110" dirty="0">
                <a:solidFill>
                  <a:srgbClr val="FFFFFF"/>
                </a:solidFill>
                <a:latin typeface="Trebuchet MS"/>
                <a:cs typeface="Trebuchet MS"/>
              </a:rPr>
              <a:t>young</a:t>
            </a:r>
            <a:r>
              <a:rPr sz="2700" spc="-1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700" spc="60" dirty="0">
                <a:solidFill>
                  <a:srgbClr val="FFFFFF"/>
                </a:solidFill>
                <a:latin typeface="Trebuchet MS"/>
                <a:cs typeface="Trebuchet MS"/>
              </a:rPr>
              <a:t>residents</a:t>
            </a:r>
            <a:endParaRPr sz="27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953679" y="4024853"/>
            <a:ext cx="1505585" cy="709930"/>
          </a:xfrm>
          <a:prstGeom prst="rect">
            <a:avLst/>
          </a:prstGeom>
          <a:solidFill>
            <a:srgbClr val="D0C2F5"/>
          </a:solidFill>
        </p:spPr>
        <p:txBody>
          <a:bodyPr vert="horz" wrap="square" lIns="0" tIns="80010" rIns="0" bIns="0" rtlCol="0">
            <a:spAutoFit/>
          </a:bodyPr>
          <a:lstStyle/>
          <a:p>
            <a:pPr marL="166370">
              <a:lnSpc>
                <a:spcPct val="100000"/>
              </a:lnSpc>
              <a:spcBef>
                <a:spcPts val="630"/>
              </a:spcBef>
            </a:pPr>
            <a:r>
              <a:rPr sz="3250" b="1" spc="100" dirty="0">
                <a:solidFill>
                  <a:srgbClr val="3B0A85"/>
                </a:solidFill>
                <a:latin typeface="Trebuchet MS"/>
                <a:cs typeface="Trebuchet MS"/>
              </a:rPr>
              <a:t>Cities</a:t>
            </a:r>
            <a:endParaRPr sz="32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D0C2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037285" y="1555533"/>
            <a:ext cx="5788025" cy="2948940"/>
          </a:xfrm>
          <a:custGeom>
            <a:avLst/>
            <a:gdLst/>
            <a:ahLst/>
            <a:cxnLst/>
            <a:rect l="l" t="t" r="r" b="b"/>
            <a:pathLst>
              <a:path w="5788025" h="2948940">
                <a:moveTo>
                  <a:pt x="5787949" y="2753296"/>
                </a:moveTo>
                <a:lnTo>
                  <a:pt x="5735117" y="1216240"/>
                </a:lnTo>
                <a:lnTo>
                  <a:pt x="4008196" y="1275600"/>
                </a:lnTo>
                <a:lnTo>
                  <a:pt x="3964355" y="0"/>
                </a:lnTo>
                <a:lnTo>
                  <a:pt x="0" y="136271"/>
                </a:lnTo>
                <a:lnTo>
                  <a:pt x="43840" y="1411859"/>
                </a:lnTo>
                <a:lnTo>
                  <a:pt x="96672" y="2948927"/>
                </a:lnTo>
                <a:lnTo>
                  <a:pt x="5787949" y="2753296"/>
                </a:lnTo>
                <a:close/>
              </a:path>
            </a:pathLst>
          </a:custGeom>
          <a:solidFill>
            <a:srgbClr val="3B0A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 rot="21540000">
            <a:off x="1398394" y="1843655"/>
            <a:ext cx="3294944" cy="10985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630"/>
              </a:lnSpc>
            </a:pPr>
            <a:r>
              <a:rPr sz="8650" spc="-345" dirty="0">
                <a:solidFill>
                  <a:srgbClr val="DAFF6B"/>
                </a:solidFill>
                <a:latin typeface="Arial MT"/>
                <a:cs typeface="Arial MT"/>
              </a:rPr>
              <a:t>YO</a:t>
            </a:r>
            <a:r>
              <a:rPr sz="12975" spc="-517" baseline="1284" dirty="0">
                <a:solidFill>
                  <a:srgbClr val="DAFF6B"/>
                </a:solidFill>
                <a:latin typeface="Arial MT"/>
                <a:cs typeface="Arial MT"/>
              </a:rPr>
              <a:t>U</a:t>
            </a:r>
            <a:r>
              <a:rPr sz="12975" spc="-517" baseline="1926" dirty="0">
                <a:solidFill>
                  <a:srgbClr val="DAFF6B"/>
                </a:solidFill>
                <a:latin typeface="Arial MT"/>
                <a:cs typeface="Arial MT"/>
              </a:rPr>
              <a:t>R</a:t>
            </a:r>
            <a:endParaRPr sz="12975" baseline="1926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 rot="21540000">
            <a:off x="1474633" y="3097488"/>
            <a:ext cx="4956883" cy="10985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220"/>
              </a:lnSpc>
            </a:pPr>
            <a:r>
              <a:rPr sz="12975" spc="-787" baseline="-2890" dirty="0">
                <a:solidFill>
                  <a:srgbClr val="DAFF6B"/>
                </a:solidFill>
                <a:latin typeface="Arial MT"/>
                <a:cs typeface="Arial MT"/>
              </a:rPr>
              <a:t>P</a:t>
            </a:r>
            <a:r>
              <a:rPr sz="12975" spc="-787" baseline="-2247" dirty="0">
                <a:solidFill>
                  <a:srgbClr val="DAFF6B"/>
                </a:solidFill>
                <a:latin typeface="Arial MT"/>
                <a:cs typeface="Arial MT"/>
              </a:rPr>
              <a:t>R</a:t>
            </a:r>
            <a:r>
              <a:rPr sz="12975" spc="-787" baseline="-1605" dirty="0">
                <a:solidFill>
                  <a:srgbClr val="DAFF6B"/>
                </a:solidFill>
                <a:latin typeface="Arial MT"/>
                <a:cs typeface="Arial MT"/>
              </a:rPr>
              <a:t>O</a:t>
            </a:r>
            <a:r>
              <a:rPr sz="8650" spc="-525" dirty="0">
                <a:solidFill>
                  <a:srgbClr val="DAFF6B"/>
                </a:solidFill>
                <a:latin typeface="Arial MT"/>
                <a:cs typeface="Arial MT"/>
              </a:rPr>
              <a:t>JECT</a:t>
            </a:r>
            <a:endParaRPr sz="865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478488" y="2201607"/>
            <a:ext cx="3295015" cy="909319"/>
          </a:xfrm>
          <a:custGeom>
            <a:avLst/>
            <a:gdLst/>
            <a:ahLst/>
            <a:cxnLst/>
            <a:rect l="l" t="t" r="r" b="b"/>
            <a:pathLst>
              <a:path w="3295015" h="909319">
                <a:moveTo>
                  <a:pt x="3294519" y="678053"/>
                </a:moveTo>
                <a:lnTo>
                  <a:pt x="3282480" y="646468"/>
                </a:lnTo>
                <a:lnTo>
                  <a:pt x="3280270" y="642454"/>
                </a:lnTo>
                <a:lnTo>
                  <a:pt x="3273539" y="631710"/>
                </a:lnTo>
                <a:lnTo>
                  <a:pt x="3272802" y="630364"/>
                </a:lnTo>
                <a:lnTo>
                  <a:pt x="3254413" y="596976"/>
                </a:lnTo>
                <a:lnTo>
                  <a:pt x="3238982" y="571474"/>
                </a:lnTo>
                <a:lnTo>
                  <a:pt x="3235160" y="564781"/>
                </a:lnTo>
                <a:lnTo>
                  <a:pt x="3215881" y="533869"/>
                </a:lnTo>
                <a:lnTo>
                  <a:pt x="3197098" y="501726"/>
                </a:lnTo>
                <a:lnTo>
                  <a:pt x="3179127" y="468363"/>
                </a:lnTo>
                <a:lnTo>
                  <a:pt x="3155023" y="425577"/>
                </a:lnTo>
                <a:lnTo>
                  <a:pt x="3129737" y="382689"/>
                </a:lnTo>
                <a:lnTo>
                  <a:pt x="3102533" y="342188"/>
                </a:lnTo>
                <a:lnTo>
                  <a:pt x="3072904" y="304038"/>
                </a:lnTo>
                <a:lnTo>
                  <a:pt x="3040354" y="268185"/>
                </a:lnTo>
                <a:lnTo>
                  <a:pt x="3004248" y="235877"/>
                </a:lnTo>
                <a:lnTo>
                  <a:pt x="2964192" y="205778"/>
                </a:lnTo>
                <a:lnTo>
                  <a:pt x="2919463" y="180378"/>
                </a:lnTo>
                <a:lnTo>
                  <a:pt x="2893161" y="216420"/>
                </a:lnTo>
                <a:lnTo>
                  <a:pt x="2883179" y="255104"/>
                </a:lnTo>
                <a:lnTo>
                  <a:pt x="2889821" y="295160"/>
                </a:lnTo>
                <a:lnTo>
                  <a:pt x="2913240" y="336613"/>
                </a:lnTo>
                <a:lnTo>
                  <a:pt x="2921203" y="360222"/>
                </a:lnTo>
                <a:lnTo>
                  <a:pt x="2931807" y="381495"/>
                </a:lnTo>
                <a:lnTo>
                  <a:pt x="2944342" y="402920"/>
                </a:lnTo>
                <a:lnTo>
                  <a:pt x="2958515" y="421944"/>
                </a:lnTo>
                <a:lnTo>
                  <a:pt x="2979483" y="450456"/>
                </a:lnTo>
                <a:lnTo>
                  <a:pt x="2999016" y="480123"/>
                </a:lnTo>
                <a:lnTo>
                  <a:pt x="3016504" y="510895"/>
                </a:lnTo>
                <a:lnTo>
                  <a:pt x="3031248" y="543979"/>
                </a:lnTo>
                <a:lnTo>
                  <a:pt x="3035071" y="545566"/>
                </a:lnTo>
                <a:lnTo>
                  <a:pt x="3036976" y="550824"/>
                </a:lnTo>
                <a:lnTo>
                  <a:pt x="3033217" y="553059"/>
                </a:lnTo>
                <a:lnTo>
                  <a:pt x="3028683" y="553961"/>
                </a:lnTo>
                <a:lnTo>
                  <a:pt x="3022777" y="552196"/>
                </a:lnTo>
                <a:lnTo>
                  <a:pt x="3017380" y="551738"/>
                </a:lnTo>
                <a:lnTo>
                  <a:pt x="3014637" y="547687"/>
                </a:lnTo>
                <a:lnTo>
                  <a:pt x="3012008" y="543648"/>
                </a:lnTo>
                <a:lnTo>
                  <a:pt x="3009252" y="539597"/>
                </a:lnTo>
                <a:lnTo>
                  <a:pt x="2964370" y="512914"/>
                </a:lnTo>
                <a:lnTo>
                  <a:pt x="2875026" y="457047"/>
                </a:lnTo>
                <a:lnTo>
                  <a:pt x="2869819" y="453885"/>
                </a:lnTo>
                <a:lnTo>
                  <a:pt x="2869819" y="596798"/>
                </a:lnTo>
                <a:lnTo>
                  <a:pt x="2869590" y="598055"/>
                </a:lnTo>
                <a:lnTo>
                  <a:pt x="2869819" y="596798"/>
                </a:lnTo>
                <a:lnTo>
                  <a:pt x="2869819" y="453885"/>
                </a:lnTo>
                <a:lnTo>
                  <a:pt x="2785262" y="402424"/>
                </a:lnTo>
                <a:lnTo>
                  <a:pt x="2694292" y="350240"/>
                </a:lnTo>
                <a:lnTo>
                  <a:pt x="2556687" y="276326"/>
                </a:lnTo>
                <a:lnTo>
                  <a:pt x="2510358" y="252082"/>
                </a:lnTo>
                <a:lnTo>
                  <a:pt x="2466683" y="231876"/>
                </a:lnTo>
                <a:lnTo>
                  <a:pt x="2416606" y="207314"/>
                </a:lnTo>
                <a:lnTo>
                  <a:pt x="2321318" y="166243"/>
                </a:lnTo>
                <a:lnTo>
                  <a:pt x="2174976" y="111988"/>
                </a:lnTo>
                <a:lnTo>
                  <a:pt x="2125141" y="96367"/>
                </a:lnTo>
                <a:lnTo>
                  <a:pt x="1975446" y="57137"/>
                </a:lnTo>
                <a:lnTo>
                  <a:pt x="1875713" y="36080"/>
                </a:lnTo>
                <a:lnTo>
                  <a:pt x="1775866" y="21399"/>
                </a:lnTo>
                <a:lnTo>
                  <a:pt x="1726031" y="14693"/>
                </a:lnTo>
                <a:lnTo>
                  <a:pt x="1676209" y="9271"/>
                </a:lnTo>
                <a:lnTo>
                  <a:pt x="1626374" y="5118"/>
                </a:lnTo>
                <a:lnTo>
                  <a:pt x="1576539" y="2247"/>
                </a:lnTo>
                <a:lnTo>
                  <a:pt x="1526705" y="635"/>
                </a:lnTo>
                <a:lnTo>
                  <a:pt x="1427162" y="0"/>
                </a:lnTo>
                <a:lnTo>
                  <a:pt x="1377327" y="2209"/>
                </a:lnTo>
                <a:lnTo>
                  <a:pt x="1327505" y="5715"/>
                </a:lnTo>
                <a:lnTo>
                  <a:pt x="1277683" y="10477"/>
                </a:lnTo>
                <a:lnTo>
                  <a:pt x="1178179" y="22580"/>
                </a:lnTo>
                <a:lnTo>
                  <a:pt x="1128369" y="31178"/>
                </a:lnTo>
                <a:lnTo>
                  <a:pt x="1078585" y="41046"/>
                </a:lnTo>
                <a:lnTo>
                  <a:pt x="979030" y="64617"/>
                </a:lnTo>
                <a:lnTo>
                  <a:pt x="929259" y="78308"/>
                </a:lnTo>
                <a:lnTo>
                  <a:pt x="829779" y="109524"/>
                </a:lnTo>
                <a:lnTo>
                  <a:pt x="780592" y="128371"/>
                </a:lnTo>
                <a:lnTo>
                  <a:pt x="684326" y="167500"/>
                </a:lnTo>
                <a:lnTo>
                  <a:pt x="637260" y="187794"/>
                </a:lnTo>
                <a:lnTo>
                  <a:pt x="590842" y="209423"/>
                </a:lnTo>
                <a:lnTo>
                  <a:pt x="544982" y="233641"/>
                </a:lnTo>
                <a:lnTo>
                  <a:pt x="499999" y="256654"/>
                </a:lnTo>
                <a:lnTo>
                  <a:pt x="482866" y="266534"/>
                </a:lnTo>
                <a:lnTo>
                  <a:pt x="482866" y="376288"/>
                </a:lnTo>
                <a:lnTo>
                  <a:pt x="481914" y="377482"/>
                </a:lnTo>
                <a:lnTo>
                  <a:pt x="480085" y="378612"/>
                </a:lnTo>
                <a:lnTo>
                  <a:pt x="481050" y="377418"/>
                </a:lnTo>
                <a:lnTo>
                  <a:pt x="482866" y="376288"/>
                </a:lnTo>
                <a:lnTo>
                  <a:pt x="482866" y="266534"/>
                </a:lnTo>
                <a:lnTo>
                  <a:pt x="476059" y="270459"/>
                </a:lnTo>
                <a:lnTo>
                  <a:pt x="476059" y="380834"/>
                </a:lnTo>
                <a:lnTo>
                  <a:pt x="475373" y="381825"/>
                </a:lnTo>
                <a:lnTo>
                  <a:pt x="475576" y="380784"/>
                </a:lnTo>
                <a:lnTo>
                  <a:pt x="476059" y="380834"/>
                </a:lnTo>
                <a:lnTo>
                  <a:pt x="476059" y="270459"/>
                </a:lnTo>
                <a:lnTo>
                  <a:pt x="474560" y="271322"/>
                </a:lnTo>
                <a:lnTo>
                  <a:pt x="474560" y="382181"/>
                </a:lnTo>
                <a:lnTo>
                  <a:pt x="473646" y="383171"/>
                </a:lnTo>
                <a:lnTo>
                  <a:pt x="473036" y="383120"/>
                </a:lnTo>
                <a:lnTo>
                  <a:pt x="472668" y="383082"/>
                </a:lnTo>
                <a:lnTo>
                  <a:pt x="471665" y="381736"/>
                </a:lnTo>
                <a:lnTo>
                  <a:pt x="473748" y="381914"/>
                </a:lnTo>
                <a:lnTo>
                  <a:pt x="473036" y="383120"/>
                </a:lnTo>
                <a:lnTo>
                  <a:pt x="474560" y="382181"/>
                </a:lnTo>
                <a:lnTo>
                  <a:pt x="474560" y="271322"/>
                </a:lnTo>
                <a:lnTo>
                  <a:pt x="455574" y="282257"/>
                </a:lnTo>
                <a:lnTo>
                  <a:pt x="411721" y="310464"/>
                </a:lnTo>
                <a:lnTo>
                  <a:pt x="368769" y="337477"/>
                </a:lnTo>
                <a:lnTo>
                  <a:pt x="326491" y="365810"/>
                </a:lnTo>
                <a:lnTo>
                  <a:pt x="284822" y="396748"/>
                </a:lnTo>
                <a:lnTo>
                  <a:pt x="243954" y="427761"/>
                </a:lnTo>
                <a:lnTo>
                  <a:pt x="233362" y="436295"/>
                </a:lnTo>
                <a:lnTo>
                  <a:pt x="233362" y="595096"/>
                </a:lnTo>
                <a:lnTo>
                  <a:pt x="232029" y="596252"/>
                </a:lnTo>
                <a:lnTo>
                  <a:pt x="231076" y="597446"/>
                </a:lnTo>
                <a:lnTo>
                  <a:pt x="230124" y="599922"/>
                </a:lnTo>
                <a:lnTo>
                  <a:pt x="229997" y="599909"/>
                </a:lnTo>
                <a:lnTo>
                  <a:pt x="230822" y="597433"/>
                </a:lnTo>
                <a:lnTo>
                  <a:pt x="231914" y="596252"/>
                </a:lnTo>
                <a:lnTo>
                  <a:pt x="233362" y="595096"/>
                </a:lnTo>
                <a:lnTo>
                  <a:pt x="233362" y="436295"/>
                </a:lnTo>
                <a:lnTo>
                  <a:pt x="164236" y="495033"/>
                </a:lnTo>
                <a:lnTo>
                  <a:pt x="123964" y="532460"/>
                </a:lnTo>
                <a:lnTo>
                  <a:pt x="85445" y="571296"/>
                </a:lnTo>
                <a:lnTo>
                  <a:pt x="49326" y="610349"/>
                </a:lnTo>
                <a:lnTo>
                  <a:pt x="15773" y="654710"/>
                </a:lnTo>
                <a:lnTo>
                  <a:pt x="0" y="686523"/>
                </a:lnTo>
                <a:lnTo>
                  <a:pt x="800" y="704430"/>
                </a:lnTo>
                <a:lnTo>
                  <a:pt x="10807" y="721829"/>
                </a:lnTo>
                <a:lnTo>
                  <a:pt x="14249" y="728497"/>
                </a:lnTo>
                <a:lnTo>
                  <a:pt x="20650" y="732853"/>
                </a:lnTo>
                <a:lnTo>
                  <a:pt x="28028" y="734733"/>
                </a:lnTo>
                <a:lnTo>
                  <a:pt x="33959" y="739051"/>
                </a:lnTo>
                <a:lnTo>
                  <a:pt x="32639" y="741502"/>
                </a:lnTo>
                <a:lnTo>
                  <a:pt x="32588" y="744042"/>
                </a:lnTo>
                <a:lnTo>
                  <a:pt x="32575" y="745312"/>
                </a:lnTo>
                <a:lnTo>
                  <a:pt x="34175" y="746721"/>
                </a:lnTo>
                <a:lnTo>
                  <a:pt x="37858" y="757224"/>
                </a:lnTo>
                <a:lnTo>
                  <a:pt x="45466" y="764235"/>
                </a:lnTo>
                <a:lnTo>
                  <a:pt x="54660" y="770089"/>
                </a:lnTo>
                <a:lnTo>
                  <a:pt x="63258" y="775906"/>
                </a:lnTo>
                <a:lnTo>
                  <a:pt x="82359" y="748182"/>
                </a:lnTo>
                <a:lnTo>
                  <a:pt x="104267" y="721969"/>
                </a:lnTo>
                <a:lnTo>
                  <a:pt x="127203" y="697128"/>
                </a:lnTo>
                <a:lnTo>
                  <a:pt x="149479" y="672211"/>
                </a:lnTo>
                <a:lnTo>
                  <a:pt x="155321" y="668883"/>
                </a:lnTo>
                <a:lnTo>
                  <a:pt x="161645" y="665581"/>
                </a:lnTo>
                <a:lnTo>
                  <a:pt x="163372" y="660628"/>
                </a:lnTo>
                <a:lnTo>
                  <a:pt x="163804" y="659396"/>
                </a:lnTo>
                <a:lnTo>
                  <a:pt x="164134" y="659422"/>
                </a:lnTo>
                <a:lnTo>
                  <a:pt x="171805" y="654964"/>
                </a:lnTo>
                <a:lnTo>
                  <a:pt x="178371" y="649135"/>
                </a:lnTo>
                <a:lnTo>
                  <a:pt x="184137" y="643242"/>
                </a:lnTo>
                <a:lnTo>
                  <a:pt x="189674" y="636054"/>
                </a:lnTo>
                <a:lnTo>
                  <a:pt x="199821" y="630529"/>
                </a:lnTo>
                <a:lnTo>
                  <a:pt x="209207" y="622388"/>
                </a:lnTo>
                <a:lnTo>
                  <a:pt x="217538" y="615442"/>
                </a:lnTo>
                <a:lnTo>
                  <a:pt x="225183" y="605878"/>
                </a:lnTo>
                <a:lnTo>
                  <a:pt x="227977" y="604837"/>
                </a:lnTo>
                <a:lnTo>
                  <a:pt x="229438" y="603681"/>
                </a:lnTo>
                <a:lnTo>
                  <a:pt x="230390" y="601218"/>
                </a:lnTo>
                <a:lnTo>
                  <a:pt x="236258" y="600430"/>
                </a:lnTo>
                <a:lnTo>
                  <a:pt x="239522" y="596887"/>
                </a:lnTo>
                <a:lnTo>
                  <a:pt x="240182" y="595655"/>
                </a:lnTo>
                <a:lnTo>
                  <a:pt x="242150" y="591997"/>
                </a:lnTo>
                <a:lnTo>
                  <a:pt x="247675" y="592467"/>
                </a:lnTo>
                <a:lnTo>
                  <a:pt x="250685" y="588886"/>
                </a:lnTo>
                <a:lnTo>
                  <a:pt x="251866" y="585165"/>
                </a:lnTo>
                <a:lnTo>
                  <a:pt x="259435" y="583247"/>
                </a:lnTo>
                <a:lnTo>
                  <a:pt x="264883" y="578599"/>
                </a:lnTo>
                <a:lnTo>
                  <a:pt x="266776" y="571119"/>
                </a:lnTo>
                <a:lnTo>
                  <a:pt x="254596" y="570103"/>
                </a:lnTo>
                <a:lnTo>
                  <a:pt x="255066" y="568871"/>
                </a:lnTo>
                <a:lnTo>
                  <a:pt x="255930" y="568947"/>
                </a:lnTo>
                <a:lnTo>
                  <a:pt x="256679" y="570268"/>
                </a:lnTo>
                <a:lnTo>
                  <a:pt x="266776" y="571119"/>
                </a:lnTo>
                <a:lnTo>
                  <a:pt x="267093" y="569861"/>
                </a:lnTo>
                <a:lnTo>
                  <a:pt x="272757" y="571614"/>
                </a:lnTo>
                <a:lnTo>
                  <a:pt x="276136" y="568071"/>
                </a:lnTo>
                <a:lnTo>
                  <a:pt x="279260" y="563232"/>
                </a:lnTo>
                <a:lnTo>
                  <a:pt x="274637" y="565391"/>
                </a:lnTo>
                <a:lnTo>
                  <a:pt x="265633" y="569747"/>
                </a:lnTo>
                <a:lnTo>
                  <a:pt x="269494" y="566242"/>
                </a:lnTo>
                <a:lnTo>
                  <a:pt x="274243" y="564095"/>
                </a:lnTo>
                <a:lnTo>
                  <a:pt x="279260" y="563232"/>
                </a:lnTo>
                <a:lnTo>
                  <a:pt x="290525" y="557796"/>
                </a:lnTo>
                <a:lnTo>
                  <a:pt x="300380" y="550976"/>
                </a:lnTo>
                <a:lnTo>
                  <a:pt x="309333" y="544080"/>
                </a:lnTo>
                <a:lnTo>
                  <a:pt x="318109" y="535889"/>
                </a:lnTo>
                <a:lnTo>
                  <a:pt x="314528" y="534314"/>
                </a:lnTo>
                <a:lnTo>
                  <a:pt x="311937" y="532815"/>
                </a:lnTo>
                <a:lnTo>
                  <a:pt x="308927" y="527469"/>
                </a:lnTo>
                <a:lnTo>
                  <a:pt x="308038" y="524852"/>
                </a:lnTo>
                <a:lnTo>
                  <a:pt x="307632" y="522262"/>
                </a:lnTo>
                <a:lnTo>
                  <a:pt x="320255" y="511848"/>
                </a:lnTo>
                <a:lnTo>
                  <a:pt x="332778" y="503974"/>
                </a:lnTo>
                <a:lnTo>
                  <a:pt x="346290" y="494906"/>
                </a:lnTo>
                <a:lnTo>
                  <a:pt x="361226" y="488505"/>
                </a:lnTo>
                <a:lnTo>
                  <a:pt x="461657" y="420408"/>
                </a:lnTo>
                <a:lnTo>
                  <a:pt x="467055" y="420852"/>
                </a:lnTo>
                <a:lnTo>
                  <a:pt x="470827" y="418617"/>
                </a:lnTo>
                <a:lnTo>
                  <a:pt x="473189" y="412445"/>
                </a:lnTo>
                <a:lnTo>
                  <a:pt x="478485" y="414159"/>
                </a:lnTo>
                <a:lnTo>
                  <a:pt x="480364" y="413042"/>
                </a:lnTo>
                <a:lnTo>
                  <a:pt x="482257" y="411924"/>
                </a:lnTo>
                <a:lnTo>
                  <a:pt x="484378" y="405726"/>
                </a:lnTo>
                <a:lnTo>
                  <a:pt x="490016" y="406196"/>
                </a:lnTo>
                <a:lnTo>
                  <a:pt x="493788" y="403961"/>
                </a:lnTo>
                <a:lnTo>
                  <a:pt x="495693" y="400304"/>
                </a:lnTo>
                <a:lnTo>
                  <a:pt x="501459" y="400773"/>
                </a:lnTo>
                <a:lnTo>
                  <a:pt x="505104" y="398538"/>
                </a:lnTo>
                <a:lnTo>
                  <a:pt x="507250" y="393611"/>
                </a:lnTo>
                <a:lnTo>
                  <a:pt x="513016" y="394093"/>
                </a:lnTo>
                <a:lnTo>
                  <a:pt x="516661" y="391845"/>
                </a:lnTo>
                <a:lnTo>
                  <a:pt x="518807" y="386930"/>
                </a:lnTo>
                <a:lnTo>
                  <a:pt x="519176" y="386956"/>
                </a:lnTo>
                <a:lnTo>
                  <a:pt x="520954" y="385940"/>
                </a:lnTo>
                <a:lnTo>
                  <a:pt x="523798" y="386308"/>
                </a:lnTo>
                <a:lnTo>
                  <a:pt x="527545" y="384276"/>
                </a:lnTo>
                <a:lnTo>
                  <a:pt x="528853" y="381215"/>
                </a:lnTo>
                <a:lnTo>
                  <a:pt x="530352" y="380250"/>
                </a:lnTo>
                <a:lnTo>
                  <a:pt x="535876" y="380707"/>
                </a:lnTo>
                <a:lnTo>
                  <a:pt x="539762" y="378485"/>
                </a:lnTo>
                <a:lnTo>
                  <a:pt x="542036" y="373570"/>
                </a:lnTo>
                <a:lnTo>
                  <a:pt x="547433" y="374027"/>
                </a:lnTo>
                <a:lnTo>
                  <a:pt x="551319" y="371792"/>
                </a:lnTo>
                <a:lnTo>
                  <a:pt x="553478" y="368160"/>
                </a:lnTo>
                <a:lnTo>
                  <a:pt x="558876" y="368604"/>
                </a:lnTo>
                <a:lnTo>
                  <a:pt x="562762" y="366382"/>
                </a:lnTo>
                <a:lnTo>
                  <a:pt x="565150" y="361480"/>
                </a:lnTo>
                <a:lnTo>
                  <a:pt x="570445" y="363194"/>
                </a:lnTo>
                <a:lnTo>
                  <a:pt x="572452" y="362089"/>
                </a:lnTo>
                <a:lnTo>
                  <a:pt x="574459" y="360984"/>
                </a:lnTo>
                <a:lnTo>
                  <a:pt x="576846" y="356082"/>
                </a:lnTo>
                <a:lnTo>
                  <a:pt x="582117" y="356527"/>
                </a:lnTo>
                <a:lnTo>
                  <a:pt x="586130" y="354304"/>
                </a:lnTo>
                <a:lnTo>
                  <a:pt x="588645" y="349415"/>
                </a:lnTo>
                <a:lnTo>
                  <a:pt x="593801" y="349846"/>
                </a:lnTo>
                <a:lnTo>
                  <a:pt x="597814" y="347637"/>
                </a:lnTo>
                <a:lnTo>
                  <a:pt x="600443" y="342760"/>
                </a:lnTo>
                <a:lnTo>
                  <a:pt x="606082" y="343230"/>
                </a:lnTo>
                <a:lnTo>
                  <a:pt x="608647" y="342163"/>
                </a:lnTo>
                <a:lnTo>
                  <a:pt x="610819" y="339801"/>
                </a:lnTo>
                <a:lnTo>
                  <a:pt x="612381" y="337375"/>
                </a:lnTo>
                <a:lnTo>
                  <a:pt x="611390" y="337299"/>
                </a:lnTo>
                <a:lnTo>
                  <a:pt x="610260" y="334657"/>
                </a:lnTo>
                <a:lnTo>
                  <a:pt x="611251" y="336016"/>
                </a:lnTo>
                <a:lnTo>
                  <a:pt x="611619" y="336042"/>
                </a:lnTo>
                <a:lnTo>
                  <a:pt x="611644" y="337312"/>
                </a:lnTo>
                <a:lnTo>
                  <a:pt x="612381" y="337375"/>
                </a:lnTo>
                <a:lnTo>
                  <a:pt x="617181" y="335229"/>
                </a:lnTo>
                <a:lnTo>
                  <a:pt x="864527" y="232219"/>
                </a:lnTo>
                <a:lnTo>
                  <a:pt x="914844" y="216014"/>
                </a:lnTo>
                <a:lnTo>
                  <a:pt x="965352" y="201104"/>
                </a:lnTo>
                <a:lnTo>
                  <a:pt x="1015949" y="188760"/>
                </a:lnTo>
                <a:lnTo>
                  <a:pt x="1118120" y="165404"/>
                </a:lnTo>
                <a:lnTo>
                  <a:pt x="1221549" y="145986"/>
                </a:lnTo>
                <a:lnTo>
                  <a:pt x="1273594" y="140131"/>
                </a:lnTo>
                <a:lnTo>
                  <a:pt x="1277061" y="142963"/>
                </a:lnTo>
                <a:lnTo>
                  <a:pt x="1281988" y="144653"/>
                </a:lnTo>
                <a:lnTo>
                  <a:pt x="1284338" y="146126"/>
                </a:lnTo>
                <a:lnTo>
                  <a:pt x="1286954" y="148894"/>
                </a:lnTo>
                <a:lnTo>
                  <a:pt x="1286027" y="152628"/>
                </a:lnTo>
                <a:lnTo>
                  <a:pt x="1275397" y="155575"/>
                </a:lnTo>
                <a:lnTo>
                  <a:pt x="1268069" y="160058"/>
                </a:lnTo>
                <a:lnTo>
                  <a:pt x="1268031" y="162610"/>
                </a:lnTo>
                <a:lnTo>
                  <a:pt x="1271600" y="165455"/>
                </a:lnTo>
                <a:lnTo>
                  <a:pt x="1275321" y="168313"/>
                </a:lnTo>
                <a:lnTo>
                  <a:pt x="1308392" y="163423"/>
                </a:lnTo>
                <a:lnTo>
                  <a:pt x="1341704" y="161099"/>
                </a:lnTo>
                <a:lnTo>
                  <a:pt x="1408290" y="158991"/>
                </a:lnTo>
                <a:lnTo>
                  <a:pt x="1415148" y="158292"/>
                </a:lnTo>
                <a:lnTo>
                  <a:pt x="1421955" y="158864"/>
                </a:lnTo>
                <a:lnTo>
                  <a:pt x="1428699" y="158153"/>
                </a:lnTo>
                <a:lnTo>
                  <a:pt x="1435100" y="156133"/>
                </a:lnTo>
                <a:lnTo>
                  <a:pt x="1437703" y="158902"/>
                </a:lnTo>
                <a:lnTo>
                  <a:pt x="1443316" y="156819"/>
                </a:lnTo>
                <a:lnTo>
                  <a:pt x="1451076" y="160007"/>
                </a:lnTo>
                <a:lnTo>
                  <a:pt x="1458810" y="160655"/>
                </a:lnTo>
                <a:lnTo>
                  <a:pt x="1462519" y="158419"/>
                </a:lnTo>
                <a:lnTo>
                  <a:pt x="1466215" y="156184"/>
                </a:lnTo>
                <a:lnTo>
                  <a:pt x="1475232" y="158203"/>
                </a:lnTo>
                <a:lnTo>
                  <a:pt x="1484299" y="158953"/>
                </a:lnTo>
                <a:lnTo>
                  <a:pt x="1493304" y="158432"/>
                </a:lnTo>
                <a:lnTo>
                  <a:pt x="1502244" y="155359"/>
                </a:lnTo>
                <a:lnTo>
                  <a:pt x="1521409" y="159499"/>
                </a:lnTo>
                <a:lnTo>
                  <a:pt x="1531048" y="159029"/>
                </a:lnTo>
                <a:lnTo>
                  <a:pt x="1534274" y="158026"/>
                </a:lnTo>
                <a:lnTo>
                  <a:pt x="1540738" y="156006"/>
                </a:lnTo>
                <a:lnTo>
                  <a:pt x="1550720" y="159397"/>
                </a:lnTo>
                <a:lnTo>
                  <a:pt x="1570863" y="161074"/>
                </a:lnTo>
                <a:lnTo>
                  <a:pt x="1577682" y="159092"/>
                </a:lnTo>
                <a:lnTo>
                  <a:pt x="1581086" y="158102"/>
                </a:lnTo>
                <a:lnTo>
                  <a:pt x="1632877" y="163690"/>
                </a:lnTo>
                <a:lnTo>
                  <a:pt x="1684782" y="168008"/>
                </a:lnTo>
                <a:lnTo>
                  <a:pt x="1736471" y="174866"/>
                </a:lnTo>
                <a:lnTo>
                  <a:pt x="1788261" y="180454"/>
                </a:lnTo>
                <a:lnTo>
                  <a:pt x="1892808" y="196811"/>
                </a:lnTo>
                <a:lnTo>
                  <a:pt x="1996071" y="216877"/>
                </a:lnTo>
                <a:lnTo>
                  <a:pt x="2047074" y="230047"/>
                </a:lnTo>
                <a:lnTo>
                  <a:pt x="2148167" y="258864"/>
                </a:lnTo>
                <a:lnTo>
                  <a:pt x="2198154" y="275767"/>
                </a:lnTo>
                <a:lnTo>
                  <a:pt x="2297239" y="312064"/>
                </a:lnTo>
                <a:lnTo>
                  <a:pt x="2360180" y="337693"/>
                </a:lnTo>
                <a:lnTo>
                  <a:pt x="2374239" y="342696"/>
                </a:lnTo>
                <a:lnTo>
                  <a:pt x="2388273" y="348957"/>
                </a:lnTo>
                <a:lnTo>
                  <a:pt x="2402421" y="353961"/>
                </a:lnTo>
                <a:lnTo>
                  <a:pt x="2602992" y="458597"/>
                </a:lnTo>
                <a:lnTo>
                  <a:pt x="2820365" y="582485"/>
                </a:lnTo>
                <a:lnTo>
                  <a:pt x="2826918" y="586854"/>
                </a:lnTo>
                <a:lnTo>
                  <a:pt x="2834640" y="587502"/>
                </a:lnTo>
                <a:lnTo>
                  <a:pt x="2841802" y="590638"/>
                </a:lnTo>
                <a:lnTo>
                  <a:pt x="2846413" y="597395"/>
                </a:lnTo>
                <a:lnTo>
                  <a:pt x="2852496" y="601726"/>
                </a:lnTo>
                <a:lnTo>
                  <a:pt x="2859735" y="603605"/>
                </a:lnTo>
                <a:lnTo>
                  <a:pt x="2867609" y="605536"/>
                </a:lnTo>
                <a:lnTo>
                  <a:pt x="2868257" y="608139"/>
                </a:lnTo>
                <a:lnTo>
                  <a:pt x="2869996" y="609561"/>
                </a:lnTo>
                <a:lnTo>
                  <a:pt x="2872917" y="608533"/>
                </a:lnTo>
                <a:lnTo>
                  <a:pt x="2877528" y="616559"/>
                </a:lnTo>
                <a:lnTo>
                  <a:pt x="2883966" y="620915"/>
                </a:lnTo>
                <a:lnTo>
                  <a:pt x="2891574" y="624103"/>
                </a:lnTo>
                <a:lnTo>
                  <a:pt x="2899880" y="626059"/>
                </a:lnTo>
                <a:lnTo>
                  <a:pt x="2904159" y="632790"/>
                </a:lnTo>
                <a:lnTo>
                  <a:pt x="2909760" y="638352"/>
                </a:lnTo>
                <a:lnTo>
                  <a:pt x="2916796" y="641489"/>
                </a:lnTo>
                <a:lnTo>
                  <a:pt x="2925343" y="642200"/>
                </a:lnTo>
                <a:lnTo>
                  <a:pt x="2928505" y="647560"/>
                </a:lnTo>
                <a:lnTo>
                  <a:pt x="2888945" y="669759"/>
                </a:lnTo>
                <a:lnTo>
                  <a:pt x="2786659" y="686727"/>
                </a:lnTo>
                <a:lnTo>
                  <a:pt x="2736215" y="697814"/>
                </a:lnTo>
                <a:lnTo>
                  <a:pt x="2686329" y="710222"/>
                </a:lnTo>
                <a:lnTo>
                  <a:pt x="2636875" y="726503"/>
                </a:lnTo>
                <a:lnTo>
                  <a:pt x="2588095" y="744105"/>
                </a:lnTo>
                <a:lnTo>
                  <a:pt x="2539962" y="764298"/>
                </a:lnTo>
                <a:lnTo>
                  <a:pt x="2518880" y="775296"/>
                </a:lnTo>
                <a:lnTo>
                  <a:pt x="2509570" y="779614"/>
                </a:lnTo>
                <a:lnTo>
                  <a:pt x="2501188" y="787831"/>
                </a:lnTo>
                <a:lnTo>
                  <a:pt x="2486368" y="809536"/>
                </a:lnTo>
                <a:lnTo>
                  <a:pt x="2474391" y="832751"/>
                </a:lnTo>
                <a:lnTo>
                  <a:pt x="2461933" y="854659"/>
                </a:lnTo>
                <a:lnTo>
                  <a:pt x="2445397" y="876223"/>
                </a:lnTo>
                <a:lnTo>
                  <a:pt x="2441676" y="881011"/>
                </a:lnTo>
                <a:lnTo>
                  <a:pt x="2439517" y="888479"/>
                </a:lnTo>
                <a:lnTo>
                  <a:pt x="2439632" y="894854"/>
                </a:lnTo>
                <a:lnTo>
                  <a:pt x="2442299" y="901446"/>
                </a:lnTo>
                <a:lnTo>
                  <a:pt x="2448522" y="907059"/>
                </a:lnTo>
                <a:lnTo>
                  <a:pt x="2455900" y="908951"/>
                </a:lnTo>
                <a:lnTo>
                  <a:pt x="2472017" y="905205"/>
                </a:lnTo>
                <a:lnTo>
                  <a:pt x="2498623" y="897216"/>
                </a:lnTo>
                <a:lnTo>
                  <a:pt x="2548699" y="880999"/>
                </a:lnTo>
                <a:lnTo>
                  <a:pt x="2599321" y="866101"/>
                </a:lnTo>
                <a:lnTo>
                  <a:pt x="2650236" y="855052"/>
                </a:lnTo>
                <a:lnTo>
                  <a:pt x="2701620" y="845312"/>
                </a:lnTo>
                <a:lnTo>
                  <a:pt x="2753449" y="836891"/>
                </a:lnTo>
                <a:lnTo>
                  <a:pt x="2805480" y="832307"/>
                </a:lnTo>
                <a:lnTo>
                  <a:pt x="2857893" y="829017"/>
                </a:lnTo>
                <a:lnTo>
                  <a:pt x="2864828" y="828319"/>
                </a:lnTo>
                <a:lnTo>
                  <a:pt x="2871724" y="828903"/>
                </a:lnTo>
                <a:lnTo>
                  <a:pt x="2878518" y="828192"/>
                </a:lnTo>
                <a:lnTo>
                  <a:pt x="2885046" y="824915"/>
                </a:lnTo>
                <a:lnTo>
                  <a:pt x="2904312" y="829068"/>
                </a:lnTo>
                <a:lnTo>
                  <a:pt x="2913989" y="828598"/>
                </a:lnTo>
                <a:lnTo>
                  <a:pt x="2917215" y="827595"/>
                </a:lnTo>
                <a:lnTo>
                  <a:pt x="2923654" y="825576"/>
                </a:lnTo>
                <a:lnTo>
                  <a:pt x="2942894" y="829729"/>
                </a:lnTo>
                <a:lnTo>
                  <a:pt x="2952610" y="829259"/>
                </a:lnTo>
                <a:lnTo>
                  <a:pt x="2955874" y="828255"/>
                </a:lnTo>
                <a:lnTo>
                  <a:pt x="2962389" y="826262"/>
                </a:lnTo>
                <a:lnTo>
                  <a:pt x="3051645" y="837514"/>
                </a:lnTo>
                <a:lnTo>
                  <a:pt x="3096209" y="843775"/>
                </a:lnTo>
                <a:lnTo>
                  <a:pt x="3140900" y="848766"/>
                </a:lnTo>
                <a:lnTo>
                  <a:pt x="3180867" y="844461"/>
                </a:lnTo>
                <a:lnTo>
                  <a:pt x="3194469" y="831570"/>
                </a:lnTo>
                <a:lnTo>
                  <a:pt x="3202927" y="832281"/>
                </a:lnTo>
                <a:lnTo>
                  <a:pt x="3237268" y="799452"/>
                </a:lnTo>
                <a:lnTo>
                  <a:pt x="3278822" y="731545"/>
                </a:lnTo>
                <a:lnTo>
                  <a:pt x="3294227" y="681850"/>
                </a:lnTo>
                <a:lnTo>
                  <a:pt x="3294519" y="678053"/>
                </a:lnTo>
                <a:close/>
              </a:path>
            </a:pathLst>
          </a:custGeom>
          <a:solidFill>
            <a:srgbClr val="DAFF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131300" y="2418537"/>
            <a:ext cx="7952740" cy="6931659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12700" marR="5080">
              <a:lnSpc>
                <a:spcPts val="3379"/>
              </a:lnSpc>
              <a:spcBef>
                <a:spcPts val="520"/>
              </a:spcBef>
            </a:pPr>
            <a:r>
              <a:rPr sz="3100" dirty="0">
                <a:solidFill>
                  <a:srgbClr val="3B0A85"/>
                </a:solidFill>
                <a:latin typeface="Trebuchet MS"/>
                <a:cs typeface="Trebuchet MS"/>
              </a:rPr>
              <a:t>This</a:t>
            </a:r>
            <a:r>
              <a:rPr sz="3100" spc="5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dirty="0">
                <a:solidFill>
                  <a:srgbClr val="3B0A85"/>
                </a:solidFill>
                <a:latin typeface="Trebuchet MS"/>
                <a:cs typeface="Trebuchet MS"/>
              </a:rPr>
              <a:t>collaborative</a:t>
            </a:r>
            <a:r>
              <a:rPr sz="3100" spc="6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dirty="0">
                <a:solidFill>
                  <a:srgbClr val="3B0A85"/>
                </a:solidFill>
                <a:latin typeface="Trebuchet MS"/>
                <a:cs typeface="Trebuchet MS"/>
              </a:rPr>
              <a:t>project</a:t>
            </a:r>
            <a:r>
              <a:rPr sz="3100" spc="6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spc="190" dirty="0">
                <a:solidFill>
                  <a:srgbClr val="3B0A85"/>
                </a:solidFill>
                <a:latin typeface="Trebuchet MS"/>
                <a:cs typeface="Trebuchet MS"/>
              </a:rPr>
              <a:t>uses</a:t>
            </a:r>
            <a:r>
              <a:rPr sz="3100" spc="6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spc="65" dirty="0">
                <a:solidFill>
                  <a:srgbClr val="3B0A85"/>
                </a:solidFill>
                <a:latin typeface="Trebuchet MS"/>
                <a:cs typeface="Trebuchet MS"/>
              </a:rPr>
              <a:t>a</a:t>
            </a:r>
            <a:r>
              <a:rPr sz="3100" spc="5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spc="-10" dirty="0">
                <a:solidFill>
                  <a:srgbClr val="3B0A85"/>
                </a:solidFill>
                <a:latin typeface="Trebuchet MS"/>
                <a:cs typeface="Trebuchet MS"/>
              </a:rPr>
              <a:t>novel </a:t>
            </a:r>
            <a:r>
              <a:rPr sz="3100" dirty="0">
                <a:solidFill>
                  <a:srgbClr val="3B0A85"/>
                </a:solidFill>
                <a:latin typeface="Trebuchet MS"/>
                <a:cs typeface="Trebuchet MS"/>
              </a:rPr>
              <a:t>citizen</a:t>
            </a:r>
            <a:r>
              <a:rPr sz="3100" spc="-10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spc="120" dirty="0">
                <a:solidFill>
                  <a:srgbClr val="3B0A85"/>
                </a:solidFill>
                <a:latin typeface="Trebuchet MS"/>
                <a:cs typeface="Trebuchet MS"/>
              </a:rPr>
              <a:t>science</a:t>
            </a:r>
            <a:r>
              <a:rPr sz="3100" spc="-10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spc="120" dirty="0">
                <a:solidFill>
                  <a:srgbClr val="3B0A85"/>
                </a:solidFill>
                <a:latin typeface="Trebuchet MS"/>
                <a:cs typeface="Trebuchet MS"/>
              </a:rPr>
              <a:t>approach</a:t>
            </a:r>
            <a:r>
              <a:rPr sz="3100" spc="-10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spc="75" dirty="0">
                <a:solidFill>
                  <a:srgbClr val="3B0A85"/>
                </a:solidFill>
                <a:latin typeface="Trebuchet MS"/>
                <a:cs typeface="Trebuchet MS"/>
              </a:rPr>
              <a:t>to</a:t>
            </a:r>
            <a:r>
              <a:rPr sz="3100" spc="-10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spc="160" dirty="0">
                <a:solidFill>
                  <a:srgbClr val="3B0A85"/>
                </a:solidFill>
                <a:latin typeface="Trebuchet MS"/>
                <a:cs typeface="Trebuchet MS"/>
              </a:rPr>
              <a:t>address</a:t>
            </a:r>
            <a:r>
              <a:rPr sz="3100" spc="-10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spc="-25" dirty="0">
                <a:solidFill>
                  <a:srgbClr val="3B0A85"/>
                </a:solidFill>
                <a:latin typeface="Trebuchet MS"/>
                <a:cs typeface="Trebuchet MS"/>
              </a:rPr>
              <a:t>the </a:t>
            </a:r>
            <a:r>
              <a:rPr sz="3100" spc="110" dirty="0">
                <a:solidFill>
                  <a:srgbClr val="3B0A85"/>
                </a:solidFill>
                <a:latin typeface="Trebuchet MS"/>
                <a:cs typeface="Trebuchet MS"/>
              </a:rPr>
              <a:t>mismatch</a:t>
            </a:r>
            <a:r>
              <a:rPr sz="3100" spc="-9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spc="75" dirty="0">
                <a:solidFill>
                  <a:srgbClr val="3B0A85"/>
                </a:solidFill>
                <a:latin typeface="Trebuchet MS"/>
                <a:cs typeface="Trebuchet MS"/>
              </a:rPr>
              <a:t>between</a:t>
            </a:r>
            <a:r>
              <a:rPr sz="3100" spc="-9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spc="70" dirty="0">
                <a:solidFill>
                  <a:srgbClr val="3B0A85"/>
                </a:solidFill>
                <a:latin typeface="Trebuchet MS"/>
                <a:cs typeface="Trebuchet MS"/>
              </a:rPr>
              <a:t>opportunities</a:t>
            </a:r>
            <a:r>
              <a:rPr sz="3100" spc="-9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spc="-25" dirty="0">
                <a:solidFill>
                  <a:srgbClr val="3B0A85"/>
                </a:solidFill>
                <a:latin typeface="Trebuchet MS"/>
                <a:cs typeface="Trebuchet MS"/>
              </a:rPr>
              <a:t>for </a:t>
            </a:r>
            <a:r>
              <a:rPr sz="3100" spc="95" dirty="0">
                <a:solidFill>
                  <a:srgbClr val="3B0A85"/>
                </a:solidFill>
                <a:latin typeface="Trebuchet MS"/>
                <a:cs typeface="Trebuchet MS"/>
              </a:rPr>
              <a:t>exchange</a:t>
            </a:r>
            <a:r>
              <a:rPr sz="3100" spc="-5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dirty="0">
                <a:solidFill>
                  <a:srgbClr val="3B0A85"/>
                </a:solidFill>
                <a:latin typeface="Trebuchet MS"/>
                <a:cs typeface="Trebuchet MS"/>
              </a:rPr>
              <a:t>offered</a:t>
            </a:r>
            <a:r>
              <a:rPr sz="3100" spc="-5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dirty="0">
                <a:solidFill>
                  <a:srgbClr val="3B0A85"/>
                </a:solidFill>
                <a:latin typeface="Trebuchet MS"/>
                <a:cs typeface="Trebuchet MS"/>
              </a:rPr>
              <a:t>in</a:t>
            </a:r>
            <a:r>
              <a:rPr sz="3100" spc="-5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spc="50" dirty="0">
                <a:solidFill>
                  <a:srgbClr val="3B0A85"/>
                </a:solidFill>
                <a:latin typeface="Trebuchet MS"/>
                <a:cs typeface="Trebuchet MS"/>
              </a:rPr>
              <a:t>cities</a:t>
            </a:r>
            <a:r>
              <a:rPr sz="3100" spc="-5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spc="120" dirty="0">
                <a:solidFill>
                  <a:srgbClr val="3B0A85"/>
                </a:solidFill>
                <a:latin typeface="Trebuchet MS"/>
                <a:cs typeface="Trebuchet MS"/>
              </a:rPr>
              <a:t>and</a:t>
            </a:r>
            <a:r>
              <a:rPr sz="3100" spc="-5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dirty="0">
                <a:solidFill>
                  <a:srgbClr val="3B0A85"/>
                </a:solidFill>
                <a:latin typeface="Trebuchet MS"/>
                <a:cs typeface="Trebuchet MS"/>
              </a:rPr>
              <a:t>what</a:t>
            </a:r>
            <a:r>
              <a:rPr sz="3100" spc="-5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spc="130" dirty="0">
                <a:solidFill>
                  <a:srgbClr val="3B0A85"/>
                </a:solidFill>
                <a:latin typeface="Trebuchet MS"/>
                <a:cs typeface="Trebuchet MS"/>
              </a:rPr>
              <a:t>young </a:t>
            </a:r>
            <a:r>
              <a:rPr sz="3100" spc="90" dirty="0">
                <a:solidFill>
                  <a:srgbClr val="3B0A85"/>
                </a:solidFill>
                <a:latin typeface="Trebuchet MS"/>
                <a:cs typeface="Trebuchet MS"/>
              </a:rPr>
              <a:t>people</a:t>
            </a:r>
            <a:r>
              <a:rPr sz="3100" spc="-10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spc="114" dirty="0">
                <a:solidFill>
                  <a:srgbClr val="3B0A85"/>
                </a:solidFill>
                <a:latin typeface="Trebuchet MS"/>
                <a:cs typeface="Trebuchet MS"/>
              </a:rPr>
              <a:t>seek</a:t>
            </a:r>
            <a:r>
              <a:rPr sz="3100" spc="-10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spc="75" dirty="0">
                <a:solidFill>
                  <a:srgbClr val="3B0A85"/>
                </a:solidFill>
                <a:latin typeface="Trebuchet MS"/>
                <a:cs typeface="Trebuchet MS"/>
              </a:rPr>
              <a:t>out</a:t>
            </a:r>
            <a:r>
              <a:rPr sz="3100" spc="-10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dirty="0">
                <a:solidFill>
                  <a:srgbClr val="3B0A85"/>
                </a:solidFill>
                <a:latin typeface="Trebuchet MS"/>
                <a:cs typeface="Trebuchet MS"/>
              </a:rPr>
              <a:t>in</a:t>
            </a:r>
            <a:r>
              <a:rPr sz="3100" spc="-10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spc="95" dirty="0">
                <a:solidFill>
                  <a:srgbClr val="3B0A85"/>
                </a:solidFill>
                <a:latin typeface="Trebuchet MS"/>
                <a:cs typeface="Trebuchet MS"/>
              </a:rPr>
              <a:t>terms</a:t>
            </a:r>
            <a:r>
              <a:rPr sz="3100" spc="-10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dirty="0">
                <a:solidFill>
                  <a:srgbClr val="3B0A85"/>
                </a:solidFill>
                <a:latin typeface="Trebuchet MS"/>
                <a:cs typeface="Trebuchet MS"/>
              </a:rPr>
              <a:t>of</a:t>
            </a:r>
            <a:r>
              <a:rPr sz="3100" spc="-10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spc="95" dirty="0">
                <a:solidFill>
                  <a:srgbClr val="3B0A85"/>
                </a:solidFill>
                <a:latin typeface="Trebuchet MS"/>
                <a:cs typeface="Trebuchet MS"/>
              </a:rPr>
              <a:t>engagement</a:t>
            </a:r>
            <a:r>
              <a:rPr sz="3100" spc="-10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spc="50" dirty="0">
                <a:solidFill>
                  <a:srgbClr val="3B0A85"/>
                </a:solidFill>
                <a:latin typeface="Trebuchet MS"/>
                <a:cs typeface="Trebuchet MS"/>
              </a:rPr>
              <a:t>to </a:t>
            </a:r>
            <a:r>
              <a:rPr sz="3100" spc="-30" dirty="0">
                <a:solidFill>
                  <a:srgbClr val="3B0A85"/>
                </a:solidFill>
                <a:latin typeface="Trebuchet MS"/>
                <a:cs typeface="Trebuchet MS"/>
              </a:rPr>
              <a:t>realize</a:t>
            </a:r>
            <a:r>
              <a:rPr sz="3100" spc="-13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dirty="0">
                <a:solidFill>
                  <a:srgbClr val="3B0A85"/>
                </a:solidFill>
                <a:latin typeface="Trebuchet MS"/>
                <a:cs typeface="Trebuchet MS"/>
              </a:rPr>
              <a:t>their</a:t>
            </a:r>
            <a:r>
              <a:rPr sz="3100" spc="-14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spc="105" dirty="0">
                <a:solidFill>
                  <a:srgbClr val="3B0A85"/>
                </a:solidFill>
                <a:latin typeface="Trebuchet MS"/>
                <a:cs typeface="Trebuchet MS"/>
              </a:rPr>
              <a:t>ideas</a:t>
            </a:r>
            <a:r>
              <a:rPr sz="3100" spc="-13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dirty="0">
                <a:solidFill>
                  <a:srgbClr val="3B0A85"/>
                </a:solidFill>
                <a:latin typeface="Trebuchet MS"/>
                <a:cs typeface="Trebuchet MS"/>
              </a:rPr>
              <a:t>of</a:t>
            </a:r>
            <a:r>
              <a:rPr sz="3100" spc="-13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spc="-10" dirty="0">
                <a:solidFill>
                  <a:srgbClr val="3B0A85"/>
                </a:solidFill>
                <a:latin typeface="Trebuchet MS"/>
                <a:cs typeface="Trebuchet MS"/>
              </a:rPr>
              <a:t>flourishing communities.</a:t>
            </a:r>
            <a:endParaRPr sz="3100">
              <a:latin typeface="Trebuchet MS"/>
              <a:cs typeface="Trebuchet MS"/>
            </a:endParaRPr>
          </a:p>
          <a:p>
            <a:pPr marL="12700" marR="81280">
              <a:lnSpc>
                <a:spcPts val="3370"/>
              </a:lnSpc>
              <a:spcBef>
                <a:spcPts val="3350"/>
              </a:spcBef>
            </a:pPr>
            <a:r>
              <a:rPr sz="3100" dirty="0">
                <a:solidFill>
                  <a:srgbClr val="3B0A85"/>
                </a:solidFill>
                <a:latin typeface="Trebuchet MS"/>
                <a:cs typeface="Trebuchet MS"/>
              </a:rPr>
              <a:t>The</a:t>
            </a:r>
            <a:r>
              <a:rPr sz="3100" spc="-4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dirty="0">
                <a:solidFill>
                  <a:srgbClr val="3B0A85"/>
                </a:solidFill>
                <a:latin typeface="Trebuchet MS"/>
                <a:cs typeface="Trebuchet MS"/>
              </a:rPr>
              <a:t>project</a:t>
            </a:r>
            <a:r>
              <a:rPr sz="3100" spc="-3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spc="190" dirty="0">
                <a:solidFill>
                  <a:srgbClr val="3B0A85"/>
                </a:solidFill>
                <a:latin typeface="Trebuchet MS"/>
                <a:cs typeface="Trebuchet MS"/>
              </a:rPr>
              <a:t>sees</a:t>
            </a:r>
            <a:r>
              <a:rPr sz="3100" spc="-4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spc="145" dirty="0">
                <a:solidFill>
                  <a:srgbClr val="3B0A85"/>
                </a:solidFill>
                <a:latin typeface="Trebuchet MS"/>
                <a:cs typeface="Trebuchet MS"/>
              </a:rPr>
              <a:t>groups</a:t>
            </a:r>
            <a:r>
              <a:rPr sz="3100" spc="-3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dirty="0">
                <a:solidFill>
                  <a:srgbClr val="3B0A85"/>
                </a:solidFill>
                <a:latin typeface="Trebuchet MS"/>
                <a:cs typeface="Trebuchet MS"/>
              </a:rPr>
              <a:t>of</a:t>
            </a:r>
            <a:r>
              <a:rPr sz="3100" spc="-4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spc="90" dirty="0">
                <a:solidFill>
                  <a:srgbClr val="3B0A85"/>
                </a:solidFill>
                <a:latin typeface="Trebuchet MS"/>
                <a:cs typeface="Trebuchet MS"/>
              </a:rPr>
              <a:t>selected</a:t>
            </a:r>
            <a:r>
              <a:rPr sz="3100" spc="-3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spc="130" dirty="0">
                <a:solidFill>
                  <a:srgbClr val="3B0A85"/>
                </a:solidFill>
                <a:latin typeface="Trebuchet MS"/>
                <a:cs typeface="Trebuchet MS"/>
              </a:rPr>
              <a:t>young </a:t>
            </a:r>
            <a:r>
              <a:rPr sz="3100" spc="90" dirty="0">
                <a:solidFill>
                  <a:srgbClr val="3B0A85"/>
                </a:solidFill>
                <a:latin typeface="Trebuchet MS"/>
                <a:cs typeface="Trebuchet MS"/>
              </a:rPr>
              <a:t>people</a:t>
            </a:r>
            <a:r>
              <a:rPr sz="3100" spc="-10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spc="120" dirty="0">
                <a:solidFill>
                  <a:srgbClr val="3B0A85"/>
                </a:solidFill>
                <a:latin typeface="Trebuchet MS"/>
                <a:cs typeface="Trebuchet MS"/>
              </a:rPr>
              <a:t>and</a:t>
            </a:r>
            <a:r>
              <a:rPr sz="3100" spc="-10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spc="60" dirty="0">
                <a:solidFill>
                  <a:srgbClr val="3B0A85"/>
                </a:solidFill>
                <a:latin typeface="Trebuchet MS"/>
                <a:cs typeface="Trebuchet MS"/>
              </a:rPr>
              <a:t>city</a:t>
            </a:r>
            <a:r>
              <a:rPr sz="3100" spc="-9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spc="65" dirty="0">
                <a:solidFill>
                  <a:srgbClr val="3B0A85"/>
                </a:solidFill>
                <a:latin typeface="Trebuchet MS"/>
                <a:cs typeface="Trebuchet MS"/>
              </a:rPr>
              <a:t>administrators</a:t>
            </a:r>
            <a:r>
              <a:rPr sz="3100" spc="-10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spc="35" dirty="0">
                <a:solidFill>
                  <a:srgbClr val="3B0A85"/>
                </a:solidFill>
                <a:latin typeface="Trebuchet MS"/>
                <a:cs typeface="Trebuchet MS"/>
              </a:rPr>
              <a:t>investigate </a:t>
            </a:r>
            <a:r>
              <a:rPr sz="3100" dirty="0">
                <a:solidFill>
                  <a:srgbClr val="3B0A85"/>
                </a:solidFill>
                <a:latin typeface="Trebuchet MS"/>
                <a:cs typeface="Trebuchet MS"/>
              </a:rPr>
              <a:t>the</a:t>
            </a:r>
            <a:r>
              <a:rPr sz="3100" spc="-8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spc="150" dirty="0">
                <a:solidFill>
                  <a:srgbClr val="3B0A85"/>
                </a:solidFill>
                <a:latin typeface="Trebuchet MS"/>
                <a:cs typeface="Trebuchet MS"/>
              </a:rPr>
              <a:t>needs</a:t>
            </a:r>
            <a:r>
              <a:rPr sz="3100" spc="-8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spc="120" dirty="0">
                <a:solidFill>
                  <a:srgbClr val="3B0A85"/>
                </a:solidFill>
                <a:latin typeface="Trebuchet MS"/>
                <a:cs typeface="Trebuchet MS"/>
              </a:rPr>
              <a:t>and</a:t>
            </a:r>
            <a:r>
              <a:rPr sz="3100" spc="-7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spc="70" dirty="0">
                <a:solidFill>
                  <a:srgbClr val="3B0A85"/>
                </a:solidFill>
                <a:latin typeface="Trebuchet MS"/>
                <a:cs typeface="Trebuchet MS"/>
              </a:rPr>
              <a:t>opportunities</a:t>
            </a:r>
            <a:r>
              <a:rPr sz="3100" spc="-8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dirty="0">
                <a:solidFill>
                  <a:srgbClr val="3B0A85"/>
                </a:solidFill>
                <a:latin typeface="Trebuchet MS"/>
                <a:cs typeface="Trebuchet MS"/>
              </a:rPr>
              <a:t>for</a:t>
            </a:r>
            <a:r>
              <a:rPr sz="3100" spc="-7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spc="90" dirty="0">
                <a:solidFill>
                  <a:srgbClr val="3B0A85"/>
                </a:solidFill>
                <a:latin typeface="Trebuchet MS"/>
                <a:cs typeface="Trebuchet MS"/>
              </a:rPr>
              <a:t>youth </a:t>
            </a:r>
            <a:r>
              <a:rPr sz="3100" spc="-10" dirty="0">
                <a:solidFill>
                  <a:srgbClr val="3B0A85"/>
                </a:solidFill>
                <a:latin typeface="Trebuchet MS"/>
                <a:cs typeface="Trebuchet MS"/>
              </a:rPr>
              <a:t>engagement.</a:t>
            </a:r>
            <a:endParaRPr sz="3100">
              <a:latin typeface="Trebuchet MS"/>
              <a:cs typeface="Trebuchet MS"/>
            </a:endParaRPr>
          </a:p>
          <a:p>
            <a:pPr marL="12700" marR="154305" algn="just">
              <a:lnSpc>
                <a:spcPts val="3379"/>
              </a:lnSpc>
              <a:spcBef>
                <a:spcPts val="3385"/>
              </a:spcBef>
            </a:pPr>
            <a:r>
              <a:rPr sz="3100" spc="75" dirty="0">
                <a:solidFill>
                  <a:srgbClr val="3B0A85"/>
                </a:solidFill>
                <a:latin typeface="Trebuchet MS"/>
                <a:cs typeface="Trebuchet MS"/>
              </a:rPr>
              <a:t>They</a:t>
            </a:r>
            <a:r>
              <a:rPr sz="3100" spc="-10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spc="85" dirty="0">
                <a:solidFill>
                  <a:srgbClr val="3B0A85"/>
                </a:solidFill>
                <a:latin typeface="Trebuchet MS"/>
                <a:cs typeface="Trebuchet MS"/>
              </a:rPr>
              <a:t>make</a:t>
            </a:r>
            <a:r>
              <a:rPr sz="3100" spc="-11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spc="110" dirty="0">
                <a:solidFill>
                  <a:srgbClr val="3B0A85"/>
                </a:solidFill>
                <a:latin typeface="Trebuchet MS"/>
                <a:cs typeface="Trebuchet MS"/>
              </a:rPr>
              <a:t>recommendations</a:t>
            </a:r>
            <a:r>
              <a:rPr sz="3100" spc="-11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dirty="0">
                <a:solidFill>
                  <a:srgbClr val="3B0A85"/>
                </a:solidFill>
                <a:latin typeface="Trebuchet MS"/>
                <a:cs typeface="Trebuchet MS"/>
              </a:rPr>
              <a:t>for</a:t>
            </a:r>
            <a:r>
              <a:rPr sz="3100" spc="-10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spc="-10" dirty="0">
                <a:solidFill>
                  <a:srgbClr val="3B0A85"/>
                </a:solidFill>
                <a:latin typeface="Trebuchet MS"/>
                <a:cs typeface="Trebuchet MS"/>
              </a:rPr>
              <a:t>tangible </a:t>
            </a:r>
            <a:r>
              <a:rPr sz="3100" spc="80" dirty="0">
                <a:solidFill>
                  <a:srgbClr val="3B0A85"/>
                </a:solidFill>
                <a:latin typeface="Trebuchet MS"/>
                <a:cs typeface="Trebuchet MS"/>
              </a:rPr>
              <a:t>solutions</a:t>
            </a:r>
            <a:r>
              <a:rPr sz="3100" spc="-6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spc="75" dirty="0">
                <a:solidFill>
                  <a:srgbClr val="3B0A85"/>
                </a:solidFill>
                <a:latin typeface="Trebuchet MS"/>
                <a:cs typeface="Trebuchet MS"/>
              </a:rPr>
              <a:t>to</a:t>
            </a:r>
            <a:r>
              <a:rPr sz="3100" spc="-5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spc="55" dirty="0">
                <a:solidFill>
                  <a:srgbClr val="3B0A85"/>
                </a:solidFill>
                <a:latin typeface="Trebuchet MS"/>
                <a:cs typeface="Trebuchet MS"/>
              </a:rPr>
              <a:t>create</a:t>
            </a:r>
            <a:r>
              <a:rPr sz="3100" spc="-6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dirty="0">
                <a:solidFill>
                  <a:srgbClr val="3B0A85"/>
                </a:solidFill>
                <a:latin typeface="Trebuchet MS"/>
                <a:cs typeface="Trebuchet MS"/>
              </a:rPr>
              <a:t>vibrant</a:t>
            </a:r>
            <a:r>
              <a:rPr sz="3100" spc="-5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spc="95" dirty="0">
                <a:solidFill>
                  <a:srgbClr val="3B0A85"/>
                </a:solidFill>
                <a:latin typeface="Trebuchet MS"/>
                <a:cs typeface="Trebuchet MS"/>
              </a:rPr>
              <a:t>communities</a:t>
            </a:r>
            <a:r>
              <a:rPr sz="3100" spc="-6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spc="-25" dirty="0">
                <a:solidFill>
                  <a:srgbClr val="3B0A85"/>
                </a:solidFill>
                <a:latin typeface="Trebuchet MS"/>
                <a:cs typeface="Trebuchet MS"/>
              </a:rPr>
              <a:t>in </a:t>
            </a:r>
            <a:r>
              <a:rPr sz="3100" dirty="0">
                <a:solidFill>
                  <a:srgbClr val="3B0A85"/>
                </a:solidFill>
                <a:latin typeface="Trebuchet MS"/>
                <a:cs typeface="Trebuchet MS"/>
              </a:rPr>
              <a:t>their</a:t>
            </a:r>
            <a:r>
              <a:rPr sz="3100" spc="-15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spc="100" dirty="0">
                <a:solidFill>
                  <a:srgbClr val="3B0A85"/>
                </a:solidFill>
                <a:latin typeface="Trebuchet MS"/>
                <a:cs typeface="Trebuchet MS"/>
              </a:rPr>
              <a:t>own</a:t>
            </a:r>
            <a:r>
              <a:rPr sz="3100" spc="-15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spc="-10" dirty="0">
                <a:solidFill>
                  <a:srgbClr val="3B0A85"/>
                </a:solidFill>
                <a:latin typeface="Trebuchet MS"/>
                <a:cs typeface="Trebuchet MS"/>
              </a:rPr>
              <a:t>cities.</a:t>
            </a:r>
            <a:endParaRPr sz="31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D0C2F5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1376928" y="501244"/>
            <a:ext cx="6907530" cy="4394200"/>
            <a:chOff x="1376928" y="501244"/>
            <a:chExt cx="6907530" cy="4394200"/>
          </a:xfrm>
        </p:grpSpPr>
        <p:sp>
          <p:nvSpPr>
            <p:cNvPr id="4" name="object 4"/>
            <p:cNvSpPr/>
            <p:nvPr/>
          </p:nvSpPr>
          <p:spPr>
            <a:xfrm>
              <a:off x="4730146" y="501244"/>
              <a:ext cx="3554095" cy="3660775"/>
            </a:xfrm>
            <a:custGeom>
              <a:avLst/>
              <a:gdLst/>
              <a:ahLst/>
              <a:cxnLst/>
              <a:rect l="l" t="t" r="r" b="b"/>
              <a:pathLst>
                <a:path w="3554095" h="3660775">
                  <a:moveTo>
                    <a:pt x="2478370" y="1319545"/>
                  </a:moveTo>
                  <a:lnTo>
                    <a:pt x="1160065" y="1319545"/>
                  </a:lnTo>
                  <a:lnTo>
                    <a:pt x="1115884" y="1276625"/>
                  </a:lnTo>
                  <a:lnTo>
                    <a:pt x="1074076" y="1233544"/>
                  </a:lnTo>
                  <a:lnTo>
                    <a:pt x="1034631" y="1190354"/>
                  </a:lnTo>
                  <a:lnTo>
                    <a:pt x="997542" y="1147110"/>
                  </a:lnTo>
                  <a:lnTo>
                    <a:pt x="962800" y="1103863"/>
                  </a:lnTo>
                  <a:lnTo>
                    <a:pt x="930396" y="1060666"/>
                  </a:lnTo>
                  <a:lnTo>
                    <a:pt x="900322" y="1017573"/>
                  </a:lnTo>
                  <a:lnTo>
                    <a:pt x="872569" y="974636"/>
                  </a:lnTo>
                  <a:lnTo>
                    <a:pt x="847130" y="931909"/>
                  </a:lnTo>
                  <a:lnTo>
                    <a:pt x="823996" y="889444"/>
                  </a:lnTo>
                  <a:lnTo>
                    <a:pt x="803158" y="847294"/>
                  </a:lnTo>
                  <a:lnTo>
                    <a:pt x="784608" y="805512"/>
                  </a:lnTo>
                  <a:lnTo>
                    <a:pt x="768338" y="764152"/>
                  </a:lnTo>
                  <a:lnTo>
                    <a:pt x="754340" y="723265"/>
                  </a:lnTo>
                  <a:lnTo>
                    <a:pt x="742604" y="682905"/>
                  </a:lnTo>
                  <a:lnTo>
                    <a:pt x="733122" y="643126"/>
                  </a:lnTo>
                  <a:lnTo>
                    <a:pt x="725887" y="603979"/>
                  </a:lnTo>
                  <a:lnTo>
                    <a:pt x="720889" y="565518"/>
                  </a:lnTo>
                  <a:lnTo>
                    <a:pt x="718154" y="528251"/>
                  </a:lnTo>
                  <a:lnTo>
                    <a:pt x="718120" y="527795"/>
                  </a:lnTo>
                  <a:lnTo>
                    <a:pt x="719238" y="454778"/>
                  </a:lnTo>
                  <a:lnTo>
                    <a:pt x="729171" y="385350"/>
                  </a:lnTo>
                  <a:lnTo>
                    <a:pt x="747853" y="319936"/>
                  </a:lnTo>
                  <a:lnTo>
                    <a:pt x="775218" y="258959"/>
                  </a:lnTo>
                  <a:lnTo>
                    <a:pt x="811197" y="202842"/>
                  </a:lnTo>
                  <a:lnTo>
                    <a:pt x="855723" y="152009"/>
                  </a:lnTo>
                  <a:lnTo>
                    <a:pt x="908730" y="106883"/>
                  </a:lnTo>
                  <a:lnTo>
                    <a:pt x="970277" y="67823"/>
                  </a:lnTo>
                  <a:lnTo>
                    <a:pt x="1039915" y="35446"/>
                  </a:lnTo>
                  <a:lnTo>
                    <a:pt x="1077906" y="21816"/>
                  </a:lnTo>
                  <a:lnTo>
                    <a:pt x="1117959" y="9982"/>
                  </a:lnTo>
                  <a:lnTo>
                    <a:pt x="1160065" y="0"/>
                  </a:lnTo>
                  <a:lnTo>
                    <a:pt x="1485291" y="116669"/>
                  </a:lnTo>
                  <a:lnTo>
                    <a:pt x="1640108" y="490864"/>
                  </a:lnTo>
                  <a:lnTo>
                    <a:pt x="1687102" y="887660"/>
                  </a:lnTo>
                  <a:lnTo>
                    <a:pt x="1688749" y="1060666"/>
                  </a:lnTo>
                  <a:lnTo>
                    <a:pt x="1688858" y="1072130"/>
                  </a:lnTo>
                  <a:lnTo>
                    <a:pt x="2650654" y="1072130"/>
                  </a:lnTo>
                  <a:lnTo>
                    <a:pt x="2495970" y="1299918"/>
                  </a:lnTo>
                  <a:lnTo>
                    <a:pt x="2478370" y="1319545"/>
                  </a:lnTo>
                  <a:close/>
                </a:path>
                <a:path w="3554095" h="3660775">
                  <a:moveTo>
                    <a:pt x="2650654" y="1072130"/>
                  </a:moveTo>
                  <a:lnTo>
                    <a:pt x="1688858" y="1072130"/>
                  </a:lnTo>
                  <a:lnTo>
                    <a:pt x="1697656" y="1024566"/>
                  </a:lnTo>
                  <a:lnTo>
                    <a:pt x="1707709" y="977096"/>
                  </a:lnTo>
                  <a:lnTo>
                    <a:pt x="1718980" y="929814"/>
                  </a:lnTo>
                  <a:lnTo>
                    <a:pt x="1731429" y="882814"/>
                  </a:lnTo>
                  <a:lnTo>
                    <a:pt x="1745017" y="836190"/>
                  </a:lnTo>
                  <a:lnTo>
                    <a:pt x="1759707" y="790036"/>
                  </a:lnTo>
                  <a:lnTo>
                    <a:pt x="1775458" y="744447"/>
                  </a:lnTo>
                  <a:lnTo>
                    <a:pt x="1792233" y="699515"/>
                  </a:lnTo>
                  <a:lnTo>
                    <a:pt x="1809992" y="655336"/>
                  </a:lnTo>
                  <a:lnTo>
                    <a:pt x="1828697" y="612002"/>
                  </a:lnTo>
                  <a:lnTo>
                    <a:pt x="1848310" y="569609"/>
                  </a:lnTo>
                  <a:lnTo>
                    <a:pt x="1868790" y="528251"/>
                  </a:lnTo>
                  <a:lnTo>
                    <a:pt x="1890100" y="488020"/>
                  </a:lnTo>
                  <a:lnTo>
                    <a:pt x="1912201" y="449012"/>
                  </a:lnTo>
                  <a:lnTo>
                    <a:pt x="1935054" y="411320"/>
                  </a:lnTo>
                  <a:lnTo>
                    <a:pt x="1958619" y="375038"/>
                  </a:lnTo>
                  <a:lnTo>
                    <a:pt x="1982860" y="340260"/>
                  </a:lnTo>
                  <a:lnTo>
                    <a:pt x="2007736" y="307081"/>
                  </a:lnTo>
                  <a:lnTo>
                    <a:pt x="2033209" y="275594"/>
                  </a:lnTo>
                  <a:lnTo>
                    <a:pt x="2059240" y="245894"/>
                  </a:lnTo>
                  <a:lnTo>
                    <a:pt x="2085790" y="218074"/>
                  </a:lnTo>
                  <a:lnTo>
                    <a:pt x="2140295" y="168451"/>
                  </a:lnTo>
                  <a:lnTo>
                    <a:pt x="2196411" y="127477"/>
                  </a:lnTo>
                  <a:lnTo>
                    <a:pt x="2253830" y="95906"/>
                  </a:lnTo>
                  <a:lnTo>
                    <a:pt x="2312241" y="74489"/>
                  </a:lnTo>
                  <a:lnTo>
                    <a:pt x="2371333" y="63978"/>
                  </a:lnTo>
                  <a:lnTo>
                    <a:pt x="2401039" y="63047"/>
                  </a:lnTo>
                  <a:lnTo>
                    <a:pt x="2430798" y="65125"/>
                  </a:lnTo>
                  <a:lnTo>
                    <a:pt x="2490325" y="78683"/>
                  </a:lnTo>
                  <a:lnTo>
                    <a:pt x="2549603" y="105403"/>
                  </a:lnTo>
                  <a:lnTo>
                    <a:pt x="2608322" y="146038"/>
                  </a:lnTo>
                  <a:lnTo>
                    <a:pt x="2637376" y="171809"/>
                  </a:lnTo>
                  <a:lnTo>
                    <a:pt x="2666174" y="201340"/>
                  </a:lnTo>
                  <a:lnTo>
                    <a:pt x="2694676" y="234727"/>
                  </a:lnTo>
                  <a:lnTo>
                    <a:pt x="2814944" y="627854"/>
                  </a:lnTo>
                  <a:lnTo>
                    <a:pt x="2692657" y="1010277"/>
                  </a:lnTo>
                  <a:lnTo>
                    <a:pt x="2650654" y="1072130"/>
                  </a:lnTo>
                  <a:close/>
                </a:path>
                <a:path w="3554095" h="3660775">
                  <a:moveTo>
                    <a:pt x="3545535" y="1414705"/>
                  </a:moveTo>
                  <a:lnTo>
                    <a:pt x="2393039" y="1414705"/>
                  </a:lnTo>
                  <a:lnTo>
                    <a:pt x="2927717" y="921362"/>
                  </a:lnTo>
                  <a:lnTo>
                    <a:pt x="3287539" y="893706"/>
                  </a:lnTo>
                  <a:lnTo>
                    <a:pt x="3490347" y="1069454"/>
                  </a:lnTo>
                  <a:lnTo>
                    <a:pt x="3553985" y="1186322"/>
                  </a:lnTo>
                  <a:lnTo>
                    <a:pt x="3545535" y="1414705"/>
                  </a:lnTo>
                  <a:close/>
                </a:path>
                <a:path w="3554095" h="3660775">
                  <a:moveTo>
                    <a:pt x="684131" y="2122235"/>
                  </a:moveTo>
                  <a:lnTo>
                    <a:pt x="639057" y="2122235"/>
                  </a:lnTo>
                  <a:lnTo>
                    <a:pt x="593635" y="2119694"/>
                  </a:lnTo>
                  <a:lnTo>
                    <a:pt x="594384" y="2119694"/>
                  </a:lnTo>
                  <a:lnTo>
                    <a:pt x="552358" y="2114947"/>
                  </a:lnTo>
                  <a:lnTo>
                    <a:pt x="510821" y="2107828"/>
                  </a:lnTo>
                  <a:lnTo>
                    <a:pt x="470555" y="2098503"/>
                  </a:lnTo>
                  <a:lnTo>
                    <a:pt x="431606" y="2087057"/>
                  </a:lnTo>
                  <a:lnTo>
                    <a:pt x="394020" y="2073573"/>
                  </a:lnTo>
                  <a:lnTo>
                    <a:pt x="357843" y="2058135"/>
                  </a:lnTo>
                  <a:lnTo>
                    <a:pt x="323122" y="2040828"/>
                  </a:lnTo>
                  <a:lnTo>
                    <a:pt x="289904" y="2021734"/>
                  </a:lnTo>
                  <a:lnTo>
                    <a:pt x="228159" y="1978525"/>
                  </a:lnTo>
                  <a:lnTo>
                    <a:pt x="172981" y="1929178"/>
                  </a:lnTo>
                  <a:lnTo>
                    <a:pt x="124740" y="1874363"/>
                  </a:lnTo>
                  <a:lnTo>
                    <a:pt x="83807" y="1814753"/>
                  </a:lnTo>
                  <a:lnTo>
                    <a:pt x="50554" y="1751018"/>
                  </a:lnTo>
                  <a:lnTo>
                    <a:pt x="25351" y="1683828"/>
                  </a:lnTo>
                  <a:lnTo>
                    <a:pt x="8569" y="1613855"/>
                  </a:lnTo>
                  <a:lnTo>
                    <a:pt x="581" y="1541769"/>
                  </a:lnTo>
                  <a:lnTo>
                    <a:pt x="0" y="1505143"/>
                  </a:lnTo>
                  <a:lnTo>
                    <a:pt x="1756" y="1468241"/>
                  </a:lnTo>
                  <a:lnTo>
                    <a:pt x="12466" y="1393943"/>
                  </a:lnTo>
                  <a:lnTo>
                    <a:pt x="21513" y="1356715"/>
                  </a:lnTo>
                  <a:lnTo>
                    <a:pt x="33082" y="1319545"/>
                  </a:lnTo>
                  <a:lnTo>
                    <a:pt x="281435" y="1110789"/>
                  </a:lnTo>
                  <a:lnTo>
                    <a:pt x="660806" y="1133984"/>
                  </a:lnTo>
                  <a:lnTo>
                    <a:pt x="1008061" y="1249960"/>
                  </a:lnTo>
                  <a:lnTo>
                    <a:pt x="1160065" y="1319545"/>
                  </a:lnTo>
                  <a:lnTo>
                    <a:pt x="2478370" y="1319545"/>
                  </a:lnTo>
                  <a:lnTo>
                    <a:pt x="2393039" y="1414705"/>
                  </a:lnTo>
                  <a:lnTo>
                    <a:pt x="3545535" y="1414705"/>
                  </a:lnTo>
                  <a:lnTo>
                    <a:pt x="3540155" y="1560120"/>
                  </a:lnTo>
                  <a:lnTo>
                    <a:pt x="3231385" y="1807238"/>
                  </a:lnTo>
                  <a:lnTo>
                    <a:pt x="2869089" y="1943732"/>
                  </a:lnTo>
                  <a:lnTo>
                    <a:pt x="2694676" y="1985662"/>
                  </a:lnTo>
                  <a:lnTo>
                    <a:pt x="2750904" y="2023726"/>
                  </a:lnTo>
                  <a:lnTo>
                    <a:pt x="1079837" y="2023726"/>
                  </a:lnTo>
                  <a:lnTo>
                    <a:pt x="1027388" y="2046400"/>
                  </a:lnTo>
                  <a:lnTo>
                    <a:pt x="975700" y="2065946"/>
                  </a:lnTo>
                  <a:lnTo>
                    <a:pt x="924817" y="2082448"/>
                  </a:lnTo>
                  <a:lnTo>
                    <a:pt x="874788" y="2095990"/>
                  </a:lnTo>
                  <a:lnTo>
                    <a:pt x="825657" y="2106656"/>
                  </a:lnTo>
                  <a:lnTo>
                    <a:pt x="777473" y="2114529"/>
                  </a:lnTo>
                  <a:lnTo>
                    <a:pt x="730280" y="2119694"/>
                  </a:lnTo>
                  <a:lnTo>
                    <a:pt x="684131" y="2122235"/>
                  </a:lnTo>
                  <a:close/>
                </a:path>
                <a:path w="3554095" h="3660775">
                  <a:moveTo>
                    <a:pt x="863437" y="3202403"/>
                  </a:moveTo>
                  <a:lnTo>
                    <a:pt x="797824" y="3197129"/>
                  </a:lnTo>
                  <a:lnTo>
                    <a:pt x="733505" y="3177394"/>
                  </a:lnTo>
                  <a:lnTo>
                    <a:pt x="671126" y="3141874"/>
                  </a:lnTo>
                  <a:lnTo>
                    <a:pt x="640866" y="3117780"/>
                  </a:lnTo>
                  <a:lnTo>
                    <a:pt x="611334" y="3089244"/>
                  </a:lnTo>
                  <a:lnTo>
                    <a:pt x="582611" y="3056099"/>
                  </a:lnTo>
                  <a:lnTo>
                    <a:pt x="554776" y="3018180"/>
                  </a:lnTo>
                  <a:lnTo>
                    <a:pt x="527912" y="2975321"/>
                  </a:lnTo>
                  <a:lnTo>
                    <a:pt x="469627" y="2577733"/>
                  </a:lnTo>
                  <a:lnTo>
                    <a:pt x="675409" y="2278278"/>
                  </a:lnTo>
                  <a:lnTo>
                    <a:pt x="945425" y="2089445"/>
                  </a:lnTo>
                  <a:lnTo>
                    <a:pt x="1079837" y="2023726"/>
                  </a:lnTo>
                  <a:lnTo>
                    <a:pt x="2750904" y="2023726"/>
                  </a:lnTo>
                  <a:lnTo>
                    <a:pt x="3244649" y="2357974"/>
                  </a:lnTo>
                  <a:lnTo>
                    <a:pt x="3307832" y="2480492"/>
                  </a:lnTo>
                  <a:lnTo>
                    <a:pt x="2240784" y="2480492"/>
                  </a:lnTo>
                  <a:lnTo>
                    <a:pt x="2243500" y="2499523"/>
                  </a:lnTo>
                  <a:lnTo>
                    <a:pt x="1555635" y="2499523"/>
                  </a:lnTo>
                  <a:lnTo>
                    <a:pt x="1510106" y="2633502"/>
                  </a:lnTo>
                  <a:lnTo>
                    <a:pt x="1501763" y="2652046"/>
                  </a:lnTo>
                  <a:lnTo>
                    <a:pt x="1467763" y="2717879"/>
                  </a:lnTo>
                  <a:lnTo>
                    <a:pt x="1448418" y="2751167"/>
                  </a:lnTo>
                  <a:lnTo>
                    <a:pt x="1427618" y="2784482"/>
                  </a:lnTo>
                  <a:lnTo>
                    <a:pt x="1405444" y="2817659"/>
                  </a:lnTo>
                  <a:lnTo>
                    <a:pt x="1381975" y="2850531"/>
                  </a:lnTo>
                  <a:lnTo>
                    <a:pt x="1357295" y="2882934"/>
                  </a:lnTo>
                  <a:lnTo>
                    <a:pt x="1331482" y="2914701"/>
                  </a:lnTo>
                  <a:lnTo>
                    <a:pt x="1304618" y="2945667"/>
                  </a:lnTo>
                  <a:lnTo>
                    <a:pt x="1276784" y="2975668"/>
                  </a:lnTo>
                  <a:lnTo>
                    <a:pt x="1248060" y="3004536"/>
                  </a:lnTo>
                  <a:lnTo>
                    <a:pt x="1218528" y="3032107"/>
                  </a:lnTo>
                  <a:lnTo>
                    <a:pt x="1188268" y="3058214"/>
                  </a:lnTo>
                  <a:lnTo>
                    <a:pt x="1157362" y="3082693"/>
                  </a:lnTo>
                  <a:lnTo>
                    <a:pt x="1125889" y="3105378"/>
                  </a:lnTo>
                  <a:lnTo>
                    <a:pt x="1061570" y="3144704"/>
                  </a:lnTo>
                  <a:lnTo>
                    <a:pt x="995957" y="3174866"/>
                  </a:lnTo>
                  <a:lnTo>
                    <a:pt x="929697" y="3194540"/>
                  </a:lnTo>
                  <a:lnTo>
                    <a:pt x="896527" y="3200031"/>
                  </a:lnTo>
                  <a:lnTo>
                    <a:pt x="863437" y="3202403"/>
                  </a:lnTo>
                  <a:close/>
                </a:path>
                <a:path w="3554095" h="3660775">
                  <a:moveTo>
                    <a:pt x="2875081" y="3106760"/>
                  </a:moveTo>
                  <a:lnTo>
                    <a:pt x="2528641" y="2899194"/>
                  </a:lnTo>
                  <a:lnTo>
                    <a:pt x="2314235" y="2620257"/>
                  </a:lnTo>
                  <a:lnTo>
                    <a:pt x="2240784" y="2480492"/>
                  </a:lnTo>
                  <a:lnTo>
                    <a:pt x="3307832" y="2480492"/>
                  </a:lnTo>
                  <a:lnTo>
                    <a:pt x="3418248" y="2694601"/>
                  </a:lnTo>
                  <a:lnTo>
                    <a:pt x="3392551" y="2938447"/>
                  </a:lnTo>
                  <a:lnTo>
                    <a:pt x="3344634" y="3032417"/>
                  </a:lnTo>
                  <a:lnTo>
                    <a:pt x="2875081" y="3106760"/>
                  </a:lnTo>
                  <a:close/>
                </a:path>
                <a:path w="3554095" h="3660775">
                  <a:moveTo>
                    <a:pt x="1510106" y="2633502"/>
                  </a:moveTo>
                  <a:lnTo>
                    <a:pt x="1555635" y="2499523"/>
                  </a:lnTo>
                  <a:lnTo>
                    <a:pt x="1548742" y="2527987"/>
                  </a:lnTo>
                  <a:lnTo>
                    <a:pt x="1539827" y="2557637"/>
                  </a:lnTo>
                  <a:lnTo>
                    <a:pt x="1528971" y="2588307"/>
                  </a:lnTo>
                  <a:lnTo>
                    <a:pt x="1516257" y="2619832"/>
                  </a:lnTo>
                  <a:lnTo>
                    <a:pt x="1510106" y="2633502"/>
                  </a:lnTo>
                  <a:close/>
                </a:path>
                <a:path w="3554095" h="3660775">
                  <a:moveTo>
                    <a:pt x="2012401" y="3660470"/>
                  </a:moveTo>
                  <a:lnTo>
                    <a:pt x="1555635" y="3438926"/>
                  </a:lnTo>
                  <a:lnTo>
                    <a:pt x="1441444" y="3044312"/>
                  </a:lnTo>
                  <a:lnTo>
                    <a:pt x="1498539" y="2667539"/>
                  </a:lnTo>
                  <a:lnTo>
                    <a:pt x="1510106" y="2633502"/>
                  </a:lnTo>
                  <a:lnTo>
                    <a:pt x="1516257" y="2619832"/>
                  </a:lnTo>
                  <a:lnTo>
                    <a:pt x="1528971" y="2588307"/>
                  </a:lnTo>
                  <a:lnTo>
                    <a:pt x="1539827" y="2557637"/>
                  </a:lnTo>
                  <a:lnTo>
                    <a:pt x="1548742" y="2527987"/>
                  </a:lnTo>
                  <a:lnTo>
                    <a:pt x="1555635" y="2499523"/>
                  </a:lnTo>
                  <a:lnTo>
                    <a:pt x="2243500" y="2499523"/>
                  </a:lnTo>
                  <a:lnTo>
                    <a:pt x="2325535" y="3074347"/>
                  </a:lnTo>
                  <a:lnTo>
                    <a:pt x="2233647" y="3434466"/>
                  </a:lnTo>
                  <a:lnTo>
                    <a:pt x="2088231" y="3612593"/>
                  </a:lnTo>
                  <a:lnTo>
                    <a:pt x="2012401" y="3660470"/>
                  </a:lnTo>
                  <a:close/>
                </a:path>
              </a:pathLst>
            </a:custGeom>
            <a:solidFill>
              <a:srgbClr val="DBC2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376921" y="980617"/>
              <a:ext cx="5932805" cy="3915410"/>
            </a:xfrm>
            <a:custGeom>
              <a:avLst/>
              <a:gdLst/>
              <a:ahLst/>
              <a:cxnLst/>
              <a:rect l="l" t="t" r="r" b="b"/>
              <a:pathLst>
                <a:path w="5932805" h="3915410">
                  <a:moveTo>
                    <a:pt x="5932284" y="1389824"/>
                  </a:moveTo>
                  <a:lnTo>
                    <a:pt x="5884519" y="0"/>
                  </a:lnTo>
                  <a:lnTo>
                    <a:pt x="0" y="202260"/>
                  </a:lnTo>
                  <a:lnTo>
                    <a:pt x="47777" y="1592097"/>
                  </a:lnTo>
                  <a:lnTo>
                    <a:pt x="87693" y="2753461"/>
                  </a:lnTo>
                  <a:lnTo>
                    <a:pt x="127609" y="3914825"/>
                  </a:lnTo>
                  <a:lnTo>
                    <a:pt x="5342344" y="3735578"/>
                  </a:lnTo>
                  <a:lnTo>
                    <a:pt x="5302428" y="2574213"/>
                  </a:lnTo>
                  <a:lnTo>
                    <a:pt x="5614784" y="2563469"/>
                  </a:lnTo>
                  <a:lnTo>
                    <a:pt x="5574868" y="1402118"/>
                  </a:lnTo>
                  <a:lnTo>
                    <a:pt x="5932284" y="1389824"/>
                  </a:lnTo>
                  <a:close/>
                </a:path>
              </a:pathLst>
            </a:custGeom>
            <a:solidFill>
              <a:srgbClr val="3B0A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 rot="21540000">
            <a:off x="1742135" y="1290243"/>
            <a:ext cx="5202315" cy="996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7780"/>
              </a:lnSpc>
            </a:pPr>
            <a:r>
              <a:rPr sz="11775" spc="240" baseline="-1061" dirty="0">
                <a:solidFill>
                  <a:srgbClr val="DAFF6B"/>
                </a:solidFill>
                <a:latin typeface="Arial MT"/>
                <a:cs typeface="Arial MT"/>
              </a:rPr>
              <a:t>W</a:t>
            </a:r>
            <a:r>
              <a:rPr sz="7850" spc="160" dirty="0">
                <a:solidFill>
                  <a:srgbClr val="DAFF6B"/>
                </a:solidFill>
                <a:latin typeface="Arial MT"/>
                <a:cs typeface="Arial MT"/>
              </a:rPr>
              <a:t>HA</a:t>
            </a:r>
            <a:r>
              <a:rPr sz="11775" spc="240" baseline="1415" dirty="0">
                <a:solidFill>
                  <a:srgbClr val="DAFF6B"/>
                </a:solidFill>
                <a:latin typeface="Arial MT"/>
                <a:cs typeface="Arial MT"/>
              </a:rPr>
              <a:t>T</a:t>
            </a:r>
            <a:r>
              <a:rPr sz="11775" spc="307" baseline="1415" dirty="0">
                <a:solidFill>
                  <a:srgbClr val="DAFF6B"/>
                </a:solidFill>
                <a:latin typeface="Arial MT"/>
                <a:cs typeface="Arial MT"/>
              </a:rPr>
              <a:t> </a:t>
            </a:r>
            <a:r>
              <a:rPr sz="11775" spc="217" baseline="2123" dirty="0">
                <a:solidFill>
                  <a:srgbClr val="DAFF6B"/>
                </a:solidFill>
                <a:latin typeface="Arial MT"/>
                <a:cs typeface="Arial MT"/>
              </a:rPr>
              <a:t>W</a:t>
            </a:r>
            <a:r>
              <a:rPr sz="11775" spc="217" baseline="3184" dirty="0">
                <a:solidFill>
                  <a:srgbClr val="DAFF6B"/>
                </a:solidFill>
                <a:latin typeface="Arial MT"/>
                <a:cs typeface="Arial MT"/>
              </a:rPr>
              <a:t>E</a:t>
            </a:r>
            <a:endParaRPr sz="11775" baseline="3184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 rot="21540000">
            <a:off x="1778535" y="2456238"/>
            <a:ext cx="4851957" cy="996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7450"/>
              </a:lnSpc>
            </a:pPr>
            <a:r>
              <a:rPr sz="11775" spc="367" baseline="-3184" dirty="0">
                <a:solidFill>
                  <a:srgbClr val="DAFF6B"/>
                </a:solidFill>
                <a:latin typeface="Arial MT"/>
                <a:cs typeface="Arial MT"/>
              </a:rPr>
              <a:t>W</a:t>
            </a:r>
            <a:r>
              <a:rPr sz="11775" spc="367" baseline="-2123" dirty="0">
                <a:solidFill>
                  <a:srgbClr val="DAFF6B"/>
                </a:solidFill>
                <a:latin typeface="Arial MT"/>
                <a:cs typeface="Arial MT"/>
              </a:rPr>
              <a:t>A</a:t>
            </a:r>
            <a:r>
              <a:rPr sz="11775" spc="367" baseline="-1415" dirty="0">
                <a:solidFill>
                  <a:srgbClr val="DAFF6B"/>
                </a:solidFill>
                <a:latin typeface="Arial MT"/>
                <a:cs typeface="Arial MT"/>
              </a:rPr>
              <a:t>N</a:t>
            </a:r>
            <a:r>
              <a:rPr sz="7850" spc="245" dirty="0">
                <a:solidFill>
                  <a:srgbClr val="DAFF6B"/>
                </a:solidFill>
                <a:latin typeface="Arial MT"/>
                <a:cs typeface="Arial MT"/>
              </a:rPr>
              <a:t>T</a:t>
            </a:r>
            <a:r>
              <a:rPr sz="7850" spc="204" dirty="0">
                <a:solidFill>
                  <a:srgbClr val="DAFF6B"/>
                </a:solidFill>
                <a:latin typeface="Arial MT"/>
                <a:cs typeface="Arial MT"/>
              </a:rPr>
              <a:t> </a:t>
            </a:r>
            <a:r>
              <a:rPr sz="7850" spc="-525" dirty="0">
                <a:solidFill>
                  <a:srgbClr val="DAFF6B"/>
                </a:solidFill>
                <a:latin typeface="Arial MT"/>
                <a:cs typeface="Arial MT"/>
              </a:rPr>
              <a:t>TO</a:t>
            </a:r>
            <a:endParaRPr sz="785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 rot="21540000">
            <a:off x="1814923" y="3621651"/>
            <a:ext cx="4546693" cy="996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7484"/>
              </a:lnSpc>
            </a:pPr>
            <a:r>
              <a:rPr sz="11775" spc="-15" baseline="-2830" dirty="0">
                <a:solidFill>
                  <a:srgbClr val="DAFF6B"/>
                </a:solidFill>
                <a:latin typeface="Arial MT"/>
                <a:cs typeface="Arial MT"/>
              </a:rPr>
              <a:t>A</a:t>
            </a:r>
            <a:r>
              <a:rPr sz="11775" spc="-15" baseline="-2123" dirty="0">
                <a:solidFill>
                  <a:srgbClr val="DAFF6B"/>
                </a:solidFill>
                <a:latin typeface="Arial MT"/>
                <a:cs typeface="Arial MT"/>
              </a:rPr>
              <a:t>C</a:t>
            </a:r>
            <a:r>
              <a:rPr sz="11775" spc="-15" baseline="-1769" dirty="0">
                <a:solidFill>
                  <a:srgbClr val="DAFF6B"/>
                </a:solidFill>
                <a:latin typeface="Arial MT"/>
                <a:cs typeface="Arial MT"/>
              </a:rPr>
              <a:t>H</a:t>
            </a:r>
            <a:r>
              <a:rPr sz="11775" spc="-15" baseline="-1061" dirty="0">
                <a:solidFill>
                  <a:srgbClr val="DAFF6B"/>
                </a:solidFill>
                <a:latin typeface="Arial MT"/>
                <a:cs typeface="Arial MT"/>
              </a:rPr>
              <a:t>I</a:t>
            </a:r>
            <a:r>
              <a:rPr sz="7850" spc="-10" dirty="0">
                <a:solidFill>
                  <a:srgbClr val="DAFF6B"/>
                </a:solidFill>
                <a:latin typeface="Arial MT"/>
                <a:cs typeface="Arial MT"/>
              </a:rPr>
              <a:t>EVE</a:t>
            </a:r>
            <a:endParaRPr sz="7850">
              <a:latin typeface="Arial MT"/>
              <a:cs typeface="Arial M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413360" y="3321405"/>
            <a:ext cx="3764915" cy="2044700"/>
          </a:xfrm>
          <a:custGeom>
            <a:avLst/>
            <a:gdLst/>
            <a:ahLst/>
            <a:cxnLst/>
            <a:rect l="l" t="t" r="r" b="b"/>
            <a:pathLst>
              <a:path w="3764915" h="2044700">
                <a:moveTo>
                  <a:pt x="397306" y="645312"/>
                </a:moveTo>
                <a:lnTo>
                  <a:pt x="395820" y="643509"/>
                </a:lnTo>
                <a:lnTo>
                  <a:pt x="396151" y="644931"/>
                </a:lnTo>
                <a:lnTo>
                  <a:pt x="397306" y="645312"/>
                </a:lnTo>
                <a:close/>
              </a:path>
              <a:path w="3764915" h="2044700">
                <a:moveTo>
                  <a:pt x="2597175" y="1768805"/>
                </a:moveTo>
                <a:lnTo>
                  <a:pt x="1551940" y="1429753"/>
                </a:lnTo>
                <a:lnTo>
                  <a:pt x="1548434" y="1427276"/>
                </a:lnTo>
                <a:lnTo>
                  <a:pt x="1541411" y="1422323"/>
                </a:lnTo>
                <a:lnTo>
                  <a:pt x="1517637" y="1414614"/>
                </a:lnTo>
                <a:lnTo>
                  <a:pt x="1504835" y="1413129"/>
                </a:lnTo>
                <a:lnTo>
                  <a:pt x="1498231" y="1408315"/>
                </a:lnTo>
                <a:lnTo>
                  <a:pt x="1494929" y="1405915"/>
                </a:lnTo>
                <a:lnTo>
                  <a:pt x="1484464" y="1399857"/>
                </a:lnTo>
                <a:lnTo>
                  <a:pt x="1460436" y="1396060"/>
                </a:lnTo>
                <a:lnTo>
                  <a:pt x="1451813" y="1387919"/>
                </a:lnTo>
                <a:lnTo>
                  <a:pt x="1441704" y="1383309"/>
                </a:lnTo>
                <a:lnTo>
                  <a:pt x="1431010" y="1379842"/>
                </a:lnTo>
                <a:lnTo>
                  <a:pt x="1419860" y="1377569"/>
                </a:lnTo>
                <a:lnTo>
                  <a:pt x="1414297" y="1373085"/>
                </a:lnTo>
                <a:lnTo>
                  <a:pt x="1408074" y="1369733"/>
                </a:lnTo>
                <a:lnTo>
                  <a:pt x="1401241" y="1367510"/>
                </a:lnTo>
                <a:lnTo>
                  <a:pt x="1393863" y="1366469"/>
                </a:lnTo>
                <a:lnTo>
                  <a:pt x="1388656" y="1360754"/>
                </a:lnTo>
                <a:lnTo>
                  <a:pt x="1384147" y="1363306"/>
                </a:lnTo>
                <a:lnTo>
                  <a:pt x="1378407" y="1356106"/>
                </a:lnTo>
                <a:lnTo>
                  <a:pt x="1370977" y="1352359"/>
                </a:lnTo>
                <a:lnTo>
                  <a:pt x="1362938" y="1349743"/>
                </a:lnTo>
                <a:lnTo>
                  <a:pt x="1355369" y="1345958"/>
                </a:lnTo>
                <a:lnTo>
                  <a:pt x="1280248" y="1312240"/>
                </a:lnTo>
                <a:lnTo>
                  <a:pt x="1243406" y="1293609"/>
                </a:lnTo>
                <a:lnTo>
                  <a:pt x="1207858" y="1272743"/>
                </a:lnTo>
                <a:lnTo>
                  <a:pt x="1202436" y="1273644"/>
                </a:lnTo>
                <a:lnTo>
                  <a:pt x="1197190" y="1274622"/>
                </a:lnTo>
                <a:lnTo>
                  <a:pt x="1195806" y="1278178"/>
                </a:lnTo>
                <a:lnTo>
                  <a:pt x="1202004" y="1286865"/>
                </a:lnTo>
                <a:lnTo>
                  <a:pt x="1212989" y="1294434"/>
                </a:lnTo>
                <a:lnTo>
                  <a:pt x="1212151" y="1299502"/>
                </a:lnTo>
                <a:lnTo>
                  <a:pt x="1208036" y="1300835"/>
                </a:lnTo>
                <a:lnTo>
                  <a:pt x="1203960" y="1303515"/>
                </a:lnTo>
                <a:lnTo>
                  <a:pt x="1197635" y="1302804"/>
                </a:lnTo>
                <a:lnTo>
                  <a:pt x="1147241" y="1278445"/>
                </a:lnTo>
                <a:lnTo>
                  <a:pt x="1103109" y="1250772"/>
                </a:lnTo>
                <a:lnTo>
                  <a:pt x="1059688" y="1222006"/>
                </a:lnTo>
                <a:lnTo>
                  <a:pt x="932395" y="1132649"/>
                </a:lnTo>
                <a:lnTo>
                  <a:pt x="890905" y="1101826"/>
                </a:lnTo>
                <a:lnTo>
                  <a:pt x="809828" y="1036815"/>
                </a:lnTo>
                <a:lnTo>
                  <a:pt x="769810" y="1003808"/>
                </a:lnTo>
                <a:lnTo>
                  <a:pt x="537502" y="766889"/>
                </a:lnTo>
                <a:lnTo>
                  <a:pt x="532307" y="758532"/>
                </a:lnTo>
                <a:lnTo>
                  <a:pt x="532257" y="761187"/>
                </a:lnTo>
                <a:lnTo>
                  <a:pt x="531329" y="763549"/>
                </a:lnTo>
                <a:lnTo>
                  <a:pt x="530885" y="763409"/>
                </a:lnTo>
                <a:lnTo>
                  <a:pt x="529196" y="764197"/>
                </a:lnTo>
                <a:lnTo>
                  <a:pt x="531964" y="761085"/>
                </a:lnTo>
                <a:lnTo>
                  <a:pt x="532257" y="761187"/>
                </a:lnTo>
                <a:lnTo>
                  <a:pt x="532257" y="758431"/>
                </a:lnTo>
                <a:lnTo>
                  <a:pt x="530783" y="755370"/>
                </a:lnTo>
                <a:lnTo>
                  <a:pt x="528662" y="752005"/>
                </a:lnTo>
                <a:lnTo>
                  <a:pt x="522008" y="749846"/>
                </a:lnTo>
                <a:lnTo>
                  <a:pt x="520966" y="744169"/>
                </a:lnTo>
                <a:lnTo>
                  <a:pt x="517652" y="739089"/>
                </a:lnTo>
                <a:lnTo>
                  <a:pt x="511568" y="737120"/>
                </a:lnTo>
                <a:lnTo>
                  <a:pt x="511073" y="730275"/>
                </a:lnTo>
                <a:lnTo>
                  <a:pt x="507365" y="726401"/>
                </a:lnTo>
                <a:lnTo>
                  <a:pt x="501142" y="724382"/>
                </a:lnTo>
                <a:lnTo>
                  <a:pt x="500773" y="717600"/>
                </a:lnTo>
                <a:lnTo>
                  <a:pt x="498932" y="715657"/>
                </a:lnTo>
                <a:lnTo>
                  <a:pt x="497078" y="713727"/>
                </a:lnTo>
                <a:lnTo>
                  <a:pt x="490308" y="712863"/>
                </a:lnTo>
                <a:lnTo>
                  <a:pt x="489953" y="706069"/>
                </a:lnTo>
                <a:lnTo>
                  <a:pt x="486397" y="702246"/>
                </a:lnTo>
                <a:lnTo>
                  <a:pt x="480021" y="700176"/>
                </a:lnTo>
                <a:lnTo>
                  <a:pt x="479806" y="693432"/>
                </a:lnTo>
                <a:lnTo>
                  <a:pt x="476250" y="689610"/>
                </a:lnTo>
                <a:lnTo>
                  <a:pt x="469874" y="687539"/>
                </a:lnTo>
                <a:lnTo>
                  <a:pt x="469658" y="680796"/>
                </a:lnTo>
                <a:lnTo>
                  <a:pt x="466496" y="675767"/>
                </a:lnTo>
                <a:lnTo>
                  <a:pt x="458520" y="673188"/>
                </a:lnTo>
                <a:lnTo>
                  <a:pt x="459981" y="673646"/>
                </a:lnTo>
                <a:lnTo>
                  <a:pt x="458520" y="671944"/>
                </a:lnTo>
                <a:lnTo>
                  <a:pt x="458495" y="668375"/>
                </a:lnTo>
                <a:lnTo>
                  <a:pt x="455180" y="664260"/>
                </a:lnTo>
                <a:lnTo>
                  <a:pt x="451599" y="663282"/>
                </a:lnTo>
                <a:lnTo>
                  <a:pt x="450265" y="661149"/>
                </a:lnTo>
                <a:lnTo>
                  <a:pt x="449834" y="661009"/>
                </a:lnTo>
                <a:lnTo>
                  <a:pt x="449757" y="654316"/>
                </a:lnTo>
                <a:lnTo>
                  <a:pt x="446493" y="650582"/>
                </a:lnTo>
                <a:lnTo>
                  <a:pt x="439686" y="648373"/>
                </a:lnTo>
                <a:lnTo>
                  <a:pt x="439623" y="641680"/>
                </a:lnTo>
                <a:lnTo>
                  <a:pt x="436346" y="637946"/>
                </a:lnTo>
                <a:lnTo>
                  <a:pt x="429539" y="635736"/>
                </a:lnTo>
                <a:lnTo>
                  <a:pt x="429615" y="629094"/>
                </a:lnTo>
                <a:lnTo>
                  <a:pt x="426199" y="625309"/>
                </a:lnTo>
                <a:lnTo>
                  <a:pt x="419544" y="623150"/>
                </a:lnTo>
                <a:lnTo>
                  <a:pt x="420014" y="615289"/>
                </a:lnTo>
                <a:lnTo>
                  <a:pt x="418693" y="612190"/>
                </a:lnTo>
                <a:lnTo>
                  <a:pt x="416979" y="610311"/>
                </a:lnTo>
                <a:lnTo>
                  <a:pt x="410222" y="609447"/>
                </a:lnTo>
                <a:lnTo>
                  <a:pt x="410006" y="602703"/>
                </a:lnTo>
                <a:lnTo>
                  <a:pt x="406984" y="597712"/>
                </a:lnTo>
                <a:lnTo>
                  <a:pt x="403936" y="596734"/>
                </a:lnTo>
                <a:lnTo>
                  <a:pt x="403936" y="655472"/>
                </a:lnTo>
                <a:lnTo>
                  <a:pt x="402297" y="653605"/>
                </a:lnTo>
                <a:lnTo>
                  <a:pt x="401675" y="652068"/>
                </a:lnTo>
                <a:lnTo>
                  <a:pt x="403313" y="653935"/>
                </a:lnTo>
                <a:lnTo>
                  <a:pt x="403936" y="655472"/>
                </a:lnTo>
                <a:lnTo>
                  <a:pt x="403936" y="596734"/>
                </a:lnTo>
                <a:lnTo>
                  <a:pt x="400608" y="595642"/>
                </a:lnTo>
                <a:lnTo>
                  <a:pt x="397954" y="591591"/>
                </a:lnTo>
                <a:lnTo>
                  <a:pt x="397954" y="648195"/>
                </a:lnTo>
                <a:lnTo>
                  <a:pt x="397395" y="648004"/>
                </a:lnTo>
                <a:lnTo>
                  <a:pt x="397624" y="646747"/>
                </a:lnTo>
                <a:lnTo>
                  <a:pt x="397954" y="648195"/>
                </a:lnTo>
                <a:lnTo>
                  <a:pt x="397954" y="591591"/>
                </a:lnTo>
                <a:lnTo>
                  <a:pt x="397446" y="590816"/>
                </a:lnTo>
                <a:lnTo>
                  <a:pt x="397446" y="645363"/>
                </a:lnTo>
                <a:lnTo>
                  <a:pt x="393687" y="644131"/>
                </a:lnTo>
                <a:lnTo>
                  <a:pt x="395376" y="643356"/>
                </a:lnTo>
                <a:lnTo>
                  <a:pt x="395820" y="643509"/>
                </a:lnTo>
                <a:lnTo>
                  <a:pt x="396544" y="643737"/>
                </a:lnTo>
                <a:lnTo>
                  <a:pt x="397306" y="645312"/>
                </a:lnTo>
                <a:lnTo>
                  <a:pt x="397446" y="645363"/>
                </a:lnTo>
                <a:lnTo>
                  <a:pt x="397446" y="590816"/>
                </a:lnTo>
                <a:lnTo>
                  <a:pt x="318541" y="470217"/>
                </a:lnTo>
                <a:lnTo>
                  <a:pt x="304406" y="456298"/>
                </a:lnTo>
                <a:lnTo>
                  <a:pt x="293382" y="439369"/>
                </a:lnTo>
                <a:lnTo>
                  <a:pt x="273519" y="406222"/>
                </a:lnTo>
                <a:lnTo>
                  <a:pt x="275424" y="402831"/>
                </a:lnTo>
                <a:lnTo>
                  <a:pt x="277507" y="400837"/>
                </a:lnTo>
                <a:lnTo>
                  <a:pt x="283514" y="396113"/>
                </a:lnTo>
                <a:lnTo>
                  <a:pt x="287096" y="395935"/>
                </a:lnTo>
                <a:lnTo>
                  <a:pt x="291833" y="396138"/>
                </a:lnTo>
                <a:lnTo>
                  <a:pt x="285877" y="382193"/>
                </a:lnTo>
                <a:lnTo>
                  <a:pt x="279184" y="369341"/>
                </a:lnTo>
                <a:lnTo>
                  <a:pt x="271043" y="357352"/>
                </a:lnTo>
                <a:lnTo>
                  <a:pt x="260731" y="345998"/>
                </a:lnTo>
                <a:lnTo>
                  <a:pt x="255714" y="341693"/>
                </a:lnTo>
                <a:lnTo>
                  <a:pt x="251142" y="337540"/>
                </a:lnTo>
                <a:lnTo>
                  <a:pt x="248513" y="331355"/>
                </a:lnTo>
                <a:lnTo>
                  <a:pt x="236054" y="327304"/>
                </a:lnTo>
                <a:lnTo>
                  <a:pt x="236016" y="325958"/>
                </a:lnTo>
                <a:lnTo>
                  <a:pt x="238480" y="326758"/>
                </a:lnTo>
                <a:lnTo>
                  <a:pt x="237070" y="327634"/>
                </a:lnTo>
                <a:lnTo>
                  <a:pt x="248513" y="331355"/>
                </a:lnTo>
                <a:lnTo>
                  <a:pt x="256692" y="340677"/>
                </a:lnTo>
                <a:lnTo>
                  <a:pt x="260731" y="345998"/>
                </a:lnTo>
                <a:lnTo>
                  <a:pt x="259499" y="338924"/>
                </a:lnTo>
                <a:lnTo>
                  <a:pt x="257441" y="332917"/>
                </a:lnTo>
                <a:lnTo>
                  <a:pt x="250253" y="331914"/>
                </a:lnTo>
                <a:lnTo>
                  <a:pt x="250228" y="330568"/>
                </a:lnTo>
                <a:lnTo>
                  <a:pt x="250532" y="323989"/>
                </a:lnTo>
                <a:lnTo>
                  <a:pt x="248196" y="319227"/>
                </a:lnTo>
                <a:lnTo>
                  <a:pt x="244957" y="312839"/>
                </a:lnTo>
                <a:lnTo>
                  <a:pt x="239763" y="308483"/>
                </a:lnTo>
                <a:lnTo>
                  <a:pt x="240703" y="302120"/>
                </a:lnTo>
                <a:lnTo>
                  <a:pt x="239090" y="296252"/>
                </a:lnTo>
                <a:lnTo>
                  <a:pt x="232575" y="294132"/>
                </a:lnTo>
                <a:lnTo>
                  <a:pt x="231800" y="289877"/>
                </a:lnTo>
                <a:lnTo>
                  <a:pt x="231533" y="288455"/>
                </a:lnTo>
                <a:lnTo>
                  <a:pt x="229628" y="282498"/>
                </a:lnTo>
                <a:lnTo>
                  <a:pt x="223761" y="279374"/>
                </a:lnTo>
                <a:lnTo>
                  <a:pt x="223761" y="287274"/>
                </a:lnTo>
                <a:lnTo>
                  <a:pt x="222554" y="285546"/>
                </a:lnTo>
                <a:lnTo>
                  <a:pt x="221792" y="283959"/>
                </a:lnTo>
                <a:lnTo>
                  <a:pt x="222237" y="280098"/>
                </a:lnTo>
                <a:lnTo>
                  <a:pt x="222389" y="280149"/>
                </a:lnTo>
                <a:lnTo>
                  <a:pt x="222084" y="284060"/>
                </a:lnTo>
                <a:lnTo>
                  <a:pt x="222707" y="285597"/>
                </a:lnTo>
                <a:lnTo>
                  <a:pt x="223761" y="287274"/>
                </a:lnTo>
                <a:lnTo>
                  <a:pt x="223761" y="279374"/>
                </a:lnTo>
                <a:lnTo>
                  <a:pt x="223215" y="279082"/>
                </a:lnTo>
                <a:lnTo>
                  <a:pt x="223126" y="276390"/>
                </a:lnTo>
                <a:lnTo>
                  <a:pt x="222313" y="273456"/>
                </a:lnTo>
                <a:lnTo>
                  <a:pt x="219519" y="271208"/>
                </a:lnTo>
                <a:lnTo>
                  <a:pt x="215036" y="257733"/>
                </a:lnTo>
                <a:lnTo>
                  <a:pt x="209473" y="243916"/>
                </a:lnTo>
                <a:lnTo>
                  <a:pt x="202399" y="230949"/>
                </a:lnTo>
                <a:lnTo>
                  <a:pt x="193395" y="220014"/>
                </a:lnTo>
                <a:lnTo>
                  <a:pt x="190347" y="209677"/>
                </a:lnTo>
                <a:lnTo>
                  <a:pt x="186512" y="200418"/>
                </a:lnTo>
                <a:lnTo>
                  <a:pt x="181737" y="190868"/>
                </a:lnTo>
                <a:lnTo>
                  <a:pt x="175145" y="182041"/>
                </a:lnTo>
                <a:lnTo>
                  <a:pt x="174904" y="180632"/>
                </a:lnTo>
                <a:lnTo>
                  <a:pt x="72859" y="147535"/>
                </a:lnTo>
                <a:lnTo>
                  <a:pt x="73152" y="147624"/>
                </a:lnTo>
                <a:lnTo>
                  <a:pt x="174904" y="180632"/>
                </a:lnTo>
                <a:lnTo>
                  <a:pt x="175044" y="178003"/>
                </a:lnTo>
                <a:lnTo>
                  <a:pt x="174548" y="175183"/>
                </a:lnTo>
                <a:lnTo>
                  <a:pt x="172275" y="169100"/>
                </a:lnTo>
                <a:lnTo>
                  <a:pt x="168833" y="163982"/>
                </a:lnTo>
                <a:lnTo>
                  <a:pt x="165087" y="158762"/>
                </a:lnTo>
                <a:lnTo>
                  <a:pt x="151599" y="119672"/>
                </a:lnTo>
                <a:lnTo>
                  <a:pt x="136944" y="81534"/>
                </a:lnTo>
                <a:lnTo>
                  <a:pt x="124790" y="40208"/>
                </a:lnTo>
                <a:lnTo>
                  <a:pt x="116078" y="0"/>
                </a:lnTo>
                <a:lnTo>
                  <a:pt x="103479" y="2590"/>
                </a:lnTo>
                <a:lnTo>
                  <a:pt x="90170" y="4940"/>
                </a:lnTo>
                <a:lnTo>
                  <a:pt x="78219" y="9080"/>
                </a:lnTo>
                <a:lnTo>
                  <a:pt x="68961" y="19431"/>
                </a:lnTo>
                <a:lnTo>
                  <a:pt x="66548" y="19977"/>
                </a:lnTo>
                <a:lnTo>
                  <a:pt x="66052" y="21158"/>
                </a:lnTo>
                <a:lnTo>
                  <a:pt x="64693" y="24714"/>
                </a:lnTo>
                <a:lnTo>
                  <a:pt x="65201" y="27559"/>
                </a:lnTo>
                <a:lnTo>
                  <a:pt x="56261" y="29997"/>
                </a:lnTo>
                <a:lnTo>
                  <a:pt x="47053" y="28346"/>
                </a:lnTo>
                <a:lnTo>
                  <a:pt x="37934" y="29387"/>
                </a:lnTo>
                <a:lnTo>
                  <a:pt x="30124" y="37541"/>
                </a:lnTo>
                <a:lnTo>
                  <a:pt x="10807" y="51295"/>
                </a:lnTo>
                <a:lnTo>
                  <a:pt x="1473" y="70967"/>
                </a:lnTo>
                <a:lnTo>
                  <a:pt x="0" y="93192"/>
                </a:lnTo>
                <a:lnTo>
                  <a:pt x="4318" y="114617"/>
                </a:lnTo>
                <a:lnTo>
                  <a:pt x="17119" y="169506"/>
                </a:lnTo>
                <a:lnTo>
                  <a:pt x="34213" y="219113"/>
                </a:lnTo>
                <a:lnTo>
                  <a:pt x="52920" y="270573"/>
                </a:lnTo>
                <a:lnTo>
                  <a:pt x="74066" y="320154"/>
                </a:lnTo>
                <a:lnTo>
                  <a:pt x="96913" y="368960"/>
                </a:lnTo>
                <a:lnTo>
                  <a:pt x="119367" y="414959"/>
                </a:lnTo>
                <a:lnTo>
                  <a:pt x="142824" y="459955"/>
                </a:lnTo>
                <a:lnTo>
                  <a:pt x="167271" y="503936"/>
                </a:lnTo>
                <a:lnTo>
                  <a:pt x="192709" y="546900"/>
                </a:lnTo>
                <a:lnTo>
                  <a:pt x="218744" y="590054"/>
                </a:lnTo>
                <a:lnTo>
                  <a:pt x="245757" y="632206"/>
                </a:lnTo>
                <a:lnTo>
                  <a:pt x="273367" y="674535"/>
                </a:lnTo>
                <a:lnTo>
                  <a:pt x="302336" y="714641"/>
                </a:lnTo>
                <a:lnTo>
                  <a:pt x="331876" y="754926"/>
                </a:lnTo>
                <a:lnTo>
                  <a:pt x="362394" y="794207"/>
                </a:lnTo>
                <a:lnTo>
                  <a:pt x="425513" y="872096"/>
                </a:lnTo>
                <a:lnTo>
                  <a:pt x="458127" y="910704"/>
                </a:lnTo>
                <a:lnTo>
                  <a:pt x="526580" y="983653"/>
                </a:lnTo>
                <a:lnTo>
                  <a:pt x="634568" y="1090777"/>
                </a:lnTo>
                <a:lnTo>
                  <a:pt x="672033" y="1125626"/>
                </a:lnTo>
                <a:lnTo>
                  <a:pt x="749325" y="1192085"/>
                </a:lnTo>
                <a:lnTo>
                  <a:pt x="788289" y="1224749"/>
                </a:lnTo>
                <a:lnTo>
                  <a:pt x="828116" y="1255039"/>
                </a:lnTo>
                <a:lnTo>
                  <a:pt x="949312" y="1342415"/>
                </a:lnTo>
                <a:lnTo>
                  <a:pt x="1032484" y="1394764"/>
                </a:lnTo>
                <a:lnTo>
                  <a:pt x="1116761" y="1444802"/>
                </a:lnTo>
                <a:lnTo>
                  <a:pt x="1160005" y="1466837"/>
                </a:lnTo>
                <a:lnTo>
                  <a:pt x="1202944" y="1490103"/>
                </a:lnTo>
                <a:lnTo>
                  <a:pt x="1334960" y="1551622"/>
                </a:lnTo>
                <a:lnTo>
                  <a:pt x="1515884" y="1622336"/>
                </a:lnTo>
                <a:lnTo>
                  <a:pt x="1608569" y="1652397"/>
                </a:lnTo>
                <a:lnTo>
                  <a:pt x="1798370" y="1701952"/>
                </a:lnTo>
                <a:lnTo>
                  <a:pt x="1847088" y="1711083"/>
                </a:lnTo>
                <a:lnTo>
                  <a:pt x="1895094" y="1722640"/>
                </a:lnTo>
                <a:lnTo>
                  <a:pt x="1944344" y="1730603"/>
                </a:lnTo>
                <a:lnTo>
                  <a:pt x="1993277" y="1739811"/>
                </a:lnTo>
                <a:lnTo>
                  <a:pt x="2143252" y="1759077"/>
                </a:lnTo>
                <a:lnTo>
                  <a:pt x="2194382" y="1764982"/>
                </a:lnTo>
                <a:lnTo>
                  <a:pt x="2245957" y="1768360"/>
                </a:lnTo>
                <a:lnTo>
                  <a:pt x="2348547" y="1773605"/>
                </a:lnTo>
                <a:lnTo>
                  <a:pt x="2399995" y="1774278"/>
                </a:lnTo>
                <a:lnTo>
                  <a:pt x="2451570" y="1773643"/>
                </a:lnTo>
                <a:lnTo>
                  <a:pt x="2502484" y="1774139"/>
                </a:lnTo>
                <a:lnTo>
                  <a:pt x="2597175" y="1768805"/>
                </a:lnTo>
                <a:close/>
              </a:path>
              <a:path w="3764915" h="2044700">
                <a:moveTo>
                  <a:pt x="3764483" y="1614741"/>
                </a:moveTo>
                <a:lnTo>
                  <a:pt x="3755186" y="1528953"/>
                </a:lnTo>
                <a:lnTo>
                  <a:pt x="3747452" y="1489049"/>
                </a:lnTo>
                <a:lnTo>
                  <a:pt x="3732707" y="1452232"/>
                </a:lnTo>
                <a:lnTo>
                  <a:pt x="3729024" y="1447025"/>
                </a:lnTo>
                <a:lnTo>
                  <a:pt x="3725367" y="1440497"/>
                </a:lnTo>
                <a:lnTo>
                  <a:pt x="3720249" y="1436166"/>
                </a:lnTo>
                <a:lnTo>
                  <a:pt x="3714140" y="1431518"/>
                </a:lnTo>
                <a:lnTo>
                  <a:pt x="3706736" y="1414437"/>
                </a:lnTo>
                <a:lnTo>
                  <a:pt x="3660864" y="1387538"/>
                </a:lnTo>
                <a:lnTo>
                  <a:pt x="3607600" y="1371587"/>
                </a:lnTo>
                <a:lnTo>
                  <a:pt x="3553574" y="1358074"/>
                </a:lnTo>
                <a:lnTo>
                  <a:pt x="3446691" y="1327404"/>
                </a:lnTo>
                <a:lnTo>
                  <a:pt x="3440023" y="1322578"/>
                </a:lnTo>
                <a:lnTo>
                  <a:pt x="3436683" y="1320152"/>
                </a:lnTo>
                <a:lnTo>
                  <a:pt x="3425736" y="1315262"/>
                </a:lnTo>
                <a:lnTo>
                  <a:pt x="3401999" y="1310233"/>
                </a:lnTo>
                <a:lnTo>
                  <a:pt x="3395434" y="1305433"/>
                </a:lnTo>
                <a:lnTo>
                  <a:pt x="3392538" y="1301826"/>
                </a:lnTo>
                <a:lnTo>
                  <a:pt x="3381629" y="1296949"/>
                </a:lnTo>
                <a:lnTo>
                  <a:pt x="3357461" y="1293114"/>
                </a:lnTo>
                <a:lnTo>
                  <a:pt x="3351695" y="1285913"/>
                </a:lnTo>
                <a:lnTo>
                  <a:pt x="3344202" y="1282141"/>
                </a:lnTo>
                <a:lnTo>
                  <a:pt x="3283166" y="1252994"/>
                </a:lnTo>
                <a:lnTo>
                  <a:pt x="3194926" y="1204341"/>
                </a:lnTo>
                <a:lnTo>
                  <a:pt x="3151949" y="1178394"/>
                </a:lnTo>
                <a:lnTo>
                  <a:pt x="3110153" y="1150137"/>
                </a:lnTo>
                <a:lnTo>
                  <a:pt x="3028581" y="1091641"/>
                </a:lnTo>
                <a:lnTo>
                  <a:pt x="2989643" y="1058976"/>
                </a:lnTo>
                <a:lnTo>
                  <a:pt x="2945180" y="1019187"/>
                </a:lnTo>
                <a:lnTo>
                  <a:pt x="2925064" y="1003312"/>
                </a:lnTo>
                <a:lnTo>
                  <a:pt x="2908503" y="991273"/>
                </a:lnTo>
                <a:lnTo>
                  <a:pt x="2899283" y="989609"/>
                </a:lnTo>
                <a:lnTo>
                  <a:pt x="2889478" y="993114"/>
                </a:lnTo>
                <a:lnTo>
                  <a:pt x="2883357" y="999134"/>
                </a:lnTo>
                <a:lnTo>
                  <a:pt x="2879864" y="1007351"/>
                </a:lnTo>
                <a:lnTo>
                  <a:pt x="2878518" y="1017600"/>
                </a:lnTo>
                <a:lnTo>
                  <a:pt x="2880842" y="1023683"/>
                </a:lnTo>
                <a:lnTo>
                  <a:pt x="2889504" y="1055865"/>
                </a:lnTo>
                <a:lnTo>
                  <a:pt x="2892945" y="1087691"/>
                </a:lnTo>
                <a:lnTo>
                  <a:pt x="2895320" y="1120508"/>
                </a:lnTo>
                <a:lnTo>
                  <a:pt x="2902343" y="1150823"/>
                </a:lnTo>
                <a:lnTo>
                  <a:pt x="2925140" y="1186256"/>
                </a:lnTo>
                <a:lnTo>
                  <a:pt x="2970123" y="1232890"/>
                </a:lnTo>
                <a:lnTo>
                  <a:pt x="3043923" y="1299552"/>
                </a:lnTo>
                <a:lnTo>
                  <a:pt x="3121482" y="1362100"/>
                </a:lnTo>
                <a:lnTo>
                  <a:pt x="3161804" y="1391208"/>
                </a:lnTo>
                <a:lnTo>
                  <a:pt x="3287712" y="1472107"/>
                </a:lnTo>
                <a:lnTo>
                  <a:pt x="3305848" y="1480654"/>
                </a:lnTo>
                <a:lnTo>
                  <a:pt x="3314357" y="1486090"/>
                </a:lnTo>
                <a:lnTo>
                  <a:pt x="3322040" y="1492580"/>
                </a:lnTo>
                <a:lnTo>
                  <a:pt x="3327095" y="1500898"/>
                </a:lnTo>
                <a:lnTo>
                  <a:pt x="3327463" y="1506359"/>
                </a:lnTo>
                <a:lnTo>
                  <a:pt x="3322510" y="1515440"/>
                </a:lnTo>
                <a:lnTo>
                  <a:pt x="3315932" y="1521307"/>
                </a:lnTo>
                <a:lnTo>
                  <a:pt x="3305848" y="1518043"/>
                </a:lnTo>
                <a:lnTo>
                  <a:pt x="3296501" y="1517675"/>
                </a:lnTo>
                <a:lnTo>
                  <a:pt x="3287445" y="1521421"/>
                </a:lnTo>
                <a:lnTo>
                  <a:pt x="3279406" y="1526819"/>
                </a:lnTo>
                <a:lnTo>
                  <a:pt x="3269094" y="1524812"/>
                </a:lnTo>
                <a:lnTo>
                  <a:pt x="3259086" y="1524228"/>
                </a:lnTo>
                <a:lnTo>
                  <a:pt x="3249536" y="1526476"/>
                </a:lnTo>
                <a:lnTo>
                  <a:pt x="3240621" y="1532928"/>
                </a:lnTo>
                <a:lnTo>
                  <a:pt x="3237674" y="1530642"/>
                </a:lnTo>
                <a:lnTo>
                  <a:pt x="3235109" y="1531137"/>
                </a:lnTo>
                <a:lnTo>
                  <a:pt x="3233318" y="1533232"/>
                </a:lnTo>
                <a:lnTo>
                  <a:pt x="3231388" y="1533118"/>
                </a:lnTo>
                <a:lnTo>
                  <a:pt x="3231388" y="1544624"/>
                </a:lnTo>
                <a:lnTo>
                  <a:pt x="3231134" y="1545869"/>
                </a:lnTo>
                <a:lnTo>
                  <a:pt x="3231235" y="1544574"/>
                </a:lnTo>
                <a:lnTo>
                  <a:pt x="3231388" y="1544624"/>
                </a:lnTo>
                <a:lnTo>
                  <a:pt x="3231388" y="1533118"/>
                </a:lnTo>
                <a:lnTo>
                  <a:pt x="3223120" y="1532597"/>
                </a:lnTo>
                <a:lnTo>
                  <a:pt x="3214052" y="1530985"/>
                </a:lnTo>
                <a:lnTo>
                  <a:pt x="3204540" y="1534579"/>
                </a:lnTo>
                <a:lnTo>
                  <a:pt x="3196120" y="1539849"/>
                </a:lnTo>
                <a:lnTo>
                  <a:pt x="3175266" y="1537093"/>
                </a:lnTo>
                <a:lnTo>
                  <a:pt x="3117100" y="1543596"/>
                </a:lnTo>
                <a:lnTo>
                  <a:pt x="3014573" y="1557070"/>
                </a:lnTo>
                <a:lnTo>
                  <a:pt x="2860979" y="1575333"/>
                </a:lnTo>
                <a:lnTo>
                  <a:pt x="2581973" y="1599653"/>
                </a:lnTo>
                <a:lnTo>
                  <a:pt x="2563723" y="1597736"/>
                </a:lnTo>
                <a:lnTo>
                  <a:pt x="2544711" y="1598244"/>
                </a:lnTo>
                <a:lnTo>
                  <a:pt x="2508173" y="1595742"/>
                </a:lnTo>
                <a:lnTo>
                  <a:pt x="2456002" y="1597507"/>
                </a:lnTo>
                <a:lnTo>
                  <a:pt x="2302421" y="1590408"/>
                </a:lnTo>
                <a:lnTo>
                  <a:pt x="2150084" y="1574380"/>
                </a:lnTo>
                <a:lnTo>
                  <a:pt x="2099487" y="1567307"/>
                </a:lnTo>
                <a:lnTo>
                  <a:pt x="1998573" y="1550593"/>
                </a:lnTo>
                <a:lnTo>
                  <a:pt x="1948637" y="1539735"/>
                </a:lnTo>
                <a:lnTo>
                  <a:pt x="1898116" y="1530032"/>
                </a:lnTo>
                <a:lnTo>
                  <a:pt x="1798523" y="1504403"/>
                </a:lnTo>
                <a:lnTo>
                  <a:pt x="1600936" y="1445641"/>
                </a:lnTo>
                <a:lnTo>
                  <a:pt x="2597175" y="1768805"/>
                </a:lnTo>
                <a:lnTo>
                  <a:pt x="2656624" y="1766735"/>
                </a:lnTo>
                <a:lnTo>
                  <a:pt x="2810586" y="1753920"/>
                </a:lnTo>
                <a:lnTo>
                  <a:pt x="3063341" y="1723758"/>
                </a:lnTo>
                <a:lnTo>
                  <a:pt x="3363125" y="1676806"/>
                </a:lnTo>
                <a:lnTo>
                  <a:pt x="3368306" y="1673148"/>
                </a:lnTo>
                <a:lnTo>
                  <a:pt x="3372955" y="1670659"/>
                </a:lnTo>
                <a:lnTo>
                  <a:pt x="3378149" y="1667002"/>
                </a:lnTo>
                <a:lnTo>
                  <a:pt x="3384524" y="1669059"/>
                </a:lnTo>
                <a:lnTo>
                  <a:pt x="3392005" y="1670151"/>
                </a:lnTo>
                <a:lnTo>
                  <a:pt x="3396831" y="1673059"/>
                </a:lnTo>
                <a:lnTo>
                  <a:pt x="3399853" y="1678038"/>
                </a:lnTo>
                <a:lnTo>
                  <a:pt x="3395535" y="1681988"/>
                </a:lnTo>
                <a:lnTo>
                  <a:pt x="3390112" y="1682889"/>
                </a:lnTo>
                <a:lnTo>
                  <a:pt x="3357448" y="1713687"/>
                </a:lnTo>
                <a:lnTo>
                  <a:pt x="3322574" y="1741093"/>
                </a:lnTo>
                <a:lnTo>
                  <a:pt x="3286607" y="1764144"/>
                </a:lnTo>
                <a:lnTo>
                  <a:pt x="3249053" y="1786674"/>
                </a:lnTo>
                <a:lnTo>
                  <a:pt x="3223526" y="1802422"/>
                </a:lnTo>
                <a:lnTo>
                  <a:pt x="3199295" y="1819935"/>
                </a:lnTo>
                <a:lnTo>
                  <a:pt x="3176562" y="1840598"/>
                </a:lnTo>
                <a:lnTo>
                  <a:pt x="3156699" y="1862188"/>
                </a:lnTo>
                <a:lnTo>
                  <a:pt x="3118142" y="1889734"/>
                </a:lnTo>
                <a:lnTo>
                  <a:pt x="3091523" y="1923821"/>
                </a:lnTo>
                <a:lnTo>
                  <a:pt x="3090621" y="1926209"/>
                </a:lnTo>
                <a:lnTo>
                  <a:pt x="3089719" y="1928583"/>
                </a:lnTo>
                <a:lnTo>
                  <a:pt x="3088881" y="1930984"/>
                </a:lnTo>
                <a:lnTo>
                  <a:pt x="3077895" y="1960791"/>
                </a:lnTo>
                <a:lnTo>
                  <a:pt x="3077146" y="2000605"/>
                </a:lnTo>
                <a:lnTo>
                  <a:pt x="3088779" y="2044433"/>
                </a:lnTo>
                <a:lnTo>
                  <a:pt x="3139783" y="2038286"/>
                </a:lnTo>
                <a:lnTo>
                  <a:pt x="3188284" y="2028647"/>
                </a:lnTo>
                <a:lnTo>
                  <a:pt x="3234982" y="2014423"/>
                </a:lnTo>
                <a:lnTo>
                  <a:pt x="3279800" y="1996922"/>
                </a:lnTo>
                <a:lnTo>
                  <a:pt x="3323031" y="1976234"/>
                </a:lnTo>
                <a:lnTo>
                  <a:pt x="3364992" y="1952459"/>
                </a:lnTo>
                <a:lnTo>
                  <a:pt x="3405594" y="1926907"/>
                </a:lnTo>
                <a:lnTo>
                  <a:pt x="3445548" y="1898472"/>
                </a:lnTo>
                <a:lnTo>
                  <a:pt x="3484372" y="1869681"/>
                </a:lnTo>
                <a:lnTo>
                  <a:pt x="3558844" y="1811058"/>
                </a:lnTo>
                <a:lnTo>
                  <a:pt x="3595751" y="1782978"/>
                </a:lnTo>
                <a:lnTo>
                  <a:pt x="3632720" y="1756257"/>
                </a:lnTo>
                <a:lnTo>
                  <a:pt x="3640213" y="1750669"/>
                </a:lnTo>
                <a:lnTo>
                  <a:pt x="3707701" y="1700466"/>
                </a:lnTo>
                <a:lnTo>
                  <a:pt x="3709124" y="1699590"/>
                </a:lnTo>
                <a:lnTo>
                  <a:pt x="3718039" y="1693138"/>
                </a:lnTo>
                <a:lnTo>
                  <a:pt x="3722001" y="1689087"/>
                </a:lnTo>
                <a:lnTo>
                  <a:pt x="3747312" y="1665249"/>
                </a:lnTo>
                <a:lnTo>
                  <a:pt x="3761206" y="1641716"/>
                </a:lnTo>
                <a:lnTo>
                  <a:pt x="3764483" y="1614741"/>
                </a:lnTo>
                <a:close/>
              </a:path>
            </a:pathLst>
          </a:custGeom>
          <a:solidFill>
            <a:srgbClr val="DAFF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10829031" y="1818479"/>
            <a:ext cx="3614420" cy="859790"/>
          </a:xfrm>
          <a:prstGeom prst="rect">
            <a:avLst/>
          </a:prstGeom>
          <a:solidFill>
            <a:srgbClr val="DAFF6B"/>
          </a:solidFill>
        </p:spPr>
        <p:txBody>
          <a:bodyPr vert="horz" wrap="square" lIns="0" tIns="94615" rIns="0" bIns="0" rtlCol="0">
            <a:spAutoFit/>
          </a:bodyPr>
          <a:lstStyle/>
          <a:p>
            <a:pPr marL="201930">
              <a:lnSpc>
                <a:spcPct val="100000"/>
              </a:lnSpc>
              <a:spcBef>
                <a:spcPts val="745"/>
              </a:spcBef>
            </a:pPr>
            <a:r>
              <a:rPr sz="3950" spc="204" dirty="0"/>
              <a:t>KNOWLEDGE</a:t>
            </a:r>
            <a:endParaRPr sz="3950"/>
          </a:p>
        </p:txBody>
      </p:sp>
      <p:sp>
        <p:nvSpPr>
          <p:cNvPr id="11" name="object 11"/>
          <p:cNvSpPr/>
          <p:nvPr/>
        </p:nvSpPr>
        <p:spPr>
          <a:xfrm>
            <a:off x="10929584" y="2850334"/>
            <a:ext cx="6284595" cy="424180"/>
          </a:xfrm>
          <a:custGeom>
            <a:avLst/>
            <a:gdLst/>
            <a:ahLst/>
            <a:cxnLst/>
            <a:rect l="l" t="t" r="r" b="b"/>
            <a:pathLst>
              <a:path w="6284594" h="424179">
                <a:moveTo>
                  <a:pt x="0" y="0"/>
                </a:moveTo>
                <a:lnTo>
                  <a:pt x="6284166" y="0"/>
                </a:lnTo>
                <a:lnTo>
                  <a:pt x="6284166" y="424180"/>
                </a:lnTo>
                <a:lnTo>
                  <a:pt x="0" y="424180"/>
                </a:lnTo>
                <a:lnTo>
                  <a:pt x="0" y="0"/>
                </a:lnTo>
                <a:close/>
              </a:path>
            </a:pathLst>
          </a:custGeom>
          <a:solidFill>
            <a:srgbClr val="A2BE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1018484" y="2871988"/>
            <a:ext cx="610679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75" dirty="0">
                <a:solidFill>
                  <a:srgbClr val="3B0A85"/>
                </a:solidFill>
                <a:latin typeface="Trebuchet MS"/>
                <a:cs typeface="Trebuchet MS"/>
              </a:rPr>
              <a:t>Youth-</a:t>
            </a:r>
            <a:r>
              <a:rPr sz="2000" dirty="0">
                <a:solidFill>
                  <a:srgbClr val="3B0A85"/>
                </a:solidFill>
                <a:latin typeface="Trebuchet MS"/>
                <a:cs typeface="Trebuchet MS"/>
              </a:rPr>
              <a:t>led</a:t>
            </a:r>
            <a:r>
              <a:rPr sz="2000" spc="1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3B0A85"/>
                </a:solidFill>
                <a:latin typeface="Trebuchet MS"/>
                <a:cs typeface="Trebuchet MS"/>
              </a:rPr>
              <a:t>insights</a:t>
            </a:r>
            <a:r>
              <a:rPr sz="2000" spc="1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3B0A85"/>
                </a:solidFill>
                <a:latin typeface="Trebuchet MS"/>
                <a:cs typeface="Trebuchet MS"/>
              </a:rPr>
              <a:t>into</a:t>
            </a:r>
            <a:r>
              <a:rPr sz="2000" spc="1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3B0A85"/>
                </a:solidFill>
                <a:latin typeface="Trebuchet MS"/>
                <a:cs typeface="Trebuchet MS"/>
              </a:rPr>
              <a:t>the</a:t>
            </a:r>
            <a:r>
              <a:rPr sz="2000" spc="1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000" spc="85" dirty="0">
                <a:solidFill>
                  <a:srgbClr val="3B0A85"/>
                </a:solidFill>
                <a:latin typeface="Trebuchet MS"/>
                <a:cs typeface="Trebuchet MS"/>
              </a:rPr>
              <a:t>needs</a:t>
            </a:r>
            <a:r>
              <a:rPr sz="2000" spc="1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000" spc="65" dirty="0">
                <a:solidFill>
                  <a:srgbClr val="3B0A85"/>
                </a:solidFill>
                <a:latin typeface="Trebuchet MS"/>
                <a:cs typeface="Trebuchet MS"/>
              </a:rPr>
              <a:t>and</a:t>
            </a:r>
            <a:r>
              <a:rPr sz="2000" spc="1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3B0A85"/>
                </a:solidFill>
                <a:latin typeface="Trebuchet MS"/>
                <a:cs typeface="Trebuchet MS"/>
              </a:rPr>
              <a:t>opportunities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929584" y="3274514"/>
            <a:ext cx="3788410" cy="276860"/>
          </a:xfrm>
          <a:prstGeom prst="rect">
            <a:avLst/>
          </a:prstGeom>
          <a:solidFill>
            <a:srgbClr val="A2BEEC"/>
          </a:solidFill>
        </p:spPr>
        <p:txBody>
          <a:bodyPr vert="horz" wrap="square" lIns="0" tIns="0" rIns="0" bIns="0" rtlCol="0">
            <a:spAutoFit/>
          </a:bodyPr>
          <a:lstStyle/>
          <a:p>
            <a:pPr marL="100965">
              <a:lnSpc>
                <a:spcPts val="1505"/>
              </a:lnSpc>
            </a:pPr>
            <a:r>
              <a:rPr sz="2000" dirty="0">
                <a:solidFill>
                  <a:srgbClr val="3B0A85"/>
                </a:solidFill>
                <a:latin typeface="Trebuchet MS"/>
                <a:cs typeface="Trebuchet MS"/>
              </a:rPr>
              <a:t>for</a:t>
            </a:r>
            <a:r>
              <a:rPr sz="2000" spc="-8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000" spc="55" dirty="0">
                <a:solidFill>
                  <a:srgbClr val="3B0A85"/>
                </a:solidFill>
                <a:latin typeface="Trebuchet MS"/>
                <a:cs typeface="Trebuchet MS"/>
              </a:rPr>
              <a:t>youth</a:t>
            </a:r>
            <a:r>
              <a:rPr sz="2000" spc="-8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000" spc="50" dirty="0">
                <a:solidFill>
                  <a:srgbClr val="3B0A85"/>
                </a:solidFill>
                <a:latin typeface="Trebuchet MS"/>
                <a:cs typeface="Trebuchet MS"/>
              </a:rPr>
              <a:t>engagement</a:t>
            </a:r>
            <a:r>
              <a:rPr sz="2000" spc="-8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3B0A85"/>
                </a:solidFill>
                <a:latin typeface="Trebuchet MS"/>
                <a:cs typeface="Trebuchet MS"/>
              </a:rPr>
              <a:t>in</a:t>
            </a:r>
            <a:r>
              <a:rPr sz="2000" spc="-8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3B0A85"/>
                </a:solidFill>
                <a:latin typeface="Trebuchet MS"/>
                <a:cs typeface="Trebuchet MS"/>
              </a:rPr>
              <a:t>cities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0929584" y="3669768"/>
            <a:ext cx="5933440" cy="424180"/>
          </a:xfrm>
          <a:custGeom>
            <a:avLst/>
            <a:gdLst/>
            <a:ahLst/>
            <a:cxnLst/>
            <a:rect l="l" t="t" r="r" b="b"/>
            <a:pathLst>
              <a:path w="5933440" h="424179">
                <a:moveTo>
                  <a:pt x="0" y="0"/>
                </a:moveTo>
                <a:lnTo>
                  <a:pt x="5933230" y="0"/>
                </a:lnTo>
                <a:lnTo>
                  <a:pt x="5933230" y="424180"/>
                </a:lnTo>
                <a:lnTo>
                  <a:pt x="0" y="424180"/>
                </a:lnTo>
                <a:lnTo>
                  <a:pt x="0" y="0"/>
                </a:lnTo>
                <a:close/>
              </a:path>
            </a:pathLst>
          </a:custGeom>
          <a:solidFill>
            <a:srgbClr val="A2BE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018484" y="3691421"/>
            <a:ext cx="575564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50" dirty="0">
                <a:solidFill>
                  <a:srgbClr val="3B0A85"/>
                </a:solidFill>
                <a:latin typeface="Trebuchet MS"/>
                <a:cs typeface="Trebuchet MS"/>
              </a:rPr>
              <a:t>Ideas</a:t>
            </a:r>
            <a:r>
              <a:rPr sz="2000" spc="-5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3B0A85"/>
                </a:solidFill>
                <a:latin typeface="Trebuchet MS"/>
                <a:cs typeface="Trebuchet MS"/>
              </a:rPr>
              <a:t>for</a:t>
            </a:r>
            <a:r>
              <a:rPr sz="2000" spc="-5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3B0A85"/>
                </a:solidFill>
                <a:latin typeface="Trebuchet MS"/>
                <a:cs typeface="Trebuchet MS"/>
              </a:rPr>
              <a:t>vibrant</a:t>
            </a:r>
            <a:r>
              <a:rPr sz="2000" spc="-5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000" spc="50" dirty="0">
                <a:solidFill>
                  <a:srgbClr val="3B0A85"/>
                </a:solidFill>
                <a:latin typeface="Trebuchet MS"/>
                <a:cs typeface="Trebuchet MS"/>
              </a:rPr>
              <a:t>communities</a:t>
            </a:r>
            <a:r>
              <a:rPr sz="2000" spc="-5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3B0A85"/>
                </a:solidFill>
                <a:latin typeface="Trebuchet MS"/>
                <a:cs typeface="Trebuchet MS"/>
              </a:rPr>
              <a:t>that</a:t>
            </a:r>
            <a:r>
              <a:rPr sz="2000" spc="-5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000" spc="80" dirty="0">
                <a:solidFill>
                  <a:srgbClr val="3B0A85"/>
                </a:solidFill>
                <a:latin typeface="Trebuchet MS"/>
                <a:cs typeface="Trebuchet MS"/>
              </a:rPr>
              <a:t>young</a:t>
            </a:r>
            <a:r>
              <a:rPr sz="2000" spc="-5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3B0A85"/>
                </a:solidFill>
                <a:latin typeface="Trebuchet MS"/>
                <a:cs typeface="Trebuchet MS"/>
              </a:rPr>
              <a:t>people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929584" y="4093948"/>
            <a:ext cx="3917315" cy="276860"/>
          </a:xfrm>
          <a:prstGeom prst="rect">
            <a:avLst/>
          </a:prstGeom>
          <a:solidFill>
            <a:srgbClr val="A2BEEC"/>
          </a:solidFill>
        </p:spPr>
        <p:txBody>
          <a:bodyPr vert="horz" wrap="square" lIns="0" tIns="0" rIns="0" bIns="0" rtlCol="0">
            <a:spAutoFit/>
          </a:bodyPr>
          <a:lstStyle/>
          <a:p>
            <a:pPr marL="100965">
              <a:lnSpc>
                <a:spcPts val="1505"/>
              </a:lnSpc>
            </a:pPr>
            <a:r>
              <a:rPr sz="2000" spc="65" dirty="0">
                <a:solidFill>
                  <a:srgbClr val="3B0A85"/>
                </a:solidFill>
                <a:latin typeface="Trebuchet MS"/>
                <a:cs typeface="Trebuchet MS"/>
              </a:rPr>
              <a:t>and</a:t>
            </a:r>
            <a:r>
              <a:rPr sz="2000" spc="7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3B0A85"/>
                </a:solidFill>
                <a:latin typeface="Trebuchet MS"/>
                <a:cs typeface="Trebuchet MS"/>
              </a:rPr>
              <a:t>city</a:t>
            </a:r>
            <a:r>
              <a:rPr sz="2000" spc="7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000" spc="80" dirty="0">
                <a:solidFill>
                  <a:srgbClr val="3B0A85"/>
                </a:solidFill>
                <a:latin typeface="Trebuchet MS"/>
                <a:cs typeface="Trebuchet MS"/>
              </a:rPr>
              <a:t>decision-</a:t>
            </a:r>
            <a:r>
              <a:rPr sz="2000" dirty="0">
                <a:solidFill>
                  <a:srgbClr val="3B0A85"/>
                </a:solidFill>
                <a:latin typeface="Trebuchet MS"/>
                <a:cs typeface="Trebuchet MS"/>
              </a:rPr>
              <a:t>makers</a:t>
            </a:r>
            <a:r>
              <a:rPr sz="2000" spc="7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3B0A85"/>
                </a:solidFill>
                <a:latin typeface="Trebuchet MS"/>
                <a:cs typeface="Trebuchet MS"/>
              </a:rPr>
              <a:t>share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0929584" y="4485743"/>
            <a:ext cx="6266180" cy="424180"/>
          </a:xfrm>
          <a:custGeom>
            <a:avLst/>
            <a:gdLst/>
            <a:ahLst/>
            <a:cxnLst/>
            <a:rect l="l" t="t" r="r" b="b"/>
            <a:pathLst>
              <a:path w="6266180" h="424179">
                <a:moveTo>
                  <a:pt x="0" y="0"/>
                </a:moveTo>
                <a:lnTo>
                  <a:pt x="6265861" y="0"/>
                </a:lnTo>
                <a:lnTo>
                  <a:pt x="6265861" y="424179"/>
                </a:lnTo>
                <a:lnTo>
                  <a:pt x="0" y="424179"/>
                </a:lnTo>
                <a:lnTo>
                  <a:pt x="0" y="0"/>
                </a:lnTo>
                <a:close/>
              </a:path>
            </a:pathLst>
          </a:custGeom>
          <a:solidFill>
            <a:srgbClr val="A2BE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1018484" y="4507396"/>
            <a:ext cx="608838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3B0A85"/>
                </a:solidFill>
                <a:latin typeface="Trebuchet MS"/>
                <a:cs typeface="Trebuchet MS"/>
              </a:rPr>
              <a:t>Feasible</a:t>
            </a:r>
            <a:r>
              <a:rPr sz="2000" spc="-1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000" spc="65" dirty="0">
                <a:solidFill>
                  <a:srgbClr val="3B0A85"/>
                </a:solidFill>
                <a:latin typeface="Trebuchet MS"/>
                <a:cs typeface="Trebuchet MS"/>
              </a:rPr>
              <a:t>and</a:t>
            </a:r>
            <a:r>
              <a:rPr sz="2000" spc="-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3B0A85"/>
                </a:solidFill>
                <a:latin typeface="Trebuchet MS"/>
                <a:cs typeface="Trebuchet MS"/>
              </a:rPr>
              <a:t>actionable</a:t>
            </a:r>
            <a:r>
              <a:rPr sz="2000" spc="-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000" spc="75" dirty="0">
                <a:solidFill>
                  <a:srgbClr val="3B0A85"/>
                </a:solidFill>
                <a:latin typeface="Trebuchet MS"/>
                <a:cs typeface="Trebuchet MS"/>
              </a:rPr>
              <a:t>suggestions</a:t>
            </a:r>
            <a:r>
              <a:rPr sz="2000" spc="-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3B0A85"/>
                </a:solidFill>
                <a:latin typeface="Trebuchet MS"/>
                <a:cs typeface="Trebuchet MS"/>
              </a:rPr>
              <a:t>for</a:t>
            </a:r>
            <a:r>
              <a:rPr sz="2000" spc="-1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3B0A85"/>
                </a:solidFill>
                <a:latin typeface="Trebuchet MS"/>
                <a:cs typeface="Trebuchet MS"/>
              </a:rPr>
              <a:t>future</a:t>
            </a:r>
            <a:r>
              <a:rPr sz="2000" spc="-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000" spc="70" dirty="0">
                <a:solidFill>
                  <a:srgbClr val="3B0A85"/>
                </a:solidFill>
                <a:latin typeface="Trebuchet MS"/>
                <a:cs typeface="Trebuchet MS"/>
              </a:rPr>
              <a:t>city-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0929584" y="4909923"/>
            <a:ext cx="3041650" cy="276860"/>
          </a:xfrm>
          <a:prstGeom prst="rect">
            <a:avLst/>
          </a:prstGeom>
          <a:solidFill>
            <a:srgbClr val="A2BEEC"/>
          </a:solidFill>
        </p:spPr>
        <p:txBody>
          <a:bodyPr vert="horz" wrap="square" lIns="0" tIns="0" rIns="0" bIns="0" rtlCol="0">
            <a:spAutoFit/>
          </a:bodyPr>
          <a:lstStyle/>
          <a:p>
            <a:pPr marL="100965">
              <a:lnSpc>
                <a:spcPts val="1505"/>
              </a:lnSpc>
            </a:pPr>
            <a:r>
              <a:rPr sz="2000" dirty="0">
                <a:solidFill>
                  <a:srgbClr val="3B0A85"/>
                </a:solidFill>
                <a:latin typeface="Trebuchet MS"/>
                <a:cs typeface="Trebuchet MS"/>
              </a:rPr>
              <a:t>wide</a:t>
            </a:r>
            <a:r>
              <a:rPr sz="2000" spc="-2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000" spc="55" dirty="0">
                <a:solidFill>
                  <a:srgbClr val="3B0A85"/>
                </a:solidFill>
                <a:latin typeface="Trebuchet MS"/>
                <a:cs typeface="Trebuchet MS"/>
              </a:rPr>
              <a:t>youth</a:t>
            </a:r>
            <a:r>
              <a:rPr sz="2000" spc="-2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000" spc="40" dirty="0">
                <a:solidFill>
                  <a:srgbClr val="3B0A85"/>
                </a:solidFill>
                <a:latin typeface="Trebuchet MS"/>
                <a:cs typeface="Trebuchet MS"/>
              </a:rPr>
              <a:t>engagement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250561" y="5892026"/>
            <a:ext cx="4276090" cy="859790"/>
          </a:xfrm>
          <a:prstGeom prst="rect">
            <a:avLst/>
          </a:prstGeom>
          <a:solidFill>
            <a:srgbClr val="DAFF6B"/>
          </a:solidFill>
        </p:spPr>
        <p:txBody>
          <a:bodyPr vert="horz" wrap="square" lIns="0" tIns="94615" rIns="0" bIns="0" rtlCol="0">
            <a:spAutoFit/>
          </a:bodyPr>
          <a:lstStyle/>
          <a:p>
            <a:pPr marL="201930">
              <a:lnSpc>
                <a:spcPct val="100000"/>
              </a:lnSpc>
              <a:spcBef>
                <a:spcPts val="745"/>
              </a:spcBef>
            </a:pPr>
            <a:r>
              <a:rPr sz="3950" b="1" spc="200" dirty="0">
                <a:solidFill>
                  <a:srgbClr val="3B0A85"/>
                </a:solidFill>
                <a:latin typeface="Trebuchet MS"/>
                <a:cs typeface="Trebuchet MS"/>
              </a:rPr>
              <a:t>COMPETENCIES</a:t>
            </a:r>
            <a:endParaRPr sz="3950">
              <a:latin typeface="Trebuchet MS"/>
              <a:cs typeface="Trebuchet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0829031" y="5892026"/>
            <a:ext cx="3225800" cy="859790"/>
          </a:xfrm>
          <a:prstGeom prst="rect">
            <a:avLst/>
          </a:prstGeom>
          <a:solidFill>
            <a:srgbClr val="DAFF6B"/>
          </a:solidFill>
        </p:spPr>
        <p:txBody>
          <a:bodyPr vert="horz" wrap="square" lIns="0" tIns="94615" rIns="0" bIns="0" rtlCol="0">
            <a:spAutoFit/>
          </a:bodyPr>
          <a:lstStyle/>
          <a:p>
            <a:pPr marL="201930">
              <a:lnSpc>
                <a:spcPct val="100000"/>
              </a:lnSpc>
              <a:spcBef>
                <a:spcPts val="745"/>
              </a:spcBef>
            </a:pPr>
            <a:r>
              <a:rPr sz="3950" b="1" spc="150" dirty="0">
                <a:solidFill>
                  <a:srgbClr val="3B0A85"/>
                </a:solidFill>
                <a:latin typeface="Trebuchet MS"/>
                <a:cs typeface="Trebuchet MS"/>
              </a:rPr>
              <a:t>SOLUTIONS</a:t>
            </a:r>
            <a:endParaRPr sz="3950">
              <a:latin typeface="Trebuchet MS"/>
              <a:cs typeface="Trebuchet MS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0929582" y="6923887"/>
            <a:ext cx="5744845" cy="701040"/>
          </a:xfrm>
          <a:custGeom>
            <a:avLst/>
            <a:gdLst/>
            <a:ahLst/>
            <a:cxnLst/>
            <a:rect l="l" t="t" r="r" b="b"/>
            <a:pathLst>
              <a:path w="5744844" h="701040">
                <a:moveTo>
                  <a:pt x="5744667" y="0"/>
                </a:moveTo>
                <a:lnTo>
                  <a:pt x="0" y="0"/>
                </a:lnTo>
                <a:lnTo>
                  <a:pt x="0" y="424180"/>
                </a:lnTo>
                <a:lnTo>
                  <a:pt x="0" y="701040"/>
                </a:lnTo>
                <a:lnTo>
                  <a:pt x="4350436" y="701040"/>
                </a:lnTo>
                <a:lnTo>
                  <a:pt x="4350436" y="424180"/>
                </a:lnTo>
                <a:lnTo>
                  <a:pt x="5744667" y="424180"/>
                </a:lnTo>
                <a:lnTo>
                  <a:pt x="5744667" y="0"/>
                </a:lnTo>
                <a:close/>
              </a:path>
            </a:pathLst>
          </a:custGeom>
          <a:solidFill>
            <a:srgbClr val="A2BE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11018484" y="6945534"/>
            <a:ext cx="556704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100" dirty="0">
                <a:solidFill>
                  <a:srgbClr val="3B0A85"/>
                </a:solidFill>
                <a:latin typeface="Trebuchet MS"/>
                <a:cs typeface="Trebuchet MS"/>
              </a:rPr>
              <a:t>City-</a:t>
            </a:r>
            <a:r>
              <a:rPr sz="2000" dirty="0">
                <a:solidFill>
                  <a:srgbClr val="3B0A85"/>
                </a:solidFill>
                <a:latin typeface="Trebuchet MS"/>
                <a:cs typeface="Trebuchet MS"/>
              </a:rPr>
              <a:t>specific</a:t>
            </a:r>
            <a:r>
              <a:rPr sz="2000" spc="10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000" spc="65" dirty="0">
                <a:solidFill>
                  <a:srgbClr val="3B0A85"/>
                </a:solidFill>
                <a:latin typeface="Trebuchet MS"/>
                <a:cs typeface="Trebuchet MS"/>
              </a:rPr>
              <a:t>and</a:t>
            </a:r>
            <a:r>
              <a:rPr sz="2000" spc="10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3B0A85"/>
                </a:solidFill>
                <a:latin typeface="Trebuchet MS"/>
                <a:cs typeface="Trebuchet MS"/>
              </a:rPr>
              <a:t>directly</a:t>
            </a:r>
            <a:r>
              <a:rPr sz="2000" spc="10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3B0A85"/>
                </a:solidFill>
                <a:latin typeface="Trebuchet MS"/>
                <a:cs typeface="Trebuchet MS"/>
              </a:rPr>
              <a:t>actionable</a:t>
            </a:r>
            <a:r>
              <a:rPr sz="2000" spc="10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000" spc="60" dirty="0">
                <a:solidFill>
                  <a:srgbClr val="3B0A85"/>
                </a:solidFill>
                <a:latin typeface="Trebuchet MS"/>
                <a:cs typeface="Trebuchet MS"/>
              </a:rPr>
              <a:t>proposals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1018484" y="7221759"/>
            <a:ext cx="417322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3B0A85"/>
                </a:solidFill>
                <a:latin typeface="Trebuchet MS"/>
                <a:cs typeface="Trebuchet MS"/>
              </a:rPr>
              <a:t>for</a:t>
            </a:r>
            <a:r>
              <a:rPr sz="2000" spc="6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3B0A85"/>
                </a:solidFill>
                <a:latin typeface="Trebuchet MS"/>
                <a:cs typeface="Trebuchet MS"/>
              </a:rPr>
              <a:t>solutions</a:t>
            </a:r>
            <a:r>
              <a:rPr sz="2000" spc="6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000" spc="80" dirty="0">
                <a:solidFill>
                  <a:srgbClr val="3B0A85"/>
                </a:solidFill>
                <a:latin typeface="Trebuchet MS"/>
                <a:cs typeface="Trebuchet MS"/>
              </a:rPr>
              <a:t>young</a:t>
            </a:r>
            <a:r>
              <a:rPr sz="2000" spc="6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3B0A85"/>
                </a:solidFill>
                <a:latin typeface="Trebuchet MS"/>
                <a:cs typeface="Trebuchet MS"/>
              </a:rPr>
              <a:t>people</a:t>
            </a:r>
            <a:r>
              <a:rPr sz="2000" spc="6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000" spc="65" dirty="0">
                <a:solidFill>
                  <a:srgbClr val="3B0A85"/>
                </a:solidFill>
                <a:latin typeface="Trebuchet MS"/>
                <a:cs typeface="Trebuchet MS"/>
              </a:rPr>
              <a:t>and </a:t>
            </a:r>
            <a:r>
              <a:rPr sz="2000" spc="-20" dirty="0">
                <a:solidFill>
                  <a:srgbClr val="3B0A85"/>
                </a:solidFill>
                <a:latin typeface="Trebuchet MS"/>
                <a:cs typeface="Trebuchet MS"/>
              </a:rPr>
              <a:t>city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0929584" y="7624921"/>
            <a:ext cx="4010025" cy="275590"/>
          </a:xfrm>
          <a:prstGeom prst="rect">
            <a:avLst/>
          </a:prstGeom>
          <a:solidFill>
            <a:srgbClr val="A2BEEC"/>
          </a:solidFill>
        </p:spPr>
        <p:txBody>
          <a:bodyPr vert="horz" wrap="square" lIns="0" tIns="0" rIns="0" bIns="0" rtlCol="0">
            <a:spAutoFit/>
          </a:bodyPr>
          <a:lstStyle/>
          <a:p>
            <a:pPr marL="100965">
              <a:lnSpc>
                <a:spcPts val="1500"/>
              </a:lnSpc>
            </a:pPr>
            <a:r>
              <a:rPr sz="2000" dirty="0">
                <a:solidFill>
                  <a:srgbClr val="3B0A85"/>
                </a:solidFill>
                <a:latin typeface="Trebuchet MS"/>
                <a:cs typeface="Trebuchet MS"/>
              </a:rPr>
              <a:t>administrators</a:t>
            </a:r>
            <a:r>
              <a:rPr sz="2000" spc="9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3B0A85"/>
                </a:solidFill>
                <a:latin typeface="Trebuchet MS"/>
                <a:cs typeface="Trebuchet MS"/>
              </a:rPr>
              <a:t>would</a:t>
            </a:r>
            <a:r>
              <a:rPr sz="2000" spc="9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000" spc="-55" dirty="0">
                <a:solidFill>
                  <a:srgbClr val="3B0A85"/>
                </a:solidFill>
                <a:latin typeface="Trebuchet MS"/>
                <a:cs typeface="Trebuchet MS"/>
              </a:rPr>
              <a:t>like</a:t>
            </a:r>
            <a:r>
              <a:rPr sz="2000" spc="9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3B0A85"/>
                </a:solidFill>
                <a:latin typeface="Trebuchet MS"/>
                <a:cs typeface="Trebuchet MS"/>
              </a:rPr>
              <a:t>to</a:t>
            </a:r>
            <a:r>
              <a:rPr sz="2000" spc="9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000" spc="60" dirty="0">
                <a:solidFill>
                  <a:srgbClr val="3B0A85"/>
                </a:solidFill>
                <a:latin typeface="Trebuchet MS"/>
                <a:cs typeface="Trebuchet MS"/>
              </a:rPr>
              <a:t>see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0929584" y="8008569"/>
            <a:ext cx="4916170" cy="424180"/>
          </a:xfrm>
          <a:custGeom>
            <a:avLst/>
            <a:gdLst/>
            <a:ahLst/>
            <a:cxnLst/>
            <a:rect l="l" t="t" r="r" b="b"/>
            <a:pathLst>
              <a:path w="4916169" h="424179">
                <a:moveTo>
                  <a:pt x="0" y="0"/>
                </a:moveTo>
                <a:lnTo>
                  <a:pt x="4915840" y="0"/>
                </a:lnTo>
                <a:lnTo>
                  <a:pt x="4915840" y="424180"/>
                </a:lnTo>
                <a:lnTo>
                  <a:pt x="0" y="424180"/>
                </a:lnTo>
                <a:lnTo>
                  <a:pt x="0" y="0"/>
                </a:lnTo>
                <a:close/>
              </a:path>
            </a:pathLst>
          </a:custGeom>
          <a:solidFill>
            <a:srgbClr val="A2BE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11018484" y="8030222"/>
            <a:ext cx="473837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3B0A85"/>
                </a:solidFill>
                <a:latin typeface="Trebuchet MS"/>
                <a:cs typeface="Trebuchet MS"/>
              </a:rPr>
              <a:t>Blueprint</a:t>
            </a:r>
            <a:r>
              <a:rPr sz="2000" spc="-8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3B0A85"/>
                </a:solidFill>
                <a:latin typeface="Trebuchet MS"/>
                <a:cs typeface="Trebuchet MS"/>
              </a:rPr>
              <a:t>for</a:t>
            </a:r>
            <a:r>
              <a:rPr sz="2000" spc="-7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3B0A85"/>
                </a:solidFill>
                <a:latin typeface="Trebuchet MS"/>
                <a:cs typeface="Trebuchet MS"/>
              </a:rPr>
              <a:t>a</a:t>
            </a:r>
            <a:r>
              <a:rPr sz="2000" spc="-7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3B0A85"/>
                </a:solidFill>
                <a:latin typeface="Trebuchet MS"/>
                <a:cs typeface="Trebuchet MS"/>
              </a:rPr>
              <a:t>future</a:t>
            </a:r>
            <a:r>
              <a:rPr sz="2000" spc="-7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000" spc="55" dirty="0">
                <a:solidFill>
                  <a:srgbClr val="3B0A85"/>
                </a:solidFill>
                <a:latin typeface="Trebuchet MS"/>
                <a:cs typeface="Trebuchet MS"/>
              </a:rPr>
              <a:t>youth</a:t>
            </a:r>
            <a:r>
              <a:rPr sz="2000" spc="-7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000" spc="40" dirty="0">
                <a:solidFill>
                  <a:srgbClr val="3B0A85"/>
                </a:solidFill>
                <a:latin typeface="Trebuchet MS"/>
                <a:cs typeface="Trebuchet MS"/>
              </a:rPr>
              <a:t>engagement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0929584" y="8432748"/>
            <a:ext cx="2389505" cy="276860"/>
          </a:xfrm>
          <a:prstGeom prst="rect">
            <a:avLst/>
          </a:prstGeom>
          <a:solidFill>
            <a:srgbClr val="A2BEEC"/>
          </a:solidFill>
        </p:spPr>
        <p:txBody>
          <a:bodyPr vert="horz" wrap="square" lIns="0" tIns="0" rIns="0" bIns="0" rtlCol="0">
            <a:spAutoFit/>
          </a:bodyPr>
          <a:lstStyle/>
          <a:p>
            <a:pPr marL="100965">
              <a:lnSpc>
                <a:spcPts val="1505"/>
              </a:lnSpc>
            </a:pPr>
            <a:r>
              <a:rPr sz="2000" spc="100" dirty="0">
                <a:solidFill>
                  <a:srgbClr val="3B0A85"/>
                </a:solidFill>
                <a:latin typeface="Trebuchet MS"/>
                <a:cs typeface="Trebuchet MS"/>
              </a:rPr>
              <a:t>process</a:t>
            </a:r>
            <a:r>
              <a:rPr sz="2000" spc="-6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3B0A85"/>
                </a:solidFill>
                <a:latin typeface="Trebuchet MS"/>
                <a:cs typeface="Trebuchet MS"/>
              </a:rPr>
              <a:t>in</a:t>
            </a:r>
            <a:r>
              <a:rPr sz="2000" spc="-6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3B0A85"/>
                </a:solidFill>
                <a:latin typeface="Trebuchet MS"/>
                <a:cs typeface="Trebuchet MS"/>
              </a:rPr>
              <a:t>the</a:t>
            </a:r>
            <a:r>
              <a:rPr sz="2000" spc="-6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000" spc="-20" dirty="0">
                <a:solidFill>
                  <a:srgbClr val="3B0A85"/>
                </a:solidFill>
                <a:latin typeface="Trebuchet MS"/>
                <a:cs typeface="Trebuchet MS"/>
              </a:rPr>
              <a:t>city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351114" y="6924976"/>
            <a:ext cx="4172585" cy="425450"/>
          </a:xfrm>
          <a:prstGeom prst="rect">
            <a:avLst/>
          </a:prstGeom>
          <a:solidFill>
            <a:srgbClr val="A2BEEC"/>
          </a:solidFill>
        </p:spPr>
        <p:txBody>
          <a:bodyPr vert="horz" wrap="square" lIns="0" tIns="34925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275"/>
              </a:spcBef>
            </a:pPr>
            <a:r>
              <a:rPr sz="2000" dirty="0">
                <a:solidFill>
                  <a:srgbClr val="3B0A85"/>
                </a:solidFill>
                <a:latin typeface="Trebuchet MS"/>
                <a:cs typeface="Trebuchet MS"/>
              </a:rPr>
              <a:t>Scientific</a:t>
            </a:r>
            <a:r>
              <a:rPr sz="2000" spc="-1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000" spc="65" dirty="0">
                <a:solidFill>
                  <a:srgbClr val="3B0A85"/>
                </a:solidFill>
                <a:latin typeface="Trebuchet MS"/>
                <a:cs typeface="Trebuchet MS"/>
              </a:rPr>
              <a:t>and</a:t>
            </a:r>
            <a:r>
              <a:rPr sz="2000" spc="-1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000" spc="50" dirty="0">
                <a:solidFill>
                  <a:srgbClr val="3B0A85"/>
                </a:solidFill>
                <a:latin typeface="Trebuchet MS"/>
                <a:cs typeface="Trebuchet MS"/>
              </a:rPr>
              <a:t>democratic</a:t>
            </a:r>
            <a:r>
              <a:rPr sz="2000" spc="-1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3B0A85"/>
                </a:solidFill>
                <a:latin typeface="Trebuchet MS"/>
                <a:cs typeface="Trebuchet MS"/>
              </a:rPr>
              <a:t>literacy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3351114" y="7468819"/>
            <a:ext cx="5002530" cy="424180"/>
          </a:xfrm>
          <a:custGeom>
            <a:avLst/>
            <a:gdLst/>
            <a:ahLst/>
            <a:cxnLst/>
            <a:rect l="l" t="t" r="r" b="b"/>
            <a:pathLst>
              <a:path w="5002530" h="424179">
                <a:moveTo>
                  <a:pt x="0" y="0"/>
                </a:moveTo>
                <a:lnTo>
                  <a:pt x="5002459" y="0"/>
                </a:lnTo>
                <a:lnTo>
                  <a:pt x="5002459" y="424179"/>
                </a:lnTo>
                <a:lnTo>
                  <a:pt x="0" y="424179"/>
                </a:lnTo>
                <a:lnTo>
                  <a:pt x="0" y="0"/>
                </a:lnTo>
                <a:close/>
              </a:path>
            </a:pathLst>
          </a:custGeom>
          <a:solidFill>
            <a:srgbClr val="A2BE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3440014" y="7490472"/>
            <a:ext cx="482473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45" dirty="0">
                <a:solidFill>
                  <a:srgbClr val="3B0A85"/>
                </a:solidFill>
                <a:latin typeface="Trebuchet MS"/>
                <a:cs typeface="Trebuchet MS"/>
              </a:rPr>
              <a:t>Increased</a:t>
            </a:r>
            <a:r>
              <a:rPr sz="2000" spc="-2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3B0A85"/>
                </a:solidFill>
                <a:latin typeface="Trebuchet MS"/>
                <a:cs typeface="Trebuchet MS"/>
              </a:rPr>
              <a:t>civic</a:t>
            </a:r>
            <a:r>
              <a:rPr sz="2000" spc="-2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000" spc="50" dirty="0">
                <a:solidFill>
                  <a:srgbClr val="3B0A85"/>
                </a:solidFill>
                <a:latin typeface="Trebuchet MS"/>
                <a:cs typeface="Trebuchet MS"/>
              </a:rPr>
              <a:t>engagement</a:t>
            </a:r>
            <a:r>
              <a:rPr sz="2000" spc="-2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000" spc="65" dirty="0">
                <a:solidFill>
                  <a:srgbClr val="3B0A85"/>
                </a:solidFill>
                <a:latin typeface="Trebuchet MS"/>
                <a:cs typeface="Trebuchet MS"/>
              </a:rPr>
              <a:t>and</a:t>
            </a:r>
            <a:r>
              <a:rPr sz="2000" spc="-2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3B0A85"/>
                </a:solidFill>
                <a:latin typeface="Trebuchet MS"/>
                <a:cs typeface="Trebuchet MS"/>
              </a:rPr>
              <a:t>political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351114" y="7892999"/>
            <a:ext cx="1145540" cy="276860"/>
          </a:xfrm>
          <a:prstGeom prst="rect">
            <a:avLst/>
          </a:prstGeom>
          <a:solidFill>
            <a:srgbClr val="A2BEEC"/>
          </a:solidFill>
        </p:spPr>
        <p:txBody>
          <a:bodyPr vert="horz" wrap="square" lIns="0" tIns="0" rIns="0" bIns="0" rtlCol="0">
            <a:spAutoFit/>
          </a:bodyPr>
          <a:lstStyle/>
          <a:p>
            <a:pPr marL="100965">
              <a:lnSpc>
                <a:spcPts val="1505"/>
              </a:lnSpc>
            </a:pPr>
            <a:r>
              <a:rPr sz="2000" spc="-10" dirty="0">
                <a:solidFill>
                  <a:srgbClr val="3B0A85"/>
                </a:solidFill>
                <a:latin typeface="Trebuchet MS"/>
                <a:cs typeface="Trebuchet MS"/>
              </a:rPr>
              <a:t>efficacy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351114" y="8284794"/>
            <a:ext cx="5323205" cy="275590"/>
          </a:xfrm>
          <a:prstGeom prst="rect">
            <a:avLst/>
          </a:prstGeom>
          <a:solidFill>
            <a:srgbClr val="A2BEEC"/>
          </a:solidFill>
        </p:spPr>
        <p:txBody>
          <a:bodyPr vert="horz" wrap="square" lIns="0" tIns="34290" rIns="0" bIns="0" rtlCol="0">
            <a:spAutoFit/>
          </a:bodyPr>
          <a:lstStyle/>
          <a:p>
            <a:pPr marL="100965">
              <a:lnSpc>
                <a:spcPts val="1900"/>
              </a:lnSpc>
              <a:spcBef>
                <a:spcPts val="270"/>
              </a:spcBef>
            </a:pPr>
            <a:r>
              <a:rPr sz="2000" dirty="0">
                <a:solidFill>
                  <a:srgbClr val="3B0A85"/>
                </a:solidFill>
                <a:latin typeface="Trebuchet MS"/>
                <a:cs typeface="Trebuchet MS"/>
              </a:rPr>
              <a:t>Identity</a:t>
            </a:r>
            <a:r>
              <a:rPr sz="2000" spc="2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000" spc="65" dirty="0">
                <a:solidFill>
                  <a:srgbClr val="3B0A85"/>
                </a:solidFill>
                <a:latin typeface="Trebuchet MS"/>
                <a:cs typeface="Trebuchet MS"/>
              </a:rPr>
              <a:t>and</a:t>
            </a:r>
            <a:r>
              <a:rPr sz="2000" spc="2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3B0A85"/>
                </a:solidFill>
                <a:latin typeface="Trebuchet MS"/>
                <a:cs typeface="Trebuchet MS"/>
              </a:rPr>
              <a:t>belonging</a:t>
            </a:r>
            <a:r>
              <a:rPr sz="2000" spc="2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3B0A85"/>
                </a:solidFill>
                <a:latin typeface="Trebuchet MS"/>
                <a:cs typeface="Trebuchet MS"/>
              </a:rPr>
              <a:t>to</a:t>
            </a:r>
            <a:r>
              <a:rPr sz="2000" spc="2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3B0A85"/>
                </a:solidFill>
                <a:latin typeface="Trebuchet MS"/>
                <a:cs typeface="Trebuchet MS"/>
              </a:rPr>
              <a:t>their</a:t>
            </a:r>
            <a:r>
              <a:rPr sz="2000" spc="2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3B0A85"/>
                </a:solidFill>
                <a:latin typeface="Trebuchet MS"/>
                <a:cs typeface="Trebuchet MS"/>
              </a:rPr>
              <a:t>cities</a:t>
            </a:r>
            <a:r>
              <a:rPr sz="2000" spc="2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000" spc="65" dirty="0">
                <a:solidFill>
                  <a:srgbClr val="3B0A85"/>
                </a:solidFill>
                <a:latin typeface="Trebuchet MS"/>
                <a:cs typeface="Trebuchet MS"/>
              </a:rPr>
              <a:t>among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351114" y="8560384"/>
            <a:ext cx="6170930" cy="425450"/>
          </a:xfrm>
          <a:prstGeom prst="rect">
            <a:avLst/>
          </a:prstGeom>
          <a:solidFill>
            <a:srgbClr val="A2BEEC"/>
          </a:solidFill>
        </p:spPr>
        <p:txBody>
          <a:bodyPr vert="horz" wrap="square" lIns="0" tIns="34925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275"/>
              </a:spcBef>
            </a:pPr>
            <a:r>
              <a:rPr sz="2000" dirty="0">
                <a:solidFill>
                  <a:srgbClr val="3B0A85"/>
                </a:solidFill>
                <a:latin typeface="Trebuchet MS"/>
                <a:cs typeface="Trebuchet MS"/>
              </a:rPr>
              <a:t>participating</a:t>
            </a:r>
            <a:r>
              <a:rPr sz="2000" spc="5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000" spc="80" dirty="0">
                <a:solidFill>
                  <a:srgbClr val="3B0A85"/>
                </a:solidFill>
                <a:latin typeface="Trebuchet MS"/>
                <a:cs typeface="Trebuchet MS"/>
              </a:rPr>
              <a:t>young</a:t>
            </a:r>
            <a:r>
              <a:rPr sz="2000" spc="5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3B0A85"/>
                </a:solidFill>
                <a:latin typeface="Trebuchet MS"/>
                <a:cs typeface="Trebuchet MS"/>
              </a:rPr>
              <a:t>people</a:t>
            </a:r>
            <a:r>
              <a:rPr sz="2000" spc="5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000" spc="65" dirty="0">
                <a:solidFill>
                  <a:srgbClr val="3B0A85"/>
                </a:solidFill>
                <a:latin typeface="Trebuchet MS"/>
                <a:cs typeface="Trebuchet MS"/>
              </a:rPr>
              <a:t>and</a:t>
            </a:r>
            <a:r>
              <a:rPr sz="2000" spc="5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3B0A85"/>
                </a:solidFill>
                <a:latin typeface="Trebuchet MS"/>
                <a:cs typeface="Trebuchet MS"/>
              </a:rPr>
              <a:t>city</a:t>
            </a:r>
            <a:r>
              <a:rPr sz="2000" spc="5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3B0A85"/>
                </a:solidFill>
                <a:latin typeface="Trebuchet MS"/>
                <a:cs typeface="Trebuchet MS"/>
              </a:rPr>
              <a:t>administrators</a:t>
            </a:r>
            <a:endParaRPr sz="2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D0C2F5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8768850" y="3334730"/>
            <a:ext cx="9519285" cy="6952615"/>
            <a:chOff x="8768850" y="3334730"/>
            <a:chExt cx="9519285" cy="6952615"/>
          </a:xfrm>
        </p:grpSpPr>
        <p:sp>
          <p:nvSpPr>
            <p:cNvPr id="4" name="object 4"/>
            <p:cNvSpPr/>
            <p:nvPr/>
          </p:nvSpPr>
          <p:spPr>
            <a:xfrm>
              <a:off x="11750332" y="4362949"/>
              <a:ext cx="6537959" cy="5924550"/>
            </a:xfrm>
            <a:custGeom>
              <a:avLst/>
              <a:gdLst/>
              <a:ahLst/>
              <a:cxnLst/>
              <a:rect l="l" t="t" r="r" b="b"/>
              <a:pathLst>
                <a:path w="6537959" h="5924550">
                  <a:moveTo>
                    <a:pt x="6523138" y="0"/>
                  </a:moveTo>
                  <a:lnTo>
                    <a:pt x="6524500" y="2365"/>
                  </a:lnTo>
                  <a:lnTo>
                    <a:pt x="6522139" y="3727"/>
                  </a:lnTo>
                  <a:lnTo>
                    <a:pt x="6520773" y="1365"/>
                  </a:lnTo>
                  <a:lnTo>
                    <a:pt x="6523138" y="0"/>
                  </a:lnTo>
                  <a:close/>
                </a:path>
                <a:path w="6537959" h="5924550">
                  <a:moveTo>
                    <a:pt x="6422616" y="58298"/>
                  </a:moveTo>
                  <a:lnTo>
                    <a:pt x="6423753" y="60265"/>
                  </a:lnTo>
                  <a:lnTo>
                    <a:pt x="6421782" y="61402"/>
                  </a:lnTo>
                  <a:lnTo>
                    <a:pt x="6420645" y="59435"/>
                  </a:lnTo>
                  <a:lnTo>
                    <a:pt x="6422616" y="58298"/>
                  </a:lnTo>
                  <a:close/>
                </a:path>
                <a:path w="6537959" h="5924550">
                  <a:moveTo>
                    <a:pt x="6480933" y="157490"/>
                  </a:moveTo>
                  <a:lnTo>
                    <a:pt x="6482982" y="161039"/>
                  </a:lnTo>
                  <a:lnTo>
                    <a:pt x="6479438" y="163084"/>
                  </a:lnTo>
                  <a:lnTo>
                    <a:pt x="6477389" y="159540"/>
                  </a:lnTo>
                  <a:lnTo>
                    <a:pt x="6480933" y="157490"/>
                  </a:lnTo>
                  <a:close/>
                </a:path>
                <a:path w="6537959" h="5924550">
                  <a:moveTo>
                    <a:pt x="6537666" y="257343"/>
                  </a:moveTo>
                  <a:lnTo>
                    <a:pt x="6537666" y="264697"/>
                  </a:lnTo>
                  <a:lnTo>
                    <a:pt x="6536787" y="264697"/>
                  </a:lnTo>
                  <a:lnTo>
                    <a:pt x="6533825" y="259562"/>
                  </a:lnTo>
                  <a:lnTo>
                    <a:pt x="6537666" y="257343"/>
                  </a:lnTo>
                  <a:close/>
                </a:path>
                <a:path w="6537959" h="5924550">
                  <a:moveTo>
                    <a:pt x="6322177" y="116284"/>
                  </a:moveTo>
                  <a:lnTo>
                    <a:pt x="6323314" y="118256"/>
                  </a:lnTo>
                  <a:lnTo>
                    <a:pt x="6321347" y="119393"/>
                  </a:lnTo>
                  <a:lnTo>
                    <a:pt x="6320210" y="117422"/>
                  </a:lnTo>
                  <a:lnTo>
                    <a:pt x="6322177" y="116284"/>
                  </a:lnTo>
                  <a:close/>
                </a:path>
                <a:path w="6537959" h="5924550">
                  <a:moveTo>
                    <a:pt x="6380498" y="215481"/>
                  </a:moveTo>
                  <a:lnTo>
                    <a:pt x="6382542" y="219026"/>
                  </a:lnTo>
                  <a:lnTo>
                    <a:pt x="6379003" y="221070"/>
                  </a:lnTo>
                  <a:lnTo>
                    <a:pt x="6376954" y="217526"/>
                  </a:lnTo>
                  <a:lnTo>
                    <a:pt x="6380498" y="215481"/>
                  </a:lnTo>
                  <a:close/>
                </a:path>
                <a:path w="6537959" h="5924550">
                  <a:moveTo>
                    <a:pt x="6438901" y="314367"/>
                  </a:moveTo>
                  <a:lnTo>
                    <a:pt x="6442083" y="319882"/>
                  </a:lnTo>
                  <a:lnTo>
                    <a:pt x="6436572" y="323064"/>
                  </a:lnTo>
                  <a:lnTo>
                    <a:pt x="6433390" y="317549"/>
                  </a:lnTo>
                  <a:lnTo>
                    <a:pt x="6438901" y="314367"/>
                  </a:lnTo>
                  <a:close/>
                </a:path>
                <a:path w="6537959" h="5924550">
                  <a:moveTo>
                    <a:pt x="6497304" y="413252"/>
                  </a:moveTo>
                  <a:lnTo>
                    <a:pt x="6501627" y="420734"/>
                  </a:lnTo>
                  <a:lnTo>
                    <a:pt x="6494145" y="425053"/>
                  </a:lnTo>
                  <a:lnTo>
                    <a:pt x="6489822" y="417571"/>
                  </a:lnTo>
                  <a:lnTo>
                    <a:pt x="6497304" y="413252"/>
                  </a:lnTo>
                  <a:close/>
                </a:path>
                <a:path w="6537959" h="5924550">
                  <a:moveTo>
                    <a:pt x="6221659" y="174588"/>
                  </a:moveTo>
                  <a:lnTo>
                    <a:pt x="6222567" y="176160"/>
                  </a:lnTo>
                  <a:lnTo>
                    <a:pt x="6220990" y="177072"/>
                  </a:lnTo>
                  <a:lnTo>
                    <a:pt x="6220083" y="175495"/>
                  </a:lnTo>
                  <a:lnTo>
                    <a:pt x="6221659" y="174588"/>
                  </a:lnTo>
                  <a:close/>
                </a:path>
                <a:path w="6537959" h="5924550">
                  <a:moveTo>
                    <a:pt x="6279976" y="273780"/>
                  </a:moveTo>
                  <a:lnTo>
                    <a:pt x="6281796" y="276934"/>
                  </a:lnTo>
                  <a:lnTo>
                    <a:pt x="6278646" y="278754"/>
                  </a:lnTo>
                  <a:lnTo>
                    <a:pt x="6276826" y="275600"/>
                  </a:lnTo>
                  <a:lnTo>
                    <a:pt x="6279976" y="273780"/>
                  </a:lnTo>
                  <a:close/>
                </a:path>
                <a:path w="6537959" h="5924550">
                  <a:moveTo>
                    <a:pt x="6338384" y="372666"/>
                  </a:moveTo>
                  <a:lnTo>
                    <a:pt x="6341336" y="377787"/>
                  </a:lnTo>
                  <a:lnTo>
                    <a:pt x="6336215" y="380744"/>
                  </a:lnTo>
                  <a:lnTo>
                    <a:pt x="6333258" y="375623"/>
                  </a:lnTo>
                  <a:lnTo>
                    <a:pt x="6338384" y="372666"/>
                  </a:lnTo>
                  <a:close/>
                </a:path>
                <a:path w="6537959" h="5924550">
                  <a:moveTo>
                    <a:pt x="6396787" y="471551"/>
                  </a:moveTo>
                  <a:lnTo>
                    <a:pt x="6400876" y="478639"/>
                  </a:lnTo>
                  <a:lnTo>
                    <a:pt x="6393788" y="482733"/>
                  </a:lnTo>
                  <a:lnTo>
                    <a:pt x="6389694" y="475645"/>
                  </a:lnTo>
                  <a:lnTo>
                    <a:pt x="6396787" y="471551"/>
                  </a:lnTo>
                  <a:close/>
                </a:path>
                <a:path w="6537959" h="5924550">
                  <a:moveTo>
                    <a:pt x="6455103" y="570748"/>
                  </a:moveTo>
                  <a:lnTo>
                    <a:pt x="6460105" y="579408"/>
                  </a:lnTo>
                  <a:lnTo>
                    <a:pt x="6451444" y="584410"/>
                  </a:lnTo>
                  <a:lnTo>
                    <a:pt x="6446443" y="575750"/>
                  </a:lnTo>
                  <a:lnTo>
                    <a:pt x="6455103" y="570748"/>
                  </a:lnTo>
                  <a:close/>
                </a:path>
                <a:path w="6537959" h="5924550">
                  <a:moveTo>
                    <a:pt x="6513511" y="669633"/>
                  </a:moveTo>
                  <a:lnTo>
                    <a:pt x="6519650" y="680265"/>
                  </a:lnTo>
                  <a:lnTo>
                    <a:pt x="6509013" y="686404"/>
                  </a:lnTo>
                  <a:lnTo>
                    <a:pt x="6502874" y="675772"/>
                  </a:lnTo>
                  <a:lnTo>
                    <a:pt x="6513511" y="669633"/>
                  </a:lnTo>
                  <a:close/>
                </a:path>
                <a:path w="6537959" h="5924550">
                  <a:moveTo>
                    <a:pt x="6119955" y="233566"/>
                  </a:moveTo>
                  <a:lnTo>
                    <a:pt x="6121525" y="233566"/>
                  </a:lnTo>
                  <a:lnTo>
                    <a:pt x="6121816" y="234070"/>
                  </a:lnTo>
                  <a:lnTo>
                    <a:pt x="6120246" y="234070"/>
                  </a:lnTo>
                  <a:lnTo>
                    <a:pt x="6119955" y="233566"/>
                  </a:lnTo>
                  <a:close/>
                </a:path>
                <a:path w="6537959" h="5924550">
                  <a:moveTo>
                    <a:pt x="6179459" y="332079"/>
                  </a:moveTo>
                  <a:lnTo>
                    <a:pt x="6181049" y="334835"/>
                  </a:lnTo>
                  <a:lnTo>
                    <a:pt x="6178289" y="336430"/>
                  </a:lnTo>
                  <a:lnTo>
                    <a:pt x="6176699" y="333675"/>
                  </a:lnTo>
                  <a:lnTo>
                    <a:pt x="6179459" y="332079"/>
                  </a:lnTo>
                  <a:close/>
                </a:path>
                <a:path w="6537959" h="5924550">
                  <a:moveTo>
                    <a:pt x="6237861" y="430965"/>
                  </a:moveTo>
                  <a:lnTo>
                    <a:pt x="6240590" y="435691"/>
                  </a:lnTo>
                  <a:lnTo>
                    <a:pt x="6235863" y="438424"/>
                  </a:lnTo>
                  <a:lnTo>
                    <a:pt x="6233130" y="433692"/>
                  </a:lnTo>
                  <a:lnTo>
                    <a:pt x="6237861" y="430965"/>
                  </a:lnTo>
                  <a:close/>
                </a:path>
                <a:path w="6537959" h="5924550">
                  <a:moveTo>
                    <a:pt x="6296265" y="529850"/>
                  </a:moveTo>
                  <a:lnTo>
                    <a:pt x="6300134" y="536548"/>
                  </a:lnTo>
                  <a:lnTo>
                    <a:pt x="6293436" y="540413"/>
                  </a:lnTo>
                  <a:lnTo>
                    <a:pt x="6289567" y="533715"/>
                  </a:lnTo>
                  <a:lnTo>
                    <a:pt x="6296265" y="529850"/>
                  </a:lnTo>
                  <a:close/>
                </a:path>
                <a:path w="6537959" h="5924550">
                  <a:moveTo>
                    <a:pt x="6354586" y="629047"/>
                  </a:moveTo>
                  <a:lnTo>
                    <a:pt x="6359358" y="637318"/>
                  </a:lnTo>
                  <a:lnTo>
                    <a:pt x="6351092" y="642095"/>
                  </a:lnTo>
                  <a:lnTo>
                    <a:pt x="6346315" y="633824"/>
                  </a:lnTo>
                  <a:lnTo>
                    <a:pt x="6354586" y="629047"/>
                  </a:lnTo>
                  <a:close/>
                </a:path>
                <a:path w="6537959" h="5924550">
                  <a:moveTo>
                    <a:pt x="6412988" y="727928"/>
                  </a:moveTo>
                  <a:lnTo>
                    <a:pt x="6418903" y="738174"/>
                  </a:lnTo>
                  <a:lnTo>
                    <a:pt x="6408661" y="744083"/>
                  </a:lnTo>
                  <a:lnTo>
                    <a:pt x="6402747" y="733842"/>
                  </a:lnTo>
                  <a:lnTo>
                    <a:pt x="6412988" y="727928"/>
                  </a:lnTo>
                  <a:close/>
                </a:path>
                <a:path w="6537959" h="5924550">
                  <a:moveTo>
                    <a:pt x="6471314" y="827125"/>
                  </a:moveTo>
                  <a:lnTo>
                    <a:pt x="6478136" y="838939"/>
                  </a:lnTo>
                  <a:lnTo>
                    <a:pt x="6466312" y="845765"/>
                  </a:lnTo>
                  <a:lnTo>
                    <a:pt x="6459490" y="833951"/>
                  </a:lnTo>
                  <a:lnTo>
                    <a:pt x="6471314" y="827125"/>
                  </a:lnTo>
                  <a:close/>
                </a:path>
                <a:path w="6537959" h="5924550">
                  <a:moveTo>
                    <a:pt x="6529713" y="926005"/>
                  </a:moveTo>
                  <a:lnTo>
                    <a:pt x="6537676" y="939796"/>
                  </a:lnTo>
                  <a:lnTo>
                    <a:pt x="6523886" y="947759"/>
                  </a:lnTo>
                  <a:lnTo>
                    <a:pt x="6515927" y="933969"/>
                  </a:lnTo>
                  <a:lnTo>
                    <a:pt x="6529713" y="926005"/>
                  </a:lnTo>
                  <a:close/>
                </a:path>
                <a:path w="6537959" h="5924550">
                  <a:moveTo>
                    <a:pt x="6079019" y="390071"/>
                  </a:moveTo>
                  <a:lnTo>
                    <a:pt x="6080610" y="392826"/>
                  </a:lnTo>
                  <a:lnTo>
                    <a:pt x="6077855" y="394417"/>
                  </a:lnTo>
                  <a:lnTo>
                    <a:pt x="6076264" y="391662"/>
                  </a:lnTo>
                  <a:lnTo>
                    <a:pt x="6079019" y="390071"/>
                  </a:lnTo>
                  <a:close/>
                </a:path>
                <a:path w="6537959" h="5924550">
                  <a:moveTo>
                    <a:pt x="6137340" y="489263"/>
                  </a:moveTo>
                  <a:lnTo>
                    <a:pt x="6139838" y="493596"/>
                  </a:lnTo>
                  <a:lnTo>
                    <a:pt x="6135506" y="496099"/>
                  </a:lnTo>
                  <a:lnTo>
                    <a:pt x="6133007" y="491767"/>
                  </a:lnTo>
                  <a:lnTo>
                    <a:pt x="6137340" y="489263"/>
                  </a:lnTo>
                  <a:close/>
                </a:path>
                <a:path w="6537959" h="5924550">
                  <a:moveTo>
                    <a:pt x="6195743" y="588153"/>
                  </a:moveTo>
                  <a:lnTo>
                    <a:pt x="6199379" y="594453"/>
                  </a:lnTo>
                  <a:lnTo>
                    <a:pt x="6193079" y="598088"/>
                  </a:lnTo>
                  <a:lnTo>
                    <a:pt x="6189439" y="591789"/>
                  </a:lnTo>
                  <a:lnTo>
                    <a:pt x="6195743" y="588153"/>
                  </a:lnTo>
                  <a:close/>
                </a:path>
                <a:path w="6537959" h="5924550">
                  <a:moveTo>
                    <a:pt x="6254146" y="687039"/>
                  </a:moveTo>
                  <a:lnTo>
                    <a:pt x="6258923" y="695309"/>
                  </a:lnTo>
                  <a:lnTo>
                    <a:pt x="6250653" y="700082"/>
                  </a:lnTo>
                  <a:lnTo>
                    <a:pt x="6245876" y="691811"/>
                  </a:lnTo>
                  <a:lnTo>
                    <a:pt x="6254146" y="687039"/>
                  </a:lnTo>
                  <a:close/>
                </a:path>
                <a:path w="6537959" h="5924550">
                  <a:moveTo>
                    <a:pt x="6312467" y="786231"/>
                  </a:moveTo>
                  <a:lnTo>
                    <a:pt x="6318152" y="796074"/>
                  </a:lnTo>
                  <a:lnTo>
                    <a:pt x="6308309" y="801759"/>
                  </a:lnTo>
                  <a:lnTo>
                    <a:pt x="6302624" y="791916"/>
                  </a:lnTo>
                  <a:lnTo>
                    <a:pt x="6312467" y="786231"/>
                  </a:lnTo>
                  <a:close/>
                </a:path>
                <a:path w="6537959" h="5924550">
                  <a:moveTo>
                    <a:pt x="6370788" y="885424"/>
                  </a:moveTo>
                  <a:lnTo>
                    <a:pt x="6377380" y="896849"/>
                  </a:lnTo>
                  <a:lnTo>
                    <a:pt x="6365960" y="903441"/>
                  </a:lnTo>
                  <a:lnTo>
                    <a:pt x="6359363" y="892021"/>
                  </a:lnTo>
                  <a:lnTo>
                    <a:pt x="6370788" y="885424"/>
                  </a:lnTo>
                  <a:close/>
                </a:path>
                <a:path w="6537959" h="5924550">
                  <a:moveTo>
                    <a:pt x="6429191" y="984309"/>
                  </a:moveTo>
                  <a:lnTo>
                    <a:pt x="6436925" y="997701"/>
                  </a:lnTo>
                  <a:lnTo>
                    <a:pt x="6423533" y="1005435"/>
                  </a:lnTo>
                  <a:lnTo>
                    <a:pt x="6415799" y="992044"/>
                  </a:lnTo>
                  <a:lnTo>
                    <a:pt x="6429191" y="984309"/>
                  </a:lnTo>
                  <a:close/>
                </a:path>
                <a:path w="6537959" h="5924550">
                  <a:moveTo>
                    <a:pt x="6487599" y="1083195"/>
                  </a:moveTo>
                  <a:lnTo>
                    <a:pt x="6496465" y="1098558"/>
                  </a:lnTo>
                  <a:lnTo>
                    <a:pt x="6481102" y="1107424"/>
                  </a:lnTo>
                  <a:lnTo>
                    <a:pt x="6472236" y="1092066"/>
                  </a:lnTo>
                  <a:lnTo>
                    <a:pt x="6487599" y="1083195"/>
                  </a:lnTo>
                  <a:close/>
                </a:path>
                <a:path w="6537959" h="5924550">
                  <a:moveTo>
                    <a:pt x="6537666" y="1187151"/>
                  </a:moveTo>
                  <a:lnTo>
                    <a:pt x="6537666" y="1207215"/>
                  </a:lnTo>
                  <a:lnTo>
                    <a:pt x="6528979" y="1192166"/>
                  </a:lnTo>
                  <a:lnTo>
                    <a:pt x="6537666" y="1187151"/>
                  </a:lnTo>
                  <a:close/>
                </a:path>
                <a:path w="6537959" h="5924550">
                  <a:moveTo>
                    <a:pt x="5978497" y="448366"/>
                  </a:moveTo>
                  <a:lnTo>
                    <a:pt x="5979863" y="450732"/>
                  </a:lnTo>
                  <a:lnTo>
                    <a:pt x="5977498" y="452098"/>
                  </a:lnTo>
                  <a:lnTo>
                    <a:pt x="5976132" y="449733"/>
                  </a:lnTo>
                  <a:lnTo>
                    <a:pt x="5978497" y="448366"/>
                  </a:lnTo>
                  <a:close/>
                </a:path>
                <a:path w="6537959" h="5924550">
                  <a:moveTo>
                    <a:pt x="6036818" y="547568"/>
                  </a:moveTo>
                  <a:lnTo>
                    <a:pt x="6039092" y="551506"/>
                  </a:lnTo>
                  <a:lnTo>
                    <a:pt x="6035154" y="553780"/>
                  </a:lnTo>
                  <a:lnTo>
                    <a:pt x="6032880" y="549842"/>
                  </a:lnTo>
                  <a:lnTo>
                    <a:pt x="6036818" y="547568"/>
                  </a:lnTo>
                  <a:close/>
                </a:path>
                <a:path w="6537959" h="5924550">
                  <a:moveTo>
                    <a:pt x="6095221" y="646448"/>
                  </a:moveTo>
                  <a:lnTo>
                    <a:pt x="6098632" y="652357"/>
                  </a:lnTo>
                  <a:lnTo>
                    <a:pt x="6092722" y="655769"/>
                  </a:lnTo>
                  <a:lnTo>
                    <a:pt x="6089312" y="649859"/>
                  </a:lnTo>
                  <a:lnTo>
                    <a:pt x="6095221" y="646448"/>
                  </a:lnTo>
                  <a:close/>
                </a:path>
                <a:path w="6537959" h="5924550">
                  <a:moveTo>
                    <a:pt x="6153624" y="745333"/>
                  </a:moveTo>
                  <a:lnTo>
                    <a:pt x="6158172" y="753210"/>
                  </a:lnTo>
                  <a:lnTo>
                    <a:pt x="6150296" y="757758"/>
                  </a:lnTo>
                  <a:lnTo>
                    <a:pt x="6145748" y="749881"/>
                  </a:lnTo>
                  <a:lnTo>
                    <a:pt x="6153624" y="745333"/>
                  </a:lnTo>
                  <a:close/>
                </a:path>
                <a:path w="6537959" h="5924550">
                  <a:moveTo>
                    <a:pt x="6211945" y="844530"/>
                  </a:moveTo>
                  <a:lnTo>
                    <a:pt x="6217401" y="853984"/>
                  </a:lnTo>
                  <a:lnTo>
                    <a:pt x="6207952" y="859440"/>
                  </a:lnTo>
                  <a:lnTo>
                    <a:pt x="6202496" y="849986"/>
                  </a:lnTo>
                  <a:lnTo>
                    <a:pt x="6211945" y="844530"/>
                  </a:lnTo>
                  <a:close/>
                </a:path>
                <a:path w="6537959" h="5924550">
                  <a:moveTo>
                    <a:pt x="6270348" y="943416"/>
                  </a:moveTo>
                  <a:lnTo>
                    <a:pt x="6276945" y="954836"/>
                  </a:lnTo>
                  <a:lnTo>
                    <a:pt x="6265525" y="961429"/>
                  </a:lnTo>
                  <a:lnTo>
                    <a:pt x="6258928" y="950009"/>
                  </a:lnTo>
                  <a:lnTo>
                    <a:pt x="6270348" y="943416"/>
                  </a:lnTo>
                  <a:close/>
                </a:path>
                <a:path w="6537959" h="5924550">
                  <a:moveTo>
                    <a:pt x="6328673" y="1042608"/>
                  </a:moveTo>
                  <a:lnTo>
                    <a:pt x="6336174" y="1055606"/>
                  </a:lnTo>
                  <a:lnTo>
                    <a:pt x="6323177" y="1063111"/>
                  </a:lnTo>
                  <a:lnTo>
                    <a:pt x="6315676" y="1050113"/>
                  </a:lnTo>
                  <a:lnTo>
                    <a:pt x="6328673" y="1042608"/>
                  </a:lnTo>
                  <a:close/>
                </a:path>
                <a:path w="6537959" h="5924550">
                  <a:moveTo>
                    <a:pt x="6387077" y="1141494"/>
                  </a:moveTo>
                  <a:lnTo>
                    <a:pt x="6395719" y="1156463"/>
                  </a:lnTo>
                  <a:lnTo>
                    <a:pt x="6380750" y="1165105"/>
                  </a:lnTo>
                  <a:lnTo>
                    <a:pt x="6372108" y="1150136"/>
                  </a:lnTo>
                  <a:lnTo>
                    <a:pt x="6387077" y="1141494"/>
                  </a:lnTo>
                  <a:close/>
                </a:path>
                <a:path w="6537959" h="5924550">
                  <a:moveTo>
                    <a:pt x="6445480" y="1240379"/>
                  </a:moveTo>
                  <a:lnTo>
                    <a:pt x="6455259" y="1257315"/>
                  </a:lnTo>
                  <a:lnTo>
                    <a:pt x="6438323" y="1267094"/>
                  </a:lnTo>
                  <a:lnTo>
                    <a:pt x="6428544" y="1250158"/>
                  </a:lnTo>
                  <a:lnTo>
                    <a:pt x="6445480" y="1240379"/>
                  </a:lnTo>
                  <a:close/>
                </a:path>
                <a:path w="6537959" h="5924550">
                  <a:moveTo>
                    <a:pt x="6503796" y="1339572"/>
                  </a:moveTo>
                  <a:lnTo>
                    <a:pt x="6514487" y="1358089"/>
                  </a:lnTo>
                  <a:lnTo>
                    <a:pt x="6495979" y="1368775"/>
                  </a:lnTo>
                  <a:lnTo>
                    <a:pt x="6485288" y="1350258"/>
                  </a:lnTo>
                  <a:lnTo>
                    <a:pt x="6503796" y="1339572"/>
                  </a:lnTo>
                  <a:close/>
                </a:path>
                <a:path w="6537959" h="5924550">
                  <a:moveTo>
                    <a:pt x="5877975" y="506670"/>
                  </a:moveTo>
                  <a:lnTo>
                    <a:pt x="5879112" y="508641"/>
                  </a:lnTo>
                  <a:lnTo>
                    <a:pt x="5877146" y="509779"/>
                  </a:lnTo>
                  <a:lnTo>
                    <a:pt x="5876009" y="507807"/>
                  </a:lnTo>
                  <a:lnTo>
                    <a:pt x="5877975" y="506670"/>
                  </a:lnTo>
                  <a:close/>
                </a:path>
                <a:path w="6537959" h="5924550">
                  <a:moveTo>
                    <a:pt x="5936301" y="605863"/>
                  </a:moveTo>
                  <a:lnTo>
                    <a:pt x="5938345" y="609411"/>
                  </a:lnTo>
                  <a:lnTo>
                    <a:pt x="5934801" y="611456"/>
                  </a:lnTo>
                  <a:lnTo>
                    <a:pt x="5932752" y="607912"/>
                  </a:lnTo>
                  <a:lnTo>
                    <a:pt x="5936301" y="605863"/>
                  </a:lnTo>
                  <a:close/>
                </a:path>
                <a:path w="6537959" h="5924550">
                  <a:moveTo>
                    <a:pt x="5994704" y="704748"/>
                  </a:moveTo>
                  <a:lnTo>
                    <a:pt x="5997886" y="710264"/>
                  </a:lnTo>
                  <a:lnTo>
                    <a:pt x="5992370" y="713450"/>
                  </a:lnTo>
                  <a:lnTo>
                    <a:pt x="5989189" y="707935"/>
                  </a:lnTo>
                  <a:lnTo>
                    <a:pt x="5994704" y="704748"/>
                  </a:lnTo>
                  <a:close/>
                </a:path>
                <a:path w="6537959" h="5924550">
                  <a:moveTo>
                    <a:pt x="6053107" y="803634"/>
                  </a:moveTo>
                  <a:lnTo>
                    <a:pt x="6057430" y="811120"/>
                  </a:lnTo>
                  <a:lnTo>
                    <a:pt x="6049944" y="815439"/>
                  </a:lnTo>
                  <a:lnTo>
                    <a:pt x="6045625" y="807957"/>
                  </a:lnTo>
                  <a:lnTo>
                    <a:pt x="6053107" y="803634"/>
                  </a:lnTo>
                  <a:close/>
                </a:path>
                <a:path w="6537959" h="5924550">
                  <a:moveTo>
                    <a:pt x="6111428" y="902831"/>
                  </a:moveTo>
                  <a:lnTo>
                    <a:pt x="6116659" y="911890"/>
                  </a:lnTo>
                  <a:lnTo>
                    <a:pt x="6107595" y="917121"/>
                  </a:lnTo>
                  <a:lnTo>
                    <a:pt x="6102364" y="908062"/>
                  </a:lnTo>
                  <a:lnTo>
                    <a:pt x="6111428" y="902831"/>
                  </a:lnTo>
                  <a:close/>
                </a:path>
                <a:path w="6537959" h="5924550">
                  <a:moveTo>
                    <a:pt x="6169831" y="1001716"/>
                  </a:moveTo>
                  <a:lnTo>
                    <a:pt x="6176199" y="1012746"/>
                  </a:lnTo>
                  <a:lnTo>
                    <a:pt x="6165168" y="1019114"/>
                  </a:lnTo>
                  <a:lnTo>
                    <a:pt x="6158800" y="1008084"/>
                  </a:lnTo>
                  <a:lnTo>
                    <a:pt x="6169831" y="1001716"/>
                  </a:lnTo>
                  <a:close/>
                </a:path>
                <a:path w="6537959" h="5924550">
                  <a:moveTo>
                    <a:pt x="6228147" y="1100909"/>
                  </a:moveTo>
                  <a:lnTo>
                    <a:pt x="6235427" y="1113516"/>
                  </a:lnTo>
                  <a:lnTo>
                    <a:pt x="6222824" y="1120792"/>
                  </a:lnTo>
                  <a:lnTo>
                    <a:pt x="6215549" y="1108184"/>
                  </a:lnTo>
                  <a:lnTo>
                    <a:pt x="6228147" y="1100909"/>
                  </a:lnTo>
                  <a:close/>
                </a:path>
                <a:path w="6537959" h="5924550">
                  <a:moveTo>
                    <a:pt x="6286555" y="1199794"/>
                  </a:moveTo>
                  <a:lnTo>
                    <a:pt x="6294968" y="1214368"/>
                  </a:lnTo>
                  <a:lnTo>
                    <a:pt x="6280393" y="1222781"/>
                  </a:lnTo>
                  <a:lnTo>
                    <a:pt x="6271980" y="1208207"/>
                  </a:lnTo>
                  <a:lnTo>
                    <a:pt x="6286555" y="1199794"/>
                  </a:lnTo>
                  <a:close/>
                </a:path>
                <a:path w="6537959" h="5924550">
                  <a:moveTo>
                    <a:pt x="6344958" y="1298684"/>
                  </a:moveTo>
                  <a:lnTo>
                    <a:pt x="6354508" y="1315221"/>
                  </a:lnTo>
                  <a:lnTo>
                    <a:pt x="6337967" y="1324770"/>
                  </a:lnTo>
                  <a:lnTo>
                    <a:pt x="6328417" y="1308234"/>
                  </a:lnTo>
                  <a:lnTo>
                    <a:pt x="6344958" y="1298684"/>
                  </a:lnTo>
                  <a:close/>
                </a:path>
                <a:path w="6537959" h="5924550">
                  <a:moveTo>
                    <a:pt x="6403279" y="1397877"/>
                  </a:moveTo>
                  <a:lnTo>
                    <a:pt x="6413741" y="1415990"/>
                  </a:lnTo>
                  <a:lnTo>
                    <a:pt x="6395622" y="1426452"/>
                  </a:lnTo>
                  <a:lnTo>
                    <a:pt x="6385165" y="1408334"/>
                  </a:lnTo>
                  <a:lnTo>
                    <a:pt x="6403279" y="1397877"/>
                  </a:lnTo>
                  <a:close/>
                </a:path>
                <a:path w="6537959" h="5924550">
                  <a:moveTo>
                    <a:pt x="6461682" y="1496762"/>
                  </a:moveTo>
                  <a:lnTo>
                    <a:pt x="6473281" y="1516847"/>
                  </a:lnTo>
                  <a:lnTo>
                    <a:pt x="6453196" y="1528441"/>
                  </a:lnTo>
                  <a:lnTo>
                    <a:pt x="6441597" y="1508356"/>
                  </a:lnTo>
                  <a:lnTo>
                    <a:pt x="6461682" y="1496762"/>
                  </a:lnTo>
                  <a:close/>
                </a:path>
                <a:path w="6537959" h="5924550">
                  <a:moveTo>
                    <a:pt x="6520090" y="1595647"/>
                  </a:moveTo>
                  <a:lnTo>
                    <a:pt x="6532821" y="1617699"/>
                  </a:lnTo>
                  <a:lnTo>
                    <a:pt x="6510765" y="1630435"/>
                  </a:lnTo>
                  <a:lnTo>
                    <a:pt x="6498033" y="1608378"/>
                  </a:lnTo>
                  <a:lnTo>
                    <a:pt x="6520090" y="1595647"/>
                  </a:lnTo>
                  <a:close/>
                </a:path>
                <a:path w="6537959" h="5924550">
                  <a:moveTo>
                    <a:pt x="5777536" y="564662"/>
                  </a:moveTo>
                  <a:lnTo>
                    <a:pt x="5778673" y="566629"/>
                  </a:lnTo>
                  <a:lnTo>
                    <a:pt x="5776706" y="567766"/>
                  </a:lnTo>
                  <a:lnTo>
                    <a:pt x="5775569" y="565799"/>
                  </a:lnTo>
                  <a:lnTo>
                    <a:pt x="5777536" y="564662"/>
                  </a:lnTo>
                  <a:close/>
                </a:path>
                <a:path w="6537959" h="5924550">
                  <a:moveTo>
                    <a:pt x="5835861" y="663855"/>
                  </a:moveTo>
                  <a:lnTo>
                    <a:pt x="5837906" y="667399"/>
                  </a:lnTo>
                  <a:lnTo>
                    <a:pt x="5834362" y="669448"/>
                  </a:lnTo>
                  <a:lnTo>
                    <a:pt x="5832313" y="665899"/>
                  </a:lnTo>
                  <a:lnTo>
                    <a:pt x="5835861" y="663855"/>
                  </a:lnTo>
                  <a:close/>
                </a:path>
                <a:path w="6537959" h="5924550">
                  <a:moveTo>
                    <a:pt x="5894264" y="762740"/>
                  </a:moveTo>
                  <a:lnTo>
                    <a:pt x="5897446" y="768256"/>
                  </a:lnTo>
                  <a:lnTo>
                    <a:pt x="5891935" y="771437"/>
                  </a:lnTo>
                  <a:lnTo>
                    <a:pt x="5888749" y="765922"/>
                  </a:lnTo>
                  <a:lnTo>
                    <a:pt x="5894264" y="762740"/>
                  </a:lnTo>
                  <a:close/>
                </a:path>
                <a:path w="6537959" h="5924550">
                  <a:moveTo>
                    <a:pt x="5952580" y="861933"/>
                  </a:moveTo>
                  <a:lnTo>
                    <a:pt x="5956675" y="869025"/>
                  </a:lnTo>
                  <a:lnTo>
                    <a:pt x="5949591" y="873119"/>
                  </a:lnTo>
                  <a:lnTo>
                    <a:pt x="5945497" y="866027"/>
                  </a:lnTo>
                  <a:lnTo>
                    <a:pt x="5952580" y="861933"/>
                  </a:lnTo>
                  <a:close/>
                </a:path>
                <a:path w="6537959" h="5924550">
                  <a:moveTo>
                    <a:pt x="6010906" y="961130"/>
                  </a:moveTo>
                  <a:lnTo>
                    <a:pt x="6015908" y="969795"/>
                  </a:lnTo>
                  <a:lnTo>
                    <a:pt x="6007243" y="974797"/>
                  </a:lnTo>
                  <a:lnTo>
                    <a:pt x="6002241" y="966137"/>
                  </a:lnTo>
                  <a:lnTo>
                    <a:pt x="6010906" y="961130"/>
                  </a:lnTo>
                  <a:close/>
                </a:path>
                <a:path w="6537959" h="5924550">
                  <a:moveTo>
                    <a:pt x="6069309" y="1060010"/>
                  </a:moveTo>
                  <a:lnTo>
                    <a:pt x="6075452" y="1070647"/>
                  </a:lnTo>
                  <a:lnTo>
                    <a:pt x="6064811" y="1076790"/>
                  </a:lnTo>
                  <a:lnTo>
                    <a:pt x="6058673" y="1066154"/>
                  </a:lnTo>
                  <a:lnTo>
                    <a:pt x="6069309" y="1060010"/>
                  </a:lnTo>
                  <a:close/>
                </a:path>
                <a:path w="6537959" h="5924550">
                  <a:moveTo>
                    <a:pt x="6127630" y="1159212"/>
                  </a:moveTo>
                  <a:lnTo>
                    <a:pt x="6134681" y="1171420"/>
                  </a:lnTo>
                  <a:lnTo>
                    <a:pt x="6122472" y="1178467"/>
                  </a:lnTo>
                  <a:lnTo>
                    <a:pt x="6115421" y="1166258"/>
                  </a:lnTo>
                  <a:lnTo>
                    <a:pt x="6127630" y="1159212"/>
                  </a:lnTo>
                  <a:close/>
                </a:path>
                <a:path w="6537959" h="5924550">
                  <a:moveTo>
                    <a:pt x="6186033" y="1258098"/>
                  </a:moveTo>
                  <a:lnTo>
                    <a:pt x="6194221" y="1272273"/>
                  </a:lnTo>
                  <a:lnTo>
                    <a:pt x="6180041" y="1280461"/>
                  </a:lnTo>
                  <a:lnTo>
                    <a:pt x="6171857" y="1266281"/>
                  </a:lnTo>
                  <a:lnTo>
                    <a:pt x="6186033" y="1258098"/>
                  </a:lnTo>
                  <a:close/>
                </a:path>
                <a:path w="6537959" h="5924550">
                  <a:moveTo>
                    <a:pt x="6244436" y="1356978"/>
                  </a:moveTo>
                  <a:lnTo>
                    <a:pt x="6253761" y="1373129"/>
                  </a:lnTo>
                  <a:lnTo>
                    <a:pt x="6237614" y="1382450"/>
                  </a:lnTo>
                  <a:lnTo>
                    <a:pt x="6228289" y="1366303"/>
                  </a:lnTo>
                  <a:lnTo>
                    <a:pt x="6244436" y="1356978"/>
                  </a:lnTo>
                  <a:close/>
                </a:path>
                <a:path w="6537959" h="5924550">
                  <a:moveTo>
                    <a:pt x="6302757" y="1456175"/>
                  </a:moveTo>
                  <a:lnTo>
                    <a:pt x="6312989" y="1473899"/>
                  </a:lnTo>
                  <a:lnTo>
                    <a:pt x="6295265" y="1484132"/>
                  </a:lnTo>
                  <a:lnTo>
                    <a:pt x="6285033" y="1466408"/>
                  </a:lnTo>
                  <a:lnTo>
                    <a:pt x="6302757" y="1456175"/>
                  </a:lnTo>
                  <a:close/>
                </a:path>
                <a:path w="6537959" h="5924550">
                  <a:moveTo>
                    <a:pt x="6361164" y="1555055"/>
                  </a:moveTo>
                  <a:lnTo>
                    <a:pt x="6372534" y="1574751"/>
                  </a:lnTo>
                  <a:lnTo>
                    <a:pt x="6352839" y="1586125"/>
                  </a:lnTo>
                  <a:lnTo>
                    <a:pt x="6341464" y="1566429"/>
                  </a:lnTo>
                  <a:lnTo>
                    <a:pt x="6361164" y="1555055"/>
                  </a:lnTo>
                  <a:close/>
                </a:path>
                <a:path w="6537959" h="5924550">
                  <a:moveTo>
                    <a:pt x="6419568" y="1653941"/>
                  </a:moveTo>
                  <a:lnTo>
                    <a:pt x="6432074" y="1675603"/>
                  </a:lnTo>
                  <a:lnTo>
                    <a:pt x="6410408" y="1688114"/>
                  </a:lnTo>
                  <a:lnTo>
                    <a:pt x="6397901" y="1666452"/>
                  </a:lnTo>
                  <a:lnTo>
                    <a:pt x="6419568" y="1653941"/>
                  </a:lnTo>
                  <a:close/>
                </a:path>
                <a:path w="6537959" h="5924550">
                  <a:moveTo>
                    <a:pt x="6477888" y="1753142"/>
                  </a:moveTo>
                  <a:lnTo>
                    <a:pt x="6491303" y="1776377"/>
                  </a:lnTo>
                  <a:lnTo>
                    <a:pt x="6468068" y="1789796"/>
                  </a:lnTo>
                  <a:lnTo>
                    <a:pt x="6454649" y="1766556"/>
                  </a:lnTo>
                  <a:lnTo>
                    <a:pt x="6477888" y="1753142"/>
                  </a:lnTo>
                  <a:close/>
                </a:path>
                <a:path w="6537959" h="5924550">
                  <a:moveTo>
                    <a:pt x="6536292" y="1852023"/>
                  </a:moveTo>
                  <a:lnTo>
                    <a:pt x="6537666" y="1854404"/>
                  </a:lnTo>
                  <a:lnTo>
                    <a:pt x="6537666" y="1884838"/>
                  </a:lnTo>
                  <a:lnTo>
                    <a:pt x="6525637" y="1891785"/>
                  </a:lnTo>
                  <a:lnTo>
                    <a:pt x="6511081" y="1866574"/>
                  </a:lnTo>
                  <a:lnTo>
                    <a:pt x="6536292" y="1852023"/>
                  </a:lnTo>
                  <a:close/>
                </a:path>
                <a:path w="6537959" h="5924550">
                  <a:moveTo>
                    <a:pt x="5677019" y="622957"/>
                  </a:moveTo>
                  <a:lnTo>
                    <a:pt x="5677926" y="624534"/>
                  </a:lnTo>
                  <a:lnTo>
                    <a:pt x="5676349" y="625442"/>
                  </a:lnTo>
                  <a:lnTo>
                    <a:pt x="5675442" y="623869"/>
                  </a:lnTo>
                  <a:lnTo>
                    <a:pt x="5677019" y="622957"/>
                  </a:lnTo>
                  <a:close/>
                </a:path>
                <a:path w="6537959" h="5924550">
                  <a:moveTo>
                    <a:pt x="5735339" y="722158"/>
                  </a:moveTo>
                  <a:lnTo>
                    <a:pt x="5737155" y="725303"/>
                  </a:lnTo>
                  <a:lnTo>
                    <a:pt x="5734005" y="727123"/>
                  </a:lnTo>
                  <a:lnTo>
                    <a:pt x="5732190" y="723973"/>
                  </a:lnTo>
                  <a:lnTo>
                    <a:pt x="5735339" y="722158"/>
                  </a:lnTo>
                  <a:close/>
                </a:path>
                <a:path w="6537959" h="5924550">
                  <a:moveTo>
                    <a:pt x="5793742" y="821043"/>
                  </a:moveTo>
                  <a:lnTo>
                    <a:pt x="5796695" y="826160"/>
                  </a:lnTo>
                  <a:lnTo>
                    <a:pt x="5791579" y="829113"/>
                  </a:lnTo>
                  <a:lnTo>
                    <a:pt x="5788626" y="823996"/>
                  </a:lnTo>
                  <a:lnTo>
                    <a:pt x="5793742" y="821043"/>
                  </a:lnTo>
                  <a:close/>
                </a:path>
                <a:path w="6537959" h="5924550">
                  <a:moveTo>
                    <a:pt x="5852146" y="919924"/>
                  </a:moveTo>
                  <a:lnTo>
                    <a:pt x="5856240" y="927016"/>
                  </a:lnTo>
                  <a:lnTo>
                    <a:pt x="5849152" y="931106"/>
                  </a:lnTo>
                  <a:lnTo>
                    <a:pt x="5845058" y="924013"/>
                  </a:lnTo>
                  <a:lnTo>
                    <a:pt x="5852146" y="919924"/>
                  </a:lnTo>
                  <a:close/>
                </a:path>
                <a:path w="6537959" h="5924550">
                  <a:moveTo>
                    <a:pt x="5910465" y="1019121"/>
                  </a:moveTo>
                  <a:lnTo>
                    <a:pt x="5915468" y="1027781"/>
                  </a:lnTo>
                  <a:lnTo>
                    <a:pt x="5906803" y="1032787"/>
                  </a:lnTo>
                  <a:lnTo>
                    <a:pt x="5901801" y="1024122"/>
                  </a:lnTo>
                  <a:lnTo>
                    <a:pt x="5910465" y="1019121"/>
                  </a:lnTo>
                  <a:close/>
                </a:path>
                <a:path w="6537959" h="5924550">
                  <a:moveTo>
                    <a:pt x="5968786" y="1118313"/>
                  </a:moveTo>
                  <a:lnTo>
                    <a:pt x="5974696" y="1128555"/>
                  </a:lnTo>
                  <a:lnTo>
                    <a:pt x="5964459" y="1134465"/>
                  </a:lnTo>
                  <a:lnTo>
                    <a:pt x="5958545" y="1124227"/>
                  </a:lnTo>
                  <a:lnTo>
                    <a:pt x="5968786" y="1118313"/>
                  </a:lnTo>
                  <a:close/>
                </a:path>
                <a:path w="6537959" h="5924550">
                  <a:moveTo>
                    <a:pt x="6027190" y="1217199"/>
                  </a:moveTo>
                  <a:lnTo>
                    <a:pt x="6034241" y="1229408"/>
                  </a:lnTo>
                  <a:lnTo>
                    <a:pt x="6022032" y="1236459"/>
                  </a:lnTo>
                  <a:lnTo>
                    <a:pt x="6014981" y="1224250"/>
                  </a:lnTo>
                  <a:lnTo>
                    <a:pt x="6027190" y="1217199"/>
                  </a:lnTo>
                  <a:close/>
                </a:path>
                <a:path w="6537959" h="5924550">
                  <a:moveTo>
                    <a:pt x="6085515" y="1316391"/>
                  </a:moveTo>
                  <a:lnTo>
                    <a:pt x="6093474" y="1330177"/>
                  </a:lnTo>
                  <a:lnTo>
                    <a:pt x="6079688" y="1338136"/>
                  </a:lnTo>
                  <a:lnTo>
                    <a:pt x="6071730" y="1324350"/>
                  </a:lnTo>
                  <a:lnTo>
                    <a:pt x="6085515" y="1316391"/>
                  </a:lnTo>
                  <a:close/>
                </a:path>
                <a:path w="6537959" h="5924550">
                  <a:moveTo>
                    <a:pt x="6143919" y="1415277"/>
                  </a:moveTo>
                  <a:lnTo>
                    <a:pt x="6153014" y="1431034"/>
                  </a:lnTo>
                  <a:lnTo>
                    <a:pt x="6137257" y="1440130"/>
                  </a:lnTo>
                  <a:lnTo>
                    <a:pt x="6128161" y="1424373"/>
                  </a:lnTo>
                  <a:lnTo>
                    <a:pt x="6143919" y="1415277"/>
                  </a:lnTo>
                  <a:close/>
                </a:path>
                <a:path w="6537959" h="5924550">
                  <a:moveTo>
                    <a:pt x="6202322" y="1514162"/>
                  </a:moveTo>
                  <a:lnTo>
                    <a:pt x="6212555" y="1531886"/>
                  </a:lnTo>
                  <a:lnTo>
                    <a:pt x="6194831" y="1542119"/>
                  </a:lnTo>
                  <a:lnTo>
                    <a:pt x="6184598" y="1524395"/>
                  </a:lnTo>
                  <a:lnTo>
                    <a:pt x="6202322" y="1514162"/>
                  </a:lnTo>
                  <a:close/>
                </a:path>
                <a:path w="6537959" h="5924550">
                  <a:moveTo>
                    <a:pt x="6260642" y="1613359"/>
                  </a:moveTo>
                  <a:lnTo>
                    <a:pt x="6271783" y="1632660"/>
                  </a:lnTo>
                  <a:lnTo>
                    <a:pt x="6252482" y="1643801"/>
                  </a:lnTo>
                  <a:lnTo>
                    <a:pt x="6241341" y="1624500"/>
                  </a:lnTo>
                  <a:lnTo>
                    <a:pt x="6260642" y="1613359"/>
                  </a:lnTo>
                  <a:close/>
                </a:path>
                <a:path w="6537959" h="5924550">
                  <a:moveTo>
                    <a:pt x="6319045" y="1712245"/>
                  </a:moveTo>
                  <a:lnTo>
                    <a:pt x="6331323" y="1733512"/>
                  </a:lnTo>
                  <a:lnTo>
                    <a:pt x="6310055" y="1745795"/>
                  </a:lnTo>
                  <a:lnTo>
                    <a:pt x="6297778" y="1724522"/>
                  </a:lnTo>
                  <a:lnTo>
                    <a:pt x="6319045" y="1712245"/>
                  </a:lnTo>
                  <a:close/>
                </a:path>
                <a:path w="6537959" h="5924550">
                  <a:moveTo>
                    <a:pt x="6377366" y="1811437"/>
                  </a:moveTo>
                  <a:lnTo>
                    <a:pt x="6390556" y="1834282"/>
                  </a:lnTo>
                  <a:lnTo>
                    <a:pt x="6367711" y="1847472"/>
                  </a:lnTo>
                  <a:lnTo>
                    <a:pt x="6354521" y="1824627"/>
                  </a:lnTo>
                  <a:lnTo>
                    <a:pt x="6377366" y="1811437"/>
                  </a:lnTo>
                  <a:close/>
                </a:path>
                <a:path w="6537959" h="5924550">
                  <a:moveTo>
                    <a:pt x="6435770" y="1910323"/>
                  </a:moveTo>
                  <a:lnTo>
                    <a:pt x="6450096" y="1935139"/>
                  </a:lnTo>
                  <a:lnTo>
                    <a:pt x="6425285" y="1949466"/>
                  </a:lnTo>
                  <a:lnTo>
                    <a:pt x="6410958" y="1924649"/>
                  </a:lnTo>
                  <a:lnTo>
                    <a:pt x="6435770" y="1910323"/>
                  </a:lnTo>
                  <a:close/>
                </a:path>
                <a:path w="6537959" h="5924550">
                  <a:moveTo>
                    <a:pt x="6494177" y="2009208"/>
                  </a:moveTo>
                  <a:lnTo>
                    <a:pt x="6509637" y="2035987"/>
                  </a:lnTo>
                  <a:lnTo>
                    <a:pt x="6482853" y="2051451"/>
                  </a:lnTo>
                  <a:lnTo>
                    <a:pt x="6467394" y="2024672"/>
                  </a:lnTo>
                  <a:lnTo>
                    <a:pt x="6494177" y="2009208"/>
                  </a:lnTo>
                  <a:close/>
                </a:path>
                <a:path w="6537959" h="5924550">
                  <a:moveTo>
                    <a:pt x="6537666" y="2116964"/>
                  </a:moveTo>
                  <a:lnTo>
                    <a:pt x="6537666" y="2148213"/>
                  </a:lnTo>
                  <a:lnTo>
                    <a:pt x="6524133" y="2124777"/>
                  </a:lnTo>
                  <a:lnTo>
                    <a:pt x="6537666" y="2116964"/>
                  </a:lnTo>
                  <a:close/>
                </a:path>
                <a:path w="6537959" h="5924550">
                  <a:moveTo>
                    <a:pt x="5575314" y="681940"/>
                  </a:moveTo>
                  <a:lnTo>
                    <a:pt x="5576890" y="681940"/>
                  </a:lnTo>
                  <a:lnTo>
                    <a:pt x="5577180" y="682444"/>
                  </a:lnTo>
                  <a:lnTo>
                    <a:pt x="5575604" y="682444"/>
                  </a:lnTo>
                  <a:lnTo>
                    <a:pt x="5575314" y="681940"/>
                  </a:lnTo>
                  <a:close/>
                </a:path>
                <a:path w="6537959" h="5924550">
                  <a:moveTo>
                    <a:pt x="5634817" y="780454"/>
                  </a:moveTo>
                  <a:lnTo>
                    <a:pt x="5636408" y="783214"/>
                  </a:lnTo>
                  <a:lnTo>
                    <a:pt x="5633653" y="784804"/>
                  </a:lnTo>
                  <a:lnTo>
                    <a:pt x="5632062" y="782045"/>
                  </a:lnTo>
                  <a:lnTo>
                    <a:pt x="5634817" y="780454"/>
                  </a:lnTo>
                  <a:close/>
                </a:path>
                <a:path w="6537959" h="5924550">
                  <a:moveTo>
                    <a:pt x="5693220" y="879339"/>
                  </a:moveTo>
                  <a:lnTo>
                    <a:pt x="5695953" y="884066"/>
                  </a:lnTo>
                  <a:lnTo>
                    <a:pt x="5691226" y="886794"/>
                  </a:lnTo>
                  <a:lnTo>
                    <a:pt x="5688494" y="882067"/>
                  </a:lnTo>
                  <a:lnTo>
                    <a:pt x="5693220" y="879339"/>
                  </a:lnTo>
                  <a:close/>
                </a:path>
                <a:path w="6537959" h="5924550">
                  <a:moveTo>
                    <a:pt x="5751623" y="978225"/>
                  </a:moveTo>
                  <a:lnTo>
                    <a:pt x="5755488" y="984918"/>
                  </a:lnTo>
                  <a:lnTo>
                    <a:pt x="5748795" y="988783"/>
                  </a:lnTo>
                  <a:lnTo>
                    <a:pt x="5744930" y="982090"/>
                  </a:lnTo>
                  <a:lnTo>
                    <a:pt x="5751623" y="978225"/>
                  </a:lnTo>
                  <a:close/>
                </a:path>
                <a:path w="6537959" h="5924550">
                  <a:moveTo>
                    <a:pt x="5809949" y="1077417"/>
                  </a:moveTo>
                  <a:lnTo>
                    <a:pt x="5814726" y="1085692"/>
                  </a:lnTo>
                  <a:lnTo>
                    <a:pt x="5806451" y="1090470"/>
                  </a:lnTo>
                  <a:lnTo>
                    <a:pt x="5801673" y="1082194"/>
                  </a:lnTo>
                  <a:lnTo>
                    <a:pt x="5809949" y="1077417"/>
                  </a:lnTo>
                  <a:close/>
                </a:path>
                <a:path w="6537959" h="5924550">
                  <a:moveTo>
                    <a:pt x="5868352" y="1176303"/>
                  </a:moveTo>
                  <a:lnTo>
                    <a:pt x="5874261" y="1186545"/>
                  </a:lnTo>
                  <a:lnTo>
                    <a:pt x="5864019" y="1192459"/>
                  </a:lnTo>
                  <a:lnTo>
                    <a:pt x="5858110" y="1182217"/>
                  </a:lnTo>
                  <a:lnTo>
                    <a:pt x="5868352" y="1176303"/>
                  </a:lnTo>
                  <a:close/>
                </a:path>
                <a:path w="6537959" h="5924550">
                  <a:moveTo>
                    <a:pt x="5926668" y="1275500"/>
                  </a:moveTo>
                  <a:lnTo>
                    <a:pt x="5933494" y="1287319"/>
                  </a:lnTo>
                  <a:lnTo>
                    <a:pt x="5921680" y="1294141"/>
                  </a:lnTo>
                  <a:lnTo>
                    <a:pt x="5914854" y="1282322"/>
                  </a:lnTo>
                  <a:lnTo>
                    <a:pt x="5926668" y="1275500"/>
                  </a:lnTo>
                  <a:close/>
                </a:path>
                <a:path w="6537959" h="5924550">
                  <a:moveTo>
                    <a:pt x="5984989" y="1374697"/>
                  </a:moveTo>
                  <a:lnTo>
                    <a:pt x="5992723" y="1388088"/>
                  </a:lnTo>
                  <a:lnTo>
                    <a:pt x="5979331" y="1395823"/>
                  </a:lnTo>
                  <a:lnTo>
                    <a:pt x="5971597" y="1382431"/>
                  </a:lnTo>
                  <a:lnTo>
                    <a:pt x="5984989" y="1374697"/>
                  </a:lnTo>
                  <a:close/>
                </a:path>
                <a:path w="6537959" h="5924550">
                  <a:moveTo>
                    <a:pt x="6043396" y="1473582"/>
                  </a:moveTo>
                  <a:lnTo>
                    <a:pt x="6052263" y="1488941"/>
                  </a:lnTo>
                  <a:lnTo>
                    <a:pt x="6036900" y="1497807"/>
                  </a:lnTo>
                  <a:lnTo>
                    <a:pt x="6028033" y="1482453"/>
                  </a:lnTo>
                  <a:lnTo>
                    <a:pt x="6043396" y="1473582"/>
                  </a:lnTo>
                  <a:close/>
                </a:path>
                <a:path w="6537959" h="5924550">
                  <a:moveTo>
                    <a:pt x="6101795" y="1572463"/>
                  </a:moveTo>
                  <a:lnTo>
                    <a:pt x="6111803" y="1589797"/>
                  </a:lnTo>
                  <a:lnTo>
                    <a:pt x="6094473" y="1599801"/>
                  </a:lnTo>
                  <a:lnTo>
                    <a:pt x="6084465" y="1582471"/>
                  </a:lnTo>
                  <a:lnTo>
                    <a:pt x="6101795" y="1572463"/>
                  </a:lnTo>
                  <a:close/>
                </a:path>
                <a:path w="6537959" h="5924550">
                  <a:moveTo>
                    <a:pt x="6160120" y="1671660"/>
                  </a:moveTo>
                  <a:lnTo>
                    <a:pt x="6171036" y="1690562"/>
                  </a:lnTo>
                  <a:lnTo>
                    <a:pt x="6152129" y="1701478"/>
                  </a:lnTo>
                  <a:lnTo>
                    <a:pt x="6141213" y="1682576"/>
                  </a:lnTo>
                  <a:lnTo>
                    <a:pt x="6160120" y="1671660"/>
                  </a:lnTo>
                  <a:close/>
                </a:path>
                <a:path w="6537959" h="5924550">
                  <a:moveTo>
                    <a:pt x="6218524" y="1770540"/>
                  </a:moveTo>
                  <a:lnTo>
                    <a:pt x="6230576" y="1791419"/>
                  </a:lnTo>
                  <a:lnTo>
                    <a:pt x="6209698" y="1803471"/>
                  </a:lnTo>
                  <a:lnTo>
                    <a:pt x="6197645" y="1782593"/>
                  </a:lnTo>
                  <a:lnTo>
                    <a:pt x="6218524" y="1770540"/>
                  </a:lnTo>
                  <a:close/>
                </a:path>
                <a:path w="6537959" h="5924550">
                  <a:moveTo>
                    <a:pt x="6276927" y="1869426"/>
                  </a:moveTo>
                  <a:lnTo>
                    <a:pt x="6290117" y="1892275"/>
                  </a:lnTo>
                  <a:lnTo>
                    <a:pt x="6267272" y="1905465"/>
                  </a:lnTo>
                  <a:lnTo>
                    <a:pt x="6254082" y="1882615"/>
                  </a:lnTo>
                  <a:lnTo>
                    <a:pt x="6276927" y="1869426"/>
                  </a:lnTo>
                  <a:close/>
                </a:path>
                <a:path w="6537959" h="5924550">
                  <a:moveTo>
                    <a:pt x="6335247" y="1968627"/>
                  </a:moveTo>
                  <a:lnTo>
                    <a:pt x="6349345" y="1993045"/>
                  </a:lnTo>
                  <a:lnTo>
                    <a:pt x="6324927" y="2007142"/>
                  </a:lnTo>
                  <a:lnTo>
                    <a:pt x="6310830" y="1982725"/>
                  </a:lnTo>
                  <a:lnTo>
                    <a:pt x="6335247" y="1968627"/>
                  </a:lnTo>
                  <a:close/>
                </a:path>
                <a:path w="6537959" h="5924550">
                  <a:moveTo>
                    <a:pt x="6393651" y="2067508"/>
                  </a:moveTo>
                  <a:lnTo>
                    <a:pt x="6408890" y="2093901"/>
                  </a:lnTo>
                  <a:lnTo>
                    <a:pt x="6382501" y="2109136"/>
                  </a:lnTo>
                  <a:lnTo>
                    <a:pt x="6367262" y="2082743"/>
                  </a:lnTo>
                  <a:lnTo>
                    <a:pt x="6393651" y="2067508"/>
                  </a:lnTo>
                  <a:close/>
                </a:path>
                <a:path w="6537959" h="5924550">
                  <a:moveTo>
                    <a:pt x="6452054" y="2166393"/>
                  </a:moveTo>
                  <a:lnTo>
                    <a:pt x="6468430" y="2194754"/>
                  </a:lnTo>
                  <a:lnTo>
                    <a:pt x="6440074" y="2211125"/>
                  </a:lnTo>
                  <a:lnTo>
                    <a:pt x="6423698" y="2182765"/>
                  </a:lnTo>
                  <a:lnTo>
                    <a:pt x="6452054" y="2166393"/>
                  </a:lnTo>
                  <a:close/>
                </a:path>
                <a:path w="6537959" h="5924550">
                  <a:moveTo>
                    <a:pt x="6510379" y="2265586"/>
                  </a:moveTo>
                  <a:lnTo>
                    <a:pt x="6527663" y="2295523"/>
                  </a:lnTo>
                  <a:lnTo>
                    <a:pt x="6497726" y="2312807"/>
                  </a:lnTo>
                  <a:lnTo>
                    <a:pt x="6480442" y="2282870"/>
                  </a:lnTo>
                  <a:lnTo>
                    <a:pt x="6510379" y="2265586"/>
                  </a:lnTo>
                  <a:close/>
                </a:path>
                <a:path w="6537959" h="5924550">
                  <a:moveTo>
                    <a:pt x="5534377" y="838441"/>
                  </a:moveTo>
                  <a:lnTo>
                    <a:pt x="5535968" y="841200"/>
                  </a:lnTo>
                  <a:lnTo>
                    <a:pt x="5533213" y="842791"/>
                  </a:lnTo>
                  <a:lnTo>
                    <a:pt x="5531622" y="840031"/>
                  </a:lnTo>
                  <a:lnTo>
                    <a:pt x="5534377" y="838441"/>
                  </a:lnTo>
                  <a:close/>
                </a:path>
                <a:path w="6537959" h="5924550">
                  <a:moveTo>
                    <a:pt x="5592703" y="937638"/>
                  </a:moveTo>
                  <a:lnTo>
                    <a:pt x="5595201" y="941970"/>
                  </a:lnTo>
                  <a:lnTo>
                    <a:pt x="5590869" y="944473"/>
                  </a:lnTo>
                  <a:lnTo>
                    <a:pt x="5588370" y="940141"/>
                  </a:lnTo>
                  <a:lnTo>
                    <a:pt x="5592703" y="937638"/>
                  </a:lnTo>
                  <a:close/>
                </a:path>
                <a:path w="6537959" h="5924550">
                  <a:moveTo>
                    <a:pt x="5651105" y="1036523"/>
                  </a:moveTo>
                  <a:lnTo>
                    <a:pt x="5654746" y="1042827"/>
                  </a:lnTo>
                  <a:lnTo>
                    <a:pt x="5648442" y="1046462"/>
                  </a:lnTo>
                  <a:lnTo>
                    <a:pt x="5644807" y="1040163"/>
                  </a:lnTo>
                  <a:lnTo>
                    <a:pt x="5651105" y="1036523"/>
                  </a:lnTo>
                  <a:close/>
                </a:path>
                <a:path w="6537959" h="5924550">
                  <a:moveTo>
                    <a:pt x="5709427" y="1135720"/>
                  </a:moveTo>
                  <a:lnTo>
                    <a:pt x="5713974" y="1143596"/>
                  </a:lnTo>
                  <a:lnTo>
                    <a:pt x="5706094" y="1148144"/>
                  </a:lnTo>
                  <a:lnTo>
                    <a:pt x="5701546" y="1140268"/>
                  </a:lnTo>
                  <a:lnTo>
                    <a:pt x="5709427" y="1135720"/>
                  </a:lnTo>
                  <a:close/>
                </a:path>
                <a:path w="6537959" h="5924550">
                  <a:moveTo>
                    <a:pt x="5767830" y="1234606"/>
                  </a:moveTo>
                  <a:lnTo>
                    <a:pt x="5773515" y="1244453"/>
                  </a:lnTo>
                  <a:lnTo>
                    <a:pt x="5763667" y="1250139"/>
                  </a:lnTo>
                  <a:lnTo>
                    <a:pt x="5757982" y="1240291"/>
                  </a:lnTo>
                  <a:lnTo>
                    <a:pt x="5767830" y="1234606"/>
                  </a:lnTo>
                  <a:close/>
                </a:path>
                <a:path w="6537959" h="5924550">
                  <a:moveTo>
                    <a:pt x="5826150" y="1333798"/>
                  </a:moveTo>
                  <a:lnTo>
                    <a:pt x="5832748" y="1345223"/>
                  </a:lnTo>
                  <a:lnTo>
                    <a:pt x="5821323" y="1351815"/>
                  </a:lnTo>
                  <a:lnTo>
                    <a:pt x="5814730" y="1340391"/>
                  </a:lnTo>
                  <a:lnTo>
                    <a:pt x="5826150" y="1333798"/>
                  </a:lnTo>
                  <a:close/>
                </a:path>
                <a:path w="6537959" h="5924550">
                  <a:moveTo>
                    <a:pt x="5884554" y="1432684"/>
                  </a:moveTo>
                  <a:lnTo>
                    <a:pt x="5892288" y="1446075"/>
                  </a:lnTo>
                  <a:lnTo>
                    <a:pt x="5878896" y="1453809"/>
                  </a:lnTo>
                  <a:lnTo>
                    <a:pt x="5871162" y="1440418"/>
                  </a:lnTo>
                  <a:lnTo>
                    <a:pt x="5884554" y="1432684"/>
                  </a:lnTo>
                  <a:close/>
                </a:path>
                <a:path w="6537959" h="5924550">
                  <a:moveTo>
                    <a:pt x="5942961" y="1531569"/>
                  </a:moveTo>
                  <a:lnTo>
                    <a:pt x="5951828" y="1546927"/>
                  </a:lnTo>
                  <a:lnTo>
                    <a:pt x="5936465" y="1555794"/>
                  </a:lnTo>
                  <a:lnTo>
                    <a:pt x="5927598" y="1540440"/>
                  </a:lnTo>
                  <a:lnTo>
                    <a:pt x="5942961" y="1531569"/>
                  </a:lnTo>
                  <a:close/>
                </a:path>
                <a:path w="6537959" h="5924550">
                  <a:moveTo>
                    <a:pt x="6001277" y="1630766"/>
                  </a:moveTo>
                  <a:lnTo>
                    <a:pt x="6011056" y="1647702"/>
                  </a:lnTo>
                  <a:lnTo>
                    <a:pt x="5994121" y="1657481"/>
                  </a:lnTo>
                  <a:lnTo>
                    <a:pt x="5984342" y="1640545"/>
                  </a:lnTo>
                  <a:lnTo>
                    <a:pt x="6001277" y="1630766"/>
                  </a:lnTo>
                  <a:close/>
                </a:path>
                <a:path w="6537959" h="5924550">
                  <a:moveTo>
                    <a:pt x="6059681" y="1729651"/>
                  </a:moveTo>
                  <a:lnTo>
                    <a:pt x="6070597" y="1748554"/>
                  </a:lnTo>
                  <a:lnTo>
                    <a:pt x="6051690" y="1759470"/>
                  </a:lnTo>
                  <a:lnTo>
                    <a:pt x="6040774" y="1740567"/>
                  </a:lnTo>
                  <a:lnTo>
                    <a:pt x="6059681" y="1729651"/>
                  </a:lnTo>
                  <a:close/>
                </a:path>
                <a:path w="6537959" h="5924550">
                  <a:moveTo>
                    <a:pt x="6118001" y="1828844"/>
                  </a:moveTo>
                  <a:lnTo>
                    <a:pt x="6129825" y="1849328"/>
                  </a:lnTo>
                  <a:lnTo>
                    <a:pt x="6109346" y="1861151"/>
                  </a:lnTo>
                  <a:lnTo>
                    <a:pt x="6097522" y="1840668"/>
                  </a:lnTo>
                  <a:lnTo>
                    <a:pt x="6118001" y="1828844"/>
                  </a:lnTo>
                  <a:close/>
                </a:path>
                <a:path w="6537959" h="5924550">
                  <a:moveTo>
                    <a:pt x="6176405" y="1927729"/>
                  </a:moveTo>
                  <a:lnTo>
                    <a:pt x="6189365" y="1950180"/>
                  </a:lnTo>
                  <a:lnTo>
                    <a:pt x="6166919" y="1963140"/>
                  </a:lnTo>
                  <a:lnTo>
                    <a:pt x="6153958" y="1940690"/>
                  </a:lnTo>
                  <a:lnTo>
                    <a:pt x="6176405" y="1927729"/>
                  </a:lnTo>
                  <a:close/>
                </a:path>
                <a:path w="6537959" h="5924550">
                  <a:moveTo>
                    <a:pt x="6234730" y="2026922"/>
                  </a:moveTo>
                  <a:lnTo>
                    <a:pt x="6248603" y="2050950"/>
                  </a:lnTo>
                  <a:lnTo>
                    <a:pt x="6224570" y="2064823"/>
                  </a:lnTo>
                  <a:lnTo>
                    <a:pt x="6210697" y="2040795"/>
                  </a:lnTo>
                  <a:lnTo>
                    <a:pt x="6234730" y="2026922"/>
                  </a:lnTo>
                  <a:close/>
                </a:path>
                <a:path w="6537959" h="5924550">
                  <a:moveTo>
                    <a:pt x="6293133" y="2125807"/>
                  </a:moveTo>
                  <a:lnTo>
                    <a:pt x="6308138" y="2151802"/>
                  </a:lnTo>
                  <a:lnTo>
                    <a:pt x="6282144" y="2166812"/>
                  </a:lnTo>
                  <a:lnTo>
                    <a:pt x="6267134" y="2140817"/>
                  </a:lnTo>
                  <a:lnTo>
                    <a:pt x="6293133" y="2125807"/>
                  </a:lnTo>
                  <a:close/>
                </a:path>
                <a:path w="6537959" h="5924550">
                  <a:moveTo>
                    <a:pt x="6351536" y="2224693"/>
                  </a:moveTo>
                  <a:lnTo>
                    <a:pt x="6367683" y="2252659"/>
                  </a:lnTo>
                  <a:lnTo>
                    <a:pt x="6339713" y="2268806"/>
                  </a:lnTo>
                  <a:lnTo>
                    <a:pt x="6323570" y="2240840"/>
                  </a:lnTo>
                  <a:lnTo>
                    <a:pt x="6351536" y="2224693"/>
                  </a:lnTo>
                  <a:close/>
                </a:path>
                <a:path w="6537959" h="5924550">
                  <a:moveTo>
                    <a:pt x="6409857" y="2323890"/>
                  </a:moveTo>
                  <a:lnTo>
                    <a:pt x="6426912" y="2353428"/>
                  </a:lnTo>
                  <a:lnTo>
                    <a:pt x="6397368" y="2370483"/>
                  </a:lnTo>
                  <a:lnTo>
                    <a:pt x="6380314" y="2340945"/>
                  </a:lnTo>
                  <a:lnTo>
                    <a:pt x="6409857" y="2323890"/>
                  </a:lnTo>
                  <a:close/>
                </a:path>
                <a:path w="6537959" h="5924550">
                  <a:moveTo>
                    <a:pt x="6468260" y="2422775"/>
                  </a:moveTo>
                  <a:lnTo>
                    <a:pt x="6486452" y="2454285"/>
                  </a:lnTo>
                  <a:lnTo>
                    <a:pt x="6454942" y="2472477"/>
                  </a:lnTo>
                  <a:lnTo>
                    <a:pt x="6436750" y="2440967"/>
                  </a:lnTo>
                  <a:lnTo>
                    <a:pt x="6468260" y="2422775"/>
                  </a:lnTo>
                  <a:close/>
                </a:path>
                <a:path w="6537959" h="5924550">
                  <a:moveTo>
                    <a:pt x="6526581" y="2521968"/>
                  </a:moveTo>
                  <a:lnTo>
                    <a:pt x="6537666" y="2541167"/>
                  </a:lnTo>
                  <a:lnTo>
                    <a:pt x="6537666" y="2559683"/>
                  </a:lnTo>
                  <a:lnTo>
                    <a:pt x="6512598" y="2574154"/>
                  </a:lnTo>
                  <a:lnTo>
                    <a:pt x="6493556" y="2541167"/>
                  </a:lnTo>
                  <a:lnTo>
                    <a:pt x="6493326" y="2541167"/>
                  </a:lnTo>
                  <a:lnTo>
                    <a:pt x="6526581" y="2521968"/>
                  </a:lnTo>
                  <a:close/>
                </a:path>
                <a:path w="6537959" h="5924550">
                  <a:moveTo>
                    <a:pt x="5433860" y="896746"/>
                  </a:moveTo>
                  <a:lnTo>
                    <a:pt x="5435222" y="899107"/>
                  </a:lnTo>
                  <a:lnTo>
                    <a:pt x="5432861" y="900473"/>
                  </a:lnTo>
                  <a:lnTo>
                    <a:pt x="5431494" y="898108"/>
                  </a:lnTo>
                  <a:lnTo>
                    <a:pt x="5433860" y="896746"/>
                  </a:lnTo>
                  <a:close/>
                </a:path>
                <a:path w="6537959" h="5924550">
                  <a:moveTo>
                    <a:pt x="5492176" y="995938"/>
                  </a:moveTo>
                  <a:lnTo>
                    <a:pt x="5494450" y="999876"/>
                  </a:lnTo>
                  <a:lnTo>
                    <a:pt x="5490512" y="1002150"/>
                  </a:lnTo>
                  <a:lnTo>
                    <a:pt x="5488238" y="998212"/>
                  </a:lnTo>
                  <a:lnTo>
                    <a:pt x="5492176" y="995938"/>
                  </a:lnTo>
                  <a:close/>
                </a:path>
                <a:path w="6537959" h="5924550">
                  <a:moveTo>
                    <a:pt x="5550579" y="1094824"/>
                  </a:moveTo>
                  <a:lnTo>
                    <a:pt x="5553990" y="1100733"/>
                  </a:lnTo>
                  <a:lnTo>
                    <a:pt x="5548085" y="1104144"/>
                  </a:lnTo>
                  <a:lnTo>
                    <a:pt x="5544674" y="1098235"/>
                  </a:lnTo>
                  <a:lnTo>
                    <a:pt x="5550579" y="1094824"/>
                  </a:lnTo>
                  <a:close/>
                </a:path>
                <a:path w="6537959" h="5924550">
                  <a:moveTo>
                    <a:pt x="5608987" y="1193709"/>
                  </a:moveTo>
                  <a:lnTo>
                    <a:pt x="5613535" y="1201590"/>
                  </a:lnTo>
                  <a:lnTo>
                    <a:pt x="5605654" y="1206138"/>
                  </a:lnTo>
                  <a:lnTo>
                    <a:pt x="5601106" y="1198257"/>
                  </a:lnTo>
                  <a:lnTo>
                    <a:pt x="5608987" y="1193709"/>
                  </a:lnTo>
                  <a:close/>
                </a:path>
                <a:path w="6537959" h="5924550">
                  <a:moveTo>
                    <a:pt x="5667308" y="1292902"/>
                  </a:moveTo>
                  <a:lnTo>
                    <a:pt x="5672768" y="1302355"/>
                  </a:lnTo>
                  <a:lnTo>
                    <a:pt x="5663314" y="1307815"/>
                  </a:lnTo>
                  <a:lnTo>
                    <a:pt x="5657854" y="1298362"/>
                  </a:lnTo>
                  <a:lnTo>
                    <a:pt x="5667308" y="1292902"/>
                  </a:lnTo>
                  <a:close/>
                </a:path>
                <a:path w="6537959" h="5924550">
                  <a:moveTo>
                    <a:pt x="5725711" y="1391787"/>
                  </a:moveTo>
                  <a:lnTo>
                    <a:pt x="5732308" y="1403212"/>
                  </a:lnTo>
                  <a:lnTo>
                    <a:pt x="5720883" y="1409809"/>
                  </a:lnTo>
                  <a:lnTo>
                    <a:pt x="5714291" y="1398384"/>
                  </a:lnTo>
                  <a:lnTo>
                    <a:pt x="5725711" y="1391787"/>
                  </a:lnTo>
                  <a:close/>
                </a:path>
                <a:path w="6537959" h="5924550">
                  <a:moveTo>
                    <a:pt x="5784031" y="1490984"/>
                  </a:moveTo>
                  <a:lnTo>
                    <a:pt x="5791536" y="1503981"/>
                  </a:lnTo>
                  <a:lnTo>
                    <a:pt x="5778539" y="1511486"/>
                  </a:lnTo>
                  <a:lnTo>
                    <a:pt x="5771034" y="1498484"/>
                  </a:lnTo>
                  <a:lnTo>
                    <a:pt x="5784031" y="1490984"/>
                  </a:lnTo>
                  <a:close/>
                </a:path>
                <a:path w="6537959" h="5924550">
                  <a:moveTo>
                    <a:pt x="5842435" y="1589870"/>
                  </a:moveTo>
                  <a:lnTo>
                    <a:pt x="5851077" y="1604838"/>
                  </a:lnTo>
                  <a:lnTo>
                    <a:pt x="5836112" y="1613476"/>
                  </a:lnTo>
                  <a:lnTo>
                    <a:pt x="5827470" y="1598512"/>
                  </a:lnTo>
                  <a:lnTo>
                    <a:pt x="5842435" y="1589870"/>
                  </a:lnTo>
                  <a:close/>
                </a:path>
                <a:path w="6537959" h="5924550">
                  <a:moveTo>
                    <a:pt x="5900838" y="1688755"/>
                  </a:moveTo>
                  <a:lnTo>
                    <a:pt x="5910617" y="1705695"/>
                  </a:lnTo>
                  <a:lnTo>
                    <a:pt x="5893686" y="1715470"/>
                  </a:lnTo>
                  <a:lnTo>
                    <a:pt x="5883907" y="1698534"/>
                  </a:lnTo>
                  <a:lnTo>
                    <a:pt x="5900838" y="1688755"/>
                  </a:lnTo>
                  <a:close/>
                </a:path>
                <a:path w="6537959" h="5924550">
                  <a:moveTo>
                    <a:pt x="5959163" y="1787947"/>
                  </a:moveTo>
                  <a:lnTo>
                    <a:pt x="5969850" y="1806460"/>
                  </a:lnTo>
                  <a:lnTo>
                    <a:pt x="5951337" y="1817151"/>
                  </a:lnTo>
                  <a:lnTo>
                    <a:pt x="5940646" y="1798639"/>
                  </a:lnTo>
                  <a:lnTo>
                    <a:pt x="5959163" y="1787947"/>
                  </a:lnTo>
                  <a:close/>
                </a:path>
                <a:path w="6537959" h="5924550">
                  <a:moveTo>
                    <a:pt x="6017566" y="1886833"/>
                  </a:moveTo>
                  <a:lnTo>
                    <a:pt x="6029390" y="1907317"/>
                  </a:lnTo>
                  <a:lnTo>
                    <a:pt x="6008910" y="1919145"/>
                  </a:lnTo>
                  <a:lnTo>
                    <a:pt x="5997082" y="1898661"/>
                  </a:lnTo>
                  <a:lnTo>
                    <a:pt x="6017566" y="1886833"/>
                  </a:lnTo>
                  <a:close/>
                </a:path>
                <a:path w="6537959" h="5924550">
                  <a:moveTo>
                    <a:pt x="6075882" y="1986030"/>
                  </a:moveTo>
                  <a:lnTo>
                    <a:pt x="6088618" y="2008086"/>
                  </a:lnTo>
                  <a:lnTo>
                    <a:pt x="6066566" y="2020823"/>
                  </a:lnTo>
                  <a:lnTo>
                    <a:pt x="6053830" y="1998761"/>
                  </a:lnTo>
                  <a:lnTo>
                    <a:pt x="6075882" y="1986030"/>
                  </a:lnTo>
                  <a:close/>
                </a:path>
                <a:path w="6537959" h="5924550">
                  <a:moveTo>
                    <a:pt x="6134203" y="2085227"/>
                  </a:moveTo>
                  <a:lnTo>
                    <a:pt x="6147847" y="2108860"/>
                  </a:lnTo>
                  <a:lnTo>
                    <a:pt x="6124218" y="2122504"/>
                  </a:lnTo>
                  <a:lnTo>
                    <a:pt x="6110574" y="2098871"/>
                  </a:lnTo>
                  <a:lnTo>
                    <a:pt x="6134203" y="2085227"/>
                  </a:lnTo>
                  <a:close/>
                </a:path>
                <a:path w="6537959" h="5924550">
                  <a:moveTo>
                    <a:pt x="6192606" y="2184107"/>
                  </a:moveTo>
                  <a:lnTo>
                    <a:pt x="6207391" y="2209712"/>
                  </a:lnTo>
                  <a:lnTo>
                    <a:pt x="6181791" y="2224493"/>
                  </a:lnTo>
                  <a:lnTo>
                    <a:pt x="6167006" y="2198888"/>
                  </a:lnTo>
                  <a:lnTo>
                    <a:pt x="6192606" y="2184107"/>
                  </a:lnTo>
                  <a:close/>
                </a:path>
                <a:path w="6537959" h="5924550">
                  <a:moveTo>
                    <a:pt x="6251009" y="2282993"/>
                  </a:moveTo>
                  <a:lnTo>
                    <a:pt x="6266927" y="2310564"/>
                  </a:lnTo>
                  <a:lnTo>
                    <a:pt x="6239360" y="2326482"/>
                  </a:lnTo>
                  <a:lnTo>
                    <a:pt x="6223442" y="2298910"/>
                  </a:lnTo>
                  <a:lnTo>
                    <a:pt x="6251009" y="2282993"/>
                  </a:lnTo>
                  <a:close/>
                </a:path>
                <a:path w="6537959" h="5924550">
                  <a:moveTo>
                    <a:pt x="6309335" y="2382190"/>
                  </a:moveTo>
                  <a:lnTo>
                    <a:pt x="6326165" y="2411339"/>
                  </a:lnTo>
                  <a:lnTo>
                    <a:pt x="6297016" y="2428164"/>
                  </a:lnTo>
                  <a:lnTo>
                    <a:pt x="6280190" y="2399020"/>
                  </a:lnTo>
                  <a:lnTo>
                    <a:pt x="6309335" y="2382190"/>
                  </a:lnTo>
                  <a:close/>
                </a:path>
                <a:path w="6537959" h="5924550">
                  <a:moveTo>
                    <a:pt x="6367738" y="2481070"/>
                  </a:moveTo>
                  <a:lnTo>
                    <a:pt x="6385705" y="2512186"/>
                  </a:lnTo>
                  <a:lnTo>
                    <a:pt x="6354585" y="2530153"/>
                  </a:lnTo>
                  <a:lnTo>
                    <a:pt x="6336622" y="2499038"/>
                  </a:lnTo>
                  <a:lnTo>
                    <a:pt x="6367738" y="2481070"/>
                  </a:lnTo>
                  <a:close/>
                </a:path>
                <a:path w="6537959" h="5924550">
                  <a:moveTo>
                    <a:pt x="6426059" y="2580272"/>
                  </a:moveTo>
                  <a:lnTo>
                    <a:pt x="6444933" y="2612964"/>
                  </a:lnTo>
                  <a:lnTo>
                    <a:pt x="6412241" y="2631839"/>
                  </a:lnTo>
                  <a:lnTo>
                    <a:pt x="6393366" y="2599147"/>
                  </a:lnTo>
                  <a:lnTo>
                    <a:pt x="6426059" y="2580272"/>
                  </a:lnTo>
                  <a:close/>
                </a:path>
                <a:path w="6537959" h="5924550">
                  <a:moveTo>
                    <a:pt x="6484462" y="2679152"/>
                  </a:moveTo>
                  <a:lnTo>
                    <a:pt x="6504474" y="2713812"/>
                  </a:lnTo>
                  <a:lnTo>
                    <a:pt x="6469809" y="2733824"/>
                  </a:lnTo>
                  <a:lnTo>
                    <a:pt x="6449798" y="2699164"/>
                  </a:lnTo>
                  <a:lnTo>
                    <a:pt x="6484462" y="2679152"/>
                  </a:lnTo>
                  <a:close/>
                </a:path>
                <a:path w="6537959" h="5924550">
                  <a:moveTo>
                    <a:pt x="6537666" y="2781039"/>
                  </a:moveTo>
                  <a:lnTo>
                    <a:pt x="6537666" y="2829880"/>
                  </a:lnTo>
                  <a:lnTo>
                    <a:pt x="6527383" y="2835817"/>
                  </a:lnTo>
                  <a:lnTo>
                    <a:pt x="6506234" y="2799186"/>
                  </a:lnTo>
                  <a:lnTo>
                    <a:pt x="6537666" y="2781039"/>
                  </a:lnTo>
                  <a:close/>
                </a:path>
                <a:path w="6537959" h="5924550">
                  <a:moveTo>
                    <a:pt x="5333338" y="955045"/>
                  </a:moveTo>
                  <a:lnTo>
                    <a:pt x="5334475" y="957017"/>
                  </a:lnTo>
                  <a:lnTo>
                    <a:pt x="5332508" y="958154"/>
                  </a:lnTo>
                  <a:lnTo>
                    <a:pt x="5331371" y="956183"/>
                  </a:lnTo>
                  <a:lnTo>
                    <a:pt x="5333338" y="955045"/>
                  </a:lnTo>
                  <a:close/>
                </a:path>
                <a:path w="6537959" h="5924550">
                  <a:moveTo>
                    <a:pt x="5391658" y="1054242"/>
                  </a:moveTo>
                  <a:lnTo>
                    <a:pt x="5393703" y="1057786"/>
                  </a:lnTo>
                  <a:lnTo>
                    <a:pt x="5390159" y="1059831"/>
                  </a:lnTo>
                  <a:lnTo>
                    <a:pt x="5388110" y="1056287"/>
                  </a:lnTo>
                  <a:lnTo>
                    <a:pt x="5391658" y="1054242"/>
                  </a:lnTo>
                  <a:close/>
                </a:path>
                <a:path w="6537959" h="5924550">
                  <a:moveTo>
                    <a:pt x="5450062" y="1153128"/>
                  </a:moveTo>
                  <a:lnTo>
                    <a:pt x="5453248" y="1158643"/>
                  </a:lnTo>
                  <a:lnTo>
                    <a:pt x="5447733" y="1161825"/>
                  </a:lnTo>
                  <a:lnTo>
                    <a:pt x="5444546" y="1156310"/>
                  </a:lnTo>
                  <a:lnTo>
                    <a:pt x="5450062" y="1153128"/>
                  </a:lnTo>
                  <a:close/>
                </a:path>
                <a:path w="6537959" h="5924550">
                  <a:moveTo>
                    <a:pt x="5508464" y="1252013"/>
                  </a:moveTo>
                  <a:lnTo>
                    <a:pt x="5512783" y="1259490"/>
                  </a:lnTo>
                  <a:lnTo>
                    <a:pt x="5505301" y="1263814"/>
                  </a:lnTo>
                  <a:lnTo>
                    <a:pt x="5500983" y="1256331"/>
                  </a:lnTo>
                  <a:lnTo>
                    <a:pt x="5508464" y="1252013"/>
                  </a:lnTo>
                  <a:close/>
                </a:path>
                <a:path w="6537959" h="5924550">
                  <a:moveTo>
                    <a:pt x="5566785" y="1351206"/>
                  </a:moveTo>
                  <a:lnTo>
                    <a:pt x="5572016" y="1360265"/>
                  </a:lnTo>
                  <a:lnTo>
                    <a:pt x="5562957" y="1365496"/>
                  </a:lnTo>
                  <a:lnTo>
                    <a:pt x="5557726" y="1356437"/>
                  </a:lnTo>
                  <a:lnTo>
                    <a:pt x="5566785" y="1351206"/>
                  </a:lnTo>
                  <a:close/>
                </a:path>
                <a:path w="6537959" h="5924550">
                  <a:moveTo>
                    <a:pt x="5625189" y="1450091"/>
                  </a:moveTo>
                  <a:lnTo>
                    <a:pt x="5631557" y="1461117"/>
                  </a:lnTo>
                  <a:lnTo>
                    <a:pt x="5620531" y="1467485"/>
                  </a:lnTo>
                  <a:lnTo>
                    <a:pt x="5614163" y="1456459"/>
                  </a:lnTo>
                  <a:lnTo>
                    <a:pt x="5625189" y="1450091"/>
                  </a:lnTo>
                  <a:close/>
                </a:path>
                <a:path w="6537959" h="5924550">
                  <a:moveTo>
                    <a:pt x="5683509" y="1549284"/>
                  </a:moveTo>
                  <a:lnTo>
                    <a:pt x="5690785" y="1561887"/>
                  </a:lnTo>
                  <a:lnTo>
                    <a:pt x="5678182" y="1569167"/>
                  </a:lnTo>
                  <a:lnTo>
                    <a:pt x="5670906" y="1556564"/>
                  </a:lnTo>
                  <a:lnTo>
                    <a:pt x="5683509" y="1549284"/>
                  </a:lnTo>
                  <a:close/>
                </a:path>
                <a:path w="6537959" h="5924550">
                  <a:moveTo>
                    <a:pt x="5741916" y="1648169"/>
                  </a:moveTo>
                  <a:lnTo>
                    <a:pt x="5750330" y="1662744"/>
                  </a:lnTo>
                  <a:lnTo>
                    <a:pt x="5735755" y="1671156"/>
                  </a:lnTo>
                  <a:lnTo>
                    <a:pt x="5727343" y="1656586"/>
                  </a:lnTo>
                  <a:lnTo>
                    <a:pt x="5741916" y="1648169"/>
                  </a:lnTo>
                  <a:close/>
                </a:path>
                <a:path w="6537959" h="5924550">
                  <a:moveTo>
                    <a:pt x="5800320" y="1747055"/>
                  </a:moveTo>
                  <a:lnTo>
                    <a:pt x="5809870" y="1763596"/>
                  </a:lnTo>
                  <a:lnTo>
                    <a:pt x="5793324" y="1773150"/>
                  </a:lnTo>
                  <a:lnTo>
                    <a:pt x="5783774" y="1756609"/>
                  </a:lnTo>
                  <a:lnTo>
                    <a:pt x="5800320" y="1747055"/>
                  </a:lnTo>
                  <a:close/>
                </a:path>
                <a:path w="6537959" h="5924550">
                  <a:moveTo>
                    <a:pt x="5858641" y="1846252"/>
                  </a:moveTo>
                  <a:lnTo>
                    <a:pt x="5869098" y="1864370"/>
                  </a:lnTo>
                  <a:lnTo>
                    <a:pt x="5850980" y="1874827"/>
                  </a:lnTo>
                  <a:lnTo>
                    <a:pt x="5840522" y="1856709"/>
                  </a:lnTo>
                  <a:lnTo>
                    <a:pt x="5858641" y="1846252"/>
                  </a:lnTo>
                  <a:close/>
                </a:path>
                <a:path w="6537959" h="5924550">
                  <a:moveTo>
                    <a:pt x="5917043" y="1945137"/>
                  </a:moveTo>
                  <a:lnTo>
                    <a:pt x="5928638" y="1965222"/>
                  </a:lnTo>
                  <a:lnTo>
                    <a:pt x="5908553" y="1976821"/>
                  </a:lnTo>
                  <a:lnTo>
                    <a:pt x="5896959" y="1956731"/>
                  </a:lnTo>
                  <a:lnTo>
                    <a:pt x="5917043" y="1945137"/>
                  </a:lnTo>
                  <a:close/>
                </a:path>
                <a:path w="6537959" h="5924550">
                  <a:moveTo>
                    <a:pt x="5975446" y="2044017"/>
                  </a:moveTo>
                  <a:lnTo>
                    <a:pt x="5988183" y="2066079"/>
                  </a:lnTo>
                  <a:lnTo>
                    <a:pt x="5966127" y="2078810"/>
                  </a:lnTo>
                  <a:lnTo>
                    <a:pt x="5953391" y="2056753"/>
                  </a:lnTo>
                  <a:lnTo>
                    <a:pt x="5975446" y="2044017"/>
                  </a:lnTo>
                  <a:close/>
                </a:path>
                <a:path w="6537959" h="5924550">
                  <a:moveTo>
                    <a:pt x="6033768" y="2143214"/>
                  </a:moveTo>
                  <a:lnTo>
                    <a:pt x="6047412" y="2166848"/>
                  </a:lnTo>
                  <a:lnTo>
                    <a:pt x="6023783" y="2180492"/>
                  </a:lnTo>
                  <a:lnTo>
                    <a:pt x="6010139" y="2156858"/>
                  </a:lnTo>
                  <a:lnTo>
                    <a:pt x="6033768" y="2143214"/>
                  </a:lnTo>
                  <a:close/>
                </a:path>
                <a:path w="6537959" h="5924550">
                  <a:moveTo>
                    <a:pt x="6092171" y="2242095"/>
                  </a:moveTo>
                  <a:lnTo>
                    <a:pt x="6106956" y="2267700"/>
                  </a:lnTo>
                  <a:lnTo>
                    <a:pt x="6081356" y="2282481"/>
                  </a:lnTo>
                  <a:lnTo>
                    <a:pt x="6066571" y="2256876"/>
                  </a:lnTo>
                  <a:lnTo>
                    <a:pt x="6092171" y="2242095"/>
                  </a:lnTo>
                  <a:close/>
                </a:path>
                <a:path w="6537959" h="5924550">
                  <a:moveTo>
                    <a:pt x="6150574" y="2340980"/>
                  </a:moveTo>
                  <a:lnTo>
                    <a:pt x="6166492" y="2368552"/>
                  </a:lnTo>
                  <a:lnTo>
                    <a:pt x="6138920" y="2384474"/>
                  </a:lnTo>
                  <a:lnTo>
                    <a:pt x="6123003" y="2356903"/>
                  </a:lnTo>
                  <a:lnTo>
                    <a:pt x="6150574" y="2340980"/>
                  </a:lnTo>
                  <a:close/>
                </a:path>
                <a:path w="6537959" h="5924550">
                  <a:moveTo>
                    <a:pt x="6208895" y="2440182"/>
                  </a:moveTo>
                  <a:lnTo>
                    <a:pt x="6225725" y="2469326"/>
                  </a:lnTo>
                  <a:lnTo>
                    <a:pt x="6196576" y="2486156"/>
                  </a:lnTo>
                  <a:lnTo>
                    <a:pt x="6179751" y="2457007"/>
                  </a:lnTo>
                  <a:lnTo>
                    <a:pt x="6208895" y="2440182"/>
                  </a:lnTo>
                  <a:close/>
                </a:path>
                <a:path w="6537959" h="5924550">
                  <a:moveTo>
                    <a:pt x="6267298" y="2539062"/>
                  </a:moveTo>
                  <a:lnTo>
                    <a:pt x="6285265" y="2570178"/>
                  </a:lnTo>
                  <a:lnTo>
                    <a:pt x="6254150" y="2588140"/>
                  </a:lnTo>
                  <a:lnTo>
                    <a:pt x="6236182" y="2557025"/>
                  </a:lnTo>
                  <a:lnTo>
                    <a:pt x="6267298" y="2539062"/>
                  </a:lnTo>
                  <a:close/>
                </a:path>
                <a:path w="6537959" h="5924550">
                  <a:moveTo>
                    <a:pt x="6325536" y="2638567"/>
                  </a:moveTo>
                  <a:lnTo>
                    <a:pt x="6344187" y="2670865"/>
                  </a:lnTo>
                  <a:lnTo>
                    <a:pt x="6311888" y="2689515"/>
                  </a:lnTo>
                  <a:lnTo>
                    <a:pt x="6293238" y="2657217"/>
                  </a:lnTo>
                  <a:lnTo>
                    <a:pt x="6325536" y="2638567"/>
                  </a:lnTo>
                  <a:close/>
                </a:path>
                <a:path w="6537959" h="5924550">
                  <a:moveTo>
                    <a:pt x="6383939" y="2737452"/>
                  </a:moveTo>
                  <a:lnTo>
                    <a:pt x="6403727" y="2771722"/>
                  </a:lnTo>
                  <a:lnTo>
                    <a:pt x="6369457" y="2791504"/>
                  </a:lnTo>
                  <a:lnTo>
                    <a:pt x="6349674" y="2757239"/>
                  </a:lnTo>
                  <a:lnTo>
                    <a:pt x="6383939" y="2737452"/>
                  </a:lnTo>
                  <a:close/>
                </a:path>
                <a:path w="6537959" h="5924550">
                  <a:moveTo>
                    <a:pt x="6442347" y="2836337"/>
                  </a:moveTo>
                  <a:lnTo>
                    <a:pt x="6463267" y="2872578"/>
                  </a:lnTo>
                  <a:lnTo>
                    <a:pt x="6427030" y="2893497"/>
                  </a:lnTo>
                  <a:lnTo>
                    <a:pt x="6406111" y="2857261"/>
                  </a:lnTo>
                  <a:lnTo>
                    <a:pt x="6442347" y="2836337"/>
                  </a:lnTo>
                  <a:close/>
                </a:path>
                <a:path w="6537959" h="5924550">
                  <a:moveTo>
                    <a:pt x="6500663" y="2935534"/>
                  </a:moveTo>
                  <a:lnTo>
                    <a:pt x="6522495" y="2973348"/>
                  </a:lnTo>
                  <a:lnTo>
                    <a:pt x="6484686" y="2995175"/>
                  </a:lnTo>
                  <a:lnTo>
                    <a:pt x="6462854" y="2957361"/>
                  </a:lnTo>
                  <a:lnTo>
                    <a:pt x="6500663" y="2935534"/>
                  </a:lnTo>
                  <a:close/>
                </a:path>
                <a:path w="6537959" h="5924550">
                  <a:moveTo>
                    <a:pt x="6537666" y="3046776"/>
                  </a:moveTo>
                  <a:lnTo>
                    <a:pt x="6537666" y="3089215"/>
                  </a:lnTo>
                  <a:lnTo>
                    <a:pt x="6519291" y="3057383"/>
                  </a:lnTo>
                  <a:lnTo>
                    <a:pt x="6537666" y="3046776"/>
                  </a:lnTo>
                  <a:close/>
                </a:path>
                <a:path w="6537959" h="5924550">
                  <a:moveTo>
                    <a:pt x="5232816" y="1013344"/>
                  </a:moveTo>
                  <a:lnTo>
                    <a:pt x="5233723" y="1014921"/>
                  </a:lnTo>
                  <a:lnTo>
                    <a:pt x="5232146" y="1015829"/>
                  </a:lnTo>
                  <a:lnTo>
                    <a:pt x="5231238" y="1014252"/>
                  </a:lnTo>
                  <a:lnTo>
                    <a:pt x="5232816" y="1013344"/>
                  </a:lnTo>
                  <a:close/>
                </a:path>
                <a:path w="6537959" h="5924550">
                  <a:moveTo>
                    <a:pt x="5291141" y="1112541"/>
                  </a:moveTo>
                  <a:lnTo>
                    <a:pt x="5292956" y="1115691"/>
                  </a:lnTo>
                  <a:lnTo>
                    <a:pt x="5289802" y="1117511"/>
                  </a:lnTo>
                  <a:lnTo>
                    <a:pt x="5287987" y="1114361"/>
                  </a:lnTo>
                  <a:lnTo>
                    <a:pt x="5291141" y="1112541"/>
                  </a:lnTo>
                  <a:close/>
                </a:path>
                <a:path w="6537959" h="5924550">
                  <a:moveTo>
                    <a:pt x="5349539" y="1211422"/>
                  </a:moveTo>
                  <a:lnTo>
                    <a:pt x="5352496" y="1216542"/>
                  </a:lnTo>
                  <a:lnTo>
                    <a:pt x="5347375" y="1219500"/>
                  </a:lnTo>
                  <a:lnTo>
                    <a:pt x="5344418" y="1214379"/>
                  </a:lnTo>
                  <a:lnTo>
                    <a:pt x="5349539" y="1211422"/>
                  </a:lnTo>
                  <a:close/>
                </a:path>
                <a:path w="6537959" h="5924550">
                  <a:moveTo>
                    <a:pt x="5407947" y="1310307"/>
                  </a:moveTo>
                  <a:lnTo>
                    <a:pt x="5412041" y="1317399"/>
                  </a:lnTo>
                  <a:lnTo>
                    <a:pt x="5404949" y="1321493"/>
                  </a:lnTo>
                  <a:lnTo>
                    <a:pt x="5400855" y="1314401"/>
                  </a:lnTo>
                  <a:lnTo>
                    <a:pt x="5407947" y="1310307"/>
                  </a:lnTo>
                  <a:close/>
                </a:path>
                <a:path w="6537959" h="5924550">
                  <a:moveTo>
                    <a:pt x="5466263" y="1409504"/>
                  </a:moveTo>
                  <a:lnTo>
                    <a:pt x="5471270" y="1418169"/>
                  </a:lnTo>
                  <a:lnTo>
                    <a:pt x="5462605" y="1423171"/>
                  </a:lnTo>
                  <a:lnTo>
                    <a:pt x="5457598" y="1414506"/>
                  </a:lnTo>
                  <a:lnTo>
                    <a:pt x="5466263" y="1409504"/>
                  </a:lnTo>
                  <a:close/>
                </a:path>
                <a:path w="6537959" h="5924550">
                  <a:moveTo>
                    <a:pt x="5524666" y="1508389"/>
                  </a:moveTo>
                  <a:lnTo>
                    <a:pt x="5530810" y="1519026"/>
                  </a:lnTo>
                  <a:lnTo>
                    <a:pt x="5520178" y="1525164"/>
                  </a:lnTo>
                  <a:lnTo>
                    <a:pt x="5514035" y="1514528"/>
                  </a:lnTo>
                  <a:lnTo>
                    <a:pt x="5524666" y="1508389"/>
                  </a:lnTo>
                  <a:close/>
                </a:path>
                <a:path w="6537959" h="5924550">
                  <a:moveTo>
                    <a:pt x="5582987" y="1607586"/>
                  </a:moveTo>
                  <a:lnTo>
                    <a:pt x="5590038" y="1619795"/>
                  </a:lnTo>
                  <a:lnTo>
                    <a:pt x="5577829" y="1626846"/>
                  </a:lnTo>
                  <a:lnTo>
                    <a:pt x="5570778" y="1614637"/>
                  </a:lnTo>
                  <a:lnTo>
                    <a:pt x="5582987" y="1607586"/>
                  </a:lnTo>
                  <a:close/>
                </a:path>
                <a:path w="6537959" h="5924550">
                  <a:moveTo>
                    <a:pt x="5641390" y="1706467"/>
                  </a:moveTo>
                  <a:lnTo>
                    <a:pt x="5649578" y="1720652"/>
                  </a:lnTo>
                  <a:lnTo>
                    <a:pt x="5635403" y="1728835"/>
                  </a:lnTo>
                  <a:lnTo>
                    <a:pt x="5627215" y="1714655"/>
                  </a:lnTo>
                  <a:lnTo>
                    <a:pt x="5641390" y="1706467"/>
                  </a:lnTo>
                  <a:close/>
                </a:path>
                <a:path w="6537959" h="5924550">
                  <a:moveTo>
                    <a:pt x="5699798" y="1805352"/>
                  </a:moveTo>
                  <a:lnTo>
                    <a:pt x="5709123" y="1821499"/>
                  </a:lnTo>
                  <a:lnTo>
                    <a:pt x="5692972" y="1830824"/>
                  </a:lnTo>
                  <a:lnTo>
                    <a:pt x="5683646" y="1814677"/>
                  </a:lnTo>
                  <a:lnTo>
                    <a:pt x="5699798" y="1805352"/>
                  </a:lnTo>
                  <a:close/>
                </a:path>
                <a:path w="6537959" h="5924550">
                  <a:moveTo>
                    <a:pt x="5758119" y="1904545"/>
                  </a:moveTo>
                  <a:lnTo>
                    <a:pt x="5768351" y="1922273"/>
                  </a:lnTo>
                  <a:lnTo>
                    <a:pt x="5750627" y="1932506"/>
                  </a:lnTo>
                  <a:lnTo>
                    <a:pt x="5740395" y="1914778"/>
                  </a:lnTo>
                  <a:lnTo>
                    <a:pt x="5758119" y="1904545"/>
                  </a:lnTo>
                  <a:close/>
                </a:path>
                <a:path w="6537959" h="5924550">
                  <a:moveTo>
                    <a:pt x="5816522" y="2003430"/>
                  </a:moveTo>
                  <a:lnTo>
                    <a:pt x="5827892" y="2023126"/>
                  </a:lnTo>
                  <a:lnTo>
                    <a:pt x="5808201" y="2034495"/>
                  </a:lnTo>
                  <a:lnTo>
                    <a:pt x="5796831" y="2014800"/>
                  </a:lnTo>
                  <a:lnTo>
                    <a:pt x="5816522" y="2003430"/>
                  </a:lnTo>
                  <a:close/>
                </a:path>
                <a:path w="6537959" h="5924550">
                  <a:moveTo>
                    <a:pt x="5874925" y="2102316"/>
                  </a:moveTo>
                  <a:lnTo>
                    <a:pt x="5887432" y="2123982"/>
                  </a:lnTo>
                  <a:lnTo>
                    <a:pt x="5865769" y="2136489"/>
                  </a:lnTo>
                  <a:lnTo>
                    <a:pt x="5853263" y="2114823"/>
                  </a:lnTo>
                  <a:lnTo>
                    <a:pt x="5874925" y="2102316"/>
                  </a:lnTo>
                  <a:close/>
                </a:path>
                <a:path w="6537959" h="5924550">
                  <a:moveTo>
                    <a:pt x="5933246" y="2201513"/>
                  </a:moveTo>
                  <a:lnTo>
                    <a:pt x="5946660" y="2224752"/>
                  </a:lnTo>
                  <a:lnTo>
                    <a:pt x="5923421" y="2238167"/>
                  </a:lnTo>
                  <a:lnTo>
                    <a:pt x="5910006" y="2214932"/>
                  </a:lnTo>
                  <a:lnTo>
                    <a:pt x="5933246" y="2201513"/>
                  </a:lnTo>
                  <a:close/>
                </a:path>
                <a:path w="6537959" h="5924550">
                  <a:moveTo>
                    <a:pt x="5991649" y="2300398"/>
                  </a:moveTo>
                  <a:lnTo>
                    <a:pt x="6006205" y="2325604"/>
                  </a:lnTo>
                  <a:lnTo>
                    <a:pt x="5980994" y="2340161"/>
                  </a:lnTo>
                  <a:lnTo>
                    <a:pt x="5966443" y="2314954"/>
                  </a:lnTo>
                  <a:lnTo>
                    <a:pt x="5991649" y="2300398"/>
                  </a:lnTo>
                  <a:close/>
                </a:path>
                <a:path w="6537959" h="5924550">
                  <a:moveTo>
                    <a:pt x="6050052" y="2399284"/>
                  </a:moveTo>
                  <a:lnTo>
                    <a:pt x="6065745" y="2426461"/>
                  </a:lnTo>
                  <a:lnTo>
                    <a:pt x="6038568" y="2442154"/>
                  </a:lnTo>
                  <a:lnTo>
                    <a:pt x="6022874" y="2414977"/>
                  </a:lnTo>
                  <a:lnTo>
                    <a:pt x="6050052" y="2399284"/>
                  </a:lnTo>
                  <a:close/>
                </a:path>
                <a:path w="6537959" h="5924550">
                  <a:moveTo>
                    <a:pt x="6108377" y="2498476"/>
                  </a:moveTo>
                  <a:lnTo>
                    <a:pt x="6124978" y="2527231"/>
                  </a:lnTo>
                  <a:lnTo>
                    <a:pt x="6096223" y="2543831"/>
                  </a:lnTo>
                  <a:lnTo>
                    <a:pt x="6079623" y="2515077"/>
                  </a:lnTo>
                  <a:lnTo>
                    <a:pt x="6108377" y="2498476"/>
                  </a:lnTo>
                  <a:close/>
                </a:path>
                <a:path w="6537959" h="5924550">
                  <a:moveTo>
                    <a:pt x="6166780" y="2597361"/>
                  </a:moveTo>
                  <a:lnTo>
                    <a:pt x="6184518" y="2628087"/>
                  </a:lnTo>
                  <a:lnTo>
                    <a:pt x="6153797" y="2645825"/>
                  </a:lnTo>
                  <a:lnTo>
                    <a:pt x="6136059" y="2615099"/>
                  </a:lnTo>
                  <a:lnTo>
                    <a:pt x="6166780" y="2597361"/>
                  </a:lnTo>
                  <a:close/>
                </a:path>
                <a:path w="6537959" h="5924550">
                  <a:moveTo>
                    <a:pt x="6225097" y="2696559"/>
                  </a:moveTo>
                  <a:lnTo>
                    <a:pt x="6243747" y="2728857"/>
                  </a:lnTo>
                  <a:lnTo>
                    <a:pt x="6211453" y="2747503"/>
                  </a:lnTo>
                  <a:lnTo>
                    <a:pt x="6192803" y="2715204"/>
                  </a:lnTo>
                  <a:lnTo>
                    <a:pt x="6225097" y="2696559"/>
                  </a:lnTo>
                  <a:close/>
                </a:path>
                <a:path w="6537959" h="5924550">
                  <a:moveTo>
                    <a:pt x="6283504" y="2795444"/>
                  </a:moveTo>
                  <a:lnTo>
                    <a:pt x="6303287" y="2829709"/>
                  </a:lnTo>
                  <a:lnTo>
                    <a:pt x="6269022" y="2849492"/>
                  </a:lnTo>
                  <a:lnTo>
                    <a:pt x="6249239" y="2815226"/>
                  </a:lnTo>
                  <a:lnTo>
                    <a:pt x="6283504" y="2795444"/>
                  </a:lnTo>
                  <a:close/>
                </a:path>
                <a:path w="6537959" h="5924550">
                  <a:moveTo>
                    <a:pt x="6341825" y="2894636"/>
                  </a:moveTo>
                  <a:lnTo>
                    <a:pt x="6362520" y="2930478"/>
                  </a:lnTo>
                  <a:lnTo>
                    <a:pt x="6326677" y="2951173"/>
                  </a:lnTo>
                  <a:lnTo>
                    <a:pt x="6305983" y="2915331"/>
                  </a:lnTo>
                  <a:lnTo>
                    <a:pt x="6341825" y="2894636"/>
                  </a:lnTo>
                  <a:close/>
                </a:path>
                <a:path w="6537959" h="5924550">
                  <a:moveTo>
                    <a:pt x="6400228" y="2993521"/>
                  </a:moveTo>
                  <a:lnTo>
                    <a:pt x="6422060" y="3031335"/>
                  </a:lnTo>
                  <a:lnTo>
                    <a:pt x="6384246" y="3053167"/>
                  </a:lnTo>
                  <a:lnTo>
                    <a:pt x="6362414" y="3015353"/>
                  </a:lnTo>
                  <a:lnTo>
                    <a:pt x="6400228" y="2993521"/>
                  </a:lnTo>
                  <a:close/>
                </a:path>
                <a:path w="6537959" h="5924550">
                  <a:moveTo>
                    <a:pt x="6458549" y="3092718"/>
                  </a:moveTo>
                  <a:lnTo>
                    <a:pt x="6481288" y="3132105"/>
                  </a:lnTo>
                  <a:lnTo>
                    <a:pt x="6441902" y="3154844"/>
                  </a:lnTo>
                  <a:lnTo>
                    <a:pt x="6419163" y="3115458"/>
                  </a:lnTo>
                  <a:lnTo>
                    <a:pt x="6458549" y="3092718"/>
                  </a:lnTo>
                  <a:close/>
                </a:path>
                <a:path w="6537959" h="5924550">
                  <a:moveTo>
                    <a:pt x="6516952" y="3191599"/>
                  </a:moveTo>
                  <a:lnTo>
                    <a:pt x="6537666" y="3227476"/>
                  </a:lnTo>
                  <a:lnTo>
                    <a:pt x="6537666" y="3234790"/>
                  </a:lnTo>
                  <a:lnTo>
                    <a:pt x="6499476" y="3256838"/>
                  </a:lnTo>
                  <a:lnTo>
                    <a:pt x="6475594" y="3215476"/>
                  </a:lnTo>
                  <a:lnTo>
                    <a:pt x="6516952" y="3191599"/>
                  </a:lnTo>
                  <a:close/>
                </a:path>
                <a:path w="6537959" h="5924550">
                  <a:moveTo>
                    <a:pt x="6537666" y="3312249"/>
                  </a:moveTo>
                  <a:lnTo>
                    <a:pt x="6537666" y="3325263"/>
                  </a:lnTo>
                  <a:lnTo>
                    <a:pt x="6532031" y="3315502"/>
                  </a:lnTo>
                  <a:lnTo>
                    <a:pt x="6537666" y="3312249"/>
                  </a:lnTo>
                  <a:close/>
                </a:path>
                <a:path w="6537959" h="5924550">
                  <a:moveTo>
                    <a:pt x="5132376" y="1071332"/>
                  </a:moveTo>
                  <a:lnTo>
                    <a:pt x="5133284" y="1072909"/>
                  </a:lnTo>
                  <a:lnTo>
                    <a:pt x="5131711" y="1073817"/>
                  </a:lnTo>
                  <a:lnTo>
                    <a:pt x="5130803" y="1072240"/>
                  </a:lnTo>
                  <a:lnTo>
                    <a:pt x="5132376" y="1071332"/>
                  </a:lnTo>
                  <a:close/>
                </a:path>
                <a:path w="6537959" h="5924550">
                  <a:moveTo>
                    <a:pt x="5190701" y="1170529"/>
                  </a:moveTo>
                  <a:lnTo>
                    <a:pt x="5192516" y="1173679"/>
                  </a:lnTo>
                  <a:lnTo>
                    <a:pt x="5189367" y="1175499"/>
                  </a:lnTo>
                  <a:lnTo>
                    <a:pt x="5187547" y="1172349"/>
                  </a:lnTo>
                  <a:lnTo>
                    <a:pt x="5190701" y="1170529"/>
                  </a:lnTo>
                  <a:close/>
                </a:path>
                <a:path w="6537959" h="5924550">
                  <a:moveTo>
                    <a:pt x="5249017" y="1269726"/>
                  </a:moveTo>
                  <a:lnTo>
                    <a:pt x="5251745" y="1274448"/>
                  </a:lnTo>
                  <a:lnTo>
                    <a:pt x="5247023" y="1277176"/>
                  </a:lnTo>
                  <a:lnTo>
                    <a:pt x="5244295" y="1272454"/>
                  </a:lnTo>
                  <a:lnTo>
                    <a:pt x="5249017" y="1269726"/>
                  </a:lnTo>
                  <a:close/>
                </a:path>
                <a:path w="6537959" h="5924550">
                  <a:moveTo>
                    <a:pt x="5307420" y="1368611"/>
                  </a:moveTo>
                  <a:lnTo>
                    <a:pt x="5311285" y="1375305"/>
                  </a:lnTo>
                  <a:lnTo>
                    <a:pt x="5304591" y="1379170"/>
                  </a:lnTo>
                  <a:lnTo>
                    <a:pt x="5300727" y="1372476"/>
                  </a:lnTo>
                  <a:lnTo>
                    <a:pt x="5307420" y="1368611"/>
                  </a:lnTo>
                  <a:close/>
                </a:path>
                <a:path w="6537959" h="5924550">
                  <a:moveTo>
                    <a:pt x="5365823" y="1467492"/>
                  </a:moveTo>
                  <a:lnTo>
                    <a:pt x="5370830" y="1476162"/>
                  </a:lnTo>
                  <a:lnTo>
                    <a:pt x="5362165" y="1481163"/>
                  </a:lnTo>
                  <a:lnTo>
                    <a:pt x="5357163" y="1472494"/>
                  </a:lnTo>
                  <a:lnTo>
                    <a:pt x="5365823" y="1467492"/>
                  </a:lnTo>
                  <a:close/>
                </a:path>
                <a:path w="6537959" h="5924550">
                  <a:moveTo>
                    <a:pt x="5424149" y="1566689"/>
                  </a:moveTo>
                  <a:lnTo>
                    <a:pt x="5430063" y="1576926"/>
                  </a:lnTo>
                  <a:lnTo>
                    <a:pt x="5419816" y="1582841"/>
                  </a:lnTo>
                  <a:lnTo>
                    <a:pt x="5413907" y="1572603"/>
                  </a:lnTo>
                  <a:lnTo>
                    <a:pt x="5424149" y="1566689"/>
                  </a:lnTo>
                  <a:close/>
                </a:path>
                <a:path w="6537959" h="5924550">
                  <a:moveTo>
                    <a:pt x="5482552" y="1665574"/>
                  </a:moveTo>
                  <a:lnTo>
                    <a:pt x="5489603" y="1677783"/>
                  </a:lnTo>
                  <a:lnTo>
                    <a:pt x="5477390" y="1684834"/>
                  </a:lnTo>
                  <a:lnTo>
                    <a:pt x="5470339" y="1672625"/>
                  </a:lnTo>
                  <a:lnTo>
                    <a:pt x="5482552" y="1665574"/>
                  </a:lnTo>
                  <a:close/>
                </a:path>
                <a:path w="6537959" h="5924550">
                  <a:moveTo>
                    <a:pt x="5540872" y="1764771"/>
                  </a:moveTo>
                  <a:lnTo>
                    <a:pt x="5548831" y="1778553"/>
                  </a:lnTo>
                  <a:lnTo>
                    <a:pt x="5535046" y="1786512"/>
                  </a:lnTo>
                  <a:lnTo>
                    <a:pt x="5527087" y="1772730"/>
                  </a:lnTo>
                  <a:lnTo>
                    <a:pt x="5540872" y="1764771"/>
                  </a:lnTo>
                  <a:close/>
                </a:path>
                <a:path w="6537959" h="5924550">
                  <a:moveTo>
                    <a:pt x="5599276" y="1863657"/>
                  </a:moveTo>
                  <a:lnTo>
                    <a:pt x="5608372" y="1879410"/>
                  </a:lnTo>
                  <a:lnTo>
                    <a:pt x="5592619" y="1888505"/>
                  </a:lnTo>
                  <a:lnTo>
                    <a:pt x="5583523" y="1872753"/>
                  </a:lnTo>
                  <a:lnTo>
                    <a:pt x="5599276" y="1863657"/>
                  </a:lnTo>
                  <a:close/>
                </a:path>
                <a:path w="6537959" h="5924550">
                  <a:moveTo>
                    <a:pt x="5657596" y="1962849"/>
                  </a:moveTo>
                  <a:lnTo>
                    <a:pt x="5667605" y="1980179"/>
                  </a:lnTo>
                  <a:lnTo>
                    <a:pt x="5650275" y="1990183"/>
                  </a:lnTo>
                  <a:lnTo>
                    <a:pt x="5640266" y="1972853"/>
                  </a:lnTo>
                  <a:lnTo>
                    <a:pt x="5657596" y="1962849"/>
                  </a:lnTo>
                  <a:close/>
                </a:path>
                <a:path w="6537959" h="5924550">
                  <a:moveTo>
                    <a:pt x="5716004" y="2061735"/>
                  </a:moveTo>
                  <a:lnTo>
                    <a:pt x="5727145" y="2081031"/>
                  </a:lnTo>
                  <a:lnTo>
                    <a:pt x="5707843" y="2092176"/>
                  </a:lnTo>
                  <a:lnTo>
                    <a:pt x="5696703" y="2072875"/>
                  </a:lnTo>
                  <a:lnTo>
                    <a:pt x="5716004" y="2061735"/>
                  </a:lnTo>
                  <a:close/>
                </a:path>
                <a:path w="6537959" h="5924550">
                  <a:moveTo>
                    <a:pt x="5774406" y="2160620"/>
                  </a:moveTo>
                  <a:lnTo>
                    <a:pt x="5786685" y="2181888"/>
                  </a:lnTo>
                  <a:lnTo>
                    <a:pt x="5765417" y="2194170"/>
                  </a:lnTo>
                  <a:lnTo>
                    <a:pt x="5753139" y="2172897"/>
                  </a:lnTo>
                  <a:lnTo>
                    <a:pt x="5774406" y="2160620"/>
                  </a:lnTo>
                  <a:close/>
                </a:path>
                <a:path w="6537959" h="5924550">
                  <a:moveTo>
                    <a:pt x="5832723" y="2259813"/>
                  </a:moveTo>
                  <a:lnTo>
                    <a:pt x="5845913" y="2282658"/>
                  </a:lnTo>
                  <a:lnTo>
                    <a:pt x="5823068" y="2295848"/>
                  </a:lnTo>
                  <a:lnTo>
                    <a:pt x="5809878" y="2273002"/>
                  </a:lnTo>
                  <a:lnTo>
                    <a:pt x="5832723" y="2259813"/>
                  </a:lnTo>
                  <a:close/>
                </a:path>
                <a:path w="6537959" h="5924550">
                  <a:moveTo>
                    <a:pt x="5891131" y="2358698"/>
                  </a:moveTo>
                  <a:lnTo>
                    <a:pt x="5905453" y="2383510"/>
                  </a:lnTo>
                  <a:lnTo>
                    <a:pt x="5880641" y="2397837"/>
                  </a:lnTo>
                  <a:lnTo>
                    <a:pt x="5866315" y="2373025"/>
                  </a:lnTo>
                  <a:lnTo>
                    <a:pt x="5891131" y="2358698"/>
                  </a:lnTo>
                  <a:close/>
                </a:path>
                <a:path w="6537959" h="5924550">
                  <a:moveTo>
                    <a:pt x="5949534" y="2457584"/>
                  </a:moveTo>
                  <a:lnTo>
                    <a:pt x="5964998" y="2484367"/>
                  </a:lnTo>
                  <a:lnTo>
                    <a:pt x="5938210" y="2499831"/>
                  </a:lnTo>
                  <a:lnTo>
                    <a:pt x="5922746" y="2473048"/>
                  </a:lnTo>
                  <a:lnTo>
                    <a:pt x="5949534" y="2457584"/>
                  </a:lnTo>
                  <a:close/>
                </a:path>
                <a:path w="6537959" h="5924550">
                  <a:moveTo>
                    <a:pt x="6007850" y="2556781"/>
                  </a:moveTo>
                  <a:lnTo>
                    <a:pt x="6024222" y="2585136"/>
                  </a:lnTo>
                  <a:lnTo>
                    <a:pt x="5995866" y="2601508"/>
                  </a:lnTo>
                  <a:lnTo>
                    <a:pt x="5979495" y="2573152"/>
                  </a:lnTo>
                  <a:lnTo>
                    <a:pt x="6007850" y="2556781"/>
                  </a:lnTo>
                  <a:close/>
                </a:path>
                <a:path w="6537959" h="5924550">
                  <a:moveTo>
                    <a:pt x="6066257" y="2655666"/>
                  </a:moveTo>
                  <a:lnTo>
                    <a:pt x="6083767" y="2685993"/>
                  </a:lnTo>
                  <a:lnTo>
                    <a:pt x="6053440" y="2703502"/>
                  </a:lnTo>
                  <a:lnTo>
                    <a:pt x="6035931" y="2673174"/>
                  </a:lnTo>
                  <a:lnTo>
                    <a:pt x="6066257" y="2655666"/>
                  </a:lnTo>
                  <a:close/>
                </a:path>
                <a:path w="6537959" h="5924550">
                  <a:moveTo>
                    <a:pt x="6124579" y="2754858"/>
                  </a:moveTo>
                  <a:lnTo>
                    <a:pt x="6143000" y="2786763"/>
                  </a:lnTo>
                  <a:lnTo>
                    <a:pt x="6111091" y="2805184"/>
                  </a:lnTo>
                  <a:lnTo>
                    <a:pt x="6092675" y="2773279"/>
                  </a:lnTo>
                  <a:lnTo>
                    <a:pt x="6124579" y="2754858"/>
                  </a:lnTo>
                  <a:close/>
                </a:path>
                <a:path w="6537959" h="5924550">
                  <a:moveTo>
                    <a:pt x="6182982" y="2853744"/>
                  </a:moveTo>
                  <a:lnTo>
                    <a:pt x="6202540" y="2887615"/>
                  </a:lnTo>
                  <a:lnTo>
                    <a:pt x="6168664" y="2907172"/>
                  </a:lnTo>
                  <a:lnTo>
                    <a:pt x="6149106" y="2873301"/>
                  </a:lnTo>
                  <a:lnTo>
                    <a:pt x="6182982" y="2853744"/>
                  </a:lnTo>
                  <a:close/>
                </a:path>
                <a:path w="6537959" h="5924550">
                  <a:moveTo>
                    <a:pt x="6241385" y="2952624"/>
                  </a:moveTo>
                  <a:lnTo>
                    <a:pt x="6262080" y="2988471"/>
                  </a:lnTo>
                  <a:lnTo>
                    <a:pt x="6226238" y="3009166"/>
                  </a:lnTo>
                  <a:lnTo>
                    <a:pt x="6205543" y="2973319"/>
                  </a:lnTo>
                  <a:lnTo>
                    <a:pt x="6241385" y="2952624"/>
                  </a:lnTo>
                  <a:close/>
                </a:path>
                <a:path w="6537959" h="5924550">
                  <a:moveTo>
                    <a:pt x="6299706" y="3051826"/>
                  </a:moveTo>
                  <a:lnTo>
                    <a:pt x="6321309" y="3089241"/>
                  </a:lnTo>
                  <a:lnTo>
                    <a:pt x="6283894" y="3110843"/>
                  </a:lnTo>
                  <a:lnTo>
                    <a:pt x="6262291" y="3073428"/>
                  </a:lnTo>
                  <a:lnTo>
                    <a:pt x="6299706" y="3051826"/>
                  </a:lnTo>
                  <a:close/>
                </a:path>
                <a:path w="6537959" h="5924550">
                  <a:moveTo>
                    <a:pt x="6358027" y="3151018"/>
                  </a:moveTo>
                  <a:lnTo>
                    <a:pt x="6380542" y="3190010"/>
                  </a:lnTo>
                  <a:lnTo>
                    <a:pt x="6341549" y="3212520"/>
                  </a:lnTo>
                  <a:lnTo>
                    <a:pt x="6319035" y="3173528"/>
                  </a:lnTo>
                  <a:lnTo>
                    <a:pt x="6358027" y="3151018"/>
                  </a:lnTo>
                  <a:close/>
                </a:path>
                <a:path w="6537959" h="5924550">
                  <a:moveTo>
                    <a:pt x="6416434" y="3249903"/>
                  </a:moveTo>
                  <a:lnTo>
                    <a:pt x="6440082" y="3290867"/>
                  </a:lnTo>
                  <a:lnTo>
                    <a:pt x="6399118" y="3314514"/>
                  </a:lnTo>
                  <a:lnTo>
                    <a:pt x="6375471" y="3273551"/>
                  </a:lnTo>
                  <a:lnTo>
                    <a:pt x="6416434" y="3249903"/>
                  </a:lnTo>
                  <a:close/>
                </a:path>
                <a:path w="6537959" h="5924550">
                  <a:moveTo>
                    <a:pt x="6474838" y="3348788"/>
                  </a:moveTo>
                  <a:lnTo>
                    <a:pt x="6499626" y="3391719"/>
                  </a:lnTo>
                  <a:lnTo>
                    <a:pt x="6456692" y="3416508"/>
                  </a:lnTo>
                  <a:lnTo>
                    <a:pt x="6431907" y="3373573"/>
                  </a:lnTo>
                  <a:lnTo>
                    <a:pt x="6474838" y="3348788"/>
                  </a:lnTo>
                  <a:close/>
                </a:path>
                <a:path w="6537959" h="5924550">
                  <a:moveTo>
                    <a:pt x="6533154" y="3447981"/>
                  </a:moveTo>
                  <a:lnTo>
                    <a:pt x="6537666" y="3455797"/>
                  </a:lnTo>
                  <a:lnTo>
                    <a:pt x="6537666" y="3504719"/>
                  </a:lnTo>
                  <a:lnTo>
                    <a:pt x="6514343" y="3518185"/>
                  </a:lnTo>
                  <a:lnTo>
                    <a:pt x="6488646" y="3473677"/>
                  </a:lnTo>
                  <a:lnTo>
                    <a:pt x="6533154" y="3447981"/>
                  </a:lnTo>
                  <a:close/>
                </a:path>
                <a:path w="6537959" h="5924550">
                  <a:moveTo>
                    <a:pt x="5030675" y="1130315"/>
                  </a:moveTo>
                  <a:lnTo>
                    <a:pt x="5032249" y="1130315"/>
                  </a:lnTo>
                  <a:lnTo>
                    <a:pt x="5032537" y="1130815"/>
                  </a:lnTo>
                  <a:lnTo>
                    <a:pt x="5030965" y="1130815"/>
                  </a:lnTo>
                  <a:lnTo>
                    <a:pt x="5030675" y="1130315"/>
                  </a:lnTo>
                  <a:close/>
                </a:path>
                <a:path w="6537959" h="5924550">
                  <a:moveTo>
                    <a:pt x="5090179" y="1228829"/>
                  </a:moveTo>
                  <a:lnTo>
                    <a:pt x="5091770" y="1231588"/>
                  </a:lnTo>
                  <a:lnTo>
                    <a:pt x="5089014" y="1233179"/>
                  </a:lnTo>
                  <a:lnTo>
                    <a:pt x="5087419" y="1230419"/>
                  </a:lnTo>
                  <a:lnTo>
                    <a:pt x="5090179" y="1228829"/>
                  </a:lnTo>
                  <a:close/>
                </a:path>
                <a:path w="6537959" h="5924550">
                  <a:moveTo>
                    <a:pt x="5148582" y="1327714"/>
                  </a:moveTo>
                  <a:lnTo>
                    <a:pt x="5151310" y="1332436"/>
                  </a:lnTo>
                  <a:lnTo>
                    <a:pt x="5146583" y="1335169"/>
                  </a:lnTo>
                  <a:lnTo>
                    <a:pt x="5143855" y="1330442"/>
                  </a:lnTo>
                  <a:lnTo>
                    <a:pt x="5148582" y="1327714"/>
                  </a:lnTo>
                  <a:close/>
                </a:path>
                <a:path w="6537959" h="5924550">
                  <a:moveTo>
                    <a:pt x="5206902" y="1426907"/>
                  </a:moveTo>
                  <a:lnTo>
                    <a:pt x="5210543" y="1433215"/>
                  </a:lnTo>
                  <a:lnTo>
                    <a:pt x="5204239" y="1436850"/>
                  </a:lnTo>
                  <a:lnTo>
                    <a:pt x="5200599" y="1430547"/>
                  </a:lnTo>
                  <a:lnTo>
                    <a:pt x="5206902" y="1426907"/>
                  </a:lnTo>
                  <a:close/>
                </a:path>
                <a:path w="6537959" h="5924550">
                  <a:moveTo>
                    <a:pt x="5265306" y="1525792"/>
                  </a:moveTo>
                  <a:lnTo>
                    <a:pt x="5270078" y="1534063"/>
                  </a:lnTo>
                  <a:lnTo>
                    <a:pt x="5261812" y="1538840"/>
                  </a:lnTo>
                  <a:lnTo>
                    <a:pt x="5257035" y="1530569"/>
                  </a:lnTo>
                  <a:lnTo>
                    <a:pt x="5265306" y="1525792"/>
                  </a:lnTo>
                  <a:close/>
                </a:path>
                <a:path w="6537959" h="5924550">
                  <a:moveTo>
                    <a:pt x="5323622" y="1624989"/>
                  </a:moveTo>
                  <a:lnTo>
                    <a:pt x="5329311" y="1634841"/>
                  </a:lnTo>
                  <a:lnTo>
                    <a:pt x="5319464" y="1640527"/>
                  </a:lnTo>
                  <a:lnTo>
                    <a:pt x="5313779" y="1630674"/>
                  </a:lnTo>
                  <a:lnTo>
                    <a:pt x="5323622" y="1624989"/>
                  </a:lnTo>
                  <a:close/>
                </a:path>
                <a:path w="6537959" h="5924550">
                  <a:moveTo>
                    <a:pt x="5382030" y="1723874"/>
                  </a:moveTo>
                  <a:lnTo>
                    <a:pt x="5388851" y="1735689"/>
                  </a:lnTo>
                  <a:lnTo>
                    <a:pt x="5377032" y="1742511"/>
                  </a:lnTo>
                  <a:lnTo>
                    <a:pt x="5370210" y="1730696"/>
                  </a:lnTo>
                  <a:lnTo>
                    <a:pt x="5382030" y="1723874"/>
                  </a:lnTo>
                  <a:close/>
                </a:path>
                <a:path w="6537959" h="5924550">
                  <a:moveTo>
                    <a:pt x="5440355" y="1823072"/>
                  </a:moveTo>
                  <a:lnTo>
                    <a:pt x="5448085" y="1836459"/>
                  </a:lnTo>
                  <a:lnTo>
                    <a:pt x="5434688" y="1844193"/>
                  </a:lnTo>
                  <a:lnTo>
                    <a:pt x="5426959" y="1830801"/>
                  </a:lnTo>
                  <a:lnTo>
                    <a:pt x="5440355" y="1823072"/>
                  </a:lnTo>
                  <a:close/>
                </a:path>
                <a:path w="6537959" h="5924550">
                  <a:moveTo>
                    <a:pt x="5498753" y="1921952"/>
                  </a:moveTo>
                  <a:lnTo>
                    <a:pt x="5507625" y="1937315"/>
                  </a:lnTo>
                  <a:lnTo>
                    <a:pt x="5492262" y="1946181"/>
                  </a:lnTo>
                  <a:lnTo>
                    <a:pt x="5483395" y="1930823"/>
                  </a:lnTo>
                  <a:lnTo>
                    <a:pt x="5498753" y="1921952"/>
                  </a:lnTo>
                  <a:close/>
                </a:path>
                <a:path w="6537959" h="5924550">
                  <a:moveTo>
                    <a:pt x="5557161" y="2020837"/>
                  </a:moveTo>
                  <a:lnTo>
                    <a:pt x="5567165" y="2038167"/>
                  </a:lnTo>
                  <a:lnTo>
                    <a:pt x="5549835" y="2048175"/>
                  </a:lnTo>
                  <a:lnTo>
                    <a:pt x="5539827" y="2030846"/>
                  </a:lnTo>
                  <a:lnTo>
                    <a:pt x="5557161" y="2020837"/>
                  </a:lnTo>
                  <a:close/>
                </a:path>
                <a:path w="6537959" h="5924550">
                  <a:moveTo>
                    <a:pt x="5615477" y="2120034"/>
                  </a:moveTo>
                  <a:lnTo>
                    <a:pt x="5626393" y="2138941"/>
                  </a:lnTo>
                  <a:lnTo>
                    <a:pt x="5607486" y="2149857"/>
                  </a:lnTo>
                  <a:lnTo>
                    <a:pt x="5596570" y="2130950"/>
                  </a:lnTo>
                  <a:lnTo>
                    <a:pt x="5615477" y="2120034"/>
                  </a:lnTo>
                  <a:close/>
                </a:path>
                <a:path w="6537959" h="5924550">
                  <a:moveTo>
                    <a:pt x="5673880" y="2218920"/>
                  </a:moveTo>
                  <a:lnTo>
                    <a:pt x="5685933" y="2239794"/>
                  </a:lnTo>
                  <a:lnTo>
                    <a:pt x="5665060" y="2251847"/>
                  </a:lnTo>
                  <a:lnTo>
                    <a:pt x="5653007" y="2230973"/>
                  </a:lnTo>
                  <a:lnTo>
                    <a:pt x="5673880" y="2218920"/>
                  </a:lnTo>
                  <a:close/>
                </a:path>
                <a:path w="6537959" h="5924550">
                  <a:moveTo>
                    <a:pt x="5732288" y="2317805"/>
                  </a:moveTo>
                  <a:lnTo>
                    <a:pt x="5745478" y="2340650"/>
                  </a:lnTo>
                  <a:lnTo>
                    <a:pt x="5722633" y="2353840"/>
                  </a:lnTo>
                  <a:lnTo>
                    <a:pt x="5709443" y="2330995"/>
                  </a:lnTo>
                  <a:lnTo>
                    <a:pt x="5732288" y="2317805"/>
                  </a:lnTo>
                  <a:close/>
                </a:path>
                <a:path w="6537959" h="5924550">
                  <a:moveTo>
                    <a:pt x="5790609" y="2416998"/>
                  </a:moveTo>
                  <a:lnTo>
                    <a:pt x="5804706" y="2441420"/>
                  </a:lnTo>
                  <a:lnTo>
                    <a:pt x="5780289" y="2455517"/>
                  </a:lnTo>
                  <a:lnTo>
                    <a:pt x="5766187" y="2431095"/>
                  </a:lnTo>
                  <a:lnTo>
                    <a:pt x="5790609" y="2416998"/>
                  </a:lnTo>
                  <a:close/>
                </a:path>
                <a:path w="6537959" h="5924550">
                  <a:moveTo>
                    <a:pt x="5849011" y="2515883"/>
                  </a:moveTo>
                  <a:lnTo>
                    <a:pt x="5864251" y="2542272"/>
                  </a:lnTo>
                  <a:lnTo>
                    <a:pt x="5837858" y="2557511"/>
                  </a:lnTo>
                  <a:lnTo>
                    <a:pt x="5822623" y="2531118"/>
                  </a:lnTo>
                  <a:lnTo>
                    <a:pt x="5849011" y="2515883"/>
                  </a:lnTo>
                  <a:close/>
                </a:path>
                <a:path w="6537959" h="5924550">
                  <a:moveTo>
                    <a:pt x="5907419" y="2614769"/>
                  </a:moveTo>
                  <a:lnTo>
                    <a:pt x="5923791" y="2643124"/>
                  </a:lnTo>
                  <a:lnTo>
                    <a:pt x="5895426" y="2659500"/>
                  </a:lnTo>
                  <a:lnTo>
                    <a:pt x="5879055" y="2631140"/>
                  </a:lnTo>
                  <a:lnTo>
                    <a:pt x="5907419" y="2614769"/>
                  </a:lnTo>
                  <a:close/>
                </a:path>
                <a:path w="6537959" h="5924550">
                  <a:moveTo>
                    <a:pt x="5965736" y="2713961"/>
                  </a:moveTo>
                  <a:lnTo>
                    <a:pt x="5983020" y="2743898"/>
                  </a:lnTo>
                  <a:lnTo>
                    <a:pt x="5953087" y="2761182"/>
                  </a:lnTo>
                  <a:lnTo>
                    <a:pt x="5935803" y="2731245"/>
                  </a:lnTo>
                  <a:lnTo>
                    <a:pt x="5965736" y="2713961"/>
                  </a:lnTo>
                  <a:close/>
                </a:path>
                <a:path w="6537959" h="5924550">
                  <a:moveTo>
                    <a:pt x="6024056" y="2813162"/>
                  </a:moveTo>
                  <a:lnTo>
                    <a:pt x="6042248" y="2844672"/>
                  </a:lnTo>
                  <a:lnTo>
                    <a:pt x="6010738" y="2862864"/>
                  </a:lnTo>
                  <a:lnTo>
                    <a:pt x="5992546" y="2831354"/>
                  </a:lnTo>
                  <a:lnTo>
                    <a:pt x="6024056" y="2813162"/>
                  </a:lnTo>
                  <a:close/>
                </a:path>
                <a:path w="6537959" h="5924550">
                  <a:moveTo>
                    <a:pt x="6082460" y="2912043"/>
                  </a:moveTo>
                  <a:lnTo>
                    <a:pt x="6101788" y="2945524"/>
                  </a:lnTo>
                  <a:lnTo>
                    <a:pt x="6068312" y="2964853"/>
                  </a:lnTo>
                  <a:lnTo>
                    <a:pt x="6048978" y="2931372"/>
                  </a:lnTo>
                  <a:lnTo>
                    <a:pt x="6082460" y="2912043"/>
                  </a:lnTo>
                  <a:close/>
                </a:path>
                <a:path w="6537959" h="5924550">
                  <a:moveTo>
                    <a:pt x="6140863" y="3010928"/>
                  </a:moveTo>
                  <a:lnTo>
                    <a:pt x="6161329" y="3046376"/>
                  </a:lnTo>
                  <a:lnTo>
                    <a:pt x="6125880" y="3066842"/>
                  </a:lnTo>
                  <a:lnTo>
                    <a:pt x="6105415" y="3031394"/>
                  </a:lnTo>
                  <a:lnTo>
                    <a:pt x="6140863" y="3010928"/>
                  </a:lnTo>
                  <a:close/>
                </a:path>
                <a:path w="6537959" h="5924550">
                  <a:moveTo>
                    <a:pt x="6199184" y="3110121"/>
                  </a:moveTo>
                  <a:lnTo>
                    <a:pt x="6220562" y="3147146"/>
                  </a:lnTo>
                  <a:lnTo>
                    <a:pt x="6183536" y="3168519"/>
                  </a:lnTo>
                  <a:lnTo>
                    <a:pt x="6162163" y="3131499"/>
                  </a:lnTo>
                  <a:lnTo>
                    <a:pt x="6199184" y="3110121"/>
                  </a:lnTo>
                  <a:close/>
                </a:path>
                <a:path w="6537959" h="5924550">
                  <a:moveTo>
                    <a:pt x="6257591" y="3209006"/>
                  </a:moveTo>
                  <a:lnTo>
                    <a:pt x="6280102" y="3247998"/>
                  </a:lnTo>
                  <a:lnTo>
                    <a:pt x="6241110" y="3270513"/>
                  </a:lnTo>
                  <a:lnTo>
                    <a:pt x="6218595" y="3231521"/>
                  </a:lnTo>
                  <a:lnTo>
                    <a:pt x="6257591" y="3209006"/>
                  </a:lnTo>
                  <a:close/>
                </a:path>
                <a:path w="6537959" h="5924550">
                  <a:moveTo>
                    <a:pt x="6315995" y="3307891"/>
                  </a:moveTo>
                  <a:lnTo>
                    <a:pt x="6339642" y="3348854"/>
                  </a:lnTo>
                  <a:lnTo>
                    <a:pt x="6298683" y="3372506"/>
                  </a:lnTo>
                  <a:lnTo>
                    <a:pt x="6275031" y="3331543"/>
                  </a:lnTo>
                  <a:lnTo>
                    <a:pt x="6315995" y="3307891"/>
                  </a:lnTo>
                  <a:close/>
                </a:path>
                <a:path w="6537959" h="5924550">
                  <a:moveTo>
                    <a:pt x="6374311" y="3407088"/>
                  </a:moveTo>
                  <a:lnTo>
                    <a:pt x="6398870" y="3449624"/>
                  </a:lnTo>
                  <a:lnTo>
                    <a:pt x="6356334" y="3474184"/>
                  </a:lnTo>
                  <a:lnTo>
                    <a:pt x="6331775" y="3431648"/>
                  </a:lnTo>
                  <a:lnTo>
                    <a:pt x="6374311" y="3407088"/>
                  </a:lnTo>
                  <a:close/>
                </a:path>
                <a:path w="6537959" h="5924550">
                  <a:moveTo>
                    <a:pt x="6432718" y="3505973"/>
                  </a:moveTo>
                  <a:lnTo>
                    <a:pt x="6458415" y="3550481"/>
                  </a:lnTo>
                  <a:lnTo>
                    <a:pt x="6413903" y="3576177"/>
                  </a:lnTo>
                  <a:lnTo>
                    <a:pt x="6388206" y="3531670"/>
                  </a:lnTo>
                  <a:lnTo>
                    <a:pt x="6432718" y="3505973"/>
                  </a:lnTo>
                  <a:close/>
                </a:path>
                <a:path w="6537959" h="5924550">
                  <a:moveTo>
                    <a:pt x="6491122" y="3604858"/>
                  </a:moveTo>
                  <a:lnTo>
                    <a:pt x="6517955" y="3651337"/>
                  </a:lnTo>
                  <a:lnTo>
                    <a:pt x="6471477" y="3678171"/>
                  </a:lnTo>
                  <a:lnTo>
                    <a:pt x="6444643" y="3631692"/>
                  </a:lnTo>
                  <a:lnTo>
                    <a:pt x="6491122" y="3604858"/>
                  </a:lnTo>
                  <a:close/>
                </a:path>
                <a:path w="6537959" h="5924550">
                  <a:moveTo>
                    <a:pt x="6537666" y="3710850"/>
                  </a:moveTo>
                  <a:lnTo>
                    <a:pt x="6537666" y="3774921"/>
                  </a:lnTo>
                  <a:lnTo>
                    <a:pt x="6529133" y="3779848"/>
                  </a:lnTo>
                  <a:lnTo>
                    <a:pt x="6501391" y="3731792"/>
                  </a:lnTo>
                  <a:lnTo>
                    <a:pt x="6537666" y="3710850"/>
                  </a:lnTo>
                  <a:close/>
                </a:path>
                <a:path w="6537959" h="5924550">
                  <a:moveTo>
                    <a:pt x="4989656" y="1287133"/>
                  </a:moveTo>
                  <a:lnTo>
                    <a:pt x="4991018" y="1289494"/>
                  </a:lnTo>
                  <a:lnTo>
                    <a:pt x="4988657" y="1290856"/>
                  </a:lnTo>
                  <a:lnTo>
                    <a:pt x="4987295" y="1288494"/>
                  </a:lnTo>
                  <a:lnTo>
                    <a:pt x="4989656" y="1287133"/>
                  </a:lnTo>
                  <a:close/>
                </a:path>
                <a:path w="6537959" h="5924550">
                  <a:moveTo>
                    <a:pt x="5048059" y="1386018"/>
                  </a:moveTo>
                  <a:lnTo>
                    <a:pt x="5050563" y="1390346"/>
                  </a:lnTo>
                  <a:lnTo>
                    <a:pt x="5046230" y="1392849"/>
                  </a:lnTo>
                  <a:lnTo>
                    <a:pt x="5043727" y="1388517"/>
                  </a:lnTo>
                  <a:lnTo>
                    <a:pt x="5048059" y="1386018"/>
                  </a:lnTo>
                  <a:close/>
                </a:path>
                <a:path w="6537959" h="5924550">
                  <a:moveTo>
                    <a:pt x="5106463" y="1484899"/>
                  </a:moveTo>
                  <a:lnTo>
                    <a:pt x="5110103" y="1491203"/>
                  </a:lnTo>
                  <a:lnTo>
                    <a:pt x="5103799" y="1494843"/>
                  </a:lnTo>
                  <a:lnTo>
                    <a:pt x="5100159" y="1488535"/>
                  </a:lnTo>
                  <a:lnTo>
                    <a:pt x="5106463" y="1484899"/>
                  </a:lnTo>
                  <a:close/>
                </a:path>
                <a:path w="6537959" h="5924550">
                  <a:moveTo>
                    <a:pt x="5164788" y="1584096"/>
                  </a:moveTo>
                  <a:lnTo>
                    <a:pt x="5169336" y="1591972"/>
                  </a:lnTo>
                  <a:lnTo>
                    <a:pt x="5161455" y="1596520"/>
                  </a:lnTo>
                  <a:lnTo>
                    <a:pt x="5156907" y="1588644"/>
                  </a:lnTo>
                  <a:lnTo>
                    <a:pt x="5164788" y="1584096"/>
                  </a:lnTo>
                  <a:close/>
                </a:path>
                <a:path w="6537959" h="5924550">
                  <a:moveTo>
                    <a:pt x="5223186" y="1682976"/>
                  </a:moveTo>
                  <a:lnTo>
                    <a:pt x="5228876" y="1692829"/>
                  </a:lnTo>
                  <a:lnTo>
                    <a:pt x="5219028" y="1698514"/>
                  </a:lnTo>
                  <a:lnTo>
                    <a:pt x="5213343" y="1688661"/>
                  </a:lnTo>
                  <a:lnTo>
                    <a:pt x="5223186" y="1682976"/>
                  </a:lnTo>
                  <a:close/>
                </a:path>
                <a:path w="6537959" h="5924550">
                  <a:moveTo>
                    <a:pt x="5281507" y="1782173"/>
                  </a:moveTo>
                  <a:lnTo>
                    <a:pt x="5288104" y="1793598"/>
                  </a:lnTo>
                  <a:lnTo>
                    <a:pt x="5276680" y="1800191"/>
                  </a:lnTo>
                  <a:lnTo>
                    <a:pt x="5270087" y="1788770"/>
                  </a:lnTo>
                  <a:lnTo>
                    <a:pt x="5281507" y="1782173"/>
                  </a:lnTo>
                  <a:close/>
                </a:path>
                <a:path w="6537959" h="5924550">
                  <a:moveTo>
                    <a:pt x="5339915" y="1881059"/>
                  </a:moveTo>
                  <a:lnTo>
                    <a:pt x="5347645" y="1894450"/>
                  </a:lnTo>
                  <a:lnTo>
                    <a:pt x="5334253" y="1902180"/>
                  </a:lnTo>
                  <a:lnTo>
                    <a:pt x="5326523" y="1888793"/>
                  </a:lnTo>
                  <a:lnTo>
                    <a:pt x="5339915" y="1881059"/>
                  </a:lnTo>
                  <a:close/>
                </a:path>
                <a:path w="6537959" h="5924550">
                  <a:moveTo>
                    <a:pt x="5398231" y="1980256"/>
                  </a:moveTo>
                  <a:lnTo>
                    <a:pt x="5406873" y="1995225"/>
                  </a:lnTo>
                  <a:lnTo>
                    <a:pt x="5391909" y="2003862"/>
                  </a:lnTo>
                  <a:lnTo>
                    <a:pt x="5383267" y="1988893"/>
                  </a:lnTo>
                  <a:lnTo>
                    <a:pt x="5398231" y="1980256"/>
                  </a:lnTo>
                  <a:close/>
                </a:path>
                <a:path w="6537959" h="5924550">
                  <a:moveTo>
                    <a:pt x="5456634" y="2079141"/>
                  </a:moveTo>
                  <a:lnTo>
                    <a:pt x="5466413" y="2096077"/>
                  </a:lnTo>
                  <a:lnTo>
                    <a:pt x="5449478" y="2105851"/>
                  </a:lnTo>
                  <a:lnTo>
                    <a:pt x="5439703" y="2088916"/>
                  </a:lnTo>
                  <a:lnTo>
                    <a:pt x="5456634" y="2079141"/>
                  </a:lnTo>
                  <a:close/>
                </a:path>
                <a:path w="6537959" h="5924550">
                  <a:moveTo>
                    <a:pt x="5514959" y="2178334"/>
                  </a:moveTo>
                  <a:lnTo>
                    <a:pt x="5525646" y="2196846"/>
                  </a:lnTo>
                  <a:lnTo>
                    <a:pt x="5507134" y="2207538"/>
                  </a:lnTo>
                  <a:lnTo>
                    <a:pt x="5496447" y="2189021"/>
                  </a:lnTo>
                  <a:lnTo>
                    <a:pt x="5514959" y="2178334"/>
                  </a:lnTo>
                  <a:close/>
                </a:path>
                <a:path w="6537959" h="5924550">
                  <a:moveTo>
                    <a:pt x="5573362" y="2277219"/>
                  </a:moveTo>
                  <a:lnTo>
                    <a:pt x="5585186" y="2297698"/>
                  </a:lnTo>
                  <a:lnTo>
                    <a:pt x="5564702" y="2309522"/>
                  </a:lnTo>
                  <a:lnTo>
                    <a:pt x="5552879" y="2289047"/>
                  </a:lnTo>
                  <a:lnTo>
                    <a:pt x="5573362" y="2277219"/>
                  </a:lnTo>
                  <a:close/>
                </a:path>
                <a:path w="6537959" h="5924550">
                  <a:moveTo>
                    <a:pt x="5631765" y="2376104"/>
                  </a:moveTo>
                  <a:lnTo>
                    <a:pt x="5644726" y="2398555"/>
                  </a:lnTo>
                  <a:lnTo>
                    <a:pt x="5622276" y="2411516"/>
                  </a:lnTo>
                  <a:lnTo>
                    <a:pt x="5609315" y="2389069"/>
                  </a:lnTo>
                  <a:lnTo>
                    <a:pt x="5631765" y="2376104"/>
                  </a:lnTo>
                  <a:close/>
                </a:path>
                <a:path w="6537959" h="5924550">
                  <a:moveTo>
                    <a:pt x="5690086" y="2475301"/>
                  </a:moveTo>
                  <a:lnTo>
                    <a:pt x="5703955" y="2499325"/>
                  </a:lnTo>
                  <a:lnTo>
                    <a:pt x="5679931" y="2513193"/>
                  </a:lnTo>
                  <a:lnTo>
                    <a:pt x="5666058" y="2489170"/>
                  </a:lnTo>
                  <a:lnTo>
                    <a:pt x="5690086" y="2475301"/>
                  </a:lnTo>
                  <a:close/>
                </a:path>
                <a:path w="6537959" h="5924550">
                  <a:moveTo>
                    <a:pt x="5748489" y="2574187"/>
                  </a:moveTo>
                  <a:lnTo>
                    <a:pt x="5763499" y="2600182"/>
                  </a:lnTo>
                  <a:lnTo>
                    <a:pt x="5737505" y="2615187"/>
                  </a:lnTo>
                  <a:lnTo>
                    <a:pt x="5722495" y="2589192"/>
                  </a:lnTo>
                  <a:lnTo>
                    <a:pt x="5748489" y="2574187"/>
                  </a:lnTo>
                  <a:close/>
                </a:path>
                <a:path w="6537959" h="5924550">
                  <a:moveTo>
                    <a:pt x="5806893" y="2673067"/>
                  </a:moveTo>
                  <a:lnTo>
                    <a:pt x="5823040" y="2701033"/>
                  </a:lnTo>
                  <a:lnTo>
                    <a:pt x="5795074" y="2717180"/>
                  </a:lnTo>
                  <a:lnTo>
                    <a:pt x="5778927" y="2689210"/>
                  </a:lnTo>
                  <a:lnTo>
                    <a:pt x="5806893" y="2673067"/>
                  </a:lnTo>
                  <a:close/>
                </a:path>
                <a:path w="6537959" h="5924550">
                  <a:moveTo>
                    <a:pt x="5865218" y="2772264"/>
                  </a:moveTo>
                  <a:lnTo>
                    <a:pt x="5882273" y="2801803"/>
                  </a:lnTo>
                  <a:lnTo>
                    <a:pt x="5852729" y="2818858"/>
                  </a:lnTo>
                  <a:lnTo>
                    <a:pt x="5835675" y="2789319"/>
                  </a:lnTo>
                  <a:lnTo>
                    <a:pt x="5865218" y="2772264"/>
                  </a:lnTo>
                  <a:close/>
                </a:path>
                <a:path w="6537959" h="5924550">
                  <a:moveTo>
                    <a:pt x="5923621" y="2871150"/>
                  </a:moveTo>
                  <a:lnTo>
                    <a:pt x="5941813" y="2902660"/>
                  </a:lnTo>
                  <a:lnTo>
                    <a:pt x="5910298" y="2920851"/>
                  </a:lnTo>
                  <a:lnTo>
                    <a:pt x="5892106" y="2889341"/>
                  </a:lnTo>
                  <a:lnTo>
                    <a:pt x="5923621" y="2871150"/>
                  </a:lnTo>
                  <a:close/>
                </a:path>
                <a:path w="6537959" h="5924550">
                  <a:moveTo>
                    <a:pt x="5981937" y="2970342"/>
                  </a:moveTo>
                  <a:lnTo>
                    <a:pt x="6001041" y="3003429"/>
                  </a:lnTo>
                  <a:lnTo>
                    <a:pt x="5967954" y="3022528"/>
                  </a:lnTo>
                  <a:lnTo>
                    <a:pt x="5948855" y="2989446"/>
                  </a:lnTo>
                  <a:lnTo>
                    <a:pt x="5981937" y="2970342"/>
                  </a:lnTo>
                  <a:close/>
                </a:path>
                <a:path w="6537959" h="5924550">
                  <a:moveTo>
                    <a:pt x="6040345" y="3069227"/>
                  </a:moveTo>
                  <a:lnTo>
                    <a:pt x="6060581" y="3104286"/>
                  </a:lnTo>
                  <a:lnTo>
                    <a:pt x="6025527" y="3124522"/>
                  </a:lnTo>
                  <a:lnTo>
                    <a:pt x="6005291" y="3089468"/>
                  </a:lnTo>
                  <a:lnTo>
                    <a:pt x="6040345" y="3069227"/>
                  </a:lnTo>
                  <a:close/>
                </a:path>
                <a:path w="6537959" h="5924550">
                  <a:moveTo>
                    <a:pt x="6098744" y="3168112"/>
                  </a:moveTo>
                  <a:lnTo>
                    <a:pt x="6120122" y="3205133"/>
                  </a:lnTo>
                  <a:lnTo>
                    <a:pt x="6083096" y="3226511"/>
                  </a:lnTo>
                  <a:lnTo>
                    <a:pt x="6061723" y="3189486"/>
                  </a:lnTo>
                  <a:lnTo>
                    <a:pt x="6098744" y="3168112"/>
                  </a:lnTo>
                  <a:close/>
                </a:path>
                <a:path w="6537959" h="5924550">
                  <a:moveTo>
                    <a:pt x="6157064" y="3267309"/>
                  </a:moveTo>
                  <a:lnTo>
                    <a:pt x="6179350" y="3305907"/>
                  </a:lnTo>
                  <a:lnTo>
                    <a:pt x="6140757" y="3328193"/>
                  </a:lnTo>
                  <a:lnTo>
                    <a:pt x="6118471" y="3289590"/>
                  </a:lnTo>
                  <a:lnTo>
                    <a:pt x="6157064" y="3267309"/>
                  </a:lnTo>
                  <a:close/>
                </a:path>
                <a:path w="6537959" h="5924550">
                  <a:moveTo>
                    <a:pt x="6215472" y="3366194"/>
                  </a:moveTo>
                  <a:lnTo>
                    <a:pt x="6238890" y="3406759"/>
                  </a:lnTo>
                  <a:lnTo>
                    <a:pt x="6198326" y="3430182"/>
                  </a:lnTo>
                  <a:lnTo>
                    <a:pt x="6174907" y="3389617"/>
                  </a:lnTo>
                  <a:lnTo>
                    <a:pt x="6215472" y="3366194"/>
                  </a:lnTo>
                  <a:close/>
                </a:path>
                <a:path w="6537959" h="5924550">
                  <a:moveTo>
                    <a:pt x="6273875" y="3465075"/>
                  </a:moveTo>
                  <a:lnTo>
                    <a:pt x="6298435" y="3507611"/>
                  </a:lnTo>
                  <a:lnTo>
                    <a:pt x="6255899" y="3532171"/>
                  </a:lnTo>
                  <a:lnTo>
                    <a:pt x="6231339" y="3489635"/>
                  </a:lnTo>
                  <a:lnTo>
                    <a:pt x="6273875" y="3465075"/>
                  </a:lnTo>
                  <a:close/>
                </a:path>
                <a:path w="6537959" h="5924550">
                  <a:moveTo>
                    <a:pt x="6332196" y="3564272"/>
                  </a:moveTo>
                  <a:lnTo>
                    <a:pt x="6357663" y="3608385"/>
                  </a:lnTo>
                  <a:lnTo>
                    <a:pt x="6313550" y="3633853"/>
                  </a:lnTo>
                  <a:lnTo>
                    <a:pt x="6288083" y="3589744"/>
                  </a:lnTo>
                  <a:lnTo>
                    <a:pt x="6332196" y="3564272"/>
                  </a:lnTo>
                  <a:close/>
                </a:path>
                <a:path w="6537959" h="5924550">
                  <a:moveTo>
                    <a:pt x="6390599" y="3663153"/>
                  </a:moveTo>
                  <a:lnTo>
                    <a:pt x="6417208" y="3709237"/>
                  </a:lnTo>
                  <a:lnTo>
                    <a:pt x="6371124" y="3735846"/>
                  </a:lnTo>
                  <a:lnTo>
                    <a:pt x="6344515" y="3689762"/>
                  </a:lnTo>
                  <a:lnTo>
                    <a:pt x="6390599" y="3663153"/>
                  </a:lnTo>
                  <a:close/>
                </a:path>
                <a:path w="6537959" h="5924550">
                  <a:moveTo>
                    <a:pt x="6448920" y="3762354"/>
                  </a:moveTo>
                  <a:lnTo>
                    <a:pt x="6476437" y="3810011"/>
                  </a:lnTo>
                  <a:lnTo>
                    <a:pt x="6428780" y="3837523"/>
                  </a:lnTo>
                  <a:lnTo>
                    <a:pt x="6401263" y="3789866"/>
                  </a:lnTo>
                  <a:lnTo>
                    <a:pt x="6448920" y="3762354"/>
                  </a:lnTo>
                  <a:close/>
                </a:path>
                <a:path w="6537959" h="5924550">
                  <a:moveTo>
                    <a:pt x="6507240" y="3861547"/>
                  </a:moveTo>
                  <a:lnTo>
                    <a:pt x="6535665" y="3910776"/>
                  </a:lnTo>
                  <a:lnTo>
                    <a:pt x="6486431" y="3939205"/>
                  </a:lnTo>
                  <a:lnTo>
                    <a:pt x="6458006" y="3889971"/>
                  </a:lnTo>
                  <a:lnTo>
                    <a:pt x="6507240" y="3861547"/>
                  </a:lnTo>
                  <a:close/>
                </a:path>
                <a:path w="6537959" h="5924550">
                  <a:moveTo>
                    <a:pt x="6537666" y="3976587"/>
                  </a:moveTo>
                  <a:lnTo>
                    <a:pt x="6537666" y="4030220"/>
                  </a:lnTo>
                  <a:lnTo>
                    <a:pt x="6514443" y="3989994"/>
                  </a:lnTo>
                  <a:lnTo>
                    <a:pt x="6537666" y="3976587"/>
                  </a:lnTo>
                  <a:close/>
                </a:path>
                <a:path w="6537959" h="5924550">
                  <a:moveTo>
                    <a:pt x="4889216" y="1345119"/>
                  </a:moveTo>
                  <a:lnTo>
                    <a:pt x="4890578" y="1347481"/>
                  </a:lnTo>
                  <a:lnTo>
                    <a:pt x="4888217" y="1348847"/>
                  </a:lnTo>
                  <a:lnTo>
                    <a:pt x="4886855" y="1346486"/>
                  </a:lnTo>
                  <a:lnTo>
                    <a:pt x="4889216" y="1345119"/>
                  </a:lnTo>
                  <a:close/>
                </a:path>
                <a:path w="6537959" h="5924550">
                  <a:moveTo>
                    <a:pt x="4947537" y="1444312"/>
                  </a:moveTo>
                  <a:lnTo>
                    <a:pt x="4949811" y="1448250"/>
                  </a:lnTo>
                  <a:lnTo>
                    <a:pt x="4945873" y="1450524"/>
                  </a:lnTo>
                  <a:lnTo>
                    <a:pt x="4943599" y="1446586"/>
                  </a:lnTo>
                  <a:lnTo>
                    <a:pt x="4947537" y="1444312"/>
                  </a:lnTo>
                  <a:close/>
                </a:path>
                <a:path w="6537959" h="5924550">
                  <a:moveTo>
                    <a:pt x="5005945" y="1543197"/>
                  </a:moveTo>
                  <a:lnTo>
                    <a:pt x="5009356" y="1549107"/>
                  </a:lnTo>
                  <a:lnTo>
                    <a:pt x="5003446" y="1552518"/>
                  </a:lnTo>
                  <a:lnTo>
                    <a:pt x="5000035" y="1546609"/>
                  </a:lnTo>
                  <a:lnTo>
                    <a:pt x="5005945" y="1543197"/>
                  </a:lnTo>
                  <a:close/>
                </a:path>
                <a:path w="6537959" h="5924550">
                  <a:moveTo>
                    <a:pt x="5064348" y="1642083"/>
                  </a:moveTo>
                  <a:lnTo>
                    <a:pt x="5068896" y="1649959"/>
                  </a:lnTo>
                  <a:lnTo>
                    <a:pt x="5061020" y="1654507"/>
                  </a:lnTo>
                  <a:lnTo>
                    <a:pt x="5056472" y="1646631"/>
                  </a:lnTo>
                  <a:lnTo>
                    <a:pt x="5064348" y="1642083"/>
                  </a:lnTo>
                  <a:close/>
                </a:path>
                <a:path w="6537959" h="5924550">
                  <a:moveTo>
                    <a:pt x="5122664" y="1741280"/>
                  </a:moveTo>
                  <a:lnTo>
                    <a:pt x="5128124" y="1750733"/>
                  </a:lnTo>
                  <a:lnTo>
                    <a:pt x="5118671" y="1756189"/>
                  </a:lnTo>
                  <a:lnTo>
                    <a:pt x="5113211" y="1746736"/>
                  </a:lnTo>
                  <a:lnTo>
                    <a:pt x="5122664" y="1741280"/>
                  </a:lnTo>
                  <a:close/>
                </a:path>
                <a:path w="6537959" h="5924550">
                  <a:moveTo>
                    <a:pt x="5181072" y="1840165"/>
                  </a:moveTo>
                  <a:lnTo>
                    <a:pt x="5187664" y="1851586"/>
                  </a:lnTo>
                  <a:lnTo>
                    <a:pt x="5176244" y="1858183"/>
                  </a:lnTo>
                  <a:lnTo>
                    <a:pt x="5169647" y="1846758"/>
                  </a:lnTo>
                  <a:lnTo>
                    <a:pt x="5181072" y="1840165"/>
                  </a:lnTo>
                  <a:close/>
                </a:path>
                <a:path w="6537959" h="5924550">
                  <a:moveTo>
                    <a:pt x="5239392" y="1939358"/>
                  </a:moveTo>
                  <a:lnTo>
                    <a:pt x="5246897" y="1952355"/>
                  </a:lnTo>
                  <a:lnTo>
                    <a:pt x="5233900" y="1959860"/>
                  </a:lnTo>
                  <a:lnTo>
                    <a:pt x="5226395" y="1946863"/>
                  </a:lnTo>
                  <a:lnTo>
                    <a:pt x="5239392" y="1939358"/>
                  </a:lnTo>
                  <a:close/>
                </a:path>
                <a:path w="6537959" h="5924550">
                  <a:moveTo>
                    <a:pt x="5297796" y="2038243"/>
                  </a:moveTo>
                  <a:lnTo>
                    <a:pt x="5306438" y="2053212"/>
                  </a:lnTo>
                  <a:lnTo>
                    <a:pt x="5291469" y="2061854"/>
                  </a:lnTo>
                  <a:lnTo>
                    <a:pt x="5282827" y="2046885"/>
                  </a:lnTo>
                  <a:lnTo>
                    <a:pt x="5297796" y="2038243"/>
                  </a:lnTo>
                  <a:close/>
                </a:path>
                <a:path w="6537959" h="5924550">
                  <a:moveTo>
                    <a:pt x="5356116" y="2137436"/>
                  </a:moveTo>
                  <a:lnTo>
                    <a:pt x="5365666" y="2153982"/>
                  </a:lnTo>
                  <a:lnTo>
                    <a:pt x="5349125" y="2163531"/>
                  </a:lnTo>
                  <a:lnTo>
                    <a:pt x="5339575" y="2146986"/>
                  </a:lnTo>
                  <a:lnTo>
                    <a:pt x="5356116" y="2137436"/>
                  </a:lnTo>
                  <a:close/>
                </a:path>
                <a:path w="6537959" h="5924550">
                  <a:moveTo>
                    <a:pt x="5414437" y="2236638"/>
                  </a:moveTo>
                  <a:lnTo>
                    <a:pt x="5424894" y="2254751"/>
                  </a:lnTo>
                  <a:lnTo>
                    <a:pt x="5406776" y="2265213"/>
                  </a:lnTo>
                  <a:lnTo>
                    <a:pt x="5396319" y="2247095"/>
                  </a:lnTo>
                  <a:lnTo>
                    <a:pt x="5414437" y="2236638"/>
                  </a:lnTo>
                  <a:close/>
                </a:path>
                <a:path w="6537959" h="5924550">
                  <a:moveTo>
                    <a:pt x="5472836" y="2335518"/>
                  </a:moveTo>
                  <a:lnTo>
                    <a:pt x="5484435" y="2355608"/>
                  </a:lnTo>
                  <a:lnTo>
                    <a:pt x="5464349" y="2367207"/>
                  </a:lnTo>
                  <a:lnTo>
                    <a:pt x="5452750" y="2347112"/>
                  </a:lnTo>
                  <a:lnTo>
                    <a:pt x="5472836" y="2335518"/>
                  </a:lnTo>
                  <a:close/>
                </a:path>
                <a:path w="6537959" h="5924550">
                  <a:moveTo>
                    <a:pt x="5531242" y="2434403"/>
                  </a:moveTo>
                  <a:lnTo>
                    <a:pt x="5543979" y="2456464"/>
                  </a:lnTo>
                  <a:lnTo>
                    <a:pt x="5521923" y="2469196"/>
                  </a:lnTo>
                  <a:lnTo>
                    <a:pt x="5509187" y="2447139"/>
                  </a:lnTo>
                  <a:lnTo>
                    <a:pt x="5531242" y="2434403"/>
                  </a:lnTo>
                  <a:close/>
                </a:path>
                <a:path w="6537959" h="5924550">
                  <a:moveTo>
                    <a:pt x="5589569" y="2533600"/>
                  </a:moveTo>
                  <a:lnTo>
                    <a:pt x="5603212" y="2557229"/>
                  </a:lnTo>
                  <a:lnTo>
                    <a:pt x="5579579" y="2570873"/>
                  </a:lnTo>
                  <a:lnTo>
                    <a:pt x="5565935" y="2547244"/>
                  </a:lnTo>
                  <a:lnTo>
                    <a:pt x="5589569" y="2533600"/>
                  </a:lnTo>
                  <a:close/>
                </a:path>
                <a:path w="6537959" h="5924550">
                  <a:moveTo>
                    <a:pt x="5647967" y="2632481"/>
                  </a:moveTo>
                  <a:lnTo>
                    <a:pt x="5662748" y="2658081"/>
                  </a:lnTo>
                  <a:lnTo>
                    <a:pt x="5637147" y="2672862"/>
                  </a:lnTo>
                  <a:lnTo>
                    <a:pt x="5622367" y="2647262"/>
                  </a:lnTo>
                  <a:lnTo>
                    <a:pt x="5647967" y="2632481"/>
                  </a:lnTo>
                  <a:close/>
                </a:path>
                <a:path w="6537959" h="5924550">
                  <a:moveTo>
                    <a:pt x="5706375" y="2731366"/>
                  </a:moveTo>
                  <a:lnTo>
                    <a:pt x="5722293" y="2758938"/>
                  </a:lnTo>
                  <a:lnTo>
                    <a:pt x="5694721" y="2774856"/>
                  </a:lnTo>
                  <a:lnTo>
                    <a:pt x="5678803" y="2747284"/>
                  </a:lnTo>
                  <a:lnTo>
                    <a:pt x="5706375" y="2731366"/>
                  </a:lnTo>
                  <a:close/>
                </a:path>
                <a:path w="6537959" h="5924550">
                  <a:moveTo>
                    <a:pt x="5764691" y="2830563"/>
                  </a:moveTo>
                  <a:lnTo>
                    <a:pt x="5781521" y="2859707"/>
                  </a:lnTo>
                  <a:lnTo>
                    <a:pt x="5752372" y="2876537"/>
                  </a:lnTo>
                  <a:lnTo>
                    <a:pt x="5735547" y="2847388"/>
                  </a:lnTo>
                  <a:lnTo>
                    <a:pt x="5764691" y="2830563"/>
                  </a:lnTo>
                  <a:close/>
                </a:path>
                <a:path w="6537959" h="5924550">
                  <a:moveTo>
                    <a:pt x="5823094" y="2929448"/>
                  </a:moveTo>
                  <a:lnTo>
                    <a:pt x="5841061" y="2960564"/>
                  </a:lnTo>
                  <a:lnTo>
                    <a:pt x="5809945" y="2978526"/>
                  </a:lnTo>
                  <a:lnTo>
                    <a:pt x="5791978" y="2947411"/>
                  </a:lnTo>
                  <a:lnTo>
                    <a:pt x="5823094" y="2929448"/>
                  </a:lnTo>
                  <a:close/>
                </a:path>
                <a:path w="6537959" h="5924550">
                  <a:moveTo>
                    <a:pt x="5881419" y="3028640"/>
                  </a:moveTo>
                  <a:lnTo>
                    <a:pt x="5900294" y="3061333"/>
                  </a:lnTo>
                  <a:lnTo>
                    <a:pt x="5867601" y="3080208"/>
                  </a:lnTo>
                  <a:lnTo>
                    <a:pt x="5848727" y="3047515"/>
                  </a:lnTo>
                  <a:lnTo>
                    <a:pt x="5881419" y="3028640"/>
                  </a:lnTo>
                  <a:close/>
                </a:path>
                <a:path w="6537959" h="5924550">
                  <a:moveTo>
                    <a:pt x="5939823" y="3127526"/>
                  </a:moveTo>
                  <a:lnTo>
                    <a:pt x="5959834" y="3162185"/>
                  </a:lnTo>
                  <a:lnTo>
                    <a:pt x="5925175" y="3182197"/>
                  </a:lnTo>
                  <a:lnTo>
                    <a:pt x="5905163" y="3147537"/>
                  </a:lnTo>
                  <a:lnTo>
                    <a:pt x="5939823" y="3127526"/>
                  </a:lnTo>
                  <a:close/>
                </a:path>
                <a:path w="6537959" h="5924550">
                  <a:moveTo>
                    <a:pt x="5998226" y="3226411"/>
                  </a:moveTo>
                  <a:lnTo>
                    <a:pt x="6019375" y="3263042"/>
                  </a:lnTo>
                  <a:lnTo>
                    <a:pt x="5982744" y="3284190"/>
                  </a:lnTo>
                  <a:lnTo>
                    <a:pt x="5961595" y="3247559"/>
                  </a:lnTo>
                  <a:lnTo>
                    <a:pt x="5998226" y="3226411"/>
                  </a:lnTo>
                  <a:close/>
                </a:path>
                <a:path w="6537959" h="5924550">
                  <a:moveTo>
                    <a:pt x="6056546" y="3325603"/>
                  </a:moveTo>
                  <a:lnTo>
                    <a:pt x="6078603" y="3363811"/>
                  </a:lnTo>
                  <a:lnTo>
                    <a:pt x="6040395" y="3385872"/>
                  </a:lnTo>
                  <a:lnTo>
                    <a:pt x="6018338" y="3347664"/>
                  </a:lnTo>
                  <a:lnTo>
                    <a:pt x="6056546" y="3325603"/>
                  </a:lnTo>
                  <a:close/>
                </a:path>
                <a:path w="6537959" h="5924550">
                  <a:moveTo>
                    <a:pt x="6114950" y="3424488"/>
                  </a:moveTo>
                  <a:lnTo>
                    <a:pt x="6138143" y="3464668"/>
                  </a:lnTo>
                  <a:lnTo>
                    <a:pt x="6097968" y="3487861"/>
                  </a:lnTo>
                  <a:lnTo>
                    <a:pt x="6074775" y="3447686"/>
                  </a:lnTo>
                  <a:lnTo>
                    <a:pt x="6114950" y="3424488"/>
                  </a:lnTo>
                  <a:close/>
                </a:path>
                <a:path w="6537959" h="5924550">
                  <a:moveTo>
                    <a:pt x="6173353" y="3523378"/>
                  </a:moveTo>
                  <a:lnTo>
                    <a:pt x="6197688" y="3565520"/>
                  </a:lnTo>
                  <a:lnTo>
                    <a:pt x="6155542" y="3589855"/>
                  </a:lnTo>
                  <a:lnTo>
                    <a:pt x="6131207" y="3547709"/>
                  </a:lnTo>
                  <a:lnTo>
                    <a:pt x="6173353" y="3523378"/>
                  </a:lnTo>
                  <a:close/>
                </a:path>
                <a:path w="6537959" h="5924550">
                  <a:moveTo>
                    <a:pt x="6231678" y="3622570"/>
                  </a:moveTo>
                  <a:lnTo>
                    <a:pt x="6256921" y="3666289"/>
                  </a:lnTo>
                  <a:lnTo>
                    <a:pt x="6213198" y="3691532"/>
                  </a:lnTo>
                  <a:lnTo>
                    <a:pt x="6187955" y="3647813"/>
                  </a:lnTo>
                  <a:lnTo>
                    <a:pt x="6231678" y="3622570"/>
                  </a:lnTo>
                  <a:close/>
                </a:path>
                <a:path w="6537959" h="5924550">
                  <a:moveTo>
                    <a:pt x="6290081" y="3721456"/>
                  </a:moveTo>
                  <a:lnTo>
                    <a:pt x="6316461" y="3767146"/>
                  </a:lnTo>
                  <a:lnTo>
                    <a:pt x="6270771" y="3793526"/>
                  </a:lnTo>
                  <a:lnTo>
                    <a:pt x="6244391" y="3747835"/>
                  </a:lnTo>
                  <a:lnTo>
                    <a:pt x="6290081" y="3721456"/>
                  </a:lnTo>
                  <a:close/>
                </a:path>
                <a:path w="6537959" h="5924550">
                  <a:moveTo>
                    <a:pt x="6348485" y="3820341"/>
                  </a:moveTo>
                  <a:lnTo>
                    <a:pt x="6376001" y="3867998"/>
                  </a:lnTo>
                  <a:lnTo>
                    <a:pt x="6328340" y="3895515"/>
                  </a:lnTo>
                  <a:lnTo>
                    <a:pt x="6300823" y="3847858"/>
                  </a:lnTo>
                  <a:lnTo>
                    <a:pt x="6348485" y="3820341"/>
                  </a:lnTo>
                  <a:close/>
                </a:path>
                <a:path w="6537959" h="5924550">
                  <a:moveTo>
                    <a:pt x="6406805" y="3919533"/>
                  </a:moveTo>
                  <a:lnTo>
                    <a:pt x="6435230" y="3968767"/>
                  </a:lnTo>
                  <a:lnTo>
                    <a:pt x="6385996" y="3997192"/>
                  </a:lnTo>
                  <a:lnTo>
                    <a:pt x="6357571" y="3947958"/>
                  </a:lnTo>
                  <a:lnTo>
                    <a:pt x="6406805" y="3919533"/>
                  </a:lnTo>
                  <a:close/>
                </a:path>
                <a:path w="6537959" h="5924550">
                  <a:moveTo>
                    <a:pt x="6465208" y="4018418"/>
                  </a:moveTo>
                  <a:lnTo>
                    <a:pt x="6494770" y="4069624"/>
                  </a:lnTo>
                  <a:lnTo>
                    <a:pt x="6443569" y="4099185"/>
                  </a:lnTo>
                  <a:lnTo>
                    <a:pt x="6414008" y="4047980"/>
                  </a:lnTo>
                  <a:lnTo>
                    <a:pt x="6465208" y="4018418"/>
                  </a:lnTo>
                  <a:close/>
                </a:path>
                <a:path w="6537959" h="5924550">
                  <a:moveTo>
                    <a:pt x="6523525" y="4117615"/>
                  </a:moveTo>
                  <a:lnTo>
                    <a:pt x="6537666" y="4142108"/>
                  </a:lnTo>
                  <a:lnTo>
                    <a:pt x="6537666" y="4179822"/>
                  </a:lnTo>
                  <a:lnTo>
                    <a:pt x="6501220" y="4200863"/>
                  </a:lnTo>
                  <a:lnTo>
                    <a:pt x="6470747" y="4148085"/>
                  </a:lnTo>
                  <a:lnTo>
                    <a:pt x="6523525" y="4117615"/>
                  </a:lnTo>
                  <a:close/>
                </a:path>
                <a:path w="6537959" h="5924550">
                  <a:moveTo>
                    <a:pt x="6537666" y="4242055"/>
                  </a:moveTo>
                  <a:lnTo>
                    <a:pt x="6537666" y="4266266"/>
                  </a:lnTo>
                  <a:lnTo>
                    <a:pt x="6527183" y="4248107"/>
                  </a:lnTo>
                  <a:lnTo>
                    <a:pt x="6537666" y="4242055"/>
                  </a:lnTo>
                  <a:close/>
                </a:path>
                <a:path w="6537959" h="5924550">
                  <a:moveTo>
                    <a:pt x="4788694" y="1403418"/>
                  </a:moveTo>
                  <a:lnTo>
                    <a:pt x="4789831" y="1405385"/>
                  </a:lnTo>
                  <a:lnTo>
                    <a:pt x="4787864" y="1406522"/>
                  </a:lnTo>
                  <a:lnTo>
                    <a:pt x="4786727" y="1404555"/>
                  </a:lnTo>
                  <a:lnTo>
                    <a:pt x="4788694" y="1403418"/>
                  </a:lnTo>
                  <a:close/>
                </a:path>
                <a:path w="6537959" h="5924550">
                  <a:moveTo>
                    <a:pt x="4847015" y="1502615"/>
                  </a:moveTo>
                  <a:lnTo>
                    <a:pt x="4849064" y="1506159"/>
                  </a:lnTo>
                  <a:lnTo>
                    <a:pt x="4845520" y="1508204"/>
                  </a:lnTo>
                  <a:lnTo>
                    <a:pt x="4843475" y="1504660"/>
                  </a:lnTo>
                  <a:lnTo>
                    <a:pt x="4847015" y="1502615"/>
                  </a:lnTo>
                  <a:close/>
                </a:path>
                <a:path w="6537959" h="5924550">
                  <a:moveTo>
                    <a:pt x="4905418" y="1601501"/>
                  </a:moveTo>
                  <a:lnTo>
                    <a:pt x="4908600" y="1607011"/>
                  </a:lnTo>
                  <a:lnTo>
                    <a:pt x="4903089" y="1610193"/>
                  </a:lnTo>
                  <a:lnTo>
                    <a:pt x="4899907" y="1604683"/>
                  </a:lnTo>
                  <a:lnTo>
                    <a:pt x="4905418" y="1601501"/>
                  </a:lnTo>
                  <a:close/>
                </a:path>
                <a:path w="6537959" h="5924550">
                  <a:moveTo>
                    <a:pt x="4963821" y="1700381"/>
                  </a:moveTo>
                  <a:lnTo>
                    <a:pt x="4968144" y="1707868"/>
                  </a:lnTo>
                  <a:lnTo>
                    <a:pt x="4960663" y="1712186"/>
                  </a:lnTo>
                  <a:lnTo>
                    <a:pt x="4956344" y="1704700"/>
                  </a:lnTo>
                  <a:lnTo>
                    <a:pt x="4963821" y="1700381"/>
                  </a:lnTo>
                  <a:close/>
                </a:path>
                <a:path w="6537959" h="5924550">
                  <a:moveTo>
                    <a:pt x="5022146" y="1799578"/>
                  </a:moveTo>
                  <a:lnTo>
                    <a:pt x="5027377" y="1808633"/>
                  </a:lnTo>
                  <a:lnTo>
                    <a:pt x="5018314" y="1813864"/>
                  </a:lnTo>
                  <a:lnTo>
                    <a:pt x="5013087" y="1804809"/>
                  </a:lnTo>
                  <a:lnTo>
                    <a:pt x="5022146" y="1799578"/>
                  </a:lnTo>
                  <a:close/>
                </a:path>
                <a:path w="6537959" h="5924550">
                  <a:moveTo>
                    <a:pt x="5080550" y="1898459"/>
                  </a:moveTo>
                  <a:lnTo>
                    <a:pt x="5086918" y="1909489"/>
                  </a:lnTo>
                  <a:lnTo>
                    <a:pt x="5075887" y="1915857"/>
                  </a:lnTo>
                  <a:lnTo>
                    <a:pt x="5069519" y="1904826"/>
                  </a:lnTo>
                  <a:lnTo>
                    <a:pt x="5080550" y="1898459"/>
                  </a:lnTo>
                  <a:close/>
                </a:path>
                <a:path w="6537959" h="5924550">
                  <a:moveTo>
                    <a:pt x="5138870" y="1997660"/>
                  </a:moveTo>
                  <a:lnTo>
                    <a:pt x="5146146" y="2010259"/>
                  </a:lnTo>
                  <a:lnTo>
                    <a:pt x="5133543" y="2017535"/>
                  </a:lnTo>
                  <a:lnTo>
                    <a:pt x="5126267" y="2004936"/>
                  </a:lnTo>
                  <a:lnTo>
                    <a:pt x="5138870" y="1997660"/>
                  </a:lnTo>
                  <a:close/>
                </a:path>
                <a:path w="6537959" h="5924550">
                  <a:moveTo>
                    <a:pt x="5197273" y="2096546"/>
                  </a:moveTo>
                  <a:lnTo>
                    <a:pt x="5205686" y="2111116"/>
                  </a:lnTo>
                  <a:lnTo>
                    <a:pt x="5191116" y="2119528"/>
                  </a:lnTo>
                  <a:lnTo>
                    <a:pt x="5182703" y="2104958"/>
                  </a:lnTo>
                  <a:lnTo>
                    <a:pt x="5197273" y="2096546"/>
                  </a:lnTo>
                  <a:close/>
                </a:path>
                <a:path w="6537959" h="5924550">
                  <a:moveTo>
                    <a:pt x="5255677" y="2195426"/>
                  </a:moveTo>
                  <a:lnTo>
                    <a:pt x="5265226" y="2211972"/>
                  </a:lnTo>
                  <a:lnTo>
                    <a:pt x="5248685" y="2221522"/>
                  </a:lnTo>
                  <a:lnTo>
                    <a:pt x="5239135" y="2204976"/>
                  </a:lnTo>
                  <a:lnTo>
                    <a:pt x="5255677" y="2195426"/>
                  </a:lnTo>
                  <a:close/>
                </a:path>
                <a:path w="6537959" h="5924550">
                  <a:moveTo>
                    <a:pt x="5314002" y="2294623"/>
                  </a:moveTo>
                  <a:lnTo>
                    <a:pt x="5324459" y="2312737"/>
                  </a:lnTo>
                  <a:lnTo>
                    <a:pt x="5306341" y="2323199"/>
                  </a:lnTo>
                  <a:lnTo>
                    <a:pt x="5295879" y="2305085"/>
                  </a:lnTo>
                  <a:lnTo>
                    <a:pt x="5314002" y="2294623"/>
                  </a:lnTo>
                  <a:close/>
                </a:path>
                <a:path w="6537959" h="5924550">
                  <a:moveTo>
                    <a:pt x="5372400" y="2393504"/>
                  </a:moveTo>
                  <a:lnTo>
                    <a:pt x="5383999" y="2413593"/>
                  </a:lnTo>
                  <a:lnTo>
                    <a:pt x="5363910" y="2425192"/>
                  </a:lnTo>
                  <a:lnTo>
                    <a:pt x="5352311" y="2405102"/>
                  </a:lnTo>
                  <a:lnTo>
                    <a:pt x="5372400" y="2393504"/>
                  </a:lnTo>
                  <a:close/>
                </a:path>
                <a:path w="6537959" h="5924550">
                  <a:moveTo>
                    <a:pt x="5430808" y="2492389"/>
                  </a:moveTo>
                  <a:lnTo>
                    <a:pt x="5443544" y="2514450"/>
                  </a:lnTo>
                  <a:lnTo>
                    <a:pt x="5421483" y="2527186"/>
                  </a:lnTo>
                  <a:lnTo>
                    <a:pt x="5408747" y="2505125"/>
                  </a:lnTo>
                  <a:lnTo>
                    <a:pt x="5430808" y="2492389"/>
                  </a:lnTo>
                  <a:close/>
                </a:path>
                <a:path w="6537959" h="5924550">
                  <a:moveTo>
                    <a:pt x="5489129" y="2591586"/>
                  </a:moveTo>
                  <a:lnTo>
                    <a:pt x="5502773" y="2615219"/>
                  </a:lnTo>
                  <a:lnTo>
                    <a:pt x="5479139" y="2628863"/>
                  </a:lnTo>
                  <a:lnTo>
                    <a:pt x="5465495" y="2605230"/>
                  </a:lnTo>
                  <a:lnTo>
                    <a:pt x="5489129" y="2591586"/>
                  </a:lnTo>
                  <a:close/>
                </a:path>
                <a:path w="6537959" h="5924550">
                  <a:moveTo>
                    <a:pt x="5547527" y="2690471"/>
                  </a:moveTo>
                  <a:lnTo>
                    <a:pt x="5562308" y="2716071"/>
                  </a:lnTo>
                  <a:lnTo>
                    <a:pt x="5536708" y="2730852"/>
                  </a:lnTo>
                  <a:lnTo>
                    <a:pt x="5521927" y="2705252"/>
                  </a:lnTo>
                  <a:lnTo>
                    <a:pt x="5547527" y="2690471"/>
                  </a:lnTo>
                  <a:close/>
                </a:path>
                <a:path w="6537959" h="5924550">
                  <a:moveTo>
                    <a:pt x="5605853" y="2789663"/>
                  </a:moveTo>
                  <a:lnTo>
                    <a:pt x="5621546" y="2816841"/>
                  </a:lnTo>
                  <a:lnTo>
                    <a:pt x="5594368" y="2832534"/>
                  </a:lnTo>
                  <a:lnTo>
                    <a:pt x="5578675" y="2805357"/>
                  </a:lnTo>
                  <a:lnTo>
                    <a:pt x="5605853" y="2789663"/>
                  </a:lnTo>
                  <a:close/>
                </a:path>
                <a:path w="6537959" h="5924550">
                  <a:moveTo>
                    <a:pt x="5664173" y="2888860"/>
                  </a:moveTo>
                  <a:lnTo>
                    <a:pt x="5680774" y="2917615"/>
                  </a:lnTo>
                  <a:lnTo>
                    <a:pt x="5652019" y="2934216"/>
                  </a:lnTo>
                  <a:lnTo>
                    <a:pt x="5635419" y="2905461"/>
                  </a:lnTo>
                  <a:lnTo>
                    <a:pt x="5664173" y="2888860"/>
                  </a:lnTo>
                  <a:close/>
                </a:path>
                <a:path w="6537959" h="5924550">
                  <a:moveTo>
                    <a:pt x="5722576" y="2987746"/>
                  </a:moveTo>
                  <a:lnTo>
                    <a:pt x="5740314" y="3018467"/>
                  </a:lnTo>
                  <a:lnTo>
                    <a:pt x="5709593" y="3036205"/>
                  </a:lnTo>
                  <a:lnTo>
                    <a:pt x="5691855" y="3005483"/>
                  </a:lnTo>
                  <a:lnTo>
                    <a:pt x="5722576" y="2987746"/>
                  </a:lnTo>
                  <a:close/>
                </a:path>
                <a:path w="6537959" h="5924550">
                  <a:moveTo>
                    <a:pt x="5780897" y="3086943"/>
                  </a:moveTo>
                  <a:lnTo>
                    <a:pt x="5799543" y="3119241"/>
                  </a:lnTo>
                  <a:lnTo>
                    <a:pt x="5767249" y="3137887"/>
                  </a:lnTo>
                  <a:lnTo>
                    <a:pt x="5748599" y="3105588"/>
                  </a:lnTo>
                  <a:lnTo>
                    <a:pt x="5780897" y="3086943"/>
                  </a:lnTo>
                  <a:close/>
                </a:path>
                <a:path w="6537959" h="5924550">
                  <a:moveTo>
                    <a:pt x="5839300" y="3185828"/>
                  </a:moveTo>
                  <a:lnTo>
                    <a:pt x="5859083" y="3220093"/>
                  </a:lnTo>
                  <a:lnTo>
                    <a:pt x="5824817" y="3239876"/>
                  </a:lnTo>
                  <a:lnTo>
                    <a:pt x="5805035" y="3205610"/>
                  </a:lnTo>
                  <a:lnTo>
                    <a:pt x="5839300" y="3185828"/>
                  </a:lnTo>
                  <a:close/>
                </a:path>
                <a:path w="6537959" h="5924550">
                  <a:moveTo>
                    <a:pt x="5897703" y="3284713"/>
                  </a:moveTo>
                  <a:lnTo>
                    <a:pt x="5918623" y="3320945"/>
                  </a:lnTo>
                  <a:lnTo>
                    <a:pt x="5882391" y="3341865"/>
                  </a:lnTo>
                  <a:lnTo>
                    <a:pt x="5861471" y="3305633"/>
                  </a:lnTo>
                  <a:lnTo>
                    <a:pt x="5897703" y="3284713"/>
                  </a:lnTo>
                  <a:close/>
                </a:path>
                <a:path w="6537959" h="5924550">
                  <a:moveTo>
                    <a:pt x="5956024" y="3383905"/>
                  </a:moveTo>
                  <a:lnTo>
                    <a:pt x="5977856" y="3421715"/>
                  </a:lnTo>
                  <a:lnTo>
                    <a:pt x="5940042" y="3443547"/>
                  </a:lnTo>
                  <a:lnTo>
                    <a:pt x="5918210" y="3405737"/>
                  </a:lnTo>
                  <a:lnTo>
                    <a:pt x="5956024" y="3383905"/>
                  </a:lnTo>
                  <a:close/>
                </a:path>
                <a:path w="6537959" h="5924550">
                  <a:moveTo>
                    <a:pt x="6014432" y="3482791"/>
                  </a:moveTo>
                  <a:lnTo>
                    <a:pt x="6037396" y="3522566"/>
                  </a:lnTo>
                  <a:lnTo>
                    <a:pt x="5997616" y="3545535"/>
                  </a:lnTo>
                  <a:lnTo>
                    <a:pt x="5974647" y="3505759"/>
                  </a:lnTo>
                  <a:lnTo>
                    <a:pt x="6014432" y="3482791"/>
                  </a:lnTo>
                  <a:close/>
                </a:path>
                <a:path w="6537959" h="5924550">
                  <a:moveTo>
                    <a:pt x="6072830" y="3581671"/>
                  </a:moveTo>
                  <a:lnTo>
                    <a:pt x="6096936" y="3623423"/>
                  </a:lnTo>
                  <a:lnTo>
                    <a:pt x="6055184" y="3647529"/>
                  </a:lnTo>
                  <a:lnTo>
                    <a:pt x="6031079" y="3605777"/>
                  </a:lnTo>
                  <a:lnTo>
                    <a:pt x="6072830" y="3581671"/>
                  </a:lnTo>
                  <a:close/>
                </a:path>
                <a:path w="6537959" h="5924550">
                  <a:moveTo>
                    <a:pt x="6131151" y="3680868"/>
                  </a:moveTo>
                  <a:lnTo>
                    <a:pt x="6156165" y="3724193"/>
                  </a:lnTo>
                  <a:lnTo>
                    <a:pt x="6112840" y="3749206"/>
                  </a:lnTo>
                  <a:lnTo>
                    <a:pt x="6087827" y="3705882"/>
                  </a:lnTo>
                  <a:lnTo>
                    <a:pt x="6131151" y="3680868"/>
                  </a:lnTo>
                  <a:close/>
                </a:path>
                <a:path w="6537959" h="5924550">
                  <a:moveTo>
                    <a:pt x="6189559" y="3779753"/>
                  </a:moveTo>
                  <a:lnTo>
                    <a:pt x="6215710" y="3825049"/>
                  </a:lnTo>
                  <a:lnTo>
                    <a:pt x="6170414" y="3851200"/>
                  </a:lnTo>
                  <a:lnTo>
                    <a:pt x="6144263" y="3805904"/>
                  </a:lnTo>
                  <a:lnTo>
                    <a:pt x="6189559" y="3779753"/>
                  </a:lnTo>
                  <a:close/>
                </a:path>
                <a:path w="6537959" h="5924550">
                  <a:moveTo>
                    <a:pt x="6247958" y="3878639"/>
                  </a:moveTo>
                  <a:lnTo>
                    <a:pt x="6275250" y="3925906"/>
                  </a:lnTo>
                  <a:lnTo>
                    <a:pt x="6227987" y="3953193"/>
                  </a:lnTo>
                  <a:lnTo>
                    <a:pt x="6200695" y="3905926"/>
                  </a:lnTo>
                  <a:lnTo>
                    <a:pt x="6247958" y="3878639"/>
                  </a:lnTo>
                  <a:close/>
                </a:path>
                <a:path w="6537959" h="5924550">
                  <a:moveTo>
                    <a:pt x="6306283" y="3977836"/>
                  </a:moveTo>
                  <a:lnTo>
                    <a:pt x="6334483" y="4026671"/>
                  </a:lnTo>
                  <a:lnTo>
                    <a:pt x="6285638" y="4054871"/>
                  </a:lnTo>
                  <a:lnTo>
                    <a:pt x="6257438" y="4006035"/>
                  </a:lnTo>
                  <a:lnTo>
                    <a:pt x="6306283" y="3977836"/>
                  </a:lnTo>
                  <a:close/>
                </a:path>
                <a:path w="6537959" h="5924550">
                  <a:moveTo>
                    <a:pt x="6364686" y="4076716"/>
                  </a:moveTo>
                  <a:lnTo>
                    <a:pt x="6394023" y="4127528"/>
                  </a:lnTo>
                  <a:lnTo>
                    <a:pt x="6343212" y="4156865"/>
                  </a:lnTo>
                  <a:lnTo>
                    <a:pt x="6313875" y="4106053"/>
                  </a:lnTo>
                  <a:lnTo>
                    <a:pt x="6364686" y="4076716"/>
                  </a:lnTo>
                  <a:close/>
                </a:path>
                <a:path w="6537959" h="5924550">
                  <a:moveTo>
                    <a:pt x="6423007" y="4175913"/>
                  </a:moveTo>
                  <a:lnTo>
                    <a:pt x="6453251" y="4228297"/>
                  </a:lnTo>
                  <a:lnTo>
                    <a:pt x="6400868" y="4258542"/>
                  </a:lnTo>
                  <a:lnTo>
                    <a:pt x="6370623" y="4206158"/>
                  </a:lnTo>
                  <a:lnTo>
                    <a:pt x="6423007" y="4175913"/>
                  </a:lnTo>
                  <a:close/>
                </a:path>
                <a:path w="6537959" h="5924550">
                  <a:moveTo>
                    <a:pt x="6481410" y="4274799"/>
                  </a:moveTo>
                  <a:lnTo>
                    <a:pt x="6512792" y="4329154"/>
                  </a:lnTo>
                  <a:lnTo>
                    <a:pt x="6458437" y="4360535"/>
                  </a:lnTo>
                  <a:lnTo>
                    <a:pt x="6427055" y="4306180"/>
                  </a:lnTo>
                  <a:lnTo>
                    <a:pt x="6481410" y="4274799"/>
                  </a:lnTo>
                  <a:close/>
                </a:path>
                <a:path w="6537959" h="5924550">
                  <a:moveTo>
                    <a:pt x="6537666" y="4374919"/>
                  </a:moveTo>
                  <a:lnTo>
                    <a:pt x="6537666" y="4450021"/>
                  </a:lnTo>
                  <a:lnTo>
                    <a:pt x="6516010" y="4462524"/>
                  </a:lnTo>
                  <a:lnTo>
                    <a:pt x="6483491" y="4406198"/>
                  </a:lnTo>
                  <a:lnTo>
                    <a:pt x="6537666" y="4374919"/>
                  </a:lnTo>
                  <a:close/>
                </a:path>
                <a:path w="6537959" h="5924550">
                  <a:moveTo>
                    <a:pt x="4688176" y="1461716"/>
                  </a:moveTo>
                  <a:lnTo>
                    <a:pt x="4689084" y="1463293"/>
                  </a:lnTo>
                  <a:lnTo>
                    <a:pt x="4687511" y="1464201"/>
                  </a:lnTo>
                  <a:lnTo>
                    <a:pt x="4686599" y="1462624"/>
                  </a:lnTo>
                  <a:lnTo>
                    <a:pt x="4688176" y="1461716"/>
                  </a:lnTo>
                  <a:close/>
                </a:path>
                <a:path w="6537959" h="5924550">
                  <a:moveTo>
                    <a:pt x="4746492" y="1560909"/>
                  </a:moveTo>
                  <a:lnTo>
                    <a:pt x="4748313" y="1564063"/>
                  </a:lnTo>
                  <a:lnTo>
                    <a:pt x="4745163" y="1565883"/>
                  </a:lnTo>
                  <a:lnTo>
                    <a:pt x="4743343" y="1562729"/>
                  </a:lnTo>
                  <a:lnTo>
                    <a:pt x="4746492" y="1560909"/>
                  </a:lnTo>
                  <a:close/>
                </a:path>
                <a:path w="6537959" h="5924550">
                  <a:moveTo>
                    <a:pt x="4804900" y="1659794"/>
                  </a:moveTo>
                  <a:lnTo>
                    <a:pt x="4807857" y="1664919"/>
                  </a:lnTo>
                  <a:lnTo>
                    <a:pt x="4802732" y="1667877"/>
                  </a:lnTo>
                  <a:lnTo>
                    <a:pt x="4799774" y="1662751"/>
                  </a:lnTo>
                  <a:lnTo>
                    <a:pt x="4804900" y="1659794"/>
                  </a:lnTo>
                  <a:close/>
                </a:path>
                <a:path w="6537959" h="5924550">
                  <a:moveTo>
                    <a:pt x="4863303" y="1758679"/>
                  </a:moveTo>
                  <a:lnTo>
                    <a:pt x="4867397" y="1765772"/>
                  </a:lnTo>
                  <a:lnTo>
                    <a:pt x="4860305" y="1769866"/>
                  </a:lnTo>
                  <a:lnTo>
                    <a:pt x="4856211" y="1762773"/>
                  </a:lnTo>
                  <a:lnTo>
                    <a:pt x="4863303" y="1758679"/>
                  </a:lnTo>
                  <a:close/>
                </a:path>
                <a:path w="6537959" h="5924550">
                  <a:moveTo>
                    <a:pt x="4921620" y="1857876"/>
                  </a:moveTo>
                  <a:lnTo>
                    <a:pt x="4926626" y="1866546"/>
                  </a:lnTo>
                  <a:lnTo>
                    <a:pt x="4917961" y="1871548"/>
                  </a:lnTo>
                  <a:lnTo>
                    <a:pt x="4912959" y="1862878"/>
                  </a:lnTo>
                  <a:lnTo>
                    <a:pt x="4921620" y="1857876"/>
                  </a:lnTo>
                  <a:close/>
                </a:path>
                <a:path w="6537959" h="5924550">
                  <a:moveTo>
                    <a:pt x="4980027" y="1956762"/>
                  </a:moveTo>
                  <a:lnTo>
                    <a:pt x="4986166" y="1967394"/>
                  </a:lnTo>
                  <a:lnTo>
                    <a:pt x="4975530" y="1973532"/>
                  </a:lnTo>
                  <a:lnTo>
                    <a:pt x="4969391" y="1962900"/>
                  </a:lnTo>
                  <a:lnTo>
                    <a:pt x="4980027" y="1956762"/>
                  </a:lnTo>
                  <a:close/>
                </a:path>
                <a:path w="6537959" h="5924550">
                  <a:moveTo>
                    <a:pt x="5038348" y="2055954"/>
                  </a:moveTo>
                  <a:lnTo>
                    <a:pt x="5045399" y="2068168"/>
                  </a:lnTo>
                  <a:lnTo>
                    <a:pt x="5033190" y="2075214"/>
                  </a:lnTo>
                  <a:lnTo>
                    <a:pt x="5026139" y="2063005"/>
                  </a:lnTo>
                  <a:lnTo>
                    <a:pt x="5038348" y="2055954"/>
                  </a:lnTo>
                  <a:close/>
                </a:path>
                <a:path w="6537959" h="5924550">
                  <a:moveTo>
                    <a:pt x="5096750" y="2154840"/>
                  </a:moveTo>
                  <a:lnTo>
                    <a:pt x="5104939" y="2169020"/>
                  </a:lnTo>
                  <a:lnTo>
                    <a:pt x="5090759" y="2177203"/>
                  </a:lnTo>
                  <a:lnTo>
                    <a:pt x="5082576" y="2163028"/>
                  </a:lnTo>
                  <a:lnTo>
                    <a:pt x="5096750" y="2154840"/>
                  </a:lnTo>
                  <a:close/>
                </a:path>
                <a:path w="6537959" h="5924550">
                  <a:moveTo>
                    <a:pt x="5155159" y="2253725"/>
                  </a:moveTo>
                  <a:lnTo>
                    <a:pt x="5164479" y="2269872"/>
                  </a:lnTo>
                  <a:lnTo>
                    <a:pt x="5148332" y="2279197"/>
                  </a:lnTo>
                  <a:lnTo>
                    <a:pt x="5139007" y="2263050"/>
                  </a:lnTo>
                  <a:lnTo>
                    <a:pt x="5155159" y="2253725"/>
                  </a:lnTo>
                  <a:close/>
                </a:path>
                <a:path w="6537959" h="5924550">
                  <a:moveTo>
                    <a:pt x="5213475" y="2352922"/>
                  </a:moveTo>
                  <a:lnTo>
                    <a:pt x="5223708" y="2370646"/>
                  </a:lnTo>
                  <a:lnTo>
                    <a:pt x="5205984" y="2380879"/>
                  </a:lnTo>
                  <a:lnTo>
                    <a:pt x="5195751" y="2363155"/>
                  </a:lnTo>
                  <a:lnTo>
                    <a:pt x="5213475" y="2352922"/>
                  </a:lnTo>
                  <a:close/>
                </a:path>
                <a:path w="6537959" h="5924550">
                  <a:moveTo>
                    <a:pt x="5271878" y="2451808"/>
                  </a:moveTo>
                  <a:lnTo>
                    <a:pt x="5283248" y="2471499"/>
                  </a:lnTo>
                  <a:lnTo>
                    <a:pt x="5263557" y="2482868"/>
                  </a:lnTo>
                  <a:lnTo>
                    <a:pt x="5252187" y="2463177"/>
                  </a:lnTo>
                  <a:lnTo>
                    <a:pt x="5271878" y="2451808"/>
                  </a:lnTo>
                  <a:close/>
                </a:path>
                <a:path w="6537959" h="5924550">
                  <a:moveTo>
                    <a:pt x="5330286" y="2550693"/>
                  </a:moveTo>
                  <a:lnTo>
                    <a:pt x="5342793" y="2572355"/>
                  </a:lnTo>
                  <a:lnTo>
                    <a:pt x="5321130" y="2584862"/>
                  </a:lnTo>
                  <a:lnTo>
                    <a:pt x="5308624" y="2563200"/>
                  </a:lnTo>
                  <a:lnTo>
                    <a:pt x="5330286" y="2550693"/>
                  </a:lnTo>
                  <a:close/>
                </a:path>
                <a:path w="6537959" h="5924550">
                  <a:moveTo>
                    <a:pt x="5388606" y="2649886"/>
                  </a:moveTo>
                  <a:lnTo>
                    <a:pt x="5402021" y="2673125"/>
                  </a:lnTo>
                  <a:lnTo>
                    <a:pt x="5378786" y="2686540"/>
                  </a:lnTo>
                  <a:lnTo>
                    <a:pt x="5365367" y="2663300"/>
                  </a:lnTo>
                  <a:lnTo>
                    <a:pt x="5388606" y="2649886"/>
                  </a:lnTo>
                  <a:close/>
                </a:path>
                <a:path w="6537959" h="5924550">
                  <a:moveTo>
                    <a:pt x="5447009" y="2748771"/>
                  </a:moveTo>
                  <a:lnTo>
                    <a:pt x="5461566" y="2773977"/>
                  </a:lnTo>
                  <a:lnTo>
                    <a:pt x="5436355" y="2788533"/>
                  </a:lnTo>
                  <a:lnTo>
                    <a:pt x="5421804" y="2763322"/>
                  </a:lnTo>
                  <a:lnTo>
                    <a:pt x="5447009" y="2748771"/>
                  </a:lnTo>
                  <a:close/>
                </a:path>
                <a:path w="6537959" h="5924550">
                  <a:moveTo>
                    <a:pt x="5505413" y="2847656"/>
                  </a:moveTo>
                  <a:lnTo>
                    <a:pt x="5521106" y="2874833"/>
                  </a:lnTo>
                  <a:lnTo>
                    <a:pt x="5493928" y="2890522"/>
                  </a:lnTo>
                  <a:lnTo>
                    <a:pt x="5478240" y="2863345"/>
                  </a:lnTo>
                  <a:lnTo>
                    <a:pt x="5505413" y="2847656"/>
                  </a:lnTo>
                  <a:close/>
                </a:path>
                <a:path w="6537959" h="5924550">
                  <a:moveTo>
                    <a:pt x="5563733" y="2946848"/>
                  </a:moveTo>
                  <a:lnTo>
                    <a:pt x="5580334" y="2975603"/>
                  </a:lnTo>
                  <a:lnTo>
                    <a:pt x="5551580" y="2992204"/>
                  </a:lnTo>
                  <a:lnTo>
                    <a:pt x="5534979" y="2963449"/>
                  </a:lnTo>
                  <a:lnTo>
                    <a:pt x="5563733" y="2946848"/>
                  </a:lnTo>
                  <a:close/>
                </a:path>
                <a:path w="6537959" h="5924550">
                  <a:moveTo>
                    <a:pt x="5622054" y="3046041"/>
                  </a:moveTo>
                  <a:lnTo>
                    <a:pt x="5639567" y="3076372"/>
                  </a:lnTo>
                  <a:lnTo>
                    <a:pt x="5609236" y="3093886"/>
                  </a:lnTo>
                  <a:lnTo>
                    <a:pt x="5591727" y="3063554"/>
                  </a:lnTo>
                  <a:lnTo>
                    <a:pt x="5622054" y="3046041"/>
                  </a:lnTo>
                  <a:close/>
                </a:path>
                <a:path w="6537959" h="5924550">
                  <a:moveTo>
                    <a:pt x="5680462" y="3144930"/>
                  </a:moveTo>
                  <a:lnTo>
                    <a:pt x="5699107" y="3177229"/>
                  </a:lnTo>
                  <a:lnTo>
                    <a:pt x="5666809" y="3195875"/>
                  </a:lnTo>
                  <a:lnTo>
                    <a:pt x="5648159" y="3163576"/>
                  </a:lnTo>
                  <a:lnTo>
                    <a:pt x="5680462" y="3144930"/>
                  </a:lnTo>
                  <a:close/>
                </a:path>
                <a:path w="6537959" h="5924550">
                  <a:moveTo>
                    <a:pt x="5738778" y="3244123"/>
                  </a:moveTo>
                  <a:lnTo>
                    <a:pt x="5758336" y="3277998"/>
                  </a:lnTo>
                  <a:lnTo>
                    <a:pt x="5724465" y="3297556"/>
                  </a:lnTo>
                  <a:lnTo>
                    <a:pt x="5704907" y="3263681"/>
                  </a:lnTo>
                  <a:lnTo>
                    <a:pt x="5738778" y="3244123"/>
                  </a:lnTo>
                  <a:close/>
                </a:path>
                <a:path w="6537959" h="5924550">
                  <a:moveTo>
                    <a:pt x="5797181" y="3343008"/>
                  </a:moveTo>
                  <a:lnTo>
                    <a:pt x="5817876" y="3378855"/>
                  </a:lnTo>
                  <a:lnTo>
                    <a:pt x="5782038" y="3399545"/>
                  </a:lnTo>
                  <a:lnTo>
                    <a:pt x="5761343" y="3363703"/>
                  </a:lnTo>
                  <a:lnTo>
                    <a:pt x="5797181" y="3343008"/>
                  </a:lnTo>
                  <a:close/>
                </a:path>
                <a:path w="6537959" h="5924550">
                  <a:moveTo>
                    <a:pt x="5855589" y="3441893"/>
                  </a:moveTo>
                  <a:lnTo>
                    <a:pt x="5877416" y="3479702"/>
                  </a:lnTo>
                  <a:lnTo>
                    <a:pt x="5839607" y="3501534"/>
                  </a:lnTo>
                  <a:lnTo>
                    <a:pt x="5817775" y="3463725"/>
                  </a:lnTo>
                  <a:lnTo>
                    <a:pt x="5855589" y="3441893"/>
                  </a:lnTo>
                  <a:close/>
                </a:path>
                <a:path w="6537959" h="5924550">
                  <a:moveTo>
                    <a:pt x="5913905" y="3541090"/>
                  </a:moveTo>
                  <a:lnTo>
                    <a:pt x="5936649" y="3580481"/>
                  </a:lnTo>
                  <a:lnTo>
                    <a:pt x="5897263" y="3603221"/>
                  </a:lnTo>
                  <a:lnTo>
                    <a:pt x="5874519" y="3563830"/>
                  </a:lnTo>
                  <a:lnTo>
                    <a:pt x="5913905" y="3541090"/>
                  </a:lnTo>
                  <a:close/>
                </a:path>
                <a:path w="6537959" h="5924550">
                  <a:moveTo>
                    <a:pt x="5972308" y="3639975"/>
                  </a:moveTo>
                  <a:lnTo>
                    <a:pt x="5996185" y="3681329"/>
                  </a:lnTo>
                  <a:lnTo>
                    <a:pt x="5954832" y="3705205"/>
                  </a:lnTo>
                  <a:lnTo>
                    <a:pt x="5930955" y="3663852"/>
                  </a:lnTo>
                  <a:lnTo>
                    <a:pt x="5972308" y="3639975"/>
                  </a:lnTo>
                  <a:close/>
                </a:path>
                <a:path w="6537959" h="5924550">
                  <a:moveTo>
                    <a:pt x="6030633" y="3739168"/>
                  </a:moveTo>
                  <a:lnTo>
                    <a:pt x="6055422" y="3782102"/>
                  </a:lnTo>
                  <a:lnTo>
                    <a:pt x="6012488" y="3806887"/>
                  </a:lnTo>
                  <a:lnTo>
                    <a:pt x="5987699" y="3763952"/>
                  </a:lnTo>
                  <a:lnTo>
                    <a:pt x="6030633" y="3739168"/>
                  </a:lnTo>
                  <a:close/>
                </a:path>
                <a:path w="6537959" h="5924550">
                  <a:moveTo>
                    <a:pt x="6089037" y="3838053"/>
                  </a:moveTo>
                  <a:lnTo>
                    <a:pt x="6114958" y="3882954"/>
                  </a:lnTo>
                  <a:lnTo>
                    <a:pt x="6070061" y="3908876"/>
                  </a:lnTo>
                  <a:lnTo>
                    <a:pt x="6044135" y="3863974"/>
                  </a:lnTo>
                  <a:lnTo>
                    <a:pt x="6089037" y="3838053"/>
                  </a:lnTo>
                  <a:close/>
                </a:path>
                <a:path w="6537959" h="5924550">
                  <a:moveTo>
                    <a:pt x="6147440" y="3936938"/>
                  </a:moveTo>
                  <a:lnTo>
                    <a:pt x="6174503" y="3983806"/>
                  </a:lnTo>
                  <a:lnTo>
                    <a:pt x="6127630" y="4010869"/>
                  </a:lnTo>
                  <a:lnTo>
                    <a:pt x="6100571" y="3963996"/>
                  </a:lnTo>
                  <a:lnTo>
                    <a:pt x="6147440" y="3936938"/>
                  </a:lnTo>
                  <a:close/>
                </a:path>
                <a:path w="6537959" h="5924550">
                  <a:moveTo>
                    <a:pt x="6205761" y="4036130"/>
                  </a:moveTo>
                  <a:lnTo>
                    <a:pt x="6233731" y="4084581"/>
                  </a:lnTo>
                  <a:lnTo>
                    <a:pt x="6185281" y="4112551"/>
                  </a:lnTo>
                  <a:lnTo>
                    <a:pt x="6157310" y="4064101"/>
                  </a:lnTo>
                  <a:lnTo>
                    <a:pt x="6205761" y="4036130"/>
                  </a:lnTo>
                  <a:close/>
                </a:path>
                <a:path w="6537959" h="5924550">
                  <a:moveTo>
                    <a:pt x="6264164" y="4135020"/>
                  </a:moveTo>
                  <a:lnTo>
                    <a:pt x="6293271" y="4185433"/>
                  </a:lnTo>
                  <a:lnTo>
                    <a:pt x="6242855" y="4214540"/>
                  </a:lnTo>
                  <a:lnTo>
                    <a:pt x="6213747" y="4164128"/>
                  </a:lnTo>
                  <a:lnTo>
                    <a:pt x="6264164" y="4135020"/>
                  </a:lnTo>
                  <a:close/>
                </a:path>
                <a:path w="6537959" h="5924550">
                  <a:moveTo>
                    <a:pt x="6322484" y="4234213"/>
                  </a:moveTo>
                  <a:lnTo>
                    <a:pt x="6352504" y="4286202"/>
                  </a:lnTo>
                  <a:lnTo>
                    <a:pt x="6300510" y="4316222"/>
                  </a:lnTo>
                  <a:lnTo>
                    <a:pt x="6270495" y="4264228"/>
                  </a:lnTo>
                  <a:lnTo>
                    <a:pt x="6322484" y="4234213"/>
                  </a:lnTo>
                  <a:close/>
                </a:path>
                <a:path w="6537959" h="5924550">
                  <a:moveTo>
                    <a:pt x="6380892" y="4333098"/>
                  </a:moveTo>
                  <a:lnTo>
                    <a:pt x="6412045" y="4387059"/>
                  </a:lnTo>
                  <a:lnTo>
                    <a:pt x="6358084" y="4418211"/>
                  </a:lnTo>
                  <a:lnTo>
                    <a:pt x="6326927" y="4364250"/>
                  </a:lnTo>
                  <a:lnTo>
                    <a:pt x="6380892" y="4333098"/>
                  </a:lnTo>
                  <a:close/>
                </a:path>
                <a:path w="6537959" h="5924550">
                  <a:moveTo>
                    <a:pt x="6439295" y="4431983"/>
                  </a:moveTo>
                  <a:lnTo>
                    <a:pt x="6471585" y="4487911"/>
                  </a:lnTo>
                  <a:lnTo>
                    <a:pt x="6415657" y="4520205"/>
                  </a:lnTo>
                  <a:lnTo>
                    <a:pt x="6383363" y="4464272"/>
                  </a:lnTo>
                  <a:lnTo>
                    <a:pt x="6439295" y="4431983"/>
                  </a:lnTo>
                  <a:close/>
                </a:path>
                <a:path w="6537959" h="5924550">
                  <a:moveTo>
                    <a:pt x="6497611" y="4531175"/>
                  </a:moveTo>
                  <a:lnTo>
                    <a:pt x="6530813" y="4588684"/>
                  </a:lnTo>
                  <a:lnTo>
                    <a:pt x="6473309" y="4621886"/>
                  </a:lnTo>
                  <a:lnTo>
                    <a:pt x="6440107" y="4564377"/>
                  </a:lnTo>
                  <a:lnTo>
                    <a:pt x="6497611" y="4531175"/>
                  </a:lnTo>
                  <a:close/>
                </a:path>
                <a:path w="6537959" h="5924550">
                  <a:moveTo>
                    <a:pt x="6537666" y="4640657"/>
                  </a:moveTo>
                  <a:lnTo>
                    <a:pt x="6537666" y="4719958"/>
                  </a:lnTo>
                  <a:lnTo>
                    <a:pt x="6530882" y="4723875"/>
                  </a:lnTo>
                  <a:lnTo>
                    <a:pt x="6496543" y="4664399"/>
                  </a:lnTo>
                  <a:lnTo>
                    <a:pt x="6537666" y="4640657"/>
                  </a:lnTo>
                  <a:close/>
                </a:path>
                <a:path w="6537959" h="5924550">
                  <a:moveTo>
                    <a:pt x="4586476" y="1520699"/>
                  </a:moveTo>
                  <a:lnTo>
                    <a:pt x="4588045" y="1520699"/>
                  </a:lnTo>
                  <a:lnTo>
                    <a:pt x="4588332" y="1521198"/>
                  </a:lnTo>
                  <a:lnTo>
                    <a:pt x="4586763" y="1521198"/>
                  </a:lnTo>
                  <a:lnTo>
                    <a:pt x="4586476" y="1520699"/>
                  </a:lnTo>
                  <a:close/>
                </a:path>
                <a:path w="6537959" h="5924550">
                  <a:moveTo>
                    <a:pt x="4646057" y="1618901"/>
                  </a:moveTo>
                  <a:lnTo>
                    <a:pt x="4647877" y="1622050"/>
                  </a:lnTo>
                  <a:lnTo>
                    <a:pt x="4644728" y="1623870"/>
                  </a:lnTo>
                  <a:lnTo>
                    <a:pt x="4642907" y="1620716"/>
                  </a:lnTo>
                  <a:lnTo>
                    <a:pt x="4646057" y="1618901"/>
                  </a:lnTo>
                  <a:close/>
                </a:path>
                <a:path w="6537959" h="5924550">
                  <a:moveTo>
                    <a:pt x="4704378" y="1718098"/>
                  </a:moveTo>
                  <a:lnTo>
                    <a:pt x="4707106" y="1722820"/>
                  </a:lnTo>
                  <a:lnTo>
                    <a:pt x="4702379" y="1725552"/>
                  </a:lnTo>
                  <a:lnTo>
                    <a:pt x="4699651" y="1720826"/>
                  </a:lnTo>
                  <a:lnTo>
                    <a:pt x="4704378" y="1718098"/>
                  </a:lnTo>
                  <a:close/>
                </a:path>
                <a:path w="6537959" h="5924550">
                  <a:moveTo>
                    <a:pt x="4762781" y="1816978"/>
                  </a:moveTo>
                  <a:lnTo>
                    <a:pt x="4766650" y="1823676"/>
                  </a:lnTo>
                  <a:lnTo>
                    <a:pt x="4759952" y="1827541"/>
                  </a:lnTo>
                  <a:lnTo>
                    <a:pt x="4756083" y="1820843"/>
                  </a:lnTo>
                  <a:lnTo>
                    <a:pt x="4762781" y="1816978"/>
                  </a:lnTo>
                  <a:close/>
                </a:path>
                <a:path w="6537959" h="5924550">
                  <a:moveTo>
                    <a:pt x="4821102" y="1916175"/>
                  </a:moveTo>
                  <a:lnTo>
                    <a:pt x="4825879" y="1924446"/>
                  </a:lnTo>
                  <a:lnTo>
                    <a:pt x="4817608" y="1929223"/>
                  </a:lnTo>
                  <a:lnTo>
                    <a:pt x="4812831" y="1920952"/>
                  </a:lnTo>
                  <a:lnTo>
                    <a:pt x="4821102" y="1916175"/>
                  </a:lnTo>
                  <a:close/>
                </a:path>
                <a:path w="6537959" h="5924550">
                  <a:moveTo>
                    <a:pt x="4879504" y="2015061"/>
                  </a:moveTo>
                  <a:lnTo>
                    <a:pt x="4885419" y="2025302"/>
                  </a:lnTo>
                  <a:lnTo>
                    <a:pt x="4875177" y="2031212"/>
                  </a:lnTo>
                  <a:lnTo>
                    <a:pt x="4869268" y="2020974"/>
                  </a:lnTo>
                  <a:lnTo>
                    <a:pt x="4879504" y="2015061"/>
                  </a:lnTo>
                  <a:close/>
                </a:path>
                <a:path w="6537959" h="5924550">
                  <a:moveTo>
                    <a:pt x="4937830" y="2114254"/>
                  </a:moveTo>
                  <a:lnTo>
                    <a:pt x="4944652" y="2126072"/>
                  </a:lnTo>
                  <a:lnTo>
                    <a:pt x="4932833" y="2132894"/>
                  </a:lnTo>
                  <a:lnTo>
                    <a:pt x="4926011" y="2121080"/>
                  </a:lnTo>
                  <a:lnTo>
                    <a:pt x="4937830" y="2114254"/>
                  </a:lnTo>
                  <a:close/>
                </a:path>
                <a:path w="6537959" h="5924550">
                  <a:moveTo>
                    <a:pt x="4996234" y="2213138"/>
                  </a:moveTo>
                  <a:lnTo>
                    <a:pt x="5004192" y="2226925"/>
                  </a:lnTo>
                  <a:lnTo>
                    <a:pt x="4990402" y="2234888"/>
                  </a:lnTo>
                  <a:lnTo>
                    <a:pt x="4982443" y="2221102"/>
                  </a:lnTo>
                  <a:lnTo>
                    <a:pt x="4996234" y="2213138"/>
                  </a:lnTo>
                  <a:close/>
                </a:path>
                <a:path w="6537959" h="5924550">
                  <a:moveTo>
                    <a:pt x="5054637" y="2312024"/>
                  </a:moveTo>
                  <a:lnTo>
                    <a:pt x="5063733" y="2327781"/>
                  </a:lnTo>
                  <a:lnTo>
                    <a:pt x="5047975" y="2336877"/>
                  </a:lnTo>
                  <a:lnTo>
                    <a:pt x="5038879" y="2321120"/>
                  </a:lnTo>
                  <a:lnTo>
                    <a:pt x="5054637" y="2312024"/>
                  </a:lnTo>
                  <a:close/>
                </a:path>
                <a:path w="6537959" h="5924550">
                  <a:moveTo>
                    <a:pt x="5112957" y="2411221"/>
                  </a:moveTo>
                  <a:lnTo>
                    <a:pt x="5122961" y="2428551"/>
                  </a:lnTo>
                  <a:lnTo>
                    <a:pt x="5105631" y="2438559"/>
                  </a:lnTo>
                  <a:lnTo>
                    <a:pt x="5095628" y="2421229"/>
                  </a:lnTo>
                  <a:lnTo>
                    <a:pt x="5112957" y="2411221"/>
                  </a:lnTo>
                  <a:close/>
                </a:path>
                <a:path w="6537959" h="5924550">
                  <a:moveTo>
                    <a:pt x="5171361" y="2510106"/>
                  </a:moveTo>
                  <a:lnTo>
                    <a:pt x="5182506" y="2529407"/>
                  </a:lnTo>
                  <a:lnTo>
                    <a:pt x="5163204" y="2540548"/>
                  </a:lnTo>
                  <a:lnTo>
                    <a:pt x="5152059" y="2521251"/>
                  </a:lnTo>
                  <a:lnTo>
                    <a:pt x="5171361" y="2510106"/>
                  </a:lnTo>
                  <a:close/>
                </a:path>
                <a:path w="6537959" h="5924550">
                  <a:moveTo>
                    <a:pt x="5229764" y="2608987"/>
                  </a:moveTo>
                  <a:lnTo>
                    <a:pt x="5242041" y="2630260"/>
                  </a:lnTo>
                  <a:lnTo>
                    <a:pt x="5220773" y="2642537"/>
                  </a:lnTo>
                  <a:lnTo>
                    <a:pt x="5208491" y="2621269"/>
                  </a:lnTo>
                  <a:lnTo>
                    <a:pt x="5229764" y="2608987"/>
                  </a:lnTo>
                  <a:close/>
                </a:path>
                <a:path w="6537959" h="5924550">
                  <a:moveTo>
                    <a:pt x="5288084" y="2708188"/>
                  </a:moveTo>
                  <a:lnTo>
                    <a:pt x="5301270" y="2731029"/>
                  </a:lnTo>
                  <a:lnTo>
                    <a:pt x="5278429" y="2744214"/>
                  </a:lnTo>
                  <a:lnTo>
                    <a:pt x="5265244" y="2721374"/>
                  </a:lnTo>
                  <a:lnTo>
                    <a:pt x="5288084" y="2708188"/>
                  </a:lnTo>
                  <a:close/>
                </a:path>
                <a:path w="6537959" h="5924550">
                  <a:moveTo>
                    <a:pt x="5346488" y="2807069"/>
                  </a:moveTo>
                  <a:lnTo>
                    <a:pt x="5360814" y="2831885"/>
                  </a:lnTo>
                  <a:lnTo>
                    <a:pt x="5336002" y="2846208"/>
                  </a:lnTo>
                  <a:lnTo>
                    <a:pt x="5321676" y="2821391"/>
                  </a:lnTo>
                  <a:lnTo>
                    <a:pt x="5346488" y="2807069"/>
                  </a:lnTo>
                  <a:close/>
                </a:path>
                <a:path w="6537959" h="5924550">
                  <a:moveTo>
                    <a:pt x="5404890" y="2905954"/>
                  </a:moveTo>
                  <a:lnTo>
                    <a:pt x="5420355" y="2932737"/>
                  </a:lnTo>
                  <a:lnTo>
                    <a:pt x="5393571" y="2948201"/>
                  </a:lnTo>
                  <a:lnTo>
                    <a:pt x="5378107" y="2921413"/>
                  </a:lnTo>
                  <a:lnTo>
                    <a:pt x="5404890" y="2905954"/>
                  </a:lnTo>
                  <a:close/>
                </a:path>
                <a:path w="6537959" h="5924550">
                  <a:moveTo>
                    <a:pt x="5463216" y="3005151"/>
                  </a:moveTo>
                  <a:lnTo>
                    <a:pt x="5479587" y="3033507"/>
                  </a:lnTo>
                  <a:lnTo>
                    <a:pt x="5451227" y="3049879"/>
                  </a:lnTo>
                  <a:lnTo>
                    <a:pt x="5434856" y="3021523"/>
                  </a:lnTo>
                  <a:lnTo>
                    <a:pt x="5463216" y="3005151"/>
                  </a:lnTo>
                  <a:close/>
                </a:path>
                <a:path w="6537959" h="5924550">
                  <a:moveTo>
                    <a:pt x="5521615" y="3104032"/>
                  </a:moveTo>
                  <a:lnTo>
                    <a:pt x="5539128" y="3134364"/>
                  </a:lnTo>
                  <a:lnTo>
                    <a:pt x="5508796" y="3151872"/>
                  </a:lnTo>
                  <a:lnTo>
                    <a:pt x="5491287" y="3121541"/>
                  </a:lnTo>
                  <a:lnTo>
                    <a:pt x="5521615" y="3104032"/>
                  </a:lnTo>
                  <a:close/>
                </a:path>
                <a:path w="6537959" h="5924550">
                  <a:moveTo>
                    <a:pt x="5579935" y="3203229"/>
                  </a:moveTo>
                  <a:lnTo>
                    <a:pt x="5598356" y="3235133"/>
                  </a:lnTo>
                  <a:lnTo>
                    <a:pt x="5566452" y="3253549"/>
                  </a:lnTo>
                  <a:lnTo>
                    <a:pt x="5548035" y="3221650"/>
                  </a:lnTo>
                  <a:lnTo>
                    <a:pt x="5579935" y="3203229"/>
                  </a:lnTo>
                  <a:close/>
                </a:path>
                <a:path w="6537959" h="5924550">
                  <a:moveTo>
                    <a:pt x="5638260" y="3302421"/>
                  </a:moveTo>
                  <a:lnTo>
                    <a:pt x="5657589" y="3335903"/>
                  </a:lnTo>
                  <a:lnTo>
                    <a:pt x="5624108" y="3355231"/>
                  </a:lnTo>
                  <a:lnTo>
                    <a:pt x="5604779" y="3321755"/>
                  </a:lnTo>
                  <a:lnTo>
                    <a:pt x="5638260" y="3302421"/>
                  </a:lnTo>
                  <a:close/>
                </a:path>
                <a:path w="6537959" h="5924550">
                  <a:moveTo>
                    <a:pt x="5696664" y="3401306"/>
                  </a:moveTo>
                  <a:lnTo>
                    <a:pt x="5717129" y="3436755"/>
                  </a:lnTo>
                  <a:lnTo>
                    <a:pt x="5681676" y="3457225"/>
                  </a:lnTo>
                  <a:lnTo>
                    <a:pt x="5661211" y="3421777"/>
                  </a:lnTo>
                  <a:lnTo>
                    <a:pt x="5696664" y="3401306"/>
                  </a:lnTo>
                  <a:close/>
                </a:path>
                <a:path w="6537959" h="5924550">
                  <a:moveTo>
                    <a:pt x="5755067" y="3500196"/>
                  </a:moveTo>
                  <a:lnTo>
                    <a:pt x="5776669" y="3537611"/>
                  </a:lnTo>
                  <a:lnTo>
                    <a:pt x="5739250" y="3559214"/>
                  </a:lnTo>
                  <a:lnTo>
                    <a:pt x="5717647" y="3521799"/>
                  </a:lnTo>
                  <a:lnTo>
                    <a:pt x="5755067" y="3500196"/>
                  </a:lnTo>
                  <a:close/>
                </a:path>
                <a:path w="6537959" h="5924550">
                  <a:moveTo>
                    <a:pt x="5813387" y="3599389"/>
                  </a:moveTo>
                  <a:lnTo>
                    <a:pt x="5835898" y="3638381"/>
                  </a:lnTo>
                  <a:lnTo>
                    <a:pt x="5796906" y="3660896"/>
                  </a:lnTo>
                  <a:lnTo>
                    <a:pt x="5774395" y="3621904"/>
                  </a:lnTo>
                  <a:lnTo>
                    <a:pt x="5813387" y="3599389"/>
                  </a:lnTo>
                  <a:close/>
                </a:path>
                <a:path w="6537959" h="5924550">
                  <a:moveTo>
                    <a:pt x="5871791" y="3698274"/>
                  </a:moveTo>
                  <a:lnTo>
                    <a:pt x="5895443" y="3739237"/>
                  </a:lnTo>
                  <a:lnTo>
                    <a:pt x="5854479" y="3762885"/>
                  </a:lnTo>
                  <a:lnTo>
                    <a:pt x="5830827" y="3721926"/>
                  </a:lnTo>
                  <a:lnTo>
                    <a:pt x="5871791" y="3698274"/>
                  </a:lnTo>
                  <a:close/>
                </a:path>
                <a:path w="6537959" h="5924550">
                  <a:moveTo>
                    <a:pt x="5930194" y="3797155"/>
                  </a:moveTo>
                  <a:lnTo>
                    <a:pt x="5954983" y="3840089"/>
                  </a:lnTo>
                  <a:lnTo>
                    <a:pt x="5912048" y="3864878"/>
                  </a:lnTo>
                  <a:lnTo>
                    <a:pt x="5887259" y="3821943"/>
                  </a:lnTo>
                  <a:lnTo>
                    <a:pt x="5930194" y="3797155"/>
                  </a:lnTo>
                  <a:close/>
                </a:path>
                <a:path w="6537959" h="5924550">
                  <a:moveTo>
                    <a:pt x="5988514" y="3896356"/>
                  </a:moveTo>
                  <a:lnTo>
                    <a:pt x="6014211" y="3940863"/>
                  </a:lnTo>
                  <a:lnTo>
                    <a:pt x="5969704" y="3966556"/>
                  </a:lnTo>
                  <a:lnTo>
                    <a:pt x="5944007" y="3922048"/>
                  </a:lnTo>
                  <a:lnTo>
                    <a:pt x="5988514" y="3896356"/>
                  </a:lnTo>
                  <a:close/>
                </a:path>
                <a:path w="6537959" h="5924550">
                  <a:moveTo>
                    <a:pt x="6046918" y="3995241"/>
                  </a:moveTo>
                  <a:lnTo>
                    <a:pt x="6073751" y="4041715"/>
                  </a:lnTo>
                  <a:lnTo>
                    <a:pt x="6027277" y="4068549"/>
                  </a:lnTo>
                  <a:lnTo>
                    <a:pt x="6000444" y="4022070"/>
                  </a:lnTo>
                  <a:lnTo>
                    <a:pt x="6046918" y="3995241"/>
                  </a:lnTo>
                  <a:close/>
                </a:path>
                <a:path w="6537959" h="5924550">
                  <a:moveTo>
                    <a:pt x="6105321" y="4094122"/>
                  </a:moveTo>
                  <a:lnTo>
                    <a:pt x="6133291" y="4142567"/>
                  </a:lnTo>
                  <a:lnTo>
                    <a:pt x="6084846" y="4170538"/>
                  </a:lnTo>
                  <a:lnTo>
                    <a:pt x="6056875" y="4122093"/>
                  </a:lnTo>
                  <a:lnTo>
                    <a:pt x="6105321" y="4094122"/>
                  </a:lnTo>
                  <a:close/>
                </a:path>
                <a:path w="6537959" h="5924550">
                  <a:moveTo>
                    <a:pt x="6163646" y="4193319"/>
                  </a:moveTo>
                  <a:lnTo>
                    <a:pt x="6192524" y="4243337"/>
                  </a:lnTo>
                  <a:lnTo>
                    <a:pt x="6142502" y="4272220"/>
                  </a:lnTo>
                  <a:lnTo>
                    <a:pt x="6113624" y="4222198"/>
                  </a:lnTo>
                  <a:lnTo>
                    <a:pt x="6163646" y="4193319"/>
                  </a:lnTo>
                  <a:close/>
                </a:path>
                <a:path w="6537959" h="5924550">
                  <a:moveTo>
                    <a:pt x="6222045" y="4292200"/>
                  </a:moveTo>
                  <a:lnTo>
                    <a:pt x="6252065" y="4344194"/>
                  </a:lnTo>
                  <a:lnTo>
                    <a:pt x="6200071" y="4374209"/>
                  </a:lnTo>
                  <a:lnTo>
                    <a:pt x="6170055" y="4322220"/>
                  </a:lnTo>
                  <a:lnTo>
                    <a:pt x="6222045" y="4292200"/>
                  </a:lnTo>
                  <a:close/>
                </a:path>
                <a:path w="6537959" h="5924550">
                  <a:moveTo>
                    <a:pt x="6280365" y="4391397"/>
                  </a:moveTo>
                  <a:lnTo>
                    <a:pt x="6311293" y="4444963"/>
                  </a:lnTo>
                  <a:lnTo>
                    <a:pt x="6257727" y="4475886"/>
                  </a:lnTo>
                  <a:lnTo>
                    <a:pt x="6226804" y="4422324"/>
                  </a:lnTo>
                  <a:lnTo>
                    <a:pt x="6280365" y="4391397"/>
                  </a:lnTo>
                  <a:close/>
                </a:path>
                <a:path w="6537959" h="5924550">
                  <a:moveTo>
                    <a:pt x="6338773" y="4490282"/>
                  </a:moveTo>
                  <a:lnTo>
                    <a:pt x="6370833" y="4545820"/>
                  </a:lnTo>
                  <a:lnTo>
                    <a:pt x="6315300" y="4577880"/>
                  </a:lnTo>
                  <a:lnTo>
                    <a:pt x="6283240" y="4522347"/>
                  </a:lnTo>
                  <a:lnTo>
                    <a:pt x="6338773" y="4490282"/>
                  </a:lnTo>
                  <a:close/>
                </a:path>
                <a:path w="6537959" h="5924550">
                  <a:moveTo>
                    <a:pt x="6397094" y="4589474"/>
                  </a:moveTo>
                  <a:lnTo>
                    <a:pt x="6430066" y="4646585"/>
                  </a:lnTo>
                  <a:lnTo>
                    <a:pt x="6372951" y="4679562"/>
                  </a:lnTo>
                  <a:lnTo>
                    <a:pt x="6339979" y="4622451"/>
                  </a:lnTo>
                  <a:lnTo>
                    <a:pt x="6397094" y="4589474"/>
                  </a:lnTo>
                  <a:close/>
                </a:path>
                <a:path w="6537959" h="5924550">
                  <a:moveTo>
                    <a:pt x="6455497" y="4688364"/>
                  </a:moveTo>
                  <a:lnTo>
                    <a:pt x="6489607" y="4747441"/>
                  </a:lnTo>
                  <a:lnTo>
                    <a:pt x="6430525" y="4781551"/>
                  </a:lnTo>
                  <a:lnTo>
                    <a:pt x="6396415" y="4722474"/>
                  </a:lnTo>
                  <a:lnTo>
                    <a:pt x="6455497" y="4688364"/>
                  </a:lnTo>
                  <a:close/>
                </a:path>
                <a:path w="6537959" h="5924550">
                  <a:moveTo>
                    <a:pt x="6513900" y="4787245"/>
                  </a:moveTo>
                  <a:lnTo>
                    <a:pt x="6537666" y="4828406"/>
                  </a:lnTo>
                  <a:lnTo>
                    <a:pt x="6537666" y="4854928"/>
                  </a:lnTo>
                  <a:lnTo>
                    <a:pt x="6488098" y="4883544"/>
                  </a:lnTo>
                  <a:lnTo>
                    <a:pt x="6452847" y="4822491"/>
                  </a:lnTo>
                  <a:lnTo>
                    <a:pt x="6513900" y="4787245"/>
                  </a:lnTo>
                  <a:close/>
                </a:path>
                <a:path w="6537959" h="5924550">
                  <a:moveTo>
                    <a:pt x="6537666" y="4906393"/>
                  </a:moveTo>
                  <a:lnTo>
                    <a:pt x="6537666" y="4971215"/>
                  </a:lnTo>
                  <a:lnTo>
                    <a:pt x="6509595" y="4922600"/>
                  </a:lnTo>
                  <a:lnTo>
                    <a:pt x="6537666" y="4906393"/>
                  </a:lnTo>
                  <a:close/>
                </a:path>
                <a:path w="6537959" h="5924550">
                  <a:moveTo>
                    <a:pt x="4545535" y="1677199"/>
                  </a:moveTo>
                  <a:lnTo>
                    <a:pt x="4547126" y="1679955"/>
                  </a:lnTo>
                  <a:lnTo>
                    <a:pt x="4544371" y="1681545"/>
                  </a:lnTo>
                  <a:lnTo>
                    <a:pt x="4542780" y="1678790"/>
                  </a:lnTo>
                  <a:lnTo>
                    <a:pt x="4545535" y="1677199"/>
                  </a:lnTo>
                  <a:close/>
                </a:path>
                <a:path w="6537959" h="5924550">
                  <a:moveTo>
                    <a:pt x="4603856" y="1776396"/>
                  </a:moveTo>
                  <a:lnTo>
                    <a:pt x="4606359" y="1780729"/>
                  </a:lnTo>
                  <a:lnTo>
                    <a:pt x="4602026" y="1783232"/>
                  </a:lnTo>
                  <a:lnTo>
                    <a:pt x="4599523" y="1778895"/>
                  </a:lnTo>
                  <a:lnTo>
                    <a:pt x="4603856" y="1776396"/>
                  </a:lnTo>
                  <a:close/>
                </a:path>
                <a:path w="6537959" h="5924550">
                  <a:moveTo>
                    <a:pt x="4662259" y="1875282"/>
                  </a:moveTo>
                  <a:lnTo>
                    <a:pt x="4665895" y="1881581"/>
                  </a:lnTo>
                  <a:lnTo>
                    <a:pt x="4659595" y="1885221"/>
                  </a:lnTo>
                  <a:lnTo>
                    <a:pt x="4655959" y="1878918"/>
                  </a:lnTo>
                  <a:lnTo>
                    <a:pt x="4662259" y="1875282"/>
                  </a:lnTo>
                  <a:close/>
                </a:path>
                <a:path w="6537959" h="5924550">
                  <a:moveTo>
                    <a:pt x="4720662" y="1974167"/>
                  </a:moveTo>
                  <a:lnTo>
                    <a:pt x="4725439" y="1982438"/>
                  </a:lnTo>
                  <a:lnTo>
                    <a:pt x="4717169" y="1987210"/>
                  </a:lnTo>
                  <a:lnTo>
                    <a:pt x="4712391" y="1978940"/>
                  </a:lnTo>
                  <a:lnTo>
                    <a:pt x="4720662" y="1974167"/>
                  </a:lnTo>
                  <a:close/>
                </a:path>
                <a:path w="6537959" h="5924550">
                  <a:moveTo>
                    <a:pt x="4778987" y="2073360"/>
                  </a:moveTo>
                  <a:lnTo>
                    <a:pt x="4784672" y="2083208"/>
                  </a:lnTo>
                  <a:lnTo>
                    <a:pt x="4774825" y="2088893"/>
                  </a:lnTo>
                  <a:lnTo>
                    <a:pt x="4769140" y="2079045"/>
                  </a:lnTo>
                  <a:lnTo>
                    <a:pt x="4778987" y="2073360"/>
                  </a:lnTo>
                  <a:close/>
                </a:path>
                <a:path w="6537959" h="5924550">
                  <a:moveTo>
                    <a:pt x="4837391" y="2172245"/>
                  </a:moveTo>
                  <a:lnTo>
                    <a:pt x="4844213" y="2184059"/>
                  </a:lnTo>
                  <a:lnTo>
                    <a:pt x="4832398" y="2190881"/>
                  </a:lnTo>
                  <a:lnTo>
                    <a:pt x="4825576" y="2179067"/>
                  </a:lnTo>
                  <a:lnTo>
                    <a:pt x="4837391" y="2172245"/>
                  </a:lnTo>
                  <a:close/>
                </a:path>
                <a:path w="6537959" h="5924550">
                  <a:moveTo>
                    <a:pt x="4895707" y="2271438"/>
                  </a:moveTo>
                  <a:lnTo>
                    <a:pt x="4903441" y="2284829"/>
                  </a:lnTo>
                  <a:lnTo>
                    <a:pt x="4890050" y="2292564"/>
                  </a:lnTo>
                  <a:lnTo>
                    <a:pt x="4882315" y="2279172"/>
                  </a:lnTo>
                  <a:lnTo>
                    <a:pt x="4895707" y="2271438"/>
                  </a:lnTo>
                  <a:close/>
                </a:path>
                <a:path w="6537959" h="5924550">
                  <a:moveTo>
                    <a:pt x="4954115" y="2370323"/>
                  </a:moveTo>
                  <a:lnTo>
                    <a:pt x="4962981" y="2385686"/>
                  </a:lnTo>
                  <a:lnTo>
                    <a:pt x="4947618" y="2394557"/>
                  </a:lnTo>
                  <a:lnTo>
                    <a:pt x="4938752" y="2379194"/>
                  </a:lnTo>
                  <a:lnTo>
                    <a:pt x="4954115" y="2370323"/>
                  </a:lnTo>
                  <a:close/>
                </a:path>
                <a:path w="6537959" h="5924550">
                  <a:moveTo>
                    <a:pt x="5012518" y="2469213"/>
                  </a:moveTo>
                  <a:lnTo>
                    <a:pt x="5022521" y="2486543"/>
                  </a:lnTo>
                  <a:lnTo>
                    <a:pt x="5005192" y="2496546"/>
                  </a:lnTo>
                  <a:lnTo>
                    <a:pt x="4995188" y="2479217"/>
                  </a:lnTo>
                  <a:lnTo>
                    <a:pt x="5012518" y="2469213"/>
                  </a:lnTo>
                  <a:close/>
                </a:path>
                <a:path w="6537959" h="5924550">
                  <a:moveTo>
                    <a:pt x="5070838" y="2568406"/>
                  </a:moveTo>
                  <a:lnTo>
                    <a:pt x="5081754" y="2587313"/>
                  </a:lnTo>
                  <a:lnTo>
                    <a:pt x="5062848" y="2598228"/>
                  </a:lnTo>
                  <a:lnTo>
                    <a:pt x="5051932" y="2579321"/>
                  </a:lnTo>
                  <a:lnTo>
                    <a:pt x="5070838" y="2568406"/>
                  </a:lnTo>
                  <a:close/>
                </a:path>
                <a:path w="6537959" h="5924550">
                  <a:moveTo>
                    <a:pt x="5129246" y="2667291"/>
                  </a:moveTo>
                  <a:lnTo>
                    <a:pt x="5141299" y="2688165"/>
                  </a:lnTo>
                  <a:lnTo>
                    <a:pt x="5120421" y="2700217"/>
                  </a:lnTo>
                  <a:lnTo>
                    <a:pt x="5108368" y="2679344"/>
                  </a:lnTo>
                  <a:lnTo>
                    <a:pt x="5129246" y="2667291"/>
                  </a:lnTo>
                  <a:close/>
                </a:path>
                <a:path w="6537959" h="5924550">
                  <a:moveTo>
                    <a:pt x="5187649" y="2766176"/>
                  </a:moveTo>
                  <a:lnTo>
                    <a:pt x="5200835" y="2789017"/>
                  </a:lnTo>
                  <a:lnTo>
                    <a:pt x="5177990" y="2802206"/>
                  </a:lnTo>
                  <a:lnTo>
                    <a:pt x="5164804" y="2779366"/>
                  </a:lnTo>
                  <a:lnTo>
                    <a:pt x="5187649" y="2766176"/>
                  </a:lnTo>
                  <a:close/>
                </a:path>
                <a:path w="6537959" h="5924550">
                  <a:moveTo>
                    <a:pt x="5245965" y="2865368"/>
                  </a:moveTo>
                  <a:lnTo>
                    <a:pt x="5260068" y="2889791"/>
                  </a:lnTo>
                  <a:lnTo>
                    <a:pt x="5235646" y="2903893"/>
                  </a:lnTo>
                  <a:lnTo>
                    <a:pt x="5221543" y="2879471"/>
                  </a:lnTo>
                  <a:lnTo>
                    <a:pt x="5245965" y="2865368"/>
                  </a:lnTo>
                  <a:close/>
                </a:path>
                <a:path w="6537959" h="5924550">
                  <a:moveTo>
                    <a:pt x="5304373" y="2964254"/>
                  </a:moveTo>
                  <a:lnTo>
                    <a:pt x="5319608" y="2990643"/>
                  </a:lnTo>
                  <a:lnTo>
                    <a:pt x="5293214" y="3005877"/>
                  </a:lnTo>
                  <a:lnTo>
                    <a:pt x="5277980" y="2979493"/>
                  </a:lnTo>
                  <a:lnTo>
                    <a:pt x="5304373" y="2964254"/>
                  </a:lnTo>
                  <a:close/>
                </a:path>
                <a:path w="6537959" h="5924550">
                  <a:moveTo>
                    <a:pt x="5362689" y="3063451"/>
                  </a:moveTo>
                  <a:lnTo>
                    <a:pt x="5378836" y="3091417"/>
                  </a:lnTo>
                  <a:lnTo>
                    <a:pt x="5350875" y="3107564"/>
                  </a:lnTo>
                  <a:lnTo>
                    <a:pt x="5334728" y="3079593"/>
                  </a:lnTo>
                  <a:lnTo>
                    <a:pt x="5362689" y="3063451"/>
                  </a:lnTo>
                  <a:close/>
                </a:path>
                <a:path w="6537959" h="5924550">
                  <a:moveTo>
                    <a:pt x="5421092" y="3162336"/>
                  </a:moveTo>
                  <a:lnTo>
                    <a:pt x="5438376" y="3192269"/>
                  </a:lnTo>
                  <a:lnTo>
                    <a:pt x="5408443" y="3209548"/>
                  </a:lnTo>
                  <a:lnTo>
                    <a:pt x="5391160" y="3179615"/>
                  </a:lnTo>
                  <a:lnTo>
                    <a:pt x="5421092" y="3162336"/>
                  </a:lnTo>
                  <a:close/>
                </a:path>
                <a:path w="6537959" h="5924550">
                  <a:moveTo>
                    <a:pt x="5479418" y="3261528"/>
                  </a:moveTo>
                  <a:lnTo>
                    <a:pt x="5497609" y="3293038"/>
                  </a:lnTo>
                  <a:lnTo>
                    <a:pt x="5466099" y="3311230"/>
                  </a:lnTo>
                  <a:lnTo>
                    <a:pt x="5447908" y="3279720"/>
                  </a:lnTo>
                  <a:lnTo>
                    <a:pt x="5479418" y="3261528"/>
                  </a:lnTo>
                  <a:close/>
                </a:path>
                <a:path w="6537959" h="5924550">
                  <a:moveTo>
                    <a:pt x="5537821" y="3360413"/>
                  </a:moveTo>
                  <a:lnTo>
                    <a:pt x="5557150" y="3393890"/>
                  </a:lnTo>
                  <a:lnTo>
                    <a:pt x="5523673" y="3413219"/>
                  </a:lnTo>
                  <a:lnTo>
                    <a:pt x="5504344" y="3379742"/>
                  </a:lnTo>
                  <a:lnTo>
                    <a:pt x="5537821" y="3360413"/>
                  </a:lnTo>
                  <a:close/>
                </a:path>
                <a:path w="6537959" h="5924550">
                  <a:moveTo>
                    <a:pt x="5596224" y="3459299"/>
                  </a:moveTo>
                  <a:lnTo>
                    <a:pt x="5616690" y="3494747"/>
                  </a:lnTo>
                  <a:lnTo>
                    <a:pt x="5581241" y="3515212"/>
                  </a:lnTo>
                  <a:lnTo>
                    <a:pt x="5560776" y="3479764"/>
                  </a:lnTo>
                  <a:lnTo>
                    <a:pt x="5596224" y="3459299"/>
                  </a:lnTo>
                  <a:close/>
                </a:path>
                <a:path w="6537959" h="5924550">
                  <a:moveTo>
                    <a:pt x="5654545" y="3558491"/>
                  </a:moveTo>
                  <a:lnTo>
                    <a:pt x="5675918" y="3595516"/>
                  </a:lnTo>
                  <a:lnTo>
                    <a:pt x="5638893" y="3616894"/>
                  </a:lnTo>
                  <a:lnTo>
                    <a:pt x="5617519" y="3579869"/>
                  </a:lnTo>
                  <a:lnTo>
                    <a:pt x="5654545" y="3558491"/>
                  </a:lnTo>
                  <a:close/>
                </a:path>
                <a:path w="6537959" h="5924550">
                  <a:moveTo>
                    <a:pt x="5712948" y="3657381"/>
                  </a:moveTo>
                  <a:lnTo>
                    <a:pt x="5735458" y="3696373"/>
                  </a:lnTo>
                  <a:lnTo>
                    <a:pt x="5696466" y="3718883"/>
                  </a:lnTo>
                  <a:lnTo>
                    <a:pt x="5673956" y="3679891"/>
                  </a:lnTo>
                  <a:lnTo>
                    <a:pt x="5712948" y="3657381"/>
                  </a:lnTo>
                  <a:close/>
                </a:path>
                <a:path w="6537959" h="5924550">
                  <a:moveTo>
                    <a:pt x="5771269" y="3756573"/>
                  </a:moveTo>
                  <a:lnTo>
                    <a:pt x="5794691" y="3797142"/>
                  </a:lnTo>
                  <a:lnTo>
                    <a:pt x="5754122" y="3820565"/>
                  </a:lnTo>
                  <a:lnTo>
                    <a:pt x="5730699" y="3779996"/>
                  </a:lnTo>
                  <a:lnTo>
                    <a:pt x="5771269" y="3756573"/>
                  </a:lnTo>
                  <a:close/>
                </a:path>
                <a:path w="6537959" h="5924550">
                  <a:moveTo>
                    <a:pt x="5829676" y="3855458"/>
                  </a:moveTo>
                  <a:lnTo>
                    <a:pt x="5854236" y="3897994"/>
                  </a:lnTo>
                  <a:lnTo>
                    <a:pt x="5811695" y="3922554"/>
                  </a:lnTo>
                  <a:lnTo>
                    <a:pt x="5787136" y="3880018"/>
                  </a:lnTo>
                  <a:lnTo>
                    <a:pt x="5829676" y="3855458"/>
                  </a:lnTo>
                  <a:close/>
                </a:path>
                <a:path w="6537959" h="5924550">
                  <a:moveTo>
                    <a:pt x="5887992" y="3954651"/>
                  </a:moveTo>
                  <a:lnTo>
                    <a:pt x="5913460" y="3998768"/>
                  </a:lnTo>
                  <a:lnTo>
                    <a:pt x="5869347" y="4024236"/>
                  </a:lnTo>
                  <a:lnTo>
                    <a:pt x="5843879" y="3980122"/>
                  </a:lnTo>
                  <a:lnTo>
                    <a:pt x="5887992" y="3954651"/>
                  </a:lnTo>
                  <a:close/>
                </a:path>
                <a:path w="6537959" h="5924550">
                  <a:moveTo>
                    <a:pt x="5946396" y="4053536"/>
                  </a:moveTo>
                  <a:lnTo>
                    <a:pt x="5973005" y="4099620"/>
                  </a:lnTo>
                  <a:lnTo>
                    <a:pt x="5926920" y="4126229"/>
                  </a:lnTo>
                  <a:lnTo>
                    <a:pt x="5900311" y="4080145"/>
                  </a:lnTo>
                  <a:lnTo>
                    <a:pt x="5946396" y="4053536"/>
                  </a:lnTo>
                  <a:close/>
                </a:path>
                <a:path w="6537959" h="5924550">
                  <a:moveTo>
                    <a:pt x="6004803" y="4152421"/>
                  </a:moveTo>
                  <a:lnTo>
                    <a:pt x="6032545" y="4200477"/>
                  </a:lnTo>
                  <a:lnTo>
                    <a:pt x="5984494" y="4228218"/>
                  </a:lnTo>
                  <a:lnTo>
                    <a:pt x="5956748" y="4180167"/>
                  </a:lnTo>
                  <a:lnTo>
                    <a:pt x="6004803" y="4152421"/>
                  </a:lnTo>
                  <a:close/>
                </a:path>
                <a:path w="6537959" h="5924550">
                  <a:moveTo>
                    <a:pt x="6063124" y="4251613"/>
                  </a:moveTo>
                  <a:lnTo>
                    <a:pt x="6091778" y="4301246"/>
                  </a:lnTo>
                  <a:lnTo>
                    <a:pt x="6042149" y="4329900"/>
                  </a:lnTo>
                  <a:lnTo>
                    <a:pt x="6013496" y="4280267"/>
                  </a:lnTo>
                  <a:lnTo>
                    <a:pt x="6063124" y="4251613"/>
                  </a:lnTo>
                  <a:close/>
                </a:path>
                <a:path w="6537959" h="5924550">
                  <a:moveTo>
                    <a:pt x="6121527" y="4350498"/>
                  </a:moveTo>
                  <a:lnTo>
                    <a:pt x="6151318" y="4402098"/>
                  </a:lnTo>
                  <a:lnTo>
                    <a:pt x="6099718" y="4431889"/>
                  </a:lnTo>
                  <a:lnTo>
                    <a:pt x="6069928" y="4380289"/>
                  </a:lnTo>
                  <a:lnTo>
                    <a:pt x="6121527" y="4350498"/>
                  </a:lnTo>
                  <a:close/>
                </a:path>
                <a:path w="6537959" h="5924550">
                  <a:moveTo>
                    <a:pt x="6179848" y="4449695"/>
                  </a:moveTo>
                  <a:lnTo>
                    <a:pt x="6210546" y="4502872"/>
                  </a:lnTo>
                  <a:lnTo>
                    <a:pt x="6157374" y="4533571"/>
                  </a:lnTo>
                  <a:lnTo>
                    <a:pt x="6126676" y="4480394"/>
                  </a:lnTo>
                  <a:lnTo>
                    <a:pt x="6179848" y="4449695"/>
                  </a:lnTo>
                  <a:close/>
                </a:path>
                <a:path w="6537959" h="5924550">
                  <a:moveTo>
                    <a:pt x="6238251" y="4548581"/>
                  </a:moveTo>
                  <a:lnTo>
                    <a:pt x="6270087" y="4603724"/>
                  </a:lnTo>
                  <a:lnTo>
                    <a:pt x="6214948" y="4635560"/>
                  </a:lnTo>
                  <a:lnTo>
                    <a:pt x="6183112" y="4580416"/>
                  </a:lnTo>
                  <a:lnTo>
                    <a:pt x="6238251" y="4548581"/>
                  </a:lnTo>
                  <a:close/>
                </a:path>
                <a:path w="6537959" h="5924550">
                  <a:moveTo>
                    <a:pt x="6296654" y="4647466"/>
                  </a:moveTo>
                  <a:lnTo>
                    <a:pt x="6329627" y="4704576"/>
                  </a:lnTo>
                  <a:lnTo>
                    <a:pt x="6272512" y="4737549"/>
                  </a:lnTo>
                  <a:lnTo>
                    <a:pt x="6239539" y="4680438"/>
                  </a:lnTo>
                  <a:lnTo>
                    <a:pt x="6296654" y="4647466"/>
                  </a:lnTo>
                  <a:close/>
                </a:path>
                <a:path w="6537959" h="5924550">
                  <a:moveTo>
                    <a:pt x="6354975" y="4746658"/>
                  </a:moveTo>
                  <a:lnTo>
                    <a:pt x="6388860" y="4805350"/>
                  </a:lnTo>
                  <a:lnTo>
                    <a:pt x="6330172" y="4839235"/>
                  </a:lnTo>
                  <a:lnTo>
                    <a:pt x="6296288" y="4780543"/>
                  </a:lnTo>
                  <a:lnTo>
                    <a:pt x="6354975" y="4746658"/>
                  </a:lnTo>
                  <a:close/>
                </a:path>
                <a:path w="6537959" h="5924550">
                  <a:moveTo>
                    <a:pt x="6413378" y="4845548"/>
                  </a:moveTo>
                  <a:lnTo>
                    <a:pt x="6448395" y="4906202"/>
                  </a:lnTo>
                  <a:lnTo>
                    <a:pt x="6387741" y="4941219"/>
                  </a:lnTo>
                  <a:lnTo>
                    <a:pt x="6352724" y="4880565"/>
                  </a:lnTo>
                  <a:lnTo>
                    <a:pt x="6413378" y="4845548"/>
                  </a:lnTo>
                  <a:close/>
                </a:path>
                <a:path w="6537959" h="5924550">
                  <a:moveTo>
                    <a:pt x="6471781" y="4944433"/>
                  </a:moveTo>
                  <a:lnTo>
                    <a:pt x="6507940" y="5007054"/>
                  </a:lnTo>
                  <a:lnTo>
                    <a:pt x="6445315" y="5043213"/>
                  </a:lnTo>
                  <a:lnTo>
                    <a:pt x="6409156" y="4980587"/>
                  </a:lnTo>
                  <a:lnTo>
                    <a:pt x="6471781" y="4944433"/>
                  </a:lnTo>
                  <a:close/>
                </a:path>
                <a:path w="6537959" h="5924550">
                  <a:moveTo>
                    <a:pt x="6537666" y="5847849"/>
                  </a:moveTo>
                  <a:lnTo>
                    <a:pt x="6537666" y="5924049"/>
                  </a:lnTo>
                  <a:lnTo>
                    <a:pt x="6504749" y="5860549"/>
                  </a:lnTo>
                  <a:lnTo>
                    <a:pt x="6537666" y="5847849"/>
                  </a:lnTo>
                  <a:close/>
                </a:path>
                <a:path w="6537959" h="5924550">
                  <a:moveTo>
                    <a:pt x="6478277" y="5873249"/>
                  </a:moveTo>
                  <a:lnTo>
                    <a:pt x="6509047" y="5924049"/>
                  </a:lnTo>
                  <a:lnTo>
                    <a:pt x="6404621" y="5924049"/>
                  </a:lnTo>
                  <a:lnTo>
                    <a:pt x="6478277" y="5873249"/>
                  </a:lnTo>
                  <a:close/>
                </a:path>
                <a:path w="6537959" h="5924550">
                  <a:moveTo>
                    <a:pt x="6319434" y="5835149"/>
                  </a:moveTo>
                  <a:lnTo>
                    <a:pt x="6360820" y="5911349"/>
                  </a:lnTo>
                  <a:lnTo>
                    <a:pt x="6321827" y="5924049"/>
                  </a:lnTo>
                  <a:lnTo>
                    <a:pt x="6278237" y="5924049"/>
                  </a:lnTo>
                  <a:lnTo>
                    <a:pt x="6247750" y="5873249"/>
                  </a:lnTo>
                  <a:lnTo>
                    <a:pt x="6319434" y="5835149"/>
                  </a:lnTo>
                  <a:close/>
                </a:path>
                <a:path w="6537959" h="5924550">
                  <a:moveTo>
                    <a:pt x="6218912" y="5898649"/>
                  </a:moveTo>
                  <a:lnTo>
                    <a:pt x="6239637" y="5924049"/>
                  </a:lnTo>
                  <a:lnTo>
                    <a:pt x="6156741" y="5924049"/>
                  </a:lnTo>
                  <a:lnTo>
                    <a:pt x="6218912" y="5898649"/>
                  </a:lnTo>
                  <a:close/>
                </a:path>
                <a:path w="6537959" h="5924550">
                  <a:moveTo>
                    <a:pt x="6060070" y="5847849"/>
                  </a:moveTo>
                  <a:lnTo>
                    <a:pt x="6100093" y="5924049"/>
                  </a:lnTo>
                  <a:lnTo>
                    <a:pt x="6011976" y="5924049"/>
                  </a:lnTo>
                  <a:lnTo>
                    <a:pt x="5990746" y="5898649"/>
                  </a:lnTo>
                  <a:lnTo>
                    <a:pt x="6060070" y="5847849"/>
                  </a:lnTo>
                  <a:close/>
                </a:path>
                <a:path w="6537959" h="5924550">
                  <a:moveTo>
                    <a:pt x="5959553" y="5911349"/>
                  </a:moveTo>
                  <a:lnTo>
                    <a:pt x="5970231" y="5924049"/>
                  </a:lnTo>
                  <a:lnTo>
                    <a:pt x="5927518" y="5924049"/>
                  </a:lnTo>
                  <a:lnTo>
                    <a:pt x="5959553" y="5911349"/>
                  </a:lnTo>
                  <a:close/>
                </a:path>
                <a:path w="6537959" h="5924550">
                  <a:moveTo>
                    <a:pt x="5901227" y="5809749"/>
                  </a:moveTo>
                  <a:lnTo>
                    <a:pt x="5940114" y="5885949"/>
                  </a:lnTo>
                  <a:lnTo>
                    <a:pt x="5872766" y="5924049"/>
                  </a:lnTo>
                  <a:lnTo>
                    <a:pt x="5833880" y="5847849"/>
                  </a:lnTo>
                  <a:lnTo>
                    <a:pt x="5901227" y="5809749"/>
                  </a:lnTo>
                  <a:close/>
                </a:path>
                <a:path w="6537959" h="5924550">
                  <a:moveTo>
                    <a:pt x="5800710" y="5873249"/>
                  </a:moveTo>
                  <a:lnTo>
                    <a:pt x="5834998" y="5924049"/>
                  </a:lnTo>
                  <a:lnTo>
                    <a:pt x="5745723" y="5924049"/>
                  </a:lnTo>
                  <a:lnTo>
                    <a:pt x="5733752" y="5911349"/>
                  </a:lnTo>
                  <a:lnTo>
                    <a:pt x="5800710" y="5873249"/>
                  </a:lnTo>
                  <a:close/>
                </a:path>
                <a:path w="6537959" h="5924550">
                  <a:moveTo>
                    <a:pt x="5641785" y="5835149"/>
                  </a:moveTo>
                  <a:lnTo>
                    <a:pt x="5679081" y="5898649"/>
                  </a:lnTo>
                  <a:lnTo>
                    <a:pt x="5617789" y="5924049"/>
                  </a:lnTo>
                  <a:lnTo>
                    <a:pt x="5613376" y="5924049"/>
                  </a:lnTo>
                  <a:lnTo>
                    <a:pt x="5577188" y="5873249"/>
                  </a:lnTo>
                  <a:lnTo>
                    <a:pt x="5641785" y="5835149"/>
                  </a:lnTo>
                  <a:close/>
                </a:path>
                <a:path w="6537959" h="5924550">
                  <a:moveTo>
                    <a:pt x="5541264" y="5885949"/>
                  </a:moveTo>
                  <a:lnTo>
                    <a:pt x="5565326" y="5924049"/>
                  </a:lnTo>
                  <a:lnTo>
                    <a:pt x="5477061" y="5924049"/>
                  </a:lnTo>
                  <a:lnTo>
                    <a:pt x="5541264" y="5885949"/>
                  </a:lnTo>
                  <a:close/>
                </a:path>
                <a:path w="6537959" h="5924550">
                  <a:moveTo>
                    <a:pt x="5382426" y="5847849"/>
                  </a:moveTo>
                  <a:lnTo>
                    <a:pt x="5418356" y="5911349"/>
                  </a:lnTo>
                  <a:lnTo>
                    <a:pt x="5383118" y="5924049"/>
                  </a:lnTo>
                  <a:lnTo>
                    <a:pt x="5347121" y="5924049"/>
                  </a:lnTo>
                  <a:lnTo>
                    <a:pt x="5320190" y="5885949"/>
                  </a:lnTo>
                  <a:lnTo>
                    <a:pt x="5382426" y="5847849"/>
                  </a:lnTo>
                  <a:close/>
                </a:path>
                <a:path w="6537959" h="5924550">
                  <a:moveTo>
                    <a:pt x="5281987" y="5911349"/>
                  </a:moveTo>
                  <a:lnTo>
                    <a:pt x="5296184" y="5924049"/>
                  </a:lnTo>
                  <a:lnTo>
                    <a:pt x="5239399" y="5924049"/>
                  </a:lnTo>
                  <a:lnTo>
                    <a:pt x="5281987" y="5911349"/>
                  </a:lnTo>
                  <a:close/>
                </a:path>
                <a:path w="6537959" h="5924550">
                  <a:moveTo>
                    <a:pt x="5123058" y="5860549"/>
                  </a:moveTo>
                  <a:lnTo>
                    <a:pt x="5157626" y="5924049"/>
                  </a:lnTo>
                  <a:lnTo>
                    <a:pt x="5080867" y="5924049"/>
                  </a:lnTo>
                  <a:lnTo>
                    <a:pt x="5063197" y="5898649"/>
                  </a:lnTo>
                  <a:lnTo>
                    <a:pt x="5123058" y="5860549"/>
                  </a:lnTo>
                  <a:close/>
                </a:path>
                <a:path w="6537959" h="5924550">
                  <a:moveTo>
                    <a:pt x="4863699" y="5885949"/>
                  </a:moveTo>
                  <a:lnTo>
                    <a:pt x="4891282" y="5924049"/>
                  </a:lnTo>
                  <a:lnTo>
                    <a:pt x="4814608" y="5924049"/>
                  </a:lnTo>
                  <a:lnTo>
                    <a:pt x="4806195" y="5911349"/>
                  </a:lnTo>
                  <a:lnTo>
                    <a:pt x="4863699" y="5885949"/>
                  </a:lnTo>
                  <a:close/>
                </a:path>
                <a:path w="6537959" h="5924550">
                  <a:moveTo>
                    <a:pt x="4704775" y="5847849"/>
                  </a:moveTo>
                  <a:lnTo>
                    <a:pt x="4736615" y="5898649"/>
                  </a:lnTo>
                  <a:lnTo>
                    <a:pt x="4681467" y="5924049"/>
                  </a:lnTo>
                  <a:lnTo>
                    <a:pt x="4649632" y="5873249"/>
                  </a:lnTo>
                  <a:lnTo>
                    <a:pt x="4704775" y="5847849"/>
                  </a:lnTo>
                  <a:close/>
                </a:path>
                <a:path w="6537959" h="5924550">
                  <a:moveTo>
                    <a:pt x="4604337" y="5898649"/>
                  </a:moveTo>
                  <a:lnTo>
                    <a:pt x="4621873" y="5924049"/>
                  </a:lnTo>
                  <a:lnTo>
                    <a:pt x="4551735" y="5924049"/>
                  </a:lnTo>
                  <a:lnTo>
                    <a:pt x="4604337" y="5898649"/>
                  </a:lnTo>
                  <a:close/>
                </a:path>
                <a:path w="6537959" h="5924550">
                  <a:moveTo>
                    <a:pt x="4445416" y="5860549"/>
                  </a:moveTo>
                  <a:lnTo>
                    <a:pt x="4475890" y="5911349"/>
                  </a:lnTo>
                  <a:lnTo>
                    <a:pt x="4444406" y="5924049"/>
                  </a:lnTo>
                  <a:lnTo>
                    <a:pt x="4416014" y="5924049"/>
                  </a:lnTo>
                  <a:lnTo>
                    <a:pt x="4392638" y="5885949"/>
                  </a:lnTo>
                  <a:lnTo>
                    <a:pt x="4445416" y="5860549"/>
                  </a:lnTo>
                  <a:close/>
                </a:path>
                <a:path w="6537959" h="5924550">
                  <a:moveTo>
                    <a:pt x="4186052" y="5873249"/>
                  </a:moveTo>
                  <a:lnTo>
                    <a:pt x="4215160" y="5924049"/>
                  </a:lnTo>
                  <a:lnTo>
                    <a:pt x="4149751" y="5924049"/>
                  </a:lnTo>
                  <a:lnTo>
                    <a:pt x="4135635" y="5911349"/>
                  </a:lnTo>
                  <a:lnTo>
                    <a:pt x="4186052" y="5873249"/>
                  </a:lnTo>
                  <a:close/>
                </a:path>
                <a:path w="6537959" h="5924550">
                  <a:moveTo>
                    <a:pt x="3926686" y="5898649"/>
                  </a:moveTo>
                  <a:lnTo>
                    <a:pt x="3947558" y="5924049"/>
                  </a:lnTo>
                  <a:lnTo>
                    <a:pt x="3878635" y="5924049"/>
                  </a:lnTo>
                  <a:lnTo>
                    <a:pt x="3926686" y="5898649"/>
                  </a:lnTo>
                  <a:close/>
                </a:path>
                <a:path w="6537959" h="5924550">
                  <a:moveTo>
                    <a:pt x="3767848" y="5847849"/>
                  </a:moveTo>
                  <a:lnTo>
                    <a:pt x="3794452" y="5898649"/>
                  </a:lnTo>
                  <a:lnTo>
                    <a:pt x="3748368" y="5924049"/>
                  </a:lnTo>
                  <a:lnTo>
                    <a:pt x="3721763" y="5885949"/>
                  </a:lnTo>
                  <a:lnTo>
                    <a:pt x="3767848" y="5847849"/>
                  </a:lnTo>
                  <a:close/>
                </a:path>
                <a:path w="6537959" h="5924550">
                  <a:moveTo>
                    <a:pt x="3667325" y="5911349"/>
                  </a:moveTo>
                  <a:lnTo>
                    <a:pt x="3678150" y="5924049"/>
                  </a:lnTo>
                  <a:lnTo>
                    <a:pt x="3634844" y="5924049"/>
                  </a:lnTo>
                  <a:lnTo>
                    <a:pt x="3667325" y="5911349"/>
                  </a:lnTo>
                  <a:close/>
                </a:path>
                <a:path w="6537959" h="5924550">
                  <a:moveTo>
                    <a:pt x="3508399" y="5873249"/>
                  </a:moveTo>
                  <a:lnTo>
                    <a:pt x="3533413" y="5911349"/>
                  </a:lnTo>
                  <a:lnTo>
                    <a:pt x="3505680" y="5924049"/>
                  </a:lnTo>
                  <a:lnTo>
                    <a:pt x="3484891" y="5924049"/>
                  </a:lnTo>
                  <a:lnTo>
                    <a:pt x="3465075" y="5898649"/>
                  </a:lnTo>
                  <a:lnTo>
                    <a:pt x="3508399" y="5873249"/>
                  </a:lnTo>
                  <a:close/>
                </a:path>
                <a:path w="6537959" h="5924550">
                  <a:moveTo>
                    <a:pt x="3249038" y="5885949"/>
                  </a:moveTo>
                  <a:lnTo>
                    <a:pt x="3272685" y="5924049"/>
                  </a:lnTo>
                  <a:lnTo>
                    <a:pt x="3218630" y="5924049"/>
                  </a:lnTo>
                  <a:lnTo>
                    <a:pt x="3208074" y="5911349"/>
                  </a:lnTo>
                  <a:lnTo>
                    <a:pt x="3249038" y="5885949"/>
                  </a:lnTo>
                  <a:close/>
                </a:path>
                <a:path w="6537959" h="5924550">
                  <a:moveTo>
                    <a:pt x="2989671" y="5911349"/>
                  </a:moveTo>
                  <a:lnTo>
                    <a:pt x="3003838" y="5924049"/>
                  </a:lnTo>
                  <a:lnTo>
                    <a:pt x="2951069" y="5924049"/>
                  </a:lnTo>
                  <a:lnTo>
                    <a:pt x="2989671" y="5911349"/>
                  </a:lnTo>
                  <a:close/>
                </a:path>
                <a:path w="6537959" h="5924550">
                  <a:moveTo>
                    <a:pt x="2830827" y="5860549"/>
                  </a:moveTo>
                  <a:lnTo>
                    <a:pt x="2851976" y="5898649"/>
                  </a:lnTo>
                  <a:lnTo>
                    <a:pt x="2815345" y="5924049"/>
                  </a:lnTo>
                  <a:lnTo>
                    <a:pt x="2794196" y="5885949"/>
                  </a:lnTo>
                  <a:lnTo>
                    <a:pt x="2830827" y="5860549"/>
                  </a:lnTo>
                  <a:close/>
                </a:path>
                <a:path w="6537959" h="5924550">
                  <a:moveTo>
                    <a:pt x="2571378" y="5885949"/>
                  </a:moveTo>
                  <a:lnTo>
                    <a:pt x="2590936" y="5911349"/>
                  </a:lnTo>
                  <a:lnTo>
                    <a:pt x="2566955" y="5924049"/>
                  </a:lnTo>
                  <a:lnTo>
                    <a:pt x="2553769" y="5924049"/>
                  </a:lnTo>
                  <a:lnTo>
                    <a:pt x="2537507" y="5898649"/>
                  </a:lnTo>
                  <a:lnTo>
                    <a:pt x="2571378" y="5885949"/>
                  </a:lnTo>
                  <a:close/>
                </a:path>
                <a:path w="6537959" h="5924550">
                  <a:moveTo>
                    <a:pt x="2312013" y="5898649"/>
                  </a:moveTo>
                  <a:lnTo>
                    <a:pt x="2329519" y="5924049"/>
                  </a:lnTo>
                  <a:lnTo>
                    <a:pt x="2280508" y="5924049"/>
                  </a:lnTo>
                  <a:lnTo>
                    <a:pt x="2312013" y="5898649"/>
                  </a:lnTo>
                  <a:close/>
                </a:path>
                <a:path w="6537959" h="5924550">
                  <a:moveTo>
                    <a:pt x="2052652" y="5911349"/>
                  </a:moveTo>
                  <a:lnTo>
                    <a:pt x="2060112" y="5924049"/>
                  </a:lnTo>
                  <a:lnTo>
                    <a:pt x="2030281" y="5924049"/>
                  </a:lnTo>
                  <a:lnTo>
                    <a:pt x="2052652" y="5911349"/>
                  </a:lnTo>
                  <a:close/>
                </a:path>
                <a:path w="6537959" h="5924550">
                  <a:moveTo>
                    <a:pt x="1893809" y="5873249"/>
                  </a:moveTo>
                  <a:lnTo>
                    <a:pt x="1909497" y="5898649"/>
                  </a:lnTo>
                  <a:lnTo>
                    <a:pt x="1882324" y="5924049"/>
                  </a:lnTo>
                  <a:lnTo>
                    <a:pt x="1866631" y="5885949"/>
                  </a:lnTo>
                  <a:lnTo>
                    <a:pt x="1893809" y="5873249"/>
                  </a:lnTo>
                  <a:close/>
                </a:path>
                <a:path w="6537959" h="5924550">
                  <a:moveTo>
                    <a:pt x="1634360" y="5898649"/>
                  </a:moveTo>
                  <a:lnTo>
                    <a:pt x="1648457" y="5924049"/>
                  </a:lnTo>
                  <a:lnTo>
                    <a:pt x="1622645" y="5924049"/>
                  </a:lnTo>
                  <a:lnTo>
                    <a:pt x="1609942" y="5911349"/>
                  </a:lnTo>
                  <a:lnTo>
                    <a:pt x="1634360" y="5898649"/>
                  </a:lnTo>
                  <a:close/>
                </a:path>
                <a:path w="6537959" h="5924550">
                  <a:moveTo>
                    <a:pt x="1375079" y="5911349"/>
                  </a:moveTo>
                  <a:lnTo>
                    <a:pt x="1386054" y="5924049"/>
                  </a:lnTo>
                  <a:lnTo>
                    <a:pt x="1352628" y="5924049"/>
                  </a:lnTo>
                  <a:lnTo>
                    <a:pt x="1375079" y="5911349"/>
                  </a:lnTo>
                  <a:close/>
                </a:path>
                <a:path w="6537959" h="5924550">
                  <a:moveTo>
                    <a:pt x="4964138" y="5822449"/>
                  </a:moveTo>
                  <a:lnTo>
                    <a:pt x="4997335" y="5885949"/>
                  </a:lnTo>
                  <a:lnTo>
                    <a:pt x="4939830" y="5911349"/>
                  </a:lnTo>
                  <a:lnTo>
                    <a:pt x="4906629" y="5860549"/>
                  </a:lnTo>
                  <a:lnTo>
                    <a:pt x="4964138" y="5822449"/>
                  </a:lnTo>
                  <a:close/>
                </a:path>
                <a:path w="6537959" h="5924550">
                  <a:moveTo>
                    <a:pt x="4027209" y="5835149"/>
                  </a:moveTo>
                  <a:lnTo>
                    <a:pt x="4055180" y="5885949"/>
                  </a:lnTo>
                  <a:lnTo>
                    <a:pt x="4006734" y="5911349"/>
                  </a:lnTo>
                  <a:lnTo>
                    <a:pt x="3978764" y="5860549"/>
                  </a:lnTo>
                  <a:lnTo>
                    <a:pt x="4027209" y="5835149"/>
                  </a:lnTo>
                  <a:close/>
                </a:path>
                <a:path w="6537959" h="5924550">
                  <a:moveTo>
                    <a:pt x="3090188" y="5847849"/>
                  </a:moveTo>
                  <a:lnTo>
                    <a:pt x="3112704" y="5885949"/>
                  </a:lnTo>
                  <a:lnTo>
                    <a:pt x="3073712" y="5911349"/>
                  </a:lnTo>
                  <a:lnTo>
                    <a:pt x="3051197" y="5873249"/>
                  </a:lnTo>
                  <a:lnTo>
                    <a:pt x="3090188" y="5847849"/>
                  </a:lnTo>
                  <a:close/>
                </a:path>
                <a:path w="6537959" h="5924550">
                  <a:moveTo>
                    <a:pt x="2153170" y="5860549"/>
                  </a:moveTo>
                  <a:lnTo>
                    <a:pt x="2170225" y="5885949"/>
                  </a:lnTo>
                  <a:lnTo>
                    <a:pt x="2140687" y="5911349"/>
                  </a:lnTo>
                  <a:lnTo>
                    <a:pt x="2123632" y="5873249"/>
                  </a:lnTo>
                  <a:lnTo>
                    <a:pt x="2153170" y="5860549"/>
                  </a:lnTo>
                  <a:close/>
                </a:path>
                <a:path w="6537959" h="5924550">
                  <a:moveTo>
                    <a:pt x="6160509" y="5797049"/>
                  </a:moveTo>
                  <a:lnTo>
                    <a:pt x="6200533" y="5860549"/>
                  </a:lnTo>
                  <a:lnTo>
                    <a:pt x="6131209" y="5898649"/>
                  </a:lnTo>
                  <a:lnTo>
                    <a:pt x="6091186" y="5835149"/>
                  </a:lnTo>
                  <a:lnTo>
                    <a:pt x="6160509" y="5797049"/>
                  </a:lnTo>
                  <a:close/>
                </a:path>
                <a:path w="6537959" h="5924550">
                  <a:moveTo>
                    <a:pt x="5223584" y="5809749"/>
                  </a:moveTo>
                  <a:lnTo>
                    <a:pt x="5258377" y="5873249"/>
                  </a:lnTo>
                  <a:lnTo>
                    <a:pt x="5198112" y="5898649"/>
                  </a:lnTo>
                  <a:lnTo>
                    <a:pt x="5163320" y="5847849"/>
                  </a:lnTo>
                  <a:lnTo>
                    <a:pt x="5223584" y="5809749"/>
                  </a:lnTo>
                  <a:close/>
                </a:path>
                <a:path w="6537959" h="5924550">
                  <a:moveTo>
                    <a:pt x="4286574" y="5822449"/>
                  </a:moveTo>
                  <a:lnTo>
                    <a:pt x="4315906" y="5873249"/>
                  </a:lnTo>
                  <a:lnTo>
                    <a:pt x="4265100" y="5898649"/>
                  </a:lnTo>
                  <a:lnTo>
                    <a:pt x="4235763" y="5847849"/>
                  </a:lnTo>
                  <a:lnTo>
                    <a:pt x="4286574" y="5822449"/>
                  </a:lnTo>
                  <a:close/>
                </a:path>
                <a:path w="6537959" h="5924550">
                  <a:moveTo>
                    <a:pt x="3349556" y="5835149"/>
                  </a:moveTo>
                  <a:lnTo>
                    <a:pt x="3373433" y="5873249"/>
                  </a:lnTo>
                  <a:lnTo>
                    <a:pt x="3332075" y="5898649"/>
                  </a:lnTo>
                  <a:lnTo>
                    <a:pt x="3308199" y="5847849"/>
                  </a:lnTo>
                  <a:lnTo>
                    <a:pt x="3349556" y="5835149"/>
                  </a:lnTo>
                  <a:close/>
                </a:path>
                <a:path w="6537959" h="5924550">
                  <a:moveTo>
                    <a:pt x="1216153" y="5873249"/>
                  </a:moveTo>
                  <a:lnTo>
                    <a:pt x="1227748" y="5885949"/>
                  </a:lnTo>
                  <a:lnTo>
                    <a:pt x="1207663" y="5898649"/>
                  </a:lnTo>
                  <a:lnTo>
                    <a:pt x="1196069" y="5885949"/>
                  </a:lnTo>
                  <a:lnTo>
                    <a:pt x="1216153" y="5873249"/>
                  </a:lnTo>
                  <a:close/>
                </a:path>
                <a:path w="6537959" h="5924550">
                  <a:moveTo>
                    <a:pt x="6419956" y="5771649"/>
                  </a:moveTo>
                  <a:lnTo>
                    <a:pt x="6461571" y="5847849"/>
                  </a:lnTo>
                  <a:lnTo>
                    <a:pt x="6389492" y="5885949"/>
                  </a:lnTo>
                  <a:lnTo>
                    <a:pt x="6347877" y="5822449"/>
                  </a:lnTo>
                  <a:lnTo>
                    <a:pt x="6419956" y="5771649"/>
                  </a:lnTo>
                  <a:close/>
                </a:path>
                <a:path w="6537959" h="5924550">
                  <a:moveTo>
                    <a:pt x="5482943" y="5784349"/>
                  </a:moveTo>
                  <a:lnTo>
                    <a:pt x="5519102" y="5847849"/>
                  </a:lnTo>
                  <a:lnTo>
                    <a:pt x="5456476" y="5885949"/>
                  </a:lnTo>
                  <a:lnTo>
                    <a:pt x="5420318" y="5822449"/>
                  </a:lnTo>
                  <a:lnTo>
                    <a:pt x="5482943" y="5784349"/>
                  </a:lnTo>
                  <a:close/>
                </a:path>
                <a:path w="6537959" h="5924550">
                  <a:moveTo>
                    <a:pt x="4545933" y="5797049"/>
                  </a:moveTo>
                  <a:lnTo>
                    <a:pt x="4576632" y="5860549"/>
                  </a:lnTo>
                  <a:lnTo>
                    <a:pt x="4523464" y="5885949"/>
                  </a:lnTo>
                  <a:lnTo>
                    <a:pt x="4492766" y="5835149"/>
                  </a:lnTo>
                  <a:lnTo>
                    <a:pt x="4545933" y="5797049"/>
                  </a:lnTo>
                  <a:close/>
                </a:path>
                <a:path w="6537959" h="5924550">
                  <a:moveTo>
                    <a:pt x="3608917" y="5809749"/>
                  </a:moveTo>
                  <a:lnTo>
                    <a:pt x="3634160" y="5860549"/>
                  </a:lnTo>
                  <a:lnTo>
                    <a:pt x="3590441" y="5885949"/>
                  </a:lnTo>
                  <a:lnTo>
                    <a:pt x="3565199" y="5835149"/>
                  </a:lnTo>
                  <a:lnTo>
                    <a:pt x="3608917" y="5809749"/>
                  </a:lnTo>
                  <a:close/>
                </a:path>
                <a:path w="6537959" h="5924550">
                  <a:moveTo>
                    <a:pt x="2412536" y="5847849"/>
                  </a:moveTo>
                  <a:lnTo>
                    <a:pt x="2430957" y="5873249"/>
                  </a:lnTo>
                  <a:lnTo>
                    <a:pt x="2399053" y="5885949"/>
                  </a:lnTo>
                  <a:lnTo>
                    <a:pt x="2380632" y="5860549"/>
                  </a:lnTo>
                  <a:lnTo>
                    <a:pt x="2412536" y="5847849"/>
                  </a:lnTo>
                  <a:close/>
                </a:path>
                <a:path w="6537959" h="5924550">
                  <a:moveTo>
                    <a:pt x="1475520" y="5847849"/>
                  </a:moveTo>
                  <a:lnTo>
                    <a:pt x="1488480" y="5873249"/>
                  </a:lnTo>
                  <a:lnTo>
                    <a:pt x="1466029" y="5885949"/>
                  </a:lnTo>
                  <a:lnTo>
                    <a:pt x="1453069" y="5860549"/>
                  </a:lnTo>
                  <a:lnTo>
                    <a:pt x="1475520" y="5847849"/>
                  </a:lnTo>
                  <a:close/>
                </a:path>
                <a:path w="6537959" h="5924550">
                  <a:moveTo>
                    <a:pt x="5742302" y="5771649"/>
                  </a:moveTo>
                  <a:lnTo>
                    <a:pt x="5779827" y="5835149"/>
                  </a:lnTo>
                  <a:lnTo>
                    <a:pt x="5714841" y="5873249"/>
                  </a:lnTo>
                  <a:lnTo>
                    <a:pt x="5677316" y="5809749"/>
                  </a:lnTo>
                  <a:lnTo>
                    <a:pt x="5742302" y="5771649"/>
                  </a:lnTo>
                  <a:close/>
                </a:path>
                <a:path w="6537959" h="5924550">
                  <a:moveTo>
                    <a:pt x="4805296" y="5784349"/>
                  </a:moveTo>
                  <a:lnTo>
                    <a:pt x="4837356" y="5835149"/>
                  </a:lnTo>
                  <a:lnTo>
                    <a:pt x="4781823" y="5873249"/>
                  </a:lnTo>
                  <a:lnTo>
                    <a:pt x="4749763" y="5809749"/>
                  </a:lnTo>
                  <a:lnTo>
                    <a:pt x="4805296" y="5784349"/>
                  </a:lnTo>
                  <a:close/>
                </a:path>
                <a:path w="6537959" h="5924550">
                  <a:moveTo>
                    <a:pt x="3868366" y="5797049"/>
                  </a:moveTo>
                  <a:lnTo>
                    <a:pt x="3895199" y="5847849"/>
                  </a:lnTo>
                  <a:lnTo>
                    <a:pt x="3848725" y="5873249"/>
                  </a:lnTo>
                  <a:lnTo>
                    <a:pt x="3821892" y="5822449"/>
                  </a:lnTo>
                  <a:lnTo>
                    <a:pt x="3868366" y="5797049"/>
                  </a:lnTo>
                  <a:close/>
                </a:path>
                <a:path w="6537959" h="5924550">
                  <a:moveTo>
                    <a:pt x="2671902" y="5822449"/>
                  </a:moveTo>
                  <a:lnTo>
                    <a:pt x="2691689" y="5860549"/>
                  </a:lnTo>
                  <a:lnTo>
                    <a:pt x="2657419" y="5873249"/>
                  </a:lnTo>
                  <a:lnTo>
                    <a:pt x="2637632" y="5847849"/>
                  </a:lnTo>
                  <a:lnTo>
                    <a:pt x="2671902" y="5822449"/>
                  </a:lnTo>
                  <a:close/>
                </a:path>
                <a:path w="6537959" h="5924550">
                  <a:moveTo>
                    <a:pt x="1734882" y="5835149"/>
                  </a:moveTo>
                  <a:lnTo>
                    <a:pt x="1749209" y="5860549"/>
                  </a:lnTo>
                  <a:lnTo>
                    <a:pt x="1724397" y="5873249"/>
                  </a:lnTo>
                  <a:lnTo>
                    <a:pt x="1710071" y="5847849"/>
                  </a:lnTo>
                  <a:lnTo>
                    <a:pt x="1734882" y="5835149"/>
                  </a:lnTo>
                  <a:close/>
                </a:path>
                <a:path w="6537959" h="5924550">
                  <a:moveTo>
                    <a:pt x="6001754" y="5758949"/>
                  </a:moveTo>
                  <a:lnTo>
                    <a:pt x="6040865" y="5822449"/>
                  </a:lnTo>
                  <a:lnTo>
                    <a:pt x="5973118" y="5860549"/>
                  </a:lnTo>
                  <a:lnTo>
                    <a:pt x="5934007" y="5797049"/>
                  </a:lnTo>
                  <a:lnTo>
                    <a:pt x="6001754" y="5758949"/>
                  </a:lnTo>
                  <a:close/>
                </a:path>
                <a:path w="6537959" h="5924550">
                  <a:moveTo>
                    <a:pt x="5064655" y="5771649"/>
                  </a:moveTo>
                  <a:lnTo>
                    <a:pt x="5098086" y="5822449"/>
                  </a:lnTo>
                  <a:lnTo>
                    <a:pt x="5040187" y="5860549"/>
                  </a:lnTo>
                  <a:lnTo>
                    <a:pt x="5006761" y="5797049"/>
                  </a:lnTo>
                  <a:lnTo>
                    <a:pt x="5064655" y="5771649"/>
                  </a:lnTo>
                  <a:close/>
                </a:path>
                <a:path w="6537959" h="5924550">
                  <a:moveTo>
                    <a:pt x="4127649" y="5771649"/>
                  </a:moveTo>
                  <a:lnTo>
                    <a:pt x="4155619" y="5822449"/>
                  </a:lnTo>
                  <a:lnTo>
                    <a:pt x="4107174" y="5860549"/>
                  </a:lnTo>
                  <a:lnTo>
                    <a:pt x="4079203" y="5809749"/>
                  </a:lnTo>
                  <a:lnTo>
                    <a:pt x="4127649" y="5771649"/>
                  </a:lnTo>
                  <a:close/>
                </a:path>
                <a:path w="6537959" h="5924550">
                  <a:moveTo>
                    <a:pt x="2931346" y="5809749"/>
                  </a:moveTo>
                  <a:lnTo>
                    <a:pt x="2952724" y="5847849"/>
                  </a:lnTo>
                  <a:lnTo>
                    <a:pt x="2915699" y="5860549"/>
                  </a:lnTo>
                  <a:lnTo>
                    <a:pt x="2894325" y="5822449"/>
                  </a:lnTo>
                  <a:lnTo>
                    <a:pt x="2931346" y="5809749"/>
                  </a:lnTo>
                  <a:close/>
                </a:path>
                <a:path w="6537959" h="5924550">
                  <a:moveTo>
                    <a:pt x="1994332" y="5822449"/>
                  </a:moveTo>
                  <a:lnTo>
                    <a:pt x="2010254" y="5847849"/>
                  </a:lnTo>
                  <a:lnTo>
                    <a:pt x="1982678" y="5860549"/>
                  </a:lnTo>
                  <a:lnTo>
                    <a:pt x="1966760" y="5835149"/>
                  </a:lnTo>
                  <a:lnTo>
                    <a:pt x="1994332" y="5822449"/>
                  </a:lnTo>
                  <a:close/>
                </a:path>
                <a:path w="6537959" h="5924550">
                  <a:moveTo>
                    <a:pt x="1039503" y="5835149"/>
                  </a:moveTo>
                  <a:lnTo>
                    <a:pt x="1057227" y="5835149"/>
                  </a:lnTo>
                  <a:lnTo>
                    <a:pt x="1067460" y="5847849"/>
                  </a:lnTo>
                  <a:lnTo>
                    <a:pt x="1049736" y="5860549"/>
                  </a:lnTo>
                  <a:lnTo>
                    <a:pt x="1039503" y="5835149"/>
                  </a:lnTo>
                  <a:close/>
                </a:path>
                <a:path w="6537959" h="5924550">
                  <a:moveTo>
                    <a:pt x="6261031" y="5733549"/>
                  </a:moveTo>
                  <a:lnTo>
                    <a:pt x="6301279" y="5809749"/>
                  </a:lnTo>
                  <a:lnTo>
                    <a:pt x="6231566" y="5847849"/>
                  </a:lnTo>
                  <a:lnTo>
                    <a:pt x="6191313" y="5771649"/>
                  </a:lnTo>
                  <a:lnTo>
                    <a:pt x="6261031" y="5733549"/>
                  </a:lnTo>
                  <a:close/>
                </a:path>
                <a:path w="6537959" h="5924550">
                  <a:moveTo>
                    <a:pt x="5324101" y="5746249"/>
                  </a:moveTo>
                  <a:lnTo>
                    <a:pt x="5359123" y="5809749"/>
                  </a:lnTo>
                  <a:lnTo>
                    <a:pt x="5298468" y="5847849"/>
                  </a:lnTo>
                  <a:lnTo>
                    <a:pt x="5263447" y="5784349"/>
                  </a:lnTo>
                  <a:lnTo>
                    <a:pt x="5324101" y="5746249"/>
                  </a:lnTo>
                  <a:close/>
                </a:path>
                <a:path w="6537959" h="5924550">
                  <a:moveTo>
                    <a:pt x="3190630" y="5784349"/>
                  </a:moveTo>
                  <a:lnTo>
                    <a:pt x="3213145" y="5822449"/>
                  </a:lnTo>
                  <a:lnTo>
                    <a:pt x="3174153" y="5847849"/>
                  </a:lnTo>
                  <a:lnTo>
                    <a:pt x="3151638" y="5809749"/>
                  </a:lnTo>
                  <a:lnTo>
                    <a:pt x="3190630" y="5784349"/>
                  </a:lnTo>
                  <a:close/>
                </a:path>
                <a:path w="6537959" h="5924550">
                  <a:moveTo>
                    <a:pt x="2253697" y="5797049"/>
                  </a:moveTo>
                  <a:lnTo>
                    <a:pt x="2270981" y="5835149"/>
                  </a:lnTo>
                  <a:lnTo>
                    <a:pt x="2241044" y="5847849"/>
                  </a:lnTo>
                  <a:lnTo>
                    <a:pt x="2223760" y="5822449"/>
                  </a:lnTo>
                  <a:lnTo>
                    <a:pt x="2253697" y="5797049"/>
                  </a:lnTo>
                  <a:close/>
                </a:path>
                <a:path w="6537959" h="5924550">
                  <a:moveTo>
                    <a:pt x="1316676" y="5809749"/>
                  </a:moveTo>
                  <a:lnTo>
                    <a:pt x="1328499" y="5835149"/>
                  </a:lnTo>
                  <a:lnTo>
                    <a:pt x="1308016" y="5847849"/>
                  </a:lnTo>
                  <a:lnTo>
                    <a:pt x="1296192" y="5822449"/>
                  </a:lnTo>
                  <a:lnTo>
                    <a:pt x="1316676" y="5809749"/>
                  </a:lnTo>
                  <a:close/>
                </a:path>
                <a:path w="6537959" h="5924550">
                  <a:moveTo>
                    <a:pt x="6520391" y="5720849"/>
                  </a:moveTo>
                  <a:lnTo>
                    <a:pt x="6537666" y="5746249"/>
                  </a:lnTo>
                  <a:lnTo>
                    <a:pt x="6537666" y="5809749"/>
                  </a:lnTo>
                  <a:lnTo>
                    <a:pt x="6489927" y="5835149"/>
                  </a:lnTo>
                  <a:lnTo>
                    <a:pt x="6448312" y="5758949"/>
                  </a:lnTo>
                  <a:lnTo>
                    <a:pt x="6520391" y="5720849"/>
                  </a:lnTo>
                  <a:close/>
                </a:path>
                <a:path w="6537959" h="5924550">
                  <a:moveTo>
                    <a:pt x="5583465" y="5733549"/>
                  </a:moveTo>
                  <a:lnTo>
                    <a:pt x="5619848" y="5797049"/>
                  </a:lnTo>
                  <a:lnTo>
                    <a:pt x="5556828" y="5835149"/>
                  </a:lnTo>
                  <a:lnTo>
                    <a:pt x="5520445" y="5771649"/>
                  </a:lnTo>
                  <a:lnTo>
                    <a:pt x="5583465" y="5733549"/>
                  </a:lnTo>
                  <a:close/>
                </a:path>
                <a:path w="6537959" h="5924550">
                  <a:moveTo>
                    <a:pt x="4387090" y="5758949"/>
                  </a:moveTo>
                  <a:lnTo>
                    <a:pt x="4416652" y="5809749"/>
                  </a:lnTo>
                  <a:lnTo>
                    <a:pt x="4365451" y="5835149"/>
                  </a:lnTo>
                  <a:lnTo>
                    <a:pt x="4335890" y="5784349"/>
                  </a:lnTo>
                  <a:lnTo>
                    <a:pt x="4387090" y="5758949"/>
                  </a:lnTo>
                  <a:close/>
                </a:path>
                <a:path w="6537959" h="5924550">
                  <a:moveTo>
                    <a:pt x="3450079" y="5771649"/>
                  </a:moveTo>
                  <a:lnTo>
                    <a:pt x="3474185" y="5809749"/>
                  </a:lnTo>
                  <a:lnTo>
                    <a:pt x="3432433" y="5835149"/>
                  </a:lnTo>
                  <a:lnTo>
                    <a:pt x="3408327" y="5797049"/>
                  </a:lnTo>
                  <a:lnTo>
                    <a:pt x="3450079" y="5771649"/>
                  </a:lnTo>
                  <a:close/>
                </a:path>
                <a:path w="6537959" h="5924550">
                  <a:moveTo>
                    <a:pt x="2513058" y="5784349"/>
                  </a:moveTo>
                  <a:lnTo>
                    <a:pt x="2531703" y="5809749"/>
                  </a:lnTo>
                  <a:lnTo>
                    <a:pt x="2499405" y="5835149"/>
                  </a:lnTo>
                  <a:lnTo>
                    <a:pt x="2480759" y="5797049"/>
                  </a:lnTo>
                  <a:lnTo>
                    <a:pt x="2513058" y="5784349"/>
                  </a:lnTo>
                  <a:close/>
                </a:path>
                <a:path w="6537959" h="5924550">
                  <a:moveTo>
                    <a:pt x="1576039" y="5797049"/>
                  </a:moveTo>
                  <a:lnTo>
                    <a:pt x="1589229" y="5822449"/>
                  </a:lnTo>
                  <a:lnTo>
                    <a:pt x="1566384" y="5835149"/>
                  </a:lnTo>
                  <a:lnTo>
                    <a:pt x="1553194" y="5809749"/>
                  </a:lnTo>
                  <a:lnTo>
                    <a:pt x="1576039" y="5797049"/>
                  </a:lnTo>
                  <a:close/>
                </a:path>
                <a:path w="6537959" h="5924550">
                  <a:moveTo>
                    <a:pt x="5842824" y="5708149"/>
                  </a:moveTo>
                  <a:lnTo>
                    <a:pt x="5880574" y="5784349"/>
                  </a:lnTo>
                  <a:lnTo>
                    <a:pt x="5815193" y="5822449"/>
                  </a:lnTo>
                  <a:lnTo>
                    <a:pt x="5777443" y="5746249"/>
                  </a:lnTo>
                  <a:lnTo>
                    <a:pt x="5842824" y="5708149"/>
                  </a:lnTo>
                  <a:close/>
                </a:path>
                <a:path w="6537959" h="5924550">
                  <a:moveTo>
                    <a:pt x="4646459" y="5746249"/>
                  </a:moveTo>
                  <a:lnTo>
                    <a:pt x="4677387" y="5797049"/>
                  </a:lnTo>
                  <a:lnTo>
                    <a:pt x="4623816" y="5822449"/>
                  </a:lnTo>
                  <a:lnTo>
                    <a:pt x="4592888" y="5771649"/>
                  </a:lnTo>
                  <a:lnTo>
                    <a:pt x="4646459" y="5746249"/>
                  </a:lnTo>
                  <a:close/>
                </a:path>
                <a:path w="6537959" h="5924550">
                  <a:moveTo>
                    <a:pt x="3709440" y="5758949"/>
                  </a:moveTo>
                  <a:lnTo>
                    <a:pt x="3734912" y="5797049"/>
                  </a:lnTo>
                  <a:lnTo>
                    <a:pt x="3690799" y="5822449"/>
                  </a:lnTo>
                  <a:lnTo>
                    <a:pt x="3665327" y="5784349"/>
                  </a:lnTo>
                  <a:lnTo>
                    <a:pt x="3709440" y="5758949"/>
                  </a:lnTo>
                  <a:close/>
                </a:path>
                <a:path w="6537959" h="5924550">
                  <a:moveTo>
                    <a:pt x="2772424" y="5771649"/>
                  </a:moveTo>
                  <a:lnTo>
                    <a:pt x="2792436" y="5797049"/>
                  </a:lnTo>
                  <a:lnTo>
                    <a:pt x="2757772" y="5822449"/>
                  </a:lnTo>
                  <a:lnTo>
                    <a:pt x="2737760" y="5784349"/>
                  </a:lnTo>
                  <a:lnTo>
                    <a:pt x="2772424" y="5771649"/>
                  </a:lnTo>
                  <a:close/>
                </a:path>
                <a:path w="6537959" h="5924550">
                  <a:moveTo>
                    <a:pt x="1835406" y="5771649"/>
                  </a:moveTo>
                  <a:lnTo>
                    <a:pt x="1849957" y="5797049"/>
                  </a:lnTo>
                  <a:lnTo>
                    <a:pt x="1824751" y="5822449"/>
                  </a:lnTo>
                  <a:lnTo>
                    <a:pt x="1810195" y="5797049"/>
                  </a:lnTo>
                  <a:lnTo>
                    <a:pt x="1835406" y="5771649"/>
                  </a:lnTo>
                  <a:close/>
                </a:path>
                <a:path w="6537959" h="5924550">
                  <a:moveTo>
                    <a:pt x="4905817" y="5720849"/>
                  </a:moveTo>
                  <a:lnTo>
                    <a:pt x="4938107" y="5784349"/>
                  </a:lnTo>
                  <a:lnTo>
                    <a:pt x="4882179" y="5809749"/>
                  </a:lnTo>
                  <a:lnTo>
                    <a:pt x="4849885" y="5758949"/>
                  </a:lnTo>
                  <a:lnTo>
                    <a:pt x="4905817" y="5720849"/>
                  </a:lnTo>
                  <a:close/>
                </a:path>
                <a:path w="6537959" h="5924550">
                  <a:moveTo>
                    <a:pt x="3968806" y="5733549"/>
                  </a:moveTo>
                  <a:lnTo>
                    <a:pt x="3995639" y="5784349"/>
                  </a:lnTo>
                  <a:lnTo>
                    <a:pt x="3949165" y="5809749"/>
                  </a:lnTo>
                  <a:lnTo>
                    <a:pt x="3922332" y="5758949"/>
                  </a:lnTo>
                  <a:lnTo>
                    <a:pt x="3968806" y="5733549"/>
                  </a:lnTo>
                  <a:close/>
                </a:path>
                <a:path w="6537959" h="5924550">
                  <a:moveTo>
                    <a:pt x="3031786" y="5746249"/>
                  </a:moveTo>
                  <a:lnTo>
                    <a:pt x="3053164" y="5784349"/>
                  </a:lnTo>
                  <a:lnTo>
                    <a:pt x="3016139" y="5809749"/>
                  </a:lnTo>
                  <a:lnTo>
                    <a:pt x="2994765" y="5771649"/>
                  </a:lnTo>
                  <a:lnTo>
                    <a:pt x="3031786" y="5746249"/>
                  </a:lnTo>
                  <a:close/>
                </a:path>
                <a:path w="6537959" h="5924550">
                  <a:moveTo>
                    <a:pt x="2094854" y="5758949"/>
                  </a:moveTo>
                  <a:lnTo>
                    <a:pt x="2110996" y="5784349"/>
                  </a:lnTo>
                  <a:lnTo>
                    <a:pt x="2083030" y="5809749"/>
                  </a:lnTo>
                  <a:lnTo>
                    <a:pt x="2066888" y="5771649"/>
                  </a:lnTo>
                  <a:lnTo>
                    <a:pt x="2094854" y="5758949"/>
                  </a:lnTo>
                  <a:close/>
                </a:path>
                <a:path w="6537959" h="5924550">
                  <a:moveTo>
                    <a:pt x="6102189" y="5695449"/>
                  </a:moveTo>
                  <a:lnTo>
                    <a:pt x="6141304" y="5758949"/>
                  </a:lnTo>
                  <a:lnTo>
                    <a:pt x="6073558" y="5797049"/>
                  </a:lnTo>
                  <a:lnTo>
                    <a:pt x="6034442" y="5733549"/>
                  </a:lnTo>
                  <a:lnTo>
                    <a:pt x="6102189" y="5695449"/>
                  </a:lnTo>
                  <a:close/>
                </a:path>
                <a:path w="6537959" h="5924550">
                  <a:moveTo>
                    <a:pt x="5165176" y="5708149"/>
                  </a:moveTo>
                  <a:lnTo>
                    <a:pt x="5198832" y="5771649"/>
                  </a:lnTo>
                  <a:lnTo>
                    <a:pt x="5140539" y="5797049"/>
                  </a:lnTo>
                  <a:lnTo>
                    <a:pt x="5106883" y="5746249"/>
                  </a:lnTo>
                  <a:lnTo>
                    <a:pt x="5165176" y="5708149"/>
                  </a:lnTo>
                  <a:close/>
                </a:path>
                <a:path w="6537959" h="5924550">
                  <a:moveTo>
                    <a:pt x="4228171" y="5720849"/>
                  </a:moveTo>
                  <a:lnTo>
                    <a:pt x="4256366" y="5771649"/>
                  </a:lnTo>
                  <a:lnTo>
                    <a:pt x="4207526" y="5797049"/>
                  </a:lnTo>
                  <a:lnTo>
                    <a:pt x="4179331" y="5746249"/>
                  </a:lnTo>
                  <a:lnTo>
                    <a:pt x="4228171" y="5720849"/>
                  </a:lnTo>
                  <a:close/>
                </a:path>
                <a:path w="6537959" h="5924550">
                  <a:moveTo>
                    <a:pt x="3291153" y="5733549"/>
                  </a:moveTo>
                  <a:lnTo>
                    <a:pt x="3313893" y="5771649"/>
                  </a:lnTo>
                  <a:lnTo>
                    <a:pt x="3274506" y="5797049"/>
                  </a:lnTo>
                  <a:lnTo>
                    <a:pt x="3251767" y="5758949"/>
                  </a:lnTo>
                  <a:lnTo>
                    <a:pt x="3291153" y="5733549"/>
                  </a:lnTo>
                  <a:close/>
                </a:path>
                <a:path w="6537959" h="5924550">
                  <a:moveTo>
                    <a:pt x="1157746" y="5771649"/>
                  </a:moveTo>
                  <a:lnTo>
                    <a:pt x="1168208" y="5784349"/>
                  </a:lnTo>
                  <a:lnTo>
                    <a:pt x="1150090" y="5797049"/>
                  </a:lnTo>
                  <a:lnTo>
                    <a:pt x="1139632" y="5784349"/>
                  </a:lnTo>
                  <a:lnTo>
                    <a:pt x="1157746" y="5771649"/>
                  </a:lnTo>
                  <a:close/>
                </a:path>
                <a:path w="6537959" h="5924550">
                  <a:moveTo>
                    <a:pt x="6361553" y="5682749"/>
                  </a:moveTo>
                  <a:lnTo>
                    <a:pt x="6402031" y="5746249"/>
                  </a:lnTo>
                  <a:lnTo>
                    <a:pt x="6331923" y="5784349"/>
                  </a:lnTo>
                  <a:lnTo>
                    <a:pt x="6291445" y="5720849"/>
                  </a:lnTo>
                  <a:lnTo>
                    <a:pt x="6361553" y="5682749"/>
                  </a:lnTo>
                  <a:close/>
                </a:path>
                <a:path w="6537959" h="5924550">
                  <a:moveTo>
                    <a:pt x="5424540" y="5695449"/>
                  </a:moveTo>
                  <a:lnTo>
                    <a:pt x="5459562" y="5746249"/>
                  </a:lnTo>
                  <a:lnTo>
                    <a:pt x="5398903" y="5784349"/>
                  </a:lnTo>
                  <a:lnTo>
                    <a:pt x="5363886" y="5720849"/>
                  </a:lnTo>
                  <a:lnTo>
                    <a:pt x="5424540" y="5695449"/>
                  </a:lnTo>
                  <a:close/>
                </a:path>
                <a:path w="6537959" h="5924550">
                  <a:moveTo>
                    <a:pt x="4487613" y="5708149"/>
                  </a:moveTo>
                  <a:lnTo>
                    <a:pt x="4517403" y="5758949"/>
                  </a:lnTo>
                  <a:lnTo>
                    <a:pt x="4465808" y="5784349"/>
                  </a:lnTo>
                  <a:lnTo>
                    <a:pt x="4436018" y="5733549"/>
                  </a:lnTo>
                  <a:lnTo>
                    <a:pt x="4487613" y="5708149"/>
                  </a:lnTo>
                  <a:close/>
                </a:path>
                <a:path w="6537959" h="5924550">
                  <a:moveTo>
                    <a:pt x="3550601" y="5708149"/>
                  </a:moveTo>
                  <a:lnTo>
                    <a:pt x="3574931" y="5758949"/>
                  </a:lnTo>
                  <a:lnTo>
                    <a:pt x="3532785" y="5784349"/>
                  </a:lnTo>
                  <a:lnTo>
                    <a:pt x="3508455" y="5733549"/>
                  </a:lnTo>
                  <a:lnTo>
                    <a:pt x="3550601" y="5708149"/>
                  </a:lnTo>
                  <a:close/>
                </a:path>
                <a:path w="6537959" h="5924550">
                  <a:moveTo>
                    <a:pt x="2354133" y="5746249"/>
                  </a:moveTo>
                  <a:lnTo>
                    <a:pt x="2371412" y="5771649"/>
                  </a:lnTo>
                  <a:lnTo>
                    <a:pt x="2341484" y="5784349"/>
                  </a:lnTo>
                  <a:lnTo>
                    <a:pt x="2324200" y="5758949"/>
                  </a:lnTo>
                  <a:lnTo>
                    <a:pt x="2354133" y="5746249"/>
                  </a:lnTo>
                  <a:close/>
                </a:path>
                <a:path w="6537959" h="5924550">
                  <a:moveTo>
                    <a:pt x="1417194" y="5758949"/>
                  </a:moveTo>
                  <a:lnTo>
                    <a:pt x="1429247" y="5771649"/>
                  </a:lnTo>
                  <a:lnTo>
                    <a:pt x="1408374" y="5784349"/>
                  </a:lnTo>
                  <a:lnTo>
                    <a:pt x="1396321" y="5771649"/>
                  </a:lnTo>
                  <a:lnTo>
                    <a:pt x="1417194" y="5758949"/>
                  </a:lnTo>
                  <a:close/>
                </a:path>
                <a:path w="6537959" h="5924550">
                  <a:moveTo>
                    <a:pt x="5683904" y="5670049"/>
                  </a:moveTo>
                  <a:lnTo>
                    <a:pt x="5720287" y="5733549"/>
                  </a:lnTo>
                  <a:lnTo>
                    <a:pt x="5657267" y="5771649"/>
                  </a:lnTo>
                  <a:lnTo>
                    <a:pt x="5620884" y="5708149"/>
                  </a:lnTo>
                  <a:lnTo>
                    <a:pt x="5683904" y="5670049"/>
                  </a:lnTo>
                  <a:close/>
                </a:path>
                <a:path w="6537959" h="5924550">
                  <a:moveTo>
                    <a:pt x="4746893" y="5682749"/>
                  </a:moveTo>
                  <a:lnTo>
                    <a:pt x="4777820" y="5733549"/>
                  </a:lnTo>
                  <a:lnTo>
                    <a:pt x="4724254" y="5771649"/>
                  </a:lnTo>
                  <a:lnTo>
                    <a:pt x="4693326" y="5720849"/>
                  </a:lnTo>
                  <a:lnTo>
                    <a:pt x="4746893" y="5682749"/>
                  </a:lnTo>
                  <a:close/>
                </a:path>
                <a:path w="6537959" h="5924550">
                  <a:moveTo>
                    <a:pt x="3809962" y="5695449"/>
                  </a:moveTo>
                  <a:lnTo>
                    <a:pt x="3835659" y="5746249"/>
                  </a:lnTo>
                  <a:lnTo>
                    <a:pt x="3791152" y="5771649"/>
                  </a:lnTo>
                  <a:lnTo>
                    <a:pt x="3765455" y="5720849"/>
                  </a:lnTo>
                  <a:lnTo>
                    <a:pt x="3809962" y="5695449"/>
                  </a:lnTo>
                  <a:close/>
                </a:path>
                <a:path w="6537959" h="5924550">
                  <a:moveTo>
                    <a:pt x="2613499" y="5720849"/>
                  </a:moveTo>
                  <a:lnTo>
                    <a:pt x="2632144" y="5758949"/>
                  </a:lnTo>
                  <a:lnTo>
                    <a:pt x="2599846" y="5771649"/>
                  </a:lnTo>
                  <a:lnTo>
                    <a:pt x="2581200" y="5746249"/>
                  </a:lnTo>
                  <a:lnTo>
                    <a:pt x="2613499" y="5720849"/>
                  </a:lnTo>
                  <a:close/>
                </a:path>
                <a:path w="6537959" h="5924550">
                  <a:moveTo>
                    <a:pt x="1676562" y="5733549"/>
                  </a:moveTo>
                  <a:lnTo>
                    <a:pt x="1689976" y="5758949"/>
                  </a:lnTo>
                  <a:lnTo>
                    <a:pt x="1666737" y="5771649"/>
                  </a:lnTo>
                  <a:lnTo>
                    <a:pt x="1653322" y="5746249"/>
                  </a:lnTo>
                  <a:lnTo>
                    <a:pt x="1676562" y="5733549"/>
                  </a:lnTo>
                  <a:close/>
                </a:path>
                <a:path w="6537959" h="5924550">
                  <a:moveTo>
                    <a:pt x="5943346" y="5657349"/>
                  </a:moveTo>
                  <a:lnTo>
                    <a:pt x="5981325" y="5720849"/>
                  </a:lnTo>
                  <a:lnTo>
                    <a:pt x="5915545" y="5758949"/>
                  </a:lnTo>
                  <a:lnTo>
                    <a:pt x="5877571" y="5695449"/>
                  </a:lnTo>
                  <a:lnTo>
                    <a:pt x="5943346" y="5657349"/>
                  </a:lnTo>
                  <a:close/>
                </a:path>
                <a:path w="6537959" h="5924550">
                  <a:moveTo>
                    <a:pt x="5006339" y="5670049"/>
                  </a:moveTo>
                  <a:lnTo>
                    <a:pt x="5038857" y="5720849"/>
                  </a:lnTo>
                  <a:lnTo>
                    <a:pt x="4982531" y="5758949"/>
                  </a:lnTo>
                  <a:lnTo>
                    <a:pt x="4950012" y="5695449"/>
                  </a:lnTo>
                  <a:lnTo>
                    <a:pt x="5006339" y="5670049"/>
                  </a:lnTo>
                  <a:close/>
                </a:path>
                <a:path w="6537959" h="5924550">
                  <a:moveTo>
                    <a:pt x="4069328" y="5682749"/>
                  </a:moveTo>
                  <a:lnTo>
                    <a:pt x="4096386" y="5720849"/>
                  </a:lnTo>
                  <a:lnTo>
                    <a:pt x="4049518" y="5758949"/>
                  </a:lnTo>
                  <a:lnTo>
                    <a:pt x="4022455" y="5708149"/>
                  </a:lnTo>
                  <a:lnTo>
                    <a:pt x="4069328" y="5682749"/>
                  </a:lnTo>
                  <a:close/>
                </a:path>
                <a:path w="6537959" h="5924550">
                  <a:moveTo>
                    <a:pt x="2872943" y="5708149"/>
                  </a:moveTo>
                  <a:lnTo>
                    <a:pt x="2893184" y="5746249"/>
                  </a:lnTo>
                  <a:lnTo>
                    <a:pt x="2858126" y="5758949"/>
                  </a:lnTo>
                  <a:lnTo>
                    <a:pt x="2837890" y="5733549"/>
                  </a:lnTo>
                  <a:lnTo>
                    <a:pt x="2872943" y="5708149"/>
                  </a:lnTo>
                  <a:close/>
                </a:path>
                <a:path w="6537959" h="5924550">
                  <a:moveTo>
                    <a:pt x="1935924" y="5720849"/>
                  </a:moveTo>
                  <a:lnTo>
                    <a:pt x="1950705" y="5746249"/>
                  </a:lnTo>
                  <a:lnTo>
                    <a:pt x="1925104" y="5758949"/>
                  </a:lnTo>
                  <a:lnTo>
                    <a:pt x="1910324" y="5733549"/>
                  </a:lnTo>
                  <a:lnTo>
                    <a:pt x="1935924" y="5720849"/>
                  </a:lnTo>
                  <a:close/>
                </a:path>
                <a:path w="6537959" h="5924550">
                  <a:moveTo>
                    <a:pt x="6202711" y="5631949"/>
                  </a:moveTo>
                  <a:lnTo>
                    <a:pt x="6242051" y="5708149"/>
                  </a:lnTo>
                  <a:lnTo>
                    <a:pt x="6173915" y="5746249"/>
                  </a:lnTo>
                  <a:lnTo>
                    <a:pt x="6134570" y="5682749"/>
                  </a:lnTo>
                  <a:lnTo>
                    <a:pt x="6202711" y="5631949"/>
                  </a:lnTo>
                  <a:close/>
                </a:path>
                <a:path w="6537959" h="5924550">
                  <a:moveTo>
                    <a:pt x="5265698" y="5644649"/>
                  </a:moveTo>
                  <a:lnTo>
                    <a:pt x="5299582" y="5708149"/>
                  </a:lnTo>
                  <a:lnTo>
                    <a:pt x="5240895" y="5746249"/>
                  </a:lnTo>
                  <a:lnTo>
                    <a:pt x="5207010" y="5682749"/>
                  </a:lnTo>
                  <a:lnTo>
                    <a:pt x="5265698" y="5644649"/>
                  </a:lnTo>
                  <a:close/>
                </a:path>
                <a:path w="6537959" h="5924550">
                  <a:moveTo>
                    <a:pt x="3132304" y="5695449"/>
                  </a:moveTo>
                  <a:lnTo>
                    <a:pt x="3153912" y="5733549"/>
                  </a:lnTo>
                  <a:lnTo>
                    <a:pt x="3116497" y="5746249"/>
                  </a:lnTo>
                  <a:lnTo>
                    <a:pt x="3094889" y="5708149"/>
                  </a:lnTo>
                  <a:lnTo>
                    <a:pt x="3132304" y="5695449"/>
                  </a:lnTo>
                  <a:close/>
                </a:path>
                <a:path w="6537959" h="5924550">
                  <a:moveTo>
                    <a:pt x="2195294" y="5708149"/>
                  </a:moveTo>
                  <a:lnTo>
                    <a:pt x="2211436" y="5733549"/>
                  </a:lnTo>
                  <a:lnTo>
                    <a:pt x="2183470" y="5746249"/>
                  </a:lnTo>
                  <a:lnTo>
                    <a:pt x="2167323" y="5720849"/>
                  </a:lnTo>
                  <a:lnTo>
                    <a:pt x="2195294" y="5708149"/>
                  </a:lnTo>
                  <a:close/>
                </a:path>
                <a:path w="6537959" h="5924550">
                  <a:moveTo>
                    <a:pt x="1258272" y="5708149"/>
                  </a:moveTo>
                  <a:lnTo>
                    <a:pt x="1268959" y="5733549"/>
                  </a:lnTo>
                  <a:lnTo>
                    <a:pt x="1250447" y="5746249"/>
                  </a:lnTo>
                  <a:lnTo>
                    <a:pt x="1239755" y="5720849"/>
                  </a:lnTo>
                  <a:lnTo>
                    <a:pt x="1258272" y="5708149"/>
                  </a:lnTo>
                  <a:close/>
                </a:path>
                <a:path w="6537959" h="5924550">
                  <a:moveTo>
                    <a:pt x="6462075" y="5619249"/>
                  </a:moveTo>
                  <a:lnTo>
                    <a:pt x="6502777" y="5695449"/>
                  </a:lnTo>
                  <a:lnTo>
                    <a:pt x="6432275" y="5733549"/>
                  </a:lnTo>
                  <a:lnTo>
                    <a:pt x="6391573" y="5657349"/>
                  </a:lnTo>
                  <a:lnTo>
                    <a:pt x="6462075" y="5619249"/>
                  </a:lnTo>
                  <a:close/>
                </a:path>
                <a:path w="6537959" h="5924550">
                  <a:moveTo>
                    <a:pt x="5525061" y="5631949"/>
                  </a:moveTo>
                  <a:lnTo>
                    <a:pt x="5560308" y="5695449"/>
                  </a:lnTo>
                  <a:lnTo>
                    <a:pt x="5499259" y="5733549"/>
                  </a:lnTo>
                  <a:lnTo>
                    <a:pt x="5464013" y="5670049"/>
                  </a:lnTo>
                  <a:lnTo>
                    <a:pt x="5525061" y="5631949"/>
                  </a:lnTo>
                  <a:close/>
                </a:path>
                <a:path w="6537959" h="5924550">
                  <a:moveTo>
                    <a:pt x="4328687" y="5657349"/>
                  </a:moveTo>
                  <a:lnTo>
                    <a:pt x="4357116" y="5708149"/>
                  </a:lnTo>
                  <a:lnTo>
                    <a:pt x="4307882" y="5733549"/>
                  </a:lnTo>
                  <a:lnTo>
                    <a:pt x="4279453" y="5695449"/>
                  </a:lnTo>
                  <a:lnTo>
                    <a:pt x="4328687" y="5657349"/>
                  </a:lnTo>
                  <a:close/>
                </a:path>
                <a:path w="6537959" h="5924550">
                  <a:moveTo>
                    <a:pt x="3391676" y="5670049"/>
                  </a:moveTo>
                  <a:lnTo>
                    <a:pt x="3414644" y="5708149"/>
                  </a:lnTo>
                  <a:lnTo>
                    <a:pt x="3374859" y="5733549"/>
                  </a:lnTo>
                  <a:lnTo>
                    <a:pt x="3351895" y="5695449"/>
                  </a:lnTo>
                  <a:lnTo>
                    <a:pt x="3391676" y="5670049"/>
                  </a:lnTo>
                  <a:close/>
                </a:path>
                <a:path w="6537959" h="5924550">
                  <a:moveTo>
                    <a:pt x="2454655" y="5682749"/>
                  </a:moveTo>
                  <a:lnTo>
                    <a:pt x="2472168" y="5720849"/>
                  </a:lnTo>
                  <a:lnTo>
                    <a:pt x="2441836" y="5733549"/>
                  </a:lnTo>
                  <a:lnTo>
                    <a:pt x="2424327" y="5708149"/>
                  </a:lnTo>
                  <a:lnTo>
                    <a:pt x="2454655" y="5682749"/>
                  </a:lnTo>
                  <a:close/>
                </a:path>
                <a:path w="6537959" h="5924550">
                  <a:moveTo>
                    <a:pt x="1517723" y="5695449"/>
                  </a:moveTo>
                  <a:lnTo>
                    <a:pt x="1530001" y="5720849"/>
                  </a:lnTo>
                  <a:lnTo>
                    <a:pt x="1508733" y="5733549"/>
                  </a:lnTo>
                  <a:lnTo>
                    <a:pt x="1496455" y="5708149"/>
                  </a:lnTo>
                  <a:lnTo>
                    <a:pt x="1517723" y="5695449"/>
                  </a:lnTo>
                  <a:close/>
                </a:path>
                <a:path w="6537959" h="5924550">
                  <a:moveTo>
                    <a:pt x="5784421" y="5619249"/>
                  </a:moveTo>
                  <a:lnTo>
                    <a:pt x="5821034" y="5682749"/>
                  </a:lnTo>
                  <a:lnTo>
                    <a:pt x="5757624" y="5720849"/>
                  </a:lnTo>
                  <a:lnTo>
                    <a:pt x="5721011" y="5657349"/>
                  </a:lnTo>
                  <a:lnTo>
                    <a:pt x="5784421" y="5619249"/>
                  </a:lnTo>
                  <a:close/>
                </a:path>
                <a:path w="6537959" h="5924550">
                  <a:moveTo>
                    <a:pt x="4588051" y="5644649"/>
                  </a:moveTo>
                  <a:lnTo>
                    <a:pt x="4617842" y="5695449"/>
                  </a:lnTo>
                  <a:lnTo>
                    <a:pt x="4566242" y="5720849"/>
                  </a:lnTo>
                  <a:lnTo>
                    <a:pt x="4536452" y="5670049"/>
                  </a:lnTo>
                  <a:lnTo>
                    <a:pt x="4588051" y="5644649"/>
                  </a:lnTo>
                  <a:close/>
                </a:path>
                <a:path w="6537959" h="5924550">
                  <a:moveTo>
                    <a:pt x="3651120" y="5657349"/>
                  </a:moveTo>
                  <a:lnTo>
                    <a:pt x="3675679" y="5695449"/>
                  </a:lnTo>
                  <a:lnTo>
                    <a:pt x="3633139" y="5720849"/>
                  </a:lnTo>
                  <a:lnTo>
                    <a:pt x="3608579" y="5682749"/>
                  </a:lnTo>
                  <a:lnTo>
                    <a:pt x="3651120" y="5657349"/>
                  </a:lnTo>
                  <a:close/>
                </a:path>
                <a:path w="6537959" h="5924550">
                  <a:moveTo>
                    <a:pt x="2714021" y="5670049"/>
                  </a:moveTo>
                  <a:lnTo>
                    <a:pt x="2732896" y="5695449"/>
                  </a:lnTo>
                  <a:lnTo>
                    <a:pt x="2700203" y="5720849"/>
                  </a:lnTo>
                  <a:lnTo>
                    <a:pt x="2681329" y="5682749"/>
                  </a:lnTo>
                  <a:lnTo>
                    <a:pt x="2714021" y="5670049"/>
                  </a:lnTo>
                  <a:close/>
                </a:path>
                <a:path w="6537959" h="5924550">
                  <a:moveTo>
                    <a:pt x="1776997" y="5682749"/>
                  </a:moveTo>
                  <a:lnTo>
                    <a:pt x="1790417" y="5708149"/>
                  </a:lnTo>
                  <a:lnTo>
                    <a:pt x="1767177" y="5720849"/>
                  </a:lnTo>
                  <a:lnTo>
                    <a:pt x="1753763" y="5695449"/>
                  </a:lnTo>
                  <a:lnTo>
                    <a:pt x="1776997" y="5682749"/>
                  </a:lnTo>
                  <a:close/>
                </a:path>
                <a:path w="6537959" h="5924550">
                  <a:moveTo>
                    <a:pt x="4847414" y="5631949"/>
                  </a:moveTo>
                  <a:lnTo>
                    <a:pt x="4878566" y="5682749"/>
                  </a:lnTo>
                  <a:lnTo>
                    <a:pt x="4824606" y="5708149"/>
                  </a:lnTo>
                  <a:lnTo>
                    <a:pt x="4793453" y="5657349"/>
                  </a:lnTo>
                  <a:lnTo>
                    <a:pt x="4847414" y="5631949"/>
                  </a:lnTo>
                  <a:close/>
                </a:path>
                <a:path w="6537959" h="5924550">
                  <a:moveTo>
                    <a:pt x="3910403" y="5631949"/>
                  </a:moveTo>
                  <a:lnTo>
                    <a:pt x="3936099" y="5682749"/>
                  </a:lnTo>
                  <a:lnTo>
                    <a:pt x="3891592" y="5708149"/>
                  </a:lnTo>
                  <a:lnTo>
                    <a:pt x="3865895" y="5670049"/>
                  </a:lnTo>
                  <a:lnTo>
                    <a:pt x="3910403" y="5631949"/>
                  </a:lnTo>
                  <a:close/>
                </a:path>
                <a:path w="6537959" h="5924550">
                  <a:moveTo>
                    <a:pt x="2973470" y="5644649"/>
                  </a:moveTo>
                  <a:lnTo>
                    <a:pt x="2993935" y="5682749"/>
                  </a:lnTo>
                  <a:lnTo>
                    <a:pt x="2958482" y="5708149"/>
                  </a:lnTo>
                  <a:lnTo>
                    <a:pt x="2938017" y="5670049"/>
                  </a:lnTo>
                  <a:lnTo>
                    <a:pt x="2973470" y="5644649"/>
                  </a:lnTo>
                  <a:close/>
                </a:path>
                <a:path w="6537959" h="5924550">
                  <a:moveTo>
                    <a:pt x="2036451" y="5657349"/>
                  </a:moveTo>
                  <a:lnTo>
                    <a:pt x="2051457" y="5682749"/>
                  </a:lnTo>
                  <a:lnTo>
                    <a:pt x="2025457" y="5708149"/>
                  </a:lnTo>
                  <a:lnTo>
                    <a:pt x="2010452" y="5670049"/>
                  </a:lnTo>
                  <a:lnTo>
                    <a:pt x="2036451" y="5657349"/>
                  </a:lnTo>
                  <a:close/>
                </a:path>
                <a:path w="6537959" h="5924550">
                  <a:moveTo>
                    <a:pt x="6043868" y="5593849"/>
                  </a:moveTo>
                  <a:lnTo>
                    <a:pt x="6082071" y="5657349"/>
                  </a:lnTo>
                  <a:lnTo>
                    <a:pt x="6015902" y="5695449"/>
                  </a:lnTo>
                  <a:lnTo>
                    <a:pt x="5977698" y="5631949"/>
                  </a:lnTo>
                  <a:lnTo>
                    <a:pt x="6043868" y="5593849"/>
                  </a:lnTo>
                  <a:close/>
                </a:path>
                <a:path w="6537959" h="5924550">
                  <a:moveTo>
                    <a:pt x="5106856" y="5606549"/>
                  </a:moveTo>
                  <a:lnTo>
                    <a:pt x="5139599" y="5670049"/>
                  </a:lnTo>
                  <a:lnTo>
                    <a:pt x="5082883" y="5695449"/>
                  </a:lnTo>
                  <a:lnTo>
                    <a:pt x="5050140" y="5644649"/>
                  </a:lnTo>
                  <a:lnTo>
                    <a:pt x="5106856" y="5606549"/>
                  </a:lnTo>
                  <a:close/>
                </a:path>
                <a:path w="6537959" h="5924550">
                  <a:moveTo>
                    <a:pt x="4169850" y="5619249"/>
                  </a:moveTo>
                  <a:lnTo>
                    <a:pt x="4197138" y="5670049"/>
                  </a:lnTo>
                  <a:lnTo>
                    <a:pt x="4149870" y="5695449"/>
                  </a:lnTo>
                  <a:lnTo>
                    <a:pt x="4122583" y="5644649"/>
                  </a:lnTo>
                  <a:lnTo>
                    <a:pt x="4169850" y="5619249"/>
                  </a:lnTo>
                  <a:close/>
                </a:path>
                <a:path w="6537959" h="5924550">
                  <a:moveTo>
                    <a:pt x="3232832" y="5631949"/>
                  </a:moveTo>
                  <a:lnTo>
                    <a:pt x="3254664" y="5670049"/>
                  </a:lnTo>
                  <a:lnTo>
                    <a:pt x="3216851" y="5695449"/>
                  </a:lnTo>
                  <a:lnTo>
                    <a:pt x="3195019" y="5657349"/>
                  </a:lnTo>
                  <a:lnTo>
                    <a:pt x="3232832" y="5631949"/>
                  </a:lnTo>
                  <a:close/>
                </a:path>
                <a:path w="6537959" h="5924550">
                  <a:moveTo>
                    <a:pt x="1099425" y="5670049"/>
                  </a:moveTo>
                  <a:lnTo>
                    <a:pt x="1108979" y="5695449"/>
                  </a:lnTo>
                  <a:lnTo>
                    <a:pt x="1092438" y="5695449"/>
                  </a:lnTo>
                  <a:lnTo>
                    <a:pt x="1082888" y="5682749"/>
                  </a:lnTo>
                  <a:lnTo>
                    <a:pt x="1099425" y="5670049"/>
                  </a:lnTo>
                  <a:close/>
                </a:path>
                <a:path w="6537959" h="5924550">
                  <a:moveTo>
                    <a:pt x="6303233" y="5581149"/>
                  </a:moveTo>
                  <a:lnTo>
                    <a:pt x="6342798" y="5644649"/>
                  </a:lnTo>
                  <a:lnTo>
                    <a:pt x="6274267" y="5682749"/>
                  </a:lnTo>
                  <a:lnTo>
                    <a:pt x="6234697" y="5619249"/>
                  </a:lnTo>
                  <a:lnTo>
                    <a:pt x="6303233" y="5581149"/>
                  </a:lnTo>
                  <a:close/>
                </a:path>
                <a:path w="6537959" h="5924550">
                  <a:moveTo>
                    <a:pt x="5366220" y="5593849"/>
                  </a:moveTo>
                  <a:lnTo>
                    <a:pt x="5400333" y="5644649"/>
                  </a:lnTo>
                  <a:lnTo>
                    <a:pt x="5341247" y="5682749"/>
                  </a:lnTo>
                  <a:lnTo>
                    <a:pt x="5307138" y="5619249"/>
                  </a:lnTo>
                  <a:lnTo>
                    <a:pt x="5366220" y="5593849"/>
                  </a:lnTo>
                  <a:close/>
                </a:path>
                <a:path w="6537959" h="5924550">
                  <a:moveTo>
                    <a:pt x="4429214" y="5606549"/>
                  </a:moveTo>
                  <a:lnTo>
                    <a:pt x="4457863" y="5657349"/>
                  </a:lnTo>
                  <a:lnTo>
                    <a:pt x="4408235" y="5682749"/>
                  </a:lnTo>
                  <a:lnTo>
                    <a:pt x="4379581" y="5631949"/>
                  </a:lnTo>
                  <a:lnTo>
                    <a:pt x="4429214" y="5606549"/>
                  </a:lnTo>
                  <a:close/>
                </a:path>
                <a:path w="6537959" h="5924550">
                  <a:moveTo>
                    <a:pt x="3492198" y="5619249"/>
                  </a:moveTo>
                  <a:lnTo>
                    <a:pt x="3515391" y="5657349"/>
                  </a:lnTo>
                  <a:lnTo>
                    <a:pt x="3475216" y="5682749"/>
                  </a:lnTo>
                  <a:lnTo>
                    <a:pt x="3452018" y="5631949"/>
                  </a:lnTo>
                  <a:lnTo>
                    <a:pt x="3492198" y="5619249"/>
                  </a:lnTo>
                  <a:close/>
                </a:path>
                <a:path w="6537959" h="5924550">
                  <a:moveTo>
                    <a:pt x="2295812" y="5644649"/>
                  </a:moveTo>
                  <a:lnTo>
                    <a:pt x="2312188" y="5670049"/>
                  </a:lnTo>
                  <a:lnTo>
                    <a:pt x="2283823" y="5682749"/>
                  </a:lnTo>
                  <a:lnTo>
                    <a:pt x="2267452" y="5657349"/>
                  </a:lnTo>
                  <a:lnTo>
                    <a:pt x="2295812" y="5644649"/>
                  </a:lnTo>
                  <a:close/>
                </a:path>
                <a:path w="6537959" h="5924550">
                  <a:moveTo>
                    <a:pt x="1358791" y="5657349"/>
                  </a:moveTo>
                  <a:lnTo>
                    <a:pt x="1369707" y="5670049"/>
                  </a:lnTo>
                  <a:lnTo>
                    <a:pt x="1350800" y="5682749"/>
                  </a:lnTo>
                  <a:lnTo>
                    <a:pt x="1339884" y="5670049"/>
                  </a:lnTo>
                  <a:lnTo>
                    <a:pt x="1358791" y="5657349"/>
                  </a:lnTo>
                  <a:close/>
                </a:path>
                <a:path w="6537959" h="5924550">
                  <a:moveTo>
                    <a:pt x="6537666" y="5581149"/>
                  </a:moveTo>
                  <a:lnTo>
                    <a:pt x="6537666" y="5670049"/>
                  </a:lnTo>
                  <a:lnTo>
                    <a:pt x="6532632" y="5670049"/>
                  </a:lnTo>
                  <a:lnTo>
                    <a:pt x="6491696" y="5606549"/>
                  </a:lnTo>
                  <a:lnTo>
                    <a:pt x="6537666" y="5581149"/>
                  </a:lnTo>
                  <a:close/>
                </a:path>
                <a:path w="6537959" h="5924550">
                  <a:moveTo>
                    <a:pt x="5625583" y="5568449"/>
                  </a:moveTo>
                  <a:lnTo>
                    <a:pt x="5661059" y="5631949"/>
                  </a:lnTo>
                  <a:lnTo>
                    <a:pt x="5599611" y="5670049"/>
                  </a:lnTo>
                  <a:lnTo>
                    <a:pt x="5564136" y="5606549"/>
                  </a:lnTo>
                  <a:lnTo>
                    <a:pt x="5625583" y="5568449"/>
                  </a:lnTo>
                  <a:close/>
                </a:path>
                <a:path w="6537959" h="5924550">
                  <a:moveTo>
                    <a:pt x="4688572" y="5581149"/>
                  </a:moveTo>
                  <a:lnTo>
                    <a:pt x="4718592" y="5631949"/>
                  </a:lnTo>
                  <a:lnTo>
                    <a:pt x="4666598" y="5670049"/>
                  </a:lnTo>
                  <a:lnTo>
                    <a:pt x="4636578" y="5619249"/>
                  </a:lnTo>
                  <a:lnTo>
                    <a:pt x="4688572" y="5581149"/>
                  </a:lnTo>
                  <a:close/>
                </a:path>
                <a:path w="6537959" h="5924550">
                  <a:moveTo>
                    <a:pt x="3751559" y="5593849"/>
                  </a:moveTo>
                  <a:lnTo>
                    <a:pt x="3776119" y="5644649"/>
                  </a:lnTo>
                  <a:lnTo>
                    <a:pt x="3733578" y="5670049"/>
                  </a:lnTo>
                  <a:lnTo>
                    <a:pt x="3709019" y="5619249"/>
                  </a:lnTo>
                  <a:lnTo>
                    <a:pt x="3751559" y="5593849"/>
                  </a:lnTo>
                  <a:close/>
                </a:path>
                <a:path w="6537959" h="5924550">
                  <a:moveTo>
                    <a:pt x="2555174" y="5631949"/>
                  </a:moveTo>
                  <a:lnTo>
                    <a:pt x="2572912" y="5657349"/>
                  </a:lnTo>
                  <a:lnTo>
                    <a:pt x="2542191" y="5670049"/>
                  </a:lnTo>
                  <a:lnTo>
                    <a:pt x="2524453" y="5644649"/>
                  </a:lnTo>
                  <a:lnTo>
                    <a:pt x="2555174" y="5631949"/>
                  </a:lnTo>
                  <a:close/>
                </a:path>
                <a:path w="6537959" h="5924550">
                  <a:moveTo>
                    <a:pt x="1618159" y="5631949"/>
                  </a:moveTo>
                  <a:lnTo>
                    <a:pt x="1630436" y="5657349"/>
                  </a:lnTo>
                  <a:lnTo>
                    <a:pt x="1609169" y="5670049"/>
                  </a:lnTo>
                  <a:lnTo>
                    <a:pt x="1596887" y="5644649"/>
                  </a:lnTo>
                  <a:lnTo>
                    <a:pt x="1618159" y="5631949"/>
                  </a:lnTo>
                  <a:close/>
                </a:path>
                <a:path w="6537959" h="5924550">
                  <a:moveTo>
                    <a:pt x="5884947" y="5555749"/>
                  </a:moveTo>
                  <a:lnTo>
                    <a:pt x="5921785" y="5619249"/>
                  </a:lnTo>
                  <a:lnTo>
                    <a:pt x="5857976" y="5657349"/>
                  </a:lnTo>
                  <a:lnTo>
                    <a:pt x="5821139" y="5593849"/>
                  </a:lnTo>
                  <a:lnTo>
                    <a:pt x="5884947" y="5555749"/>
                  </a:lnTo>
                  <a:close/>
                </a:path>
                <a:path w="6537959" h="5924550">
                  <a:moveTo>
                    <a:pt x="4947931" y="5568449"/>
                  </a:moveTo>
                  <a:lnTo>
                    <a:pt x="4979313" y="5619249"/>
                  </a:lnTo>
                  <a:lnTo>
                    <a:pt x="4924962" y="5657349"/>
                  </a:lnTo>
                  <a:lnTo>
                    <a:pt x="4893581" y="5593849"/>
                  </a:lnTo>
                  <a:lnTo>
                    <a:pt x="4947931" y="5568449"/>
                  </a:lnTo>
                  <a:close/>
                </a:path>
                <a:path w="6537959" h="5924550">
                  <a:moveTo>
                    <a:pt x="2814540" y="5606549"/>
                  </a:moveTo>
                  <a:lnTo>
                    <a:pt x="2833644" y="5644649"/>
                  </a:lnTo>
                  <a:lnTo>
                    <a:pt x="2800557" y="5657349"/>
                  </a:lnTo>
                  <a:lnTo>
                    <a:pt x="2781453" y="5631949"/>
                  </a:lnTo>
                  <a:lnTo>
                    <a:pt x="2814540" y="5606549"/>
                  </a:lnTo>
                  <a:close/>
                </a:path>
                <a:path w="6537959" h="5924550">
                  <a:moveTo>
                    <a:pt x="1877521" y="5619249"/>
                  </a:moveTo>
                  <a:lnTo>
                    <a:pt x="1891164" y="5644649"/>
                  </a:lnTo>
                  <a:lnTo>
                    <a:pt x="1867535" y="5657349"/>
                  </a:lnTo>
                  <a:lnTo>
                    <a:pt x="1853892" y="5631949"/>
                  </a:lnTo>
                  <a:lnTo>
                    <a:pt x="1877521" y="5619249"/>
                  </a:lnTo>
                  <a:close/>
                </a:path>
                <a:path w="6537959" h="5924550">
                  <a:moveTo>
                    <a:pt x="6144390" y="5543049"/>
                  </a:moveTo>
                  <a:lnTo>
                    <a:pt x="6182823" y="5606549"/>
                  </a:lnTo>
                  <a:lnTo>
                    <a:pt x="6116254" y="5644649"/>
                  </a:lnTo>
                  <a:lnTo>
                    <a:pt x="6077822" y="5581149"/>
                  </a:lnTo>
                  <a:lnTo>
                    <a:pt x="6144390" y="5543049"/>
                  </a:lnTo>
                  <a:close/>
                </a:path>
                <a:path w="6537959" h="5924550">
                  <a:moveTo>
                    <a:pt x="5207377" y="5555749"/>
                  </a:moveTo>
                  <a:lnTo>
                    <a:pt x="5240354" y="5606549"/>
                  </a:lnTo>
                  <a:lnTo>
                    <a:pt x="5183239" y="5644649"/>
                  </a:lnTo>
                  <a:lnTo>
                    <a:pt x="5150262" y="5581149"/>
                  </a:lnTo>
                  <a:lnTo>
                    <a:pt x="5207377" y="5555749"/>
                  </a:lnTo>
                  <a:close/>
                </a:path>
                <a:path w="6537959" h="5924550">
                  <a:moveTo>
                    <a:pt x="4010920" y="5581149"/>
                  </a:moveTo>
                  <a:lnTo>
                    <a:pt x="4036846" y="5619249"/>
                  </a:lnTo>
                  <a:lnTo>
                    <a:pt x="3991945" y="5644649"/>
                  </a:lnTo>
                  <a:lnTo>
                    <a:pt x="3966019" y="5606549"/>
                  </a:lnTo>
                  <a:lnTo>
                    <a:pt x="4010920" y="5581149"/>
                  </a:lnTo>
                  <a:close/>
                </a:path>
                <a:path w="6537959" h="5924550">
                  <a:moveTo>
                    <a:pt x="3073906" y="5593849"/>
                  </a:moveTo>
                  <a:lnTo>
                    <a:pt x="3094371" y="5631949"/>
                  </a:lnTo>
                  <a:lnTo>
                    <a:pt x="3058923" y="5644649"/>
                  </a:lnTo>
                  <a:lnTo>
                    <a:pt x="3038458" y="5606549"/>
                  </a:lnTo>
                  <a:lnTo>
                    <a:pt x="3073906" y="5593849"/>
                  </a:lnTo>
                  <a:close/>
                </a:path>
                <a:path w="6537959" h="5924550">
                  <a:moveTo>
                    <a:pt x="2136969" y="5606549"/>
                  </a:moveTo>
                  <a:lnTo>
                    <a:pt x="2152204" y="5631949"/>
                  </a:lnTo>
                  <a:lnTo>
                    <a:pt x="2125819" y="5644649"/>
                  </a:lnTo>
                  <a:lnTo>
                    <a:pt x="2110580" y="5619249"/>
                  </a:lnTo>
                  <a:lnTo>
                    <a:pt x="2136969" y="5606549"/>
                  </a:lnTo>
                  <a:close/>
                </a:path>
                <a:path w="6537959" h="5924550">
                  <a:moveTo>
                    <a:pt x="1183017" y="5619249"/>
                  </a:moveTo>
                  <a:lnTo>
                    <a:pt x="1199948" y="5619249"/>
                  </a:lnTo>
                  <a:lnTo>
                    <a:pt x="1209727" y="5631949"/>
                  </a:lnTo>
                  <a:lnTo>
                    <a:pt x="1192796" y="5644649"/>
                  </a:lnTo>
                  <a:lnTo>
                    <a:pt x="1183017" y="5619249"/>
                  </a:lnTo>
                  <a:close/>
                </a:path>
                <a:path w="6537959" h="5924550">
                  <a:moveTo>
                    <a:pt x="6403667" y="5517649"/>
                  </a:moveTo>
                  <a:lnTo>
                    <a:pt x="6443237" y="5593849"/>
                  </a:lnTo>
                  <a:lnTo>
                    <a:pt x="6374702" y="5631949"/>
                  </a:lnTo>
                  <a:lnTo>
                    <a:pt x="6335137" y="5555749"/>
                  </a:lnTo>
                  <a:lnTo>
                    <a:pt x="6403667" y="5517649"/>
                  </a:lnTo>
                  <a:close/>
                </a:path>
                <a:path w="6537959" h="5924550">
                  <a:moveTo>
                    <a:pt x="5466654" y="5530349"/>
                  </a:moveTo>
                  <a:lnTo>
                    <a:pt x="5500768" y="5593849"/>
                  </a:lnTo>
                  <a:lnTo>
                    <a:pt x="5441686" y="5631949"/>
                  </a:lnTo>
                  <a:lnTo>
                    <a:pt x="5407577" y="5568449"/>
                  </a:lnTo>
                  <a:lnTo>
                    <a:pt x="5466654" y="5530349"/>
                  </a:lnTo>
                  <a:close/>
                </a:path>
                <a:path w="6537959" h="5924550">
                  <a:moveTo>
                    <a:pt x="4270371" y="5568449"/>
                  </a:moveTo>
                  <a:lnTo>
                    <a:pt x="4297883" y="5606549"/>
                  </a:lnTo>
                  <a:lnTo>
                    <a:pt x="4250222" y="5631949"/>
                  </a:lnTo>
                  <a:lnTo>
                    <a:pt x="4222710" y="5593849"/>
                  </a:lnTo>
                  <a:lnTo>
                    <a:pt x="4270371" y="5568449"/>
                  </a:lnTo>
                  <a:close/>
                </a:path>
                <a:path w="6537959" h="5924550">
                  <a:moveTo>
                    <a:pt x="3333272" y="5568449"/>
                  </a:moveTo>
                  <a:lnTo>
                    <a:pt x="3355099" y="5606549"/>
                  </a:lnTo>
                  <a:lnTo>
                    <a:pt x="3317286" y="5631949"/>
                  </a:lnTo>
                  <a:lnTo>
                    <a:pt x="3295459" y="5593849"/>
                  </a:lnTo>
                  <a:lnTo>
                    <a:pt x="3333272" y="5568449"/>
                  </a:lnTo>
                  <a:close/>
                </a:path>
                <a:path w="6537959" h="5924550">
                  <a:moveTo>
                    <a:pt x="2396334" y="5581149"/>
                  </a:moveTo>
                  <a:lnTo>
                    <a:pt x="2412930" y="5619249"/>
                  </a:lnTo>
                  <a:lnTo>
                    <a:pt x="2384180" y="5631949"/>
                  </a:lnTo>
                  <a:lnTo>
                    <a:pt x="2367584" y="5606549"/>
                  </a:lnTo>
                  <a:lnTo>
                    <a:pt x="2396334" y="5581149"/>
                  </a:lnTo>
                  <a:close/>
                </a:path>
                <a:path w="6537959" h="5924550">
                  <a:moveTo>
                    <a:pt x="1459320" y="5593849"/>
                  </a:moveTo>
                  <a:lnTo>
                    <a:pt x="1470460" y="5619249"/>
                  </a:lnTo>
                  <a:lnTo>
                    <a:pt x="1451159" y="5631949"/>
                  </a:lnTo>
                  <a:lnTo>
                    <a:pt x="1440019" y="5606549"/>
                  </a:lnTo>
                  <a:lnTo>
                    <a:pt x="1459320" y="5593849"/>
                  </a:lnTo>
                  <a:close/>
                </a:path>
                <a:path w="6537959" h="5924550">
                  <a:moveTo>
                    <a:pt x="5726100" y="5517649"/>
                  </a:moveTo>
                  <a:lnTo>
                    <a:pt x="5761805" y="5581149"/>
                  </a:lnTo>
                  <a:lnTo>
                    <a:pt x="5699968" y="5619249"/>
                  </a:lnTo>
                  <a:lnTo>
                    <a:pt x="5664263" y="5555749"/>
                  </a:lnTo>
                  <a:lnTo>
                    <a:pt x="5726100" y="5517649"/>
                  </a:lnTo>
                  <a:close/>
                </a:path>
                <a:path w="6537959" h="5924550">
                  <a:moveTo>
                    <a:pt x="4529731" y="5543049"/>
                  </a:moveTo>
                  <a:lnTo>
                    <a:pt x="4558609" y="5593849"/>
                  </a:lnTo>
                  <a:lnTo>
                    <a:pt x="4508587" y="5619249"/>
                  </a:lnTo>
                  <a:lnTo>
                    <a:pt x="4479708" y="5568449"/>
                  </a:lnTo>
                  <a:lnTo>
                    <a:pt x="4529731" y="5543049"/>
                  </a:lnTo>
                  <a:close/>
                </a:path>
                <a:path w="6537959" h="5924550">
                  <a:moveTo>
                    <a:pt x="3592716" y="5555749"/>
                  </a:moveTo>
                  <a:lnTo>
                    <a:pt x="3616139" y="5593849"/>
                  </a:lnTo>
                  <a:lnTo>
                    <a:pt x="3575570" y="5619249"/>
                  </a:lnTo>
                  <a:lnTo>
                    <a:pt x="3552147" y="5581149"/>
                  </a:lnTo>
                  <a:lnTo>
                    <a:pt x="3592716" y="5555749"/>
                  </a:lnTo>
                  <a:close/>
                </a:path>
                <a:path w="6537959" h="5924550">
                  <a:moveTo>
                    <a:pt x="2655701" y="5568449"/>
                  </a:moveTo>
                  <a:lnTo>
                    <a:pt x="2673668" y="5593849"/>
                  </a:lnTo>
                  <a:lnTo>
                    <a:pt x="2642548" y="5619249"/>
                  </a:lnTo>
                  <a:lnTo>
                    <a:pt x="2624580" y="5581149"/>
                  </a:lnTo>
                  <a:lnTo>
                    <a:pt x="2655701" y="5568449"/>
                  </a:lnTo>
                  <a:close/>
                </a:path>
                <a:path w="6537959" h="5924550">
                  <a:moveTo>
                    <a:pt x="1718681" y="5581149"/>
                  </a:moveTo>
                  <a:lnTo>
                    <a:pt x="1731188" y="5606549"/>
                  </a:lnTo>
                  <a:lnTo>
                    <a:pt x="1709526" y="5619249"/>
                  </a:lnTo>
                  <a:lnTo>
                    <a:pt x="1697019" y="5593849"/>
                  </a:lnTo>
                  <a:lnTo>
                    <a:pt x="1718681" y="5581149"/>
                  </a:lnTo>
                  <a:close/>
                </a:path>
                <a:path w="6537959" h="5924550">
                  <a:moveTo>
                    <a:pt x="4789089" y="5530349"/>
                  </a:moveTo>
                  <a:lnTo>
                    <a:pt x="4819333" y="5581149"/>
                  </a:lnTo>
                  <a:lnTo>
                    <a:pt x="4766950" y="5606549"/>
                  </a:lnTo>
                  <a:lnTo>
                    <a:pt x="4736705" y="5555749"/>
                  </a:lnTo>
                  <a:lnTo>
                    <a:pt x="4789089" y="5530349"/>
                  </a:lnTo>
                  <a:close/>
                </a:path>
                <a:path w="6537959" h="5924550">
                  <a:moveTo>
                    <a:pt x="3852082" y="5543049"/>
                  </a:moveTo>
                  <a:lnTo>
                    <a:pt x="3876866" y="5581149"/>
                  </a:lnTo>
                  <a:lnTo>
                    <a:pt x="3833936" y="5606549"/>
                  </a:lnTo>
                  <a:lnTo>
                    <a:pt x="3809147" y="5568449"/>
                  </a:lnTo>
                  <a:lnTo>
                    <a:pt x="3852082" y="5543049"/>
                  </a:lnTo>
                  <a:close/>
                </a:path>
                <a:path w="6537959" h="5924550">
                  <a:moveTo>
                    <a:pt x="2915062" y="5555749"/>
                  </a:moveTo>
                  <a:lnTo>
                    <a:pt x="2934390" y="5581149"/>
                  </a:lnTo>
                  <a:lnTo>
                    <a:pt x="2900909" y="5606549"/>
                  </a:lnTo>
                  <a:lnTo>
                    <a:pt x="2881580" y="5568449"/>
                  </a:lnTo>
                  <a:lnTo>
                    <a:pt x="2915062" y="5555749"/>
                  </a:lnTo>
                  <a:close/>
                </a:path>
                <a:path w="6537959" h="5924550">
                  <a:moveTo>
                    <a:pt x="5985465" y="5492249"/>
                  </a:moveTo>
                  <a:lnTo>
                    <a:pt x="6022531" y="5568449"/>
                  </a:lnTo>
                  <a:lnTo>
                    <a:pt x="5958328" y="5593849"/>
                  </a:lnTo>
                  <a:lnTo>
                    <a:pt x="5921262" y="5530349"/>
                  </a:lnTo>
                  <a:lnTo>
                    <a:pt x="5985465" y="5492249"/>
                  </a:lnTo>
                  <a:close/>
                </a:path>
                <a:path w="6537959" h="5924550">
                  <a:moveTo>
                    <a:pt x="5048453" y="5504949"/>
                  </a:moveTo>
                  <a:lnTo>
                    <a:pt x="5080063" y="5568449"/>
                  </a:lnTo>
                  <a:lnTo>
                    <a:pt x="5025314" y="5593849"/>
                  </a:lnTo>
                  <a:lnTo>
                    <a:pt x="4993703" y="5543049"/>
                  </a:lnTo>
                  <a:lnTo>
                    <a:pt x="5048453" y="5504949"/>
                  </a:lnTo>
                  <a:close/>
                </a:path>
                <a:path w="6537959" h="5924550">
                  <a:moveTo>
                    <a:pt x="4111447" y="5517649"/>
                  </a:moveTo>
                  <a:lnTo>
                    <a:pt x="4137597" y="5568449"/>
                  </a:lnTo>
                  <a:lnTo>
                    <a:pt x="4092297" y="5593849"/>
                  </a:lnTo>
                  <a:lnTo>
                    <a:pt x="4066146" y="5543049"/>
                  </a:lnTo>
                  <a:lnTo>
                    <a:pt x="4111447" y="5517649"/>
                  </a:lnTo>
                  <a:close/>
                </a:path>
                <a:path w="6537959" h="5924550">
                  <a:moveTo>
                    <a:pt x="3174429" y="5530349"/>
                  </a:moveTo>
                  <a:lnTo>
                    <a:pt x="3195124" y="5568449"/>
                  </a:lnTo>
                  <a:lnTo>
                    <a:pt x="3159277" y="5593849"/>
                  </a:lnTo>
                  <a:lnTo>
                    <a:pt x="3138582" y="5555749"/>
                  </a:lnTo>
                  <a:lnTo>
                    <a:pt x="3174429" y="5530349"/>
                  </a:lnTo>
                  <a:close/>
                </a:path>
                <a:path w="6537959" h="5924550">
                  <a:moveTo>
                    <a:pt x="1978043" y="5568449"/>
                  </a:moveTo>
                  <a:lnTo>
                    <a:pt x="1991916" y="5581149"/>
                  </a:lnTo>
                  <a:lnTo>
                    <a:pt x="1967888" y="5593849"/>
                  </a:lnTo>
                  <a:lnTo>
                    <a:pt x="1954015" y="5581149"/>
                  </a:lnTo>
                  <a:lnTo>
                    <a:pt x="1978043" y="5568449"/>
                  </a:lnTo>
                  <a:close/>
                </a:path>
                <a:path w="6537959" h="5924550">
                  <a:moveTo>
                    <a:pt x="1041026" y="5568449"/>
                  </a:moveTo>
                  <a:lnTo>
                    <a:pt x="1049439" y="5593849"/>
                  </a:lnTo>
                  <a:lnTo>
                    <a:pt x="1034864" y="5593849"/>
                  </a:lnTo>
                  <a:lnTo>
                    <a:pt x="1026452" y="5581149"/>
                  </a:lnTo>
                  <a:lnTo>
                    <a:pt x="1041026" y="5568449"/>
                  </a:lnTo>
                  <a:close/>
                </a:path>
                <a:path w="6537959" h="5924550">
                  <a:moveTo>
                    <a:pt x="6244825" y="5479549"/>
                  </a:moveTo>
                  <a:lnTo>
                    <a:pt x="6283257" y="5543049"/>
                  </a:lnTo>
                  <a:lnTo>
                    <a:pt x="6216694" y="5581149"/>
                  </a:lnTo>
                  <a:lnTo>
                    <a:pt x="6178261" y="5517649"/>
                  </a:lnTo>
                  <a:lnTo>
                    <a:pt x="6244825" y="5479549"/>
                  </a:lnTo>
                  <a:close/>
                </a:path>
                <a:path w="6537959" h="5924550">
                  <a:moveTo>
                    <a:pt x="5307816" y="5492249"/>
                  </a:moveTo>
                  <a:lnTo>
                    <a:pt x="5340789" y="5555749"/>
                  </a:lnTo>
                  <a:lnTo>
                    <a:pt x="5283678" y="5581149"/>
                  </a:lnTo>
                  <a:lnTo>
                    <a:pt x="5250701" y="5530349"/>
                  </a:lnTo>
                  <a:lnTo>
                    <a:pt x="5307816" y="5492249"/>
                  </a:lnTo>
                  <a:close/>
                </a:path>
                <a:path w="6537959" h="5924550">
                  <a:moveTo>
                    <a:pt x="4370889" y="5504949"/>
                  </a:moveTo>
                  <a:lnTo>
                    <a:pt x="4398630" y="5555749"/>
                  </a:lnTo>
                  <a:lnTo>
                    <a:pt x="4350584" y="5581149"/>
                  </a:lnTo>
                  <a:lnTo>
                    <a:pt x="4322838" y="5530349"/>
                  </a:lnTo>
                  <a:lnTo>
                    <a:pt x="4370889" y="5504949"/>
                  </a:lnTo>
                  <a:close/>
                </a:path>
                <a:path w="6537959" h="5924550">
                  <a:moveTo>
                    <a:pt x="3433790" y="5517649"/>
                  </a:moveTo>
                  <a:lnTo>
                    <a:pt x="3455851" y="5555749"/>
                  </a:lnTo>
                  <a:lnTo>
                    <a:pt x="3417643" y="5581149"/>
                  </a:lnTo>
                  <a:lnTo>
                    <a:pt x="3395582" y="5543049"/>
                  </a:lnTo>
                  <a:lnTo>
                    <a:pt x="3433790" y="5517649"/>
                  </a:lnTo>
                  <a:close/>
                </a:path>
                <a:path w="6537959" h="5924550">
                  <a:moveTo>
                    <a:pt x="2237496" y="5543049"/>
                  </a:moveTo>
                  <a:lnTo>
                    <a:pt x="2252960" y="5568449"/>
                  </a:lnTo>
                  <a:lnTo>
                    <a:pt x="2226172" y="5581149"/>
                  </a:lnTo>
                  <a:lnTo>
                    <a:pt x="2210708" y="5555749"/>
                  </a:lnTo>
                  <a:lnTo>
                    <a:pt x="2237496" y="5543049"/>
                  </a:lnTo>
                  <a:close/>
                </a:path>
                <a:path w="6537959" h="5924550">
                  <a:moveTo>
                    <a:pt x="1300388" y="5555749"/>
                  </a:moveTo>
                  <a:lnTo>
                    <a:pt x="1310167" y="5568449"/>
                  </a:lnTo>
                  <a:lnTo>
                    <a:pt x="1293232" y="5581149"/>
                  </a:lnTo>
                  <a:lnTo>
                    <a:pt x="1283453" y="5568449"/>
                  </a:lnTo>
                  <a:lnTo>
                    <a:pt x="1300388" y="5555749"/>
                  </a:lnTo>
                  <a:close/>
                </a:path>
                <a:path w="6537959" h="5924550">
                  <a:moveTo>
                    <a:pt x="6504189" y="5466849"/>
                  </a:moveTo>
                  <a:lnTo>
                    <a:pt x="6537666" y="5517649"/>
                  </a:lnTo>
                  <a:lnTo>
                    <a:pt x="6537666" y="5530349"/>
                  </a:lnTo>
                  <a:lnTo>
                    <a:pt x="6475059" y="5568449"/>
                  </a:lnTo>
                  <a:lnTo>
                    <a:pt x="6435260" y="5504949"/>
                  </a:lnTo>
                  <a:lnTo>
                    <a:pt x="6504189" y="5466849"/>
                  </a:lnTo>
                  <a:close/>
                </a:path>
                <a:path w="6537959" h="5924550">
                  <a:moveTo>
                    <a:pt x="5567180" y="5479549"/>
                  </a:moveTo>
                  <a:lnTo>
                    <a:pt x="5601514" y="5530349"/>
                  </a:lnTo>
                  <a:lnTo>
                    <a:pt x="5542038" y="5568449"/>
                  </a:lnTo>
                  <a:lnTo>
                    <a:pt x="5507704" y="5504949"/>
                  </a:lnTo>
                  <a:lnTo>
                    <a:pt x="5567180" y="5479549"/>
                  </a:lnTo>
                  <a:close/>
                </a:path>
                <a:path w="6537959" h="5924550">
                  <a:moveTo>
                    <a:pt x="4630169" y="5492249"/>
                  </a:moveTo>
                  <a:lnTo>
                    <a:pt x="4659047" y="5543049"/>
                  </a:lnTo>
                  <a:lnTo>
                    <a:pt x="4609025" y="5568449"/>
                  </a:lnTo>
                  <a:lnTo>
                    <a:pt x="4580146" y="5517649"/>
                  </a:lnTo>
                  <a:lnTo>
                    <a:pt x="4630169" y="5492249"/>
                  </a:lnTo>
                  <a:close/>
                </a:path>
                <a:path w="6537959" h="5924550">
                  <a:moveTo>
                    <a:pt x="3693238" y="5492249"/>
                  </a:moveTo>
                  <a:lnTo>
                    <a:pt x="3716890" y="5543049"/>
                  </a:lnTo>
                  <a:lnTo>
                    <a:pt x="3675927" y="5568449"/>
                  </a:lnTo>
                  <a:lnTo>
                    <a:pt x="3652280" y="5517649"/>
                  </a:lnTo>
                  <a:lnTo>
                    <a:pt x="3693238" y="5492249"/>
                  </a:lnTo>
                  <a:close/>
                </a:path>
                <a:path w="6537959" h="5924550">
                  <a:moveTo>
                    <a:pt x="2496775" y="5530349"/>
                  </a:moveTo>
                  <a:lnTo>
                    <a:pt x="2513372" y="5555749"/>
                  </a:lnTo>
                  <a:lnTo>
                    <a:pt x="2484617" y="5568449"/>
                  </a:lnTo>
                  <a:lnTo>
                    <a:pt x="2468021" y="5543049"/>
                  </a:lnTo>
                  <a:lnTo>
                    <a:pt x="2496775" y="5530349"/>
                  </a:lnTo>
                  <a:close/>
                </a:path>
                <a:path w="6537959" h="5924550">
                  <a:moveTo>
                    <a:pt x="1559756" y="5543049"/>
                  </a:moveTo>
                  <a:lnTo>
                    <a:pt x="1570896" y="5555749"/>
                  </a:lnTo>
                  <a:lnTo>
                    <a:pt x="1551595" y="5568449"/>
                  </a:lnTo>
                  <a:lnTo>
                    <a:pt x="1540455" y="5555749"/>
                  </a:lnTo>
                  <a:lnTo>
                    <a:pt x="1559756" y="5543049"/>
                  </a:lnTo>
                  <a:close/>
                </a:path>
                <a:path w="6537959" h="5924550">
                  <a:moveTo>
                    <a:pt x="5826622" y="5454149"/>
                  </a:moveTo>
                  <a:lnTo>
                    <a:pt x="5862552" y="5517649"/>
                  </a:lnTo>
                  <a:lnTo>
                    <a:pt x="5800320" y="5555749"/>
                  </a:lnTo>
                  <a:lnTo>
                    <a:pt x="5764391" y="5492249"/>
                  </a:lnTo>
                  <a:lnTo>
                    <a:pt x="5826622" y="5454149"/>
                  </a:lnTo>
                  <a:close/>
                </a:path>
                <a:path w="6537959" h="5924550">
                  <a:moveTo>
                    <a:pt x="4889528" y="5466849"/>
                  </a:moveTo>
                  <a:lnTo>
                    <a:pt x="4919773" y="5517649"/>
                  </a:lnTo>
                  <a:lnTo>
                    <a:pt x="4867389" y="5555749"/>
                  </a:lnTo>
                  <a:lnTo>
                    <a:pt x="4837144" y="5504949"/>
                  </a:lnTo>
                  <a:lnTo>
                    <a:pt x="4889528" y="5466849"/>
                  </a:lnTo>
                  <a:close/>
                </a:path>
                <a:path w="6537959" h="5924550">
                  <a:moveTo>
                    <a:pt x="2756219" y="5504949"/>
                  </a:moveTo>
                  <a:lnTo>
                    <a:pt x="2774411" y="5543049"/>
                  </a:lnTo>
                  <a:lnTo>
                    <a:pt x="2742906" y="5555749"/>
                  </a:lnTo>
                  <a:lnTo>
                    <a:pt x="2724714" y="5530349"/>
                  </a:lnTo>
                  <a:lnTo>
                    <a:pt x="2756219" y="5504949"/>
                  </a:lnTo>
                  <a:close/>
                </a:path>
                <a:path w="6537959" h="5924550">
                  <a:moveTo>
                    <a:pt x="1819205" y="5517649"/>
                  </a:moveTo>
                  <a:lnTo>
                    <a:pt x="1831936" y="5543049"/>
                  </a:lnTo>
                  <a:lnTo>
                    <a:pt x="1809879" y="5555749"/>
                  </a:lnTo>
                  <a:lnTo>
                    <a:pt x="1797148" y="5530349"/>
                  </a:lnTo>
                  <a:lnTo>
                    <a:pt x="1819205" y="5517649"/>
                  </a:lnTo>
                  <a:close/>
                </a:path>
                <a:path w="6537959" h="5924550">
                  <a:moveTo>
                    <a:pt x="6085987" y="5441449"/>
                  </a:moveTo>
                  <a:lnTo>
                    <a:pt x="6123282" y="5504949"/>
                  </a:lnTo>
                  <a:lnTo>
                    <a:pt x="6058685" y="5543049"/>
                  </a:lnTo>
                  <a:lnTo>
                    <a:pt x="6021390" y="5479549"/>
                  </a:lnTo>
                  <a:lnTo>
                    <a:pt x="6085987" y="5441449"/>
                  </a:lnTo>
                  <a:close/>
                </a:path>
                <a:path w="6537959" h="5924550">
                  <a:moveTo>
                    <a:pt x="5148974" y="5454149"/>
                  </a:moveTo>
                  <a:lnTo>
                    <a:pt x="5180809" y="5504949"/>
                  </a:lnTo>
                  <a:lnTo>
                    <a:pt x="5125666" y="5543049"/>
                  </a:lnTo>
                  <a:lnTo>
                    <a:pt x="5093830" y="5479549"/>
                  </a:lnTo>
                  <a:lnTo>
                    <a:pt x="5148974" y="5454149"/>
                  </a:lnTo>
                  <a:close/>
                </a:path>
                <a:path w="6537959" h="5924550">
                  <a:moveTo>
                    <a:pt x="3952604" y="5479549"/>
                  </a:moveTo>
                  <a:lnTo>
                    <a:pt x="3977618" y="5530349"/>
                  </a:lnTo>
                  <a:lnTo>
                    <a:pt x="3934289" y="5543049"/>
                  </a:lnTo>
                  <a:lnTo>
                    <a:pt x="3909275" y="5504949"/>
                  </a:lnTo>
                  <a:lnTo>
                    <a:pt x="3952604" y="5479549"/>
                  </a:lnTo>
                  <a:close/>
                </a:path>
                <a:path w="6537959" h="5924550">
                  <a:moveTo>
                    <a:pt x="3015498" y="5492249"/>
                  </a:moveTo>
                  <a:lnTo>
                    <a:pt x="3034827" y="5530349"/>
                  </a:lnTo>
                  <a:lnTo>
                    <a:pt x="3001350" y="5543049"/>
                  </a:lnTo>
                  <a:lnTo>
                    <a:pt x="2982021" y="5517649"/>
                  </a:lnTo>
                  <a:lnTo>
                    <a:pt x="3015498" y="5492249"/>
                  </a:lnTo>
                  <a:close/>
                </a:path>
                <a:path w="6537959" h="5924550">
                  <a:moveTo>
                    <a:pt x="2078566" y="5504949"/>
                  </a:moveTo>
                  <a:lnTo>
                    <a:pt x="2092663" y="5530349"/>
                  </a:lnTo>
                  <a:lnTo>
                    <a:pt x="2068246" y="5543049"/>
                  </a:lnTo>
                  <a:lnTo>
                    <a:pt x="2054148" y="5517649"/>
                  </a:lnTo>
                  <a:lnTo>
                    <a:pt x="2078566" y="5504949"/>
                  </a:lnTo>
                  <a:close/>
                </a:path>
                <a:path w="6537959" h="5924550">
                  <a:moveTo>
                    <a:pt x="1141545" y="5517649"/>
                  </a:moveTo>
                  <a:lnTo>
                    <a:pt x="1150186" y="5530349"/>
                  </a:lnTo>
                  <a:lnTo>
                    <a:pt x="1135222" y="5543049"/>
                  </a:lnTo>
                  <a:lnTo>
                    <a:pt x="1126581" y="5530349"/>
                  </a:lnTo>
                  <a:lnTo>
                    <a:pt x="1141545" y="5517649"/>
                  </a:lnTo>
                  <a:close/>
                </a:path>
                <a:path w="6537959" h="5924550">
                  <a:moveTo>
                    <a:pt x="6345347" y="5428749"/>
                  </a:moveTo>
                  <a:lnTo>
                    <a:pt x="6384009" y="5492249"/>
                  </a:lnTo>
                  <a:lnTo>
                    <a:pt x="6317046" y="5530349"/>
                  </a:lnTo>
                  <a:lnTo>
                    <a:pt x="6278389" y="5466849"/>
                  </a:lnTo>
                  <a:lnTo>
                    <a:pt x="6345347" y="5428749"/>
                  </a:lnTo>
                  <a:close/>
                </a:path>
                <a:path w="6537959" h="5924550">
                  <a:moveTo>
                    <a:pt x="5408338" y="5428749"/>
                  </a:moveTo>
                  <a:lnTo>
                    <a:pt x="5441535" y="5492249"/>
                  </a:lnTo>
                  <a:lnTo>
                    <a:pt x="5384030" y="5530349"/>
                  </a:lnTo>
                  <a:lnTo>
                    <a:pt x="5350828" y="5466849"/>
                  </a:lnTo>
                  <a:lnTo>
                    <a:pt x="5408338" y="5428749"/>
                  </a:lnTo>
                  <a:close/>
                </a:path>
                <a:path w="6537959" h="5924550">
                  <a:moveTo>
                    <a:pt x="4211963" y="5466849"/>
                  </a:moveTo>
                  <a:lnTo>
                    <a:pt x="4238343" y="5504949"/>
                  </a:lnTo>
                  <a:lnTo>
                    <a:pt x="4192653" y="5530349"/>
                  </a:lnTo>
                  <a:lnTo>
                    <a:pt x="4166273" y="5492249"/>
                  </a:lnTo>
                  <a:lnTo>
                    <a:pt x="4211963" y="5466849"/>
                  </a:lnTo>
                  <a:close/>
                </a:path>
                <a:path w="6537959" h="5924550">
                  <a:moveTo>
                    <a:pt x="3274947" y="5479549"/>
                  </a:moveTo>
                  <a:lnTo>
                    <a:pt x="3295871" y="5504949"/>
                  </a:lnTo>
                  <a:lnTo>
                    <a:pt x="3259630" y="5530349"/>
                  </a:lnTo>
                  <a:lnTo>
                    <a:pt x="3238710" y="5492249"/>
                  </a:lnTo>
                  <a:lnTo>
                    <a:pt x="3274947" y="5479549"/>
                  </a:lnTo>
                  <a:close/>
                </a:path>
                <a:path w="6537959" h="5924550">
                  <a:moveTo>
                    <a:pt x="2337931" y="5492249"/>
                  </a:moveTo>
                  <a:lnTo>
                    <a:pt x="2353395" y="5517649"/>
                  </a:lnTo>
                  <a:lnTo>
                    <a:pt x="2326612" y="5530349"/>
                  </a:lnTo>
                  <a:lnTo>
                    <a:pt x="2311148" y="5504949"/>
                  </a:lnTo>
                  <a:lnTo>
                    <a:pt x="2337931" y="5492249"/>
                  </a:lnTo>
                  <a:close/>
                </a:path>
                <a:path w="6537959" h="5924550">
                  <a:moveTo>
                    <a:pt x="1400912" y="5492249"/>
                  </a:moveTo>
                  <a:lnTo>
                    <a:pt x="1410920" y="5517649"/>
                  </a:lnTo>
                  <a:lnTo>
                    <a:pt x="1393590" y="5530349"/>
                  </a:lnTo>
                  <a:lnTo>
                    <a:pt x="1383582" y="5504949"/>
                  </a:lnTo>
                  <a:lnTo>
                    <a:pt x="1400912" y="5492249"/>
                  </a:lnTo>
                  <a:close/>
                </a:path>
                <a:path w="6537959" h="5924550">
                  <a:moveTo>
                    <a:pt x="4471327" y="5441449"/>
                  </a:moveTo>
                  <a:lnTo>
                    <a:pt x="4499069" y="5492249"/>
                  </a:lnTo>
                  <a:lnTo>
                    <a:pt x="4451017" y="5517649"/>
                  </a:lnTo>
                  <a:lnTo>
                    <a:pt x="4423271" y="5479549"/>
                  </a:lnTo>
                  <a:lnTo>
                    <a:pt x="4471327" y="5441449"/>
                  </a:lnTo>
                  <a:close/>
                </a:path>
                <a:path w="6537959" h="5924550">
                  <a:moveTo>
                    <a:pt x="3534313" y="5454149"/>
                  </a:moveTo>
                  <a:lnTo>
                    <a:pt x="3556599" y="5492249"/>
                  </a:lnTo>
                  <a:lnTo>
                    <a:pt x="3517996" y="5517649"/>
                  </a:lnTo>
                  <a:lnTo>
                    <a:pt x="3495715" y="5479549"/>
                  </a:lnTo>
                  <a:lnTo>
                    <a:pt x="3534313" y="5454149"/>
                  </a:lnTo>
                  <a:close/>
                </a:path>
                <a:path w="6537959" h="5924550">
                  <a:moveTo>
                    <a:pt x="2597293" y="5466849"/>
                  </a:moveTo>
                  <a:lnTo>
                    <a:pt x="2614118" y="5492249"/>
                  </a:lnTo>
                  <a:lnTo>
                    <a:pt x="2584974" y="5517649"/>
                  </a:lnTo>
                  <a:lnTo>
                    <a:pt x="2568144" y="5492249"/>
                  </a:lnTo>
                  <a:lnTo>
                    <a:pt x="2597293" y="5466849"/>
                  </a:lnTo>
                  <a:close/>
                </a:path>
                <a:path w="6537959" h="5924550">
                  <a:moveTo>
                    <a:pt x="1660278" y="5479549"/>
                  </a:moveTo>
                  <a:lnTo>
                    <a:pt x="1671648" y="5504949"/>
                  </a:lnTo>
                  <a:lnTo>
                    <a:pt x="1651953" y="5517649"/>
                  </a:lnTo>
                  <a:lnTo>
                    <a:pt x="1640583" y="5492249"/>
                  </a:lnTo>
                  <a:lnTo>
                    <a:pt x="1660278" y="5479549"/>
                  </a:lnTo>
                  <a:close/>
                </a:path>
                <a:path w="6537959" h="5924550">
                  <a:moveTo>
                    <a:pt x="5667697" y="5416049"/>
                  </a:moveTo>
                  <a:lnTo>
                    <a:pt x="5702265" y="5479549"/>
                  </a:lnTo>
                  <a:lnTo>
                    <a:pt x="5642395" y="5504949"/>
                  </a:lnTo>
                  <a:lnTo>
                    <a:pt x="5607827" y="5454149"/>
                  </a:lnTo>
                  <a:lnTo>
                    <a:pt x="5667697" y="5416049"/>
                  </a:lnTo>
                  <a:close/>
                </a:path>
                <a:path w="6537959" h="5924550">
                  <a:moveTo>
                    <a:pt x="4730685" y="5428749"/>
                  </a:moveTo>
                  <a:lnTo>
                    <a:pt x="4759793" y="5479549"/>
                  </a:lnTo>
                  <a:lnTo>
                    <a:pt x="4709376" y="5504949"/>
                  </a:lnTo>
                  <a:lnTo>
                    <a:pt x="4680268" y="5454149"/>
                  </a:lnTo>
                  <a:lnTo>
                    <a:pt x="4730685" y="5428749"/>
                  </a:lnTo>
                  <a:close/>
                </a:path>
                <a:path w="6537959" h="5924550">
                  <a:moveTo>
                    <a:pt x="3793674" y="5441449"/>
                  </a:moveTo>
                  <a:lnTo>
                    <a:pt x="3817326" y="5479549"/>
                  </a:lnTo>
                  <a:lnTo>
                    <a:pt x="3776363" y="5504949"/>
                  </a:lnTo>
                  <a:lnTo>
                    <a:pt x="3752715" y="5466849"/>
                  </a:lnTo>
                  <a:lnTo>
                    <a:pt x="3793674" y="5441449"/>
                  </a:lnTo>
                  <a:close/>
                </a:path>
                <a:path w="6537959" h="5924550">
                  <a:moveTo>
                    <a:pt x="2856659" y="5454149"/>
                  </a:moveTo>
                  <a:lnTo>
                    <a:pt x="2874850" y="5479549"/>
                  </a:lnTo>
                  <a:lnTo>
                    <a:pt x="2843340" y="5504949"/>
                  </a:lnTo>
                  <a:lnTo>
                    <a:pt x="2825148" y="5466849"/>
                  </a:lnTo>
                  <a:lnTo>
                    <a:pt x="2856659" y="5454149"/>
                  </a:lnTo>
                  <a:close/>
                </a:path>
                <a:path w="6537959" h="5924550">
                  <a:moveTo>
                    <a:pt x="5927144" y="5403349"/>
                  </a:moveTo>
                  <a:lnTo>
                    <a:pt x="5963303" y="5466849"/>
                  </a:lnTo>
                  <a:lnTo>
                    <a:pt x="5900672" y="5492249"/>
                  </a:lnTo>
                  <a:lnTo>
                    <a:pt x="5864518" y="5441449"/>
                  </a:lnTo>
                  <a:lnTo>
                    <a:pt x="5927144" y="5403349"/>
                  </a:lnTo>
                  <a:close/>
                </a:path>
                <a:path w="6537959" h="5924550">
                  <a:moveTo>
                    <a:pt x="4990049" y="5416049"/>
                  </a:moveTo>
                  <a:lnTo>
                    <a:pt x="5020519" y="5466849"/>
                  </a:lnTo>
                  <a:lnTo>
                    <a:pt x="4967741" y="5492249"/>
                  </a:lnTo>
                  <a:lnTo>
                    <a:pt x="4937271" y="5441449"/>
                  </a:lnTo>
                  <a:lnTo>
                    <a:pt x="4990049" y="5416049"/>
                  </a:lnTo>
                  <a:close/>
                </a:path>
                <a:path w="6537959" h="5924550">
                  <a:moveTo>
                    <a:pt x="4053044" y="5428749"/>
                  </a:moveTo>
                  <a:lnTo>
                    <a:pt x="4078057" y="5466849"/>
                  </a:lnTo>
                  <a:lnTo>
                    <a:pt x="4034728" y="5492249"/>
                  </a:lnTo>
                  <a:lnTo>
                    <a:pt x="4009715" y="5441449"/>
                  </a:lnTo>
                  <a:lnTo>
                    <a:pt x="4053044" y="5428749"/>
                  </a:lnTo>
                  <a:close/>
                </a:path>
                <a:path w="6537959" h="5924550">
                  <a:moveTo>
                    <a:pt x="3116026" y="5428749"/>
                  </a:moveTo>
                  <a:lnTo>
                    <a:pt x="3135584" y="5466849"/>
                  </a:lnTo>
                  <a:lnTo>
                    <a:pt x="3101708" y="5492249"/>
                  </a:lnTo>
                  <a:lnTo>
                    <a:pt x="3082150" y="5454149"/>
                  </a:lnTo>
                  <a:lnTo>
                    <a:pt x="3116026" y="5428749"/>
                  </a:lnTo>
                  <a:close/>
                </a:path>
                <a:path w="6537959" h="5924550">
                  <a:moveTo>
                    <a:pt x="1919722" y="5466849"/>
                  </a:moveTo>
                  <a:lnTo>
                    <a:pt x="1932683" y="5479549"/>
                  </a:lnTo>
                  <a:lnTo>
                    <a:pt x="1910232" y="5492249"/>
                  </a:lnTo>
                  <a:lnTo>
                    <a:pt x="1897272" y="5479549"/>
                  </a:lnTo>
                  <a:lnTo>
                    <a:pt x="1919722" y="5466849"/>
                  </a:lnTo>
                  <a:close/>
                </a:path>
                <a:path w="6537959" h="5924550">
                  <a:moveTo>
                    <a:pt x="6186422" y="5377949"/>
                  </a:moveTo>
                  <a:lnTo>
                    <a:pt x="6223717" y="5441449"/>
                  </a:lnTo>
                  <a:lnTo>
                    <a:pt x="6159125" y="5479549"/>
                  </a:lnTo>
                  <a:lnTo>
                    <a:pt x="6121829" y="5416049"/>
                  </a:lnTo>
                  <a:lnTo>
                    <a:pt x="6186422" y="5377949"/>
                  </a:lnTo>
                  <a:close/>
                </a:path>
                <a:path w="6537959" h="5924550">
                  <a:moveTo>
                    <a:pt x="5249496" y="5390649"/>
                  </a:moveTo>
                  <a:lnTo>
                    <a:pt x="5281560" y="5454149"/>
                  </a:lnTo>
                  <a:lnTo>
                    <a:pt x="5226022" y="5479549"/>
                  </a:lnTo>
                  <a:lnTo>
                    <a:pt x="5193958" y="5428749"/>
                  </a:lnTo>
                  <a:lnTo>
                    <a:pt x="5249496" y="5390649"/>
                  </a:lnTo>
                  <a:close/>
                </a:path>
                <a:path w="6537959" h="5924550">
                  <a:moveTo>
                    <a:pt x="4312485" y="5403349"/>
                  </a:moveTo>
                  <a:lnTo>
                    <a:pt x="4339090" y="5454149"/>
                  </a:lnTo>
                  <a:lnTo>
                    <a:pt x="4293010" y="5479549"/>
                  </a:lnTo>
                  <a:lnTo>
                    <a:pt x="4266401" y="5428749"/>
                  </a:lnTo>
                  <a:lnTo>
                    <a:pt x="4312485" y="5403349"/>
                  </a:lnTo>
                  <a:close/>
                </a:path>
                <a:path w="6537959" h="5924550">
                  <a:moveTo>
                    <a:pt x="3375474" y="5416049"/>
                  </a:moveTo>
                  <a:lnTo>
                    <a:pt x="3396623" y="5454149"/>
                  </a:lnTo>
                  <a:lnTo>
                    <a:pt x="3359992" y="5479549"/>
                  </a:lnTo>
                  <a:lnTo>
                    <a:pt x="3338843" y="5441449"/>
                  </a:lnTo>
                  <a:lnTo>
                    <a:pt x="3375474" y="5416049"/>
                  </a:lnTo>
                  <a:close/>
                </a:path>
                <a:path w="6537959" h="5924550">
                  <a:moveTo>
                    <a:pt x="2179088" y="5441449"/>
                  </a:moveTo>
                  <a:lnTo>
                    <a:pt x="2193415" y="5466849"/>
                  </a:lnTo>
                  <a:lnTo>
                    <a:pt x="2168603" y="5479549"/>
                  </a:lnTo>
                  <a:lnTo>
                    <a:pt x="2154276" y="5454149"/>
                  </a:lnTo>
                  <a:lnTo>
                    <a:pt x="2179088" y="5441449"/>
                  </a:lnTo>
                  <a:close/>
                </a:path>
                <a:path w="6537959" h="5924550">
                  <a:moveTo>
                    <a:pt x="1242068" y="5454149"/>
                  </a:moveTo>
                  <a:lnTo>
                    <a:pt x="1250939" y="5466849"/>
                  </a:lnTo>
                  <a:lnTo>
                    <a:pt x="1235576" y="5479549"/>
                  </a:lnTo>
                  <a:lnTo>
                    <a:pt x="1226705" y="5466849"/>
                  </a:lnTo>
                  <a:lnTo>
                    <a:pt x="1242068" y="5454149"/>
                  </a:lnTo>
                  <a:close/>
                </a:path>
                <a:path w="6537959" h="5924550">
                  <a:moveTo>
                    <a:pt x="6445868" y="5365249"/>
                  </a:moveTo>
                  <a:lnTo>
                    <a:pt x="6484755" y="5428749"/>
                  </a:lnTo>
                  <a:lnTo>
                    <a:pt x="6417403" y="5466849"/>
                  </a:lnTo>
                  <a:lnTo>
                    <a:pt x="6378516" y="5403349"/>
                  </a:lnTo>
                  <a:lnTo>
                    <a:pt x="6445868" y="5365249"/>
                  </a:lnTo>
                  <a:close/>
                </a:path>
                <a:path w="6537959" h="5924550">
                  <a:moveTo>
                    <a:pt x="5508855" y="5377949"/>
                  </a:moveTo>
                  <a:lnTo>
                    <a:pt x="5542286" y="5428749"/>
                  </a:lnTo>
                  <a:lnTo>
                    <a:pt x="5484382" y="5466849"/>
                  </a:lnTo>
                  <a:lnTo>
                    <a:pt x="5450956" y="5403349"/>
                  </a:lnTo>
                  <a:lnTo>
                    <a:pt x="5508855" y="5377949"/>
                  </a:lnTo>
                  <a:close/>
                </a:path>
                <a:path w="6537959" h="5924550">
                  <a:moveTo>
                    <a:pt x="4571843" y="5390649"/>
                  </a:moveTo>
                  <a:lnTo>
                    <a:pt x="4599814" y="5441449"/>
                  </a:lnTo>
                  <a:lnTo>
                    <a:pt x="4551369" y="5466849"/>
                  </a:lnTo>
                  <a:lnTo>
                    <a:pt x="4523398" y="5416049"/>
                  </a:lnTo>
                  <a:lnTo>
                    <a:pt x="4571843" y="5390649"/>
                  </a:lnTo>
                  <a:close/>
                </a:path>
                <a:path w="6537959" h="5924550">
                  <a:moveTo>
                    <a:pt x="3634835" y="5403349"/>
                  </a:moveTo>
                  <a:lnTo>
                    <a:pt x="3657350" y="5441449"/>
                  </a:lnTo>
                  <a:lnTo>
                    <a:pt x="3618354" y="5466849"/>
                  </a:lnTo>
                  <a:lnTo>
                    <a:pt x="3595843" y="5416049"/>
                  </a:lnTo>
                  <a:lnTo>
                    <a:pt x="3634835" y="5403349"/>
                  </a:lnTo>
                  <a:close/>
                </a:path>
                <a:path w="6537959" h="5924550">
                  <a:moveTo>
                    <a:pt x="2438455" y="5428749"/>
                  </a:moveTo>
                  <a:lnTo>
                    <a:pt x="2454143" y="5454149"/>
                  </a:lnTo>
                  <a:lnTo>
                    <a:pt x="2426965" y="5466849"/>
                  </a:lnTo>
                  <a:lnTo>
                    <a:pt x="2411277" y="5441449"/>
                  </a:lnTo>
                  <a:lnTo>
                    <a:pt x="2438455" y="5428749"/>
                  </a:lnTo>
                  <a:close/>
                </a:path>
                <a:path w="6537959" h="5924550">
                  <a:moveTo>
                    <a:pt x="1501435" y="5441449"/>
                  </a:moveTo>
                  <a:lnTo>
                    <a:pt x="1511668" y="5454149"/>
                  </a:lnTo>
                  <a:lnTo>
                    <a:pt x="1493944" y="5466849"/>
                  </a:lnTo>
                  <a:lnTo>
                    <a:pt x="1483711" y="5454149"/>
                  </a:lnTo>
                  <a:lnTo>
                    <a:pt x="1501435" y="5441449"/>
                  </a:lnTo>
                  <a:close/>
                </a:path>
                <a:path w="6537959" h="5924550">
                  <a:moveTo>
                    <a:pt x="6535388" y="5441449"/>
                  </a:moveTo>
                  <a:lnTo>
                    <a:pt x="6537666" y="5441449"/>
                  </a:lnTo>
                  <a:lnTo>
                    <a:pt x="6537666" y="5454149"/>
                  </a:lnTo>
                  <a:lnTo>
                    <a:pt x="6535388" y="5441449"/>
                  </a:lnTo>
                  <a:close/>
                </a:path>
                <a:path w="6537959" h="5924550">
                  <a:moveTo>
                    <a:pt x="5768214" y="5352549"/>
                  </a:moveTo>
                  <a:lnTo>
                    <a:pt x="5803007" y="5416049"/>
                  </a:lnTo>
                  <a:lnTo>
                    <a:pt x="5742747" y="5454149"/>
                  </a:lnTo>
                  <a:lnTo>
                    <a:pt x="5707954" y="5390649"/>
                  </a:lnTo>
                  <a:lnTo>
                    <a:pt x="5768214" y="5352549"/>
                  </a:lnTo>
                  <a:close/>
                </a:path>
                <a:path w="6537959" h="5924550">
                  <a:moveTo>
                    <a:pt x="4831211" y="5365249"/>
                  </a:moveTo>
                  <a:lnTo>
                    <a:pt x="4860544" y="5416049"/>
                  </a:lnTo>
                  <a:lnTo>
                    <a:pt x="4809733" y="5454149"/>
                  </a:lnTo>
                  <a:lnTo>
                    <a:pt x="4780396" y="5403349"/>
                  </a:lnTo>
                  <a:lnTo>
                    <a:pt x="4831211" y="5365249"/>
                  </a:lnTo>
                  <a:close/>
                </a:path>
                <a:path w="6537959" h="5924550">
                  <a:moveTo>
                    <a:pt x="2697816" y="5416049"/>
                  </a:moveTo>
                  <a:lnTo>
                    <a:pt x="2714875" y="5441449"/>
                  </a:lnTo>
                  <a:lnTo>
                    <a:pt x="2685332" y="5454149"/>
                  </a:lnTo>
                  <a:lnTo>
                    <a:pt x="2668277" y="5428749"/>
                  </a:lnTo>
                  <a:lnTo>
                    <a:pt x="2697816" y="5416049"/>
                  </a:lnTo>
                  <a:close/>
                </a:path>
                <a:path w="6537959" h="5924550">
                  <a:moveTo>
                    <a:pt x="1740712" y="5428749"/>
                  </a:moveTo>
                  <a:lnTo>
                    <a:pt x="1760797" y="5428749"/>
                  </a:lnTo>
                  <a:lnTo>
                    <a:pt x="1772396" y="5441449"/>
                  </a:lnTo>
                  <a:lnTo>
                    <a:pt x="1752311" y="5454149"/>
                  </a:lnTo>
                  <a:lnTo>
                    <a:pt x="1740712" y="5428749"/>
                  </a:lnTo>
                  <a:close/>
                </a:path>
                <a:path w="6537959" h="5924550">
                  <a:moveTo>
                    <a:pt x="6027583" y="5339849"/>
                  </a:moveTo>
                  <a:lnTo>
                    <a:pt x="6063742" y="5403349"/>
                  </a:lnTo>
                  <a:lnTo>
                    <a:pt x="6001112" y="5441449"/>
                  </a:lnTo>
                  <a:lnTo>
                    <a:pt x="5964958" y="5377949"/>
                  </a:lnTo>
                  <a:lnTo>
                    <a:pt x="6027583" y="5339849"/>
                  </a:lnTo>
                  <a:close/>
                </a:path>
                <a:path w="6537959" h="5924550">
                  <a:moveTo>
                    <a:pt x="5090571" y="5352549"/>
                  </a:moveTo>
                  <a:lnTo>
                    <a:pt x="5121269" y="5403349"/>
                  </a:lnTo>
                  <a:lnTo>
                    <a:pt x="5068092" y="5441449"/>
                  </a:lnTo>
                  <a:lnTo>
                    <a:pt x="5037394" y="5377949"/>
                  </a:lnTo>
                  <a:lnTo>
                    <a:pt x="5090571" y="5352549"/>
                  </a:lnTo>
                  <a:close/>
                </a:path>
                <a:path w="6537959" h="5924550">
                  <a:moveTo>
                    <a:pt x="3894201" y="5377949"/>
                  </a:moveTo>
                  <a:lnTo>
                    <a:pt x="3918077" y="5428749"/>
                  </a:lnTo>
                  <a:lnTo>
                    <a:pt x="3876715" y="5441449"/>
                  </a:lnTo>
                  <a:lnTo>
                    <a:pt x="3852839" y="5403349"/>
                  </a:lnTo>
                  <a:lnTo>
                    <a:pt x="3894201" y="5377949"/>
                  </a:lnTo>
                  <a:close/>
                </a:path>
                <a:path w="6537959" h="5924550">
                  <a:moveTo>
                    <a:pt x="2957182" y="5390649"/>
                  </a:moveTo>
                  <a:lnTo>
                    <a:pt x="2975598" y="5428749"/>
                  </a:lnTo>
                  <a:lnTo>
                    <a:pt x="2943698" y="5441449"/>
                  </a:lnTo>
                  <a:lnTo>
                    <a:pt x="2925278" y="5416049"/>
                  </a:lnTo>
                  <a:lnTo>
                    <a:pt x="2957182" y="5390649"/>
                  </a:lnTo>
                  <a:close/>
                </a:path>
                <a:path w="6537959" h="5924550">
                  <a:moveTo>
                    <a:pt x="2020163" y="5403349"/>
                  </a:moveTo>
                  <a:lnTo>
                    <a:pt x="2033123" y="5428749"/>
                  </a:lnTo>
                  <a:lnTo>
                    <a:pt x="2010673" y="5441449"/>
                  </a:lnTo>
                  <a:lnTo>
                    <a:pt x="1997712" y="5416049"/>
                  </a:lnTo>
                  <a:lnTo>
                    <a:pt x="2020163" y="5403349"/>
                  </a:lnTo>
                  <a:close/>
                </a:path>
                <a:path w="6537959" h="5924550">
                  <a:moveTo>
                    <a:pt x="1083141" y="5416049"/>
                  </a:moveTo>
                  <a:lnTo>
                    <a:pt x="1090647" y="5428749"/>
                  </a:lnTo>
                  <a:lnTo>
                    <a:pt x="1077649" y="5441449"/>
                  </a:lnTo>
                  <a:lnTo>
                    <a:pt x="1070144" y="5428749"/>
                  </a:lnTo>
                  <a:lnTo>
                    <a:pt x="1083141" y="5416049"/>
                  </a:lnTo>
                  <a:close/>
                </a:path>
                <a:path w="6537959" h="5924550">
                  <a:moveTo>
                    <a:pt x="6286948" y="5327149"/>
                  </a:moveTo>
                  <a:lnTo>
                    <a:pt x="6324468" y="5390649"/>
                  </a:lnTo>
                  <a:lnTo>
                    <a:pt x="6259477" y="5428749"/>
                  </a:lnTo>
                  <a:lnTo>
                    <a:pt x="6221957" y="5365249"/>
                  </a:lnTo>
                  <a:lnTo>
                    <a:pt x="6286948" y="5327149"/>
                  </a:lnTo>
                  <a:close/>
                </a:path>
                <a:path w="6537959" h="5924550">
                  <a:moveTo>
                    <a:pt x="5349930" y="5339849"/>
                  </a:moveTo>
                  <a:lnTo>
                    <a:pt x="5381995" y="5390649"/>
                  </a:lnTo>
                  <a:lnTo>
                    <a:pt x="5326461" y="5428749"/>
                  </a:lnTo>
                  <a:lnTo>
                    <a:pt x="5294397" y="5365249"/>
                  </a:lnTo>
                  <a:lnTo>
                    <a:pt x="5349930" y="5339849"/>
                  </a:lnTo>
                  <a:close/>
                </a:path>
                <a:path w="6537959" h="5924550">
                  <a:moveTo>
                    <a:pt x="4153560" y="5365249"/>
                  </a:moveTo>
                  <a:lnTo>
                    <a:pt x="4178803" y="5403349"/>
                  </a:lnTo>
                  <a:lnTo>
                    <a:pt x="4135079" y="5428749"/>
                  </a:lnTo>
                  <a:lnTo>
                    <a:pt x="4109837" y="5390649"/>
                  </a:lnTo>
                  <a:lnTo>
                    <a:pt x="4153560" y="5365249"/>
                  </a:lnTo>
                  <a:close/>
                </a:path>
                <a:path w="6537959" h="5924550">
                  <a:moveTo>
                    <a:pt x="3216544" y="5377949"/>
                  </a:moveTo>
                  <a:lnTo>
                    <a:pt x="3236326" y="5416049"/>
                  </a:lnTo>
                  <a:lnTo>
                    <a:pt x="3202061" y="5428749"/>
                  </a:lnTo>
                  <a:lnTo>
                    <a:pt x="3182278" y="5390649"/>
                  </a:lnTo>
                  <a:lnTo>
                    <a:pt x="3216544" y="5377949"/>
                  </a:lnTo>
                  <a:close/>
                </a:path>
                <a:path w="6537959" h="5924550">
                  <a:moveTo>
                    <a:pt x="2279523" y="5390649"/>
                  </a:moveTo>
                  <a:lnTo>
                    <a:pt x="2293850" y="5416049"/>
                  </a:lnTo>
                  <a:lnTo>
                    <a:pt x="2269038" y="5428749"/>
                  </a:lnTo>
                  <a:lnTo>
                    <a:pt x="2254711" y="5403349"/>
                  </a:lnTo>
                  <a:lnTo>
                    <a:pt x="2279523" y="5390649"/>
                  </a:lnTo>
                  <a:close/>
                </a:path>
                <a:path w="6537959" h="5924550">
                  <a:moveTo>
                    <a:pt x="1326838" y="5403349"/>
                  </a:moveTo>
                  <a:lnTo>
                    <a:pt x="1342591" y="5403349"/>
                  </a:lnTo>
                  <a:lnTo>
                    <a:pt x="1351687" y="5416049"/>
                  </a:lnTo>
                  <a:lnTo>
                    <a:pt x="1335934" y="5428749"/>
                  </a:lnTo>
                  <a:lnTo>
                    <a:pt x="1326838" y="5403349"/>
                  </a:lnTo>
                  <a:close/>
                </a:path>
                <a:path w="6537959" h="5924550">
                  <a:moveTo>
                    <a:pt x="6537666" y="5314449"/>
                  </a:moveTo>
                  <a:lnTo>
                    <a:pt x="6537666" y="5403349"/>
                  </a:lnTo>
                  <a:lnTo>
                    <a:pt x="6517755" y="5416049"/>
                  </a:lnTo>
                  <a:lnTo>
                    <a:pt x="6478640" y="5339849"/>
                  </a:lnTo>
                  <a:lnTo>
                    <a:pt x="6537666" y="5314449"/>
                  </a:lnTo>
                  <a:close/>
                </a:path>
                <a:path w="6537959" h="5924550">
                  <a:moveTo>
                    <a:pt x="4413007" y="5352549"/>
                  </a:moveTo>
                  <a:lnTo>
                    <a:pt x="4439840" y="5390649"/>
                  </a:lnTo>
                  <a:lnTo>
                    <a:pt x="4393362" y="5416049"/>
                  </a:lnTo>
                  <a:lnTo>
                    <a:pt x="4366528" y="5377949"/>
                  </a:lnTo>
                  <a:lnTo>
                    <a:pt x="4413007" y="5352549"/>
                  </a:lnTo>
                  <a:close/>
                </a:path>
                <a:path w="6537959" h="5924550">
                  <a:moveTo>
                    <a:pt x="3475992" y="5352549"/>
                  </a:moveTo>
                  <a:lnTo>
                    <a:pt x="3497370" y="5390649"/>
                  </a:lnTo>
                  <a:lnTo>
                    <a:pt x="3460345" y="5416049"/>
                  </a:lnTo>
                  <a:lnTo>
                    <a:pt x="3438967" y="5377949"/>
                  </a:lnTo>
                  <a:lnTo>
                    <a:pt x="3475992" y="5352549"/>
                  </a:lnTo>
                  <a:close/>
                </a:path>
                <a:path w="6537959" h="5924550">
                  <a:moveTo>
                    <a:pt x="2538972" y="5365249"/>
                  </a:moveTo>
                  <a:lnTo>
                    <a:pt x="2554889" y="5403349"/>
                  </a:lnTo>
                  <a:lnTo>
                    <a:pt x="2527322" y="5416049"/>
                  </a:lnTo>
                  <a:lnTo>
                    <a:pt x="2511405" y="5390649"/>
                  </a:lnTo>
                  <a:lnTo>
                    <a:pt x="2538972" y="5365249"/>
                  </a:lnTo>
                  <a:close/>
                </a:path>
                <a:path w="6537959" h="5924550">
                  <a:moveTo>
                    <a:pt x="1601875" y="5377949"/>
                  </a:moveTo>
                  <a:lnTo>
                    <a:pt x="1612108" y="5403349"/>
                  </a:lnTo>
                  <a:lnTo>
                    <a:pt x="1594384" y="5416049"/>
                  </a:lnTo>
                  <a:lnTo>
                    <a:pt x="1584151" y="5390649"/>
                  </a:lnTo>
                  <a:lnTo>
                    <a:pt x="1601875" y="5377949"/>
                  </a:lnTo>
                  <a:close/>
                </a:path>
                <a:path w="6537959" h="5924550">
                  <a:moveTo>
                    <a:pt x="5609294" y="5314449"/>
                  </a:moveTo>
                  <a:lnTo>
                    <a:pt x="5642720" y="5377949"/>
                  </a:lnTo>
                  <a:lnTo>
                    <a:pt x="5584821" y="5403349"/>
                  </a:lnTo>
                  <a:lnTo>
                    <a:pt x="5551395" y="5352549"/>
                  </a:lnTo>
                  <a:lnTo>
                    <a:pt x="5609294" y="5314449"/>
                  </a:lnTo>
                  <a:close/>
                </a:path>
                <a:path w="6537959" h="5924550">
                  <a:moveTo>
                    <a:pt x="4672369" y="5327149"/>
                  </a:moveTo>
                  <a:lnTo>
                    <a:pt x="4700564" y="5377949"/>
                  </a:lnTo>
                  <a:lnTo>
                    <a:pt x="4651725" y="5403349"/>
                  </a:lnTo>
                  <a:lnTo>
                    <a:pt x="4623529" y="5352549"/>
                  </a:lnTo>
                  <a:lnTo>
                    <a:pt x="4672369" y="5327149"/>
                  </a:lnTo>
                  <a:close/>
                </a:path>
                <a:path w="6537959" h="5924550">
                  <a:moveTo>
                    <a:pt x="3735353" y="5339849"/>
                  </a:moveTo>
                  <a:lnTo>
                    <a:pt x="3758098" y="5377949"/>
                  </a:lnTo>
                  <a:lnTo>
                    <a:pt x="3718711" y="5403349"/>
                  </a:lnTo>
                  <a:lnTo>
                    <a:pt x="3695967" y="5365249"/>
                  </a:lnTo>
                  <a:lnTo>
                    <a:pt x="3735353" y="5339849"/>
                  </a:lnTo>
                  <a:close/>
                </a:path>
                <a:path w="6537959" h="5924550">
                  <a:moveTo>
                    <a:pt x="2798338" y="5352549"/>
                  </a:moveTo>
                  <a:lnTo>
                    <a:pt x="2815618" y="5377949"/>
                  </a:lnTo>
                  <a:lnTo>
                    <a:pt x="2785685" y="5403349"/>
                  </a:lnTo>
                  <a:lnTo>
                    <a:pt x="2768405" y="5365249"/>
                  </a:lnTo>
                  <a:lnTo>
                    <a:pt x="2798338" y="5352549"/>
                  </a:lnTo>
                  <a:close/>
                </a:path>
                <a:path w="6537959" h="5924550">
                  <a:moveTo>
                    <a:pt x="5868741" y="5301749"/>
                  </a:moveTo>
                  <a:lnTo>
                    <a:pt x="5903763" y="5365249"/>
                  </a:lnTo>
                  <a:lnTo>
                    <a:pt x="5843099" y="5390649"/>
                  </a:lnTo>
                  <a:lnTo>
                    <a:pt x="5808082" y="5339849"/>
                  </a:lnTo>
                  <a:lnTo>
                    <a:pt x="5868741" y="5301749"/>
                  </a:lnTo>
                  <a:close/>
                </a:path>
                <a:path w="6537959" h="5924550">
                  <a:moveTo>
                    <a:pt x="4931729" y="5314449"/>
                  </a:moveTo>
                  <a:lnTo>
                    <a:pt x="4961290" y="5365249"/>
                  </a:lnTo>
                  <a:lnTo>
                    <a:pt x="4910089" y="5390649"/>
                  </a:lnTo>
                  <a:lnTo>
                    <a:pt x="4880528" y="5339849"/>
                  </a:lnTo>
                  <a:lnTo>
                    <a:pt x="4931729" y="5314449"/>
                  </a:lnTo>
                  <a:close/>
                </a:path>
                <a:path w="6537959" h="5924550">
                  <a:moveTo>
                    <a:pt x="3994718" y="5327149"/>
                  </a:moveTo>
                  <a:lnTo>
                    <a:pt x="4018824" y="5365249"/>
                  </a:lnTo>
                  <a:lnTo>
                    <a:pt x="3977077" y="5390649"/>
                  </a:lnTo>
                  <a:lnTo>
                    <a:pt x="3952971" y="5352549"/>
                  </a:lnTo>
                  <a:lnTo>
                    <a:pt x="3994718" y="5327149"/>
                  </a:lnTo>
                  <a:close/>
                </a:path>
                <a:path w="6537959" h="5924550">
                  <a:moveTo>
                    <a:pt x="3057700" y="5339849"/>
                  </a:moveTo>
                  <a:lnTo>
                    <a:pt x="3076350" y="5365249"/>
                  </a:lnTo>
                  <a:lnTo>
                    <a:pt x="3044052" y="5390649"/>
                  </a:lnTo>
                  <a:lnTo>
                    <a:pt x="3025406" y="5352549"/>
                  </a:lnTo>
                  <a:lnTo>
                    <a:pt x="3057700" y="5339849"/>
                  </a:lnTo>
                  <a:close/>
                </a:path>
                <a:path w="6537959" h="5924550">
                  <a:moveTo>
                    <a:pt x="1861319" y="5365249"/>
                  </a:moveTo>
                  <a:lnTo>
                    <a:pt x="1873143" y="5390649"/>
                  </a:lnTo>
                  <a:lnTo>
                    <a:pt x="1852664" y="5390649"/>
                  </a:lnTo>
                  <a:lnTo>
                    <a:pt x="1840840" y="5377949"/>
                  </a:lnTo>
                  <a:lnTo>
                    <a:pt x="1861319" y="5365249"/>
                  </a:lnTo>
                  <a:close/>
                </a:path>
                <a:path w="6537959" h="5924550">
                  <a:moveTo>
                    <a:pt x="6128101" y="5289049"/>
                  </a:moveTo>
                  <a:lnTo>
                    <a:pt x="6164484" y="5339849"/>
                  </a:lnTo>
                  <a:lnTo>
                    <a:pt x="6101464" y="5377949"/>
                  </a:lnTo>
                  <a:lnTo>
                    <a:pt x="6065081" y="5314449"/>
                  </a:lnTo>
                  <a:lnTo>
                    <a:pt x="6128101" y="5289049"/>
                  </a:lnTo>
                  <a:close/>
                </a:path>
                <a:path w="6537959" h="5924550">
                  <a:moveTo>
                    <a:pt x="5191088" y="5289049"/>
                  </a:moveTo>
                  <a:lnTo>
                    <a:pt x="5222016" y="5352549"/>
                  </a:lnTo>
                  <a:lnTo>
                    <a:pt x="5168449" y="5377949"/>
                  </a:lnTo>
                  <a:lnTo>
                    <a:pt x="5137521" y="5327149"/>
                  </a:lnTo>
                  <a:lnTo>
                    <a:pt x="5191088" y="5289049"/>
                  </a:lnTo>
                  <a:close/>
                </a:path>
                <a:path w="6537959" h="5924550">
                  <a:moveTo>
                    <a:pt x="4254082" y="5301749"/>
                  </a:moveTo>
                  <a:lnTo>
                    <a:pt x="4279550" y="5352549"/>
                  </a:lnTo>
                  <a:lnTo>
                    <a:pt x="4235436" y="5377949"/>
                  </a:lnTo>
                  <a:lnTo>
                    <a:pt x="4209969" y="5327149"/>
                  </a:lnTo>
                  <a:lnTo>
                    <a:pt x="4254082" y="5301749"/>
                  </a:lnTo>
                  <a:close/>
                </a:path>
                <a:path w="6537959" h="5924550">
                  <a:moveTo>
                    <a:pt x="3317071" y="5314449"/>
                  </a:moveTo>
                  <a:lnTo>
                    <a:pt x="3337082" y="5352549"/>
                  </a:lnTo>
                  <a:lnTo>
                    <a:pt x="3302418" y="5377949"/>
                  </a:lnTo>
                  <a:lnTo>
                    <a:pt x="3282406" y="5339849"/>
                  </a:lnTo>
                  <a:lnTo>
                    <a:pt x="3317071" y="5314449"/>
                  </a:lnTo>
                  <a:close/>
                </a:path>
                <a:path w="6537959" h="5924550">
                  <a:moveTo>
                    <a:pt x="2120685" y="5352549"/>
                  </a:moveTo>
                  <a:lnTo>
                    <a:pt x="2133875" y="5365249"/>
                  </a:lnTo>
                  <a:lnTo>
                    <a:pt x="2111030" y="5377949"/>
                  </a:lnTo>
                  <a:lnTo>
                    <a:pt x="2097840" y="5365249"/>
                  </a:lnTo>
                  <a:lnTo>
                    <a:pt x="2120685" y="5352549"/>
                  </a:lnTo>
                  <a:close/>
                </a:path>
                <a:path w="6537959" h="5924550">
                  <a:moveTo>
                    <a:pt x="1183665" y="5352549"/>
                  </a:moveTo>
                  <a:lnTo>
                    <a:pt x="1191399" y="5377949"/>
                  </a:lnTo>
                  <a:lnTo>
                    <a:pt x="1178007" y="5377949"/>
                  </a:lnTo>
                  <a:lnTo>
                    <a:pt x="1170273" y="5365249"/>
                  </a:lnTo>
                  <a:lnTo>
                    <a:pt x="1183665" y="5352549"/>
                  </a:lnTo>
                  <a:close/>
                </a:path>
                <a:path w="6537959" h="5924550">
                  <a:moveTo>
                    <a:pt x="6387465" y="5263649"/>
                  </a:moveTo>
                  <a:lnTo>
                    <a:pt x="6425215" y="5327149"/>
                  </a:lnTo>
                  <a:lnTo>
                    <a:pt x="6359829" y="5365249"/>
                  </a:lnTo>
                  <a:lnTo>
                    <a:pt x="6322080" y="5301749"/>
                  </a:lnTo>
                  <a:lnTo>
                    <a:pt x="6387465" y="5263649"/>
                  </a:lnTo>
                  <a:close/>
                </a:path>
                <a:path w="6537959" h="5924550">
                  <a:moveTo>
                    <a:pt x="5450451" y="5276349"/>
                  </a:moveTo>
                  <a:lnTo>
                    <a:pt x="5482741" y="5327149"/>
                  </a:lnTo>
                  <a:lnTo>
                    <a:pt x="5426813" y="5365249"/>
                  </a:lnTo>
                  <a:lnTo>
                    <a:pt x="5394519" y="5314449"/>
                  </a:lnTo>
                  <a:lnTo>
                    <a:pt x="5450451" y="5276349"/>
                  </a:lnTo>
                  <a:close/>
                </a:path>
                <a:path w="6537959" h="5924550">
                  <a:moveTo>
                    <a:pt x="4513440" y="5289049"/>
                  </a:moveTo>
                  <a:lnTo>
                    <a:pt x="4540274" y="5339849"/>
                  </a:lnTo>
                  <a:lnTo>
                    <a:pt x="4493795" y="5365249"/>
                  </a:lnTo>
                  <a:lnTo>
                    <a:pt x="4466962" y="5314449"/>
                  </a:lnTo>
                  <a:lnTo>
                    <a:pt x="4513440" y="5289049"/>
                  </a:lnTo>
                  <a:close/>
                </a:path>
                <a:path w="6537959" h="5924550">
                  <a:moveTo>
                    <a:pt x="2380047" y="5327149"/>
                  </a:moveTo>
                  <a:lnTo>
                    <a:pt x="2394603" y="5352549"/>
                  </a:lnTo>
                  <a:lnTo>
                    <a:pt x="2369392" y="5365249"/>
                  </a:lnTo>
                  <a:lnTo>
                    <a:pt x="2354840" y="5339849"/>
                  </a:lnTo>
                  <a:lnTo>
                    <a:pt x="2380047" y="5327149"/>
                  </a:lnTo>
                  <a:close/>
                </a:path>
                <a:path w="6537959" h="5924550">
                  <a:moveTo>
                    <a:pt x="1443114" y="5339849"/>
                  </a:moveTo>
                  <a:lnTo>
                    <a:pt x="1452439" y="5352549"/>
                  </a:lnTo>
                  <a:lnTo>
                    <a:pt x="1436288" y="5365249"/>
                  </a:lnTo>
                  <a:lnTo>
                    <a:pt x="1426963" y="5352549"/>
                  </a:lnTo>
                  <a:lnTo>
                    <a:pt x="1443114" y="5339849"/>
                  </a:lnTo>
                  <a:close/>
                </a:path>
                <a:path w="6537959" h="5924550">
                  <a:moveTo>
                    <a:pt x="5709816" y="5263649"/>
                  </a:moveTo>
                  <a:lnTo>
                    <a:pt x="5743471" y="5314449"/>
                  </a:lnTo>
                  <a:lnTo>
                    <a:pt x="5685178" y="5352549"/>
                  </a:lnTo>
                  <a:lnTo>
                    <a:pt x="5651523" y="5289049"/>
                  </a:lnTo>
                  <a:lnTo>
                    <a:pt x="5709816" y="5263649"/>
                  </a:lnTo>
                  <a:close/>
                </a:path>
                <a:path w="6537959" h="5924550">
                  <a:moveTo>
                    <a:pt x="4772804" y="5276349"/>
                  </a:moveTo>
                  <a:lnTo>
                    <a:pt x="4801004" y="5314449"/>
                  </a:lnTo>
                  <a:lnTo>
                    <a:pt x="4752159" y="5352549"/>
                  </a:lnTo>
                  <a:lnTo>
                    <a:pt x="4723964" y="5301749"/>
                  </a:lnTo>
                  <a:lnTo>
                    <a:pt x="4772804" y="5276349"/>
                  </a:lnTo>
                  <a:close/>
                </a:path>
                <a:path w="6537959" h="5924550">
                  <a:moveTo>
                    <a:pt x="3576432" y="5301749"/>
                  </a:moveTo>
                  <a:lnTo>
                    <a:pt x="3597805" y="5339849"/>
                  </a:lnTo>
                  <a:lnTo>
                    <a:pt x="3560785" y="5352549"/>
                  </a:lnTo>
                  <a:lnTo>
                    <a:pt x="3539407" y="5327149"/>
                  </a:lnTo>
                  <a:lnTo>
                    <a:pt x="3576432" y="5301749"/>
                  </a:lnTo>
                  <a:close/>
                </a:path>
                <a:path w="6537959" h="5924550">
                  <a:moveTo>
                    <a:pt x="2639496" y="5314449"/>
                  </a:moveTo>
                  <a:lnTo>
                    <a:pt x="2655638" y="5339849"/>
                  </a:lnTo>
                  <a:lnTo>
                    <a:pt x="2627676" y="5352549"/>
                  </a:lnTo>
                  <a:lnTo>
                    <a:pt x="2611529" y="5327149"/>
                  </a:lnTo>
                  <a:lnTo>
                    <a:pt x="2639496" y="5314449"/>
                  </a:lnTo>
                  <a:close/>
                </a:path>
                <a:path w="6537959" h="5924550">
                  <a:moveTo>
                    <a:pt x="1702394" y="5327149"/>
                  </a:moveTo>
                  <a:lnTo>
                    <a:pt x="1712856" y="5339849"/>
                  </a:lnTo>
                  <a:lnTo>
                    <a:pt x="1694738" y="5352549"/>
                  </a:lnTo>
                  <a:lnTo>
                    <a:pt x="1684276" y="5339849"/>
                  </a:lnTo>
                  <a:lnTo>
                    <a:pt x="1702394" y="5327149"/>
                  </a:lnTo>
                  <a:close/>
                </a:path>
                <a:path w="6537959" h="5924550">
                  <a:moveTo>
                    <a:pt x="5969258" y="5238249"/>
                  </a:moveTo>
                  <a:lnTo>
                    <a:pt x="6004509" y="5301749"/>
                  </a:lnTo>
                  <a:lnTo>
                    <a:pt x="5943461" y="5339849"/>
                  </a:lnTo>
                  <a:lnTo>
                    <a:pt x="5908210" y="5276349"/>
                  </a:lnTo>
                  <a:lnTo>
                    <a:pt x="5969258" y="5238249"/>
                  </a:lnTo>
                  <a:close/>
                </a:path>
                <a:path w="6537959" h="5924550">
                  <a:moveTo>
                    <a:pt x="5032250" y="5250949"/>
                  </a:moveTo>
                  <a:lnTo>
                    <a:pt x="5062036" y="5301749"/>
                  </a:lnTo>
                  <a:lnTo>
                    <a:pt x="5010441" y="5339849"/>
                  </a:lnTo>
                  <a:lnTo>
                    <a:pt x="4980655" y="5289049"/>
                  </a:lnTo>
                  <a:lnTo>
                    <a:pt x="5032250" y="5250949"/>
                  </a:lnTo>
                  <a:close/>
                </a:path>
                <a:path w="6537959" h="5924550">
                  <a:moveTo>
                    <a:pt x="3835793" y="5289049"/>
                  </a:moveTo>
                  <a:lnTo>
                    <a:pt x="3858537" y="5327149"/>
                  </a:lnTo>
                  <a:lnTo>
                    <a:pt x="3819146" y="5339849"/>
                  </a:lnTo>
                  <a:lnTo>
                    <a:pt x="3796402" y="5301749"/>
                  </a:lnTo>
                  <a:lnTo>
                    <a:pt x="3835793" y="5289049"/>
                  </a:lnTo>
                  <a:close/>
                </a:path>
                <a:path w="6537959" h="5924550">
                  <a:moveTo>
                    <a:pt x="2898861" y="5289049"/>
                  </a:moveTo>
                  <a:lnTo>
                    <a:pt x="2916370" y="5327149"/>
                  </a:lnTo>
                  <a:lnTo>
                    <a:pt x="2886043" y="5339849"/>
                  </a:lnTo>
                  <a:lnTo>
                    <a:pt x="2868529" y="5314449"/>
                  </a:lnTo>
                  <a:lnTo>
                    <a:pt x="2898861" y="5289049"/>
                  </a:lnTo>
                  <a:close/>
                </a:path>
                <a:path w="6537959" h="5924550">
                  <a:moveTo>
                    <a:pt x="1961842" y="5301749"/>
                  </a:moveTo>
                  <a:lnTo>
                    <a:pt x="1973895" y="5327149"/>
                  </a:lnTo>
                  <a:lnTo>
                    <a:pt x="1953017" y="5339849"/>
                  </a:lnTo>
                  <a:lnTo>
                    <a:pt x="1940968" y="5314449"/>
                  </a:lnTo>
                  <a:lnTo>
                    <a:pt x="1961842" y="5301749"/>
                  </a:lnTo>
                  <a:close/>
                </a:path>
                <a:path w="6537959" h="5924550">
                  <a:moveTo>
                    <a:pt x="1024821" y="5314449"/>
                  </a:moveTo>
                  <a:lnTo>
                    <a:pt x="1031418" y="5327149"/>
                  </a:lnTo>
                  <a:lnTo>
                    <a:pt x="1019993" y="5339849"/>
                  </a:lnTo>
                  <a:lnTo>
                    <a:pt x="1013400" y="5327149"/>
                  </a:lnTo>
                  <a:lnTo>
                    <a:pt x="1024821" y="5314449"/>
                  </a:lnTo>
                  <a:close/>
                </a:path>
                <a:path w="6537959" h="5924550">
                  <a:moveTo>
                    <a:pt x="6228623" y="5225549"/>
                  </a:moveTo>
                  <a:lnTo>
                    <a:pt x="6265235" y="5289049"/>
                  </a:lnTo>
                  <a:lnTo>
                    <a:pt x="6201821" y="5327149"/>
                  </a:lnTo>
                  <a:lnTo>
                    <a:pt x="6165209" y="5263649"/>
                  </a:lnTo>
                  <a:lnTo>
                    <a:pt x="6228623" y="5225549"/>
                  </a:lnTo>
                  <a:close/>
                </a:path>
                <a:path w="6537959" h="5924550">
                  <a:moveTo>
                    <a:pt x="5291527" y="5238249"/>
                  </a:moveTo>
                  <a:lnTo>
                    <a:pt x="5322454" y="5289049"/>
                  </a:lnTo>
                  <a:lnTo>
                    <a:pt x="5268888" y="5327149"/>
                  </a:lnTo>
                  <a:lnTo>
                    <a:pt x="5237960" y="5263649"/>
                  </a:lnTo>
                  <a:lnTo>
                    <a:pt x="5291527" y="5238249"/>
                  </a:lnTo>
                  <a:close/>
                </a:path>
                <a:path w="6537959" h="5924550">
                  <a:moveTo>
                    <a:pt x="4095244" y="5263649"/>
                  </a:moveTo>
                  <a:lnTo>
                    <a:pt x="4119574" y="5301749"/>
                  </a:lnTo>
                  <a:lnTo>
                    <a:pt x="4077428" y="5327149"/>
                  </a:lnTo>
                  <a:lnTo>
                    <a:pt x="4053098" y="5289049"/>
                  </a:lnTo>
                  <a:lnTo>
                    <a:pt x="4095244" y="5263649"/>
                  </a:lnTo>
                  <a:close/>
                </a:path>
                <a:path w="6537959" h="5924550">
                  <a:moveTo>
                    <a:pt x="3158141" y="5276349"/>
                  </a:moveTo>
                  <a:lnTo>
                    <a:pt x="3176791" y="5314449"/>
                  </a:lnTo>
                  <a:lnTo>
                    <a:pt x="3144488" y="5327149"/>
                  </a:lnTo>
                  <a:lnTo>
                    <a:pt x="3125842" y="5301749"/>
                  </a:lnTo>
                  <a:lnTo>
                    <a:pt x="3158141" y="5276349"/>
                  </a:lnTo>
                  <a:close/>
                </a:path>
                <a:path w="6537959" h="5924550">
                  <a:moveTo>
                    <a:pt x="2221207" y="5289049"/>
                  </a:moveTo>
                  <a:lnTo>
                    <a:pt x="2234621" y="5314449"/>
                  </a:lnTo>
                  <a:lnTo>
                    <a:pt x="2211382" y="5327149"/>
                  </a:lnTo>
                  <a:lnTo>
                    <a:pt x="2197967" y="5301749"/>
                  </a:lnTo>
                  <a:lnTo>
                    <a:pt x="2221207" y="5289049"/>
                  </a:lnTo>
                  <a:close/>
                </a:path>
                <a:path w="6537959" h="5924550">
                  <a:moveTo>
                    <a:pt x="1270402" y="5301749"/>
                  </a:moveTo>
                  <a:lnTo>
                    <a:pt x="1284188" y="5301749"/>
                  </a:lnTo>
                  <a:lnTo>
                    <a:pt x="1292147" y="5314449"/>
                  </a:lnTo>
                  <a:lnTo>
                    <a:pt x="1278361" y="5327149"/>
                  </a:lnTo>
                  <a:lnTo>
                    <a:pt x="1270402" y="5301749"/>
                  </a:lnTo>
                  <a:close/>
                </a:path>
                <a:path w="6537959" h="5924550">
                  <a:moveTo>
                    <a:pt x="6487988" y="5212849"/>
                  </a:moveTo>
                  <a:lnTo>
                    <a:pt x="6525962" y="5276349"/>
                  </a:lnTo>
                  <a:lnTo>
                    <a:pt x="6460182" y="5314449"/>
                  </a:lnTo>
                  <a:lnTo>
                    <a:pt x="6422208" y="5250949"/>
                  </a:lnTo>
                  <a:lnTo>
                    <a:pt x="6487988" y="5212849"/>
                  </a:lnTo>
                  <a:close/>
                </a:path>
                <a:path w="6537959" h="5924550">
                  <a:moveTo>
                    <a:pt x="4354603" y="5250949"/>
                  </a:moveTo>
                  <a:lnTo>
                    <a:pt x="4380300" y="5289049"/>
                  </a:lnTo>
                  <a:lnTo>
                    <a:pt x="4335793" y="5314449"/>
                  </a:lnTo>
                  <a:lnTo>
                    <a:pt x="4310096" y="5276349"/>
                  </a:lnTo>
                  <a:lnTo>
                    <a:pt x="4354603" y="5250949"/>
                  </a:lnTo>
                  <a:close/>
                </a:path>
                <a:path w="6537959" h="5924550">
                  <a:moveTo>
                    <a:pt x="3417589" y="5263649"/>
                  </a:moveTo>
                  <a:lnTo>
                    <a:pt x="3437830" y="5289049"/>
                  </a:lnTo>
                  <a:lnTo>
                    <a:pt x="3402776" y="5314449"/>
                  </a:lnTo>
                  <a:lnTo>
                    <a:pt x="3382535" y="5276349"/>
                  </a:lnTo>
                  <a:lnTo>
                    <a:pt x="3417589" y="5263649"/>
                  </a:lnTo>
                  <a:close/>
                </a:path>
                <a:path w="6537959" h="5924550">
                  <a:moveTo>
                    <a:pt x="2480569" y="5276349"/>
                  </a:moveTo>
                  <a:lnTo>
                    <a:pt x="2495350" y="5301749"/>
                  </a:lnTo>
                  <a:lnTo>
                    <a:pt x="2469749" y="5314449"/>
                  </a:lnTo>
                  <a:lnTo>
                    <a:pt x="2454969" y="5289049"/>
                  </a:lnTo>
                  <a:lnTo>
                    <a:pt x="2480569" y="5276349"/>
                  </a:lnTo>
                  <a:close/>
                </a:path>
                <a:path w="6537959" h="5924550">
                  <a:moveTo>
                    <a:pt x="1543550" y="5276349"/>
                  </a:moveTo>
                  <a:lnTo>
                    <a:pt x="1552875" y="5301749"/>
                  </a:lnTo>
                  <a:lnTo>
                    <a:pt x="1536728" y="5314449"/>
                  </a:lnTo>
                  <a:lnTo>
                    <a:pt x="1527403" y="5289049"/>
                  </a:lnTo>
                  <a:lnTo>
                    <a:pt x="1543550" y="5276349"/>
                  </a:lnTo>
                  <a:close/>
                </a:path>
                <a:path w="6537959" h="5924550">
                  <a:moveTo>
                    <a:pt x="5550973" y="5212849"/>
                  </a:moveTo>
                  <a:lnTo>
                    <a:pt x="5583492" y="5276349"/>
                  </a:lnTo>
                  <a:lnTo>
                    <a:pt x="5527170" y="5301749"/>
                  </a:lnTo>
                  <a:lnTo>
                    <a:pt x="5494652" y="5250949"/>
                  </a:lnTo>
                  <a:lnTo>
                    <a:pt x="5550973" y="5212849"/>
                  </a:lnTo>
                  <a:close/>
                </a:path>
                <a:path w="6537959" h="5924550">
                  <a:moveTo>
                    <a:pt x="4613961" y="5225549"/>
                  </a:moveTo>
                  <a:lnTo>
                    <a:pt x="4641024" y="5276349"/>
                  </a:lnTo>
                  <a:lnTo>
                    <a:pt x="4594151" y="5301749"/>
                  </a:lnTo>
                  <a:lnTo>
                    <a:pt x="4567093" y="5263649"/>
                  </a:lnTo>
                  <a:lnTo>
                    <a:pt x="4613961" y="5225549"/>
                  </a:lnTo>
                  <a:close/>
                </a:path>
                <a:path w="6537959" h="5924550">
                  <a:moveTo>
                    <a:pt x="3676955" y="5238249"/>
                  </a:moveTo>
                  <a:lnTo>
                    <a:pt x="3698558" y="5276349"/>
                  </a:lnTo>
                  <a:lnTo>
                    <a:pt x="3661138" y="5301749"/>
                  </a:lnTo>
                  <a:lnTo>
                    <a:pt x="3639535" y="5263649"/>
                  </a:lnTo>
                  <a:lnTo>
                    <a:pt x="3676955" y="5238249"/>
                  </a:lnTo>
                  <a:close/>
                </a:path>
                <a:path w="6537959" h="5924550">
                  <a:moveTo>
                    <a:pt x="2739935" y="5250949"/>
                  </a:moveTo>
                  <a:lnTo>
                    <a:pt x="2756077" y="5276349"/>
                  </a:lnTo>
                  <a:lnTo>
                    <a:pt x="2728116" y="5301749"/>
                  </a:lnTo>
                  <a:lnTo>
                    <a:pt x="2711969" y="5263649"/>
                  </a:lnTo>
                  <a:lnTo>
                    <a:pt x="2739935" y="5250949"/>
                  </a:lnTo>
                  <a:close/>
                </a:path>
                <a:path w="6537959" h="5924550">
                  <a:moveTo>
                    <a:pt x="5810338" y="5200149"/>
                  </a:moveTo>
                  <a:lnTo>
                    <a:pt x="5844218" y="5263649"/>
                  </a:lnTo>
                  <a:lnTo>
                    <a:pt x="5785530" y="5289049"/>
                  </a:lnTo>
                  <a:lnTo>
                    <a:pt x="5751646" y="5238249"/>
                  </a:lnTo>
                  <a:lnTo>
                    <a:pt x="5810338" y="5200149"/>
                  </a:lnTo>
                  <a:close/>
                </a:path>
                <a:path w="6537959" h="5924550">
                  <a:moveTo>
                    <a:pt x="4873325" y="5212849"/>
                  </a:moveTo>
                  <a:lnTo>
                    <a:pt x="4901750" y="5263649"/>
                  </a:lnTo>
                  <a:lnTo>
                    <a:pt x="4852516" y="5289049"/>
                  </a:lnTo>
                  <a:lnTo>
                    <a:pt x="4824091" y="5238249"/>
                  </a:lnTo>
                  <a:lnTo>
                    <a:pt x="4873325" y="5212849"/>
                  </a:lnTo>
                  <a:close/>
                </a:path>
                <a:path w="6537959" h="5924550">
                  <a:moveTo>
                    <a:pt x="3936315" y="5225549"/>
                  </a:moveTo>
                  <a:lnTo>
                    <a:pt x="3959284" y="5263649"/>
                  </a:lnTo>
                  <a:lnTo>
                    <a:pt x="3919503" y="5289049"/>
                  </a:lnTo>
                  <a:lnTo>
                    <a:pt x="3896534" y="5250949"/>
                  </a:lnTo>
                  <a:lnTo>
                    <a:pt x="3936315" y="5225549"/>
                  </a:lnTo>
                  <a:close/>
                </a:path>
                <a:path w="6537959" h="5924550">
                  <a:moveTo>
                    <a:pt x="2999384" y="5238249"/>
                  </a:moveTo>
                  <a:lnTo>
                    <a:pt x="3017117" y="5263649"/>
                  </a:lnTo>
                  <a:lnTo>
                    <a:pt x="2986396" y="5289049"/>
                  </a:lnTo>
                  <a:lnTo>
                    <a:pt x="2968658" y="5250949"/>
                  </a:lnTo>
                  <a:lnTo>
                    <a:pt x="2999384" y="5238249"/>
                  </a:lnTo>
                  <a:close/>
                </a:path>
                <a:path w="6537959" h="5924550">
                  <a:moveTo>
                    <a:pt x="1802911" y="5263649"/>
                  </a:moveTo>
                  <a:lnTo>
                    <a:pt x="1813603" y="5289049"/>
                  </a:lnTo>
                  <a:lnTo>
                    <a:pt x="1795095" y="5289049"/>
                  </a:lnTo>
                  <a:lnTo>
                    <a:pt x="1784403" y="5276349"/>
                  </a:lnTo>
                  <a:lnTo>
                    <a:pt x="1802911" y="5263649"/>
                  </a:lnTo>
                  <a:close/>
                </a:path>
                <a:path w="6537959" h="5924550">
                  <a:moveTo>
                    <a:pt x="6069698" y="5187449"/>
                  </a:moveTo>
                  <a:lnTo>
                    <a:pt x="6104949" y="5250949"/>
                  </a:lnTo>
                  <a:lnTo>
                    <a:pt x="6043896" y="5276349"/>
                  </a:lnTo>
                  <a:lnTo>
                    <a:pt x="6008645" y="5225549"/>
                  </a:lnTo>
                  <a:lnTo>
                    <a:pt x="6069698" y="5187449"/>
                  </a:lnTo>
                  <a:close/>
                </a:path>
                <a:path w="6537959" h="5924550">
                  <a:moveTo>
                    <a:pt x="5132689" y="5200149"/>
                  </a:moveTo>
                  <a:lnTo>
                    <a:pt x="5162475" y="5250949"/>
                  </a:lnTo>
                  <a:lnTo>
                    <a:pt x="5110876" y="5276349"/>
                  </a:lnTo>
                  <a:lnTo>
                    <a:pt x="5081090" y="5225549"/>
                  </a:lnTo>
                  <a:lnTo>
                    <a:pt x="5132689" y="5200149"/>
                  </a:lnTo>
                  <a:close/>
                </a:path>
                <a:path w="6537959" h="5924550">
                  <a:moveTo>
                    <a:pt x="4195762" y="5212849"/>
                  </a:moveTo>
                  <a:lnTo>
                    <a:pt x="4220321" y="5250949"/>
                  </a:lnTo>
                  <a:lnTo>
                    <a:pt x="4177781" y="5276349"/>
                  </a:lnTo>
                  <a:lnTo>
                    <a:pt x="4153221" y="5225549"/>
                  </a:lnTo>
                  <a:lnTo>
                    <a:pt x="4195762" y="5212849"/>
                  </a:lnTo>
                  <a:close/>
                </a:path>
                <a:path w="6537959" h="5924550">
                  <a:moveTo>
                    <a:pt x="3258663" y="5212849"/>
                  </a:moveTo>
                  <a:lnTo>
                    <a:pt x="3277538" y="5250949"/>
                  </a:lnTo>
                  <a:lnTo>
                    <a:pt x="3244845" y="5276349"/>
                  </a:lnTo>
                  <a:lnTo>
                    <a:pt x="3225970" y="5238249"/>
                  </a:lnTo>
                  <a:lnTo>
                    <a:pt x="3258663" y="5212849"/>
                  </a:lnTo>
                  <a:close/>
                </a:path>
                <a:path w="6537959" h="5924550">
                  <a:moveTo>
                    <a:pt x="2062365" y="5250949"/>
                  </a:moveTo>
                  <a:lnTo>
                    <a:pt x="2074642" y="5263649"/>
                  </a:lnTo>
                  <a:lnTo>
                    <a:pt x="2053374" y="5276349"/>
                  </a:lnTo>
                  <a:lnTo>
                    <a:pt x="2041092" y="5263649"/>
                  </a:lnTo>
                  <a:lnTo>
                    <a:pt x="2062365" y="5250949"/>
                  </a:lnTo>
                  <a:close/>
                </a:path>
                <a:path w="6537959" h="5924550">
                  <a:moveTo>
                    <a:pt x="1113525" y="5263649"/>
                  </a:moveTo>
                  <a:lnTo>
                    <a:pt x="1125344" y="5263649"/>
                  </a:lnTo>
                  <a:lnTo>
                    <a:pt x="1132166" y="5276349"/>
                  </a:lnTo>
                  <a:lnTo>
                    <a:pt x="1120347" y="5276349"/>
                  </a:lnTo>
                  <a:lnTo>
                    <a:pt x="1113525" y="5263649"/>
                  </a:lnTo>
                  <a:close/>
                </a:path>
                <a:path w="6537959" h="5924550">
                  <a:moveTo>
                    <a:pt x="6329062" y="5162049"/>
                  </a:moveTo>
                  <a:lnTo>
                    <a:pt x="6365675" y="5225549"/>
                  </a:lnTo>
                  <a:lnTo>
                    <a:pt x="6302256" y="5263649"/>
                  </a:lnTo>
                  <a:lnTo>
                    <a:pt x="6265643" y="5200149"/>
                  </a:lnTo>
                  <a:lnTo>
                    <a:pt x="6329062" y="5162049"/>
                  </a:lnTo>
                  <a:close/>
                </a:path>
                <a:path w="6537959" h="5924550">
                  <a:moveTo>
                    <a:pt x="5392048" y="5174749"/>
                  </a:moveTo>
                  <a:lnTo>
                    <a:pt x="5423201" y="5238249"/>
                  </a:lnTo>
                  <a:lnTo>
                    <a:pt x="5369240" y="5263649"/>
                  </a:lnTo>
                  <a:lnTo>
                    <a:pt x="5338088" y="5212849"/>
                  </a:lnTo>
                  <a:lnTo>
                    <a:pt x="5392048" y="5174749"/>
                  </a:lnTo>
                  <a:close/>
                </a:path>
                <a:path w="6537959" h="5924550">
                  <a:moveTo>
                    <a:pt x="4455124" y="5187449"/>
                  </a:moveTo>
                  <a:lnTo>
                    <a:pt x="4481045" y="5238249"/>
                  </a:lnTo>
                  <a:lnTo>
                    <a:pt x="4436144" y="5263649"/>
                  </a:lnTo>
                  <a:lnTo>
                    <a:pt x="4410223" y="5212849"/>
                  </a:lnTo>
                  <a:lnTo>
                    <a:pt x="4455124" y="5187449"/>
                  </a:lnTo>
                  <a:close/>
                </a:path>
                <a:path w="6537959" h="5924550">
                  <a:moveTo>
                    <a:pt x="2321648" y="5225549"/>
                  </a:moveTo>
                  <a:lnTo>
                    <a:pt x="2335062" y="5250949"/>
                  </a:lnTo>
                  <a:lnTo>
                    <a:pt x="2311823" y="5263649"/>
                  </a:lnTo>
                  <a:lnTo>
                    <a:pt x="2298409" y="5238249"/>
                  </a:lnTo>
                  <a:lnTo>
                    <a:pt x="2321648" y="5225549"/>
                  </a:lnTo>
                  <a:close/>
                </a:path>
                <a:path w="6537959" h="5924550">
                  <a:moveTo>
                    <a:pt x="1384711" y="5238249"/>
                  </a:moveTo>
                  <a:lnTo>
                    <a:pt x="1392900" y="5250949"/>
                  </a:lnTo>
                  <a:lnTo>
                    <a:pt x="1378715" y="5263649"/>
                  </a:lnTo>
                  <a:lnTo>
                    <a:pt x="1370526" y="5250949"/>
                  </a:lnTo>
                  <a:lnTo>
                    <a:pt x="1384711" y="5238249"/>
                  </a:lnTo>
                  <a:close/>
                </a:path>
                <a:path w="6537959" h="5924550">
                  <a:moveTo>
                    <a:pt x="5651495" y="5162049"/>
                  </a:moveTo>
                  <a:lnTo>
                    <a:pt x="5684243" y="5212849"/>
                  </a:lnTo>
                  <a:lnTo>
                    <a:pt x="5627527" y="5250949"/>
                  </a:lnTo>
                  <a:lnTo>
                    <a:pt x="5594779" y="5187449"/>
                  </a:lnTo>
                  <a:lnTo>
                    <a:pt x="5651495" y="5162049"/>
                  </a:lnTo>
                  <a:close/>
                </a:path>
                <a:path w="6537959" h="5924550">
                  <a:moveTo>
                    <a:pt x="4714483" y="5174749"/>
                  </a:moveTo>
                  <a:lnTo>
                    <a:pt x="4741771" y="5225549"/>
                  </a:lnTo>
                  <a:lnTo>
                    <a:pt x="4694508" y="5250949"/>
                  </a:lnTo>
                  <a:lnTo>
                    <a:pt x="4667221" y="5200149"/>
                  </a:lnTo>
                  <a:lnTo>
                    <a:pt x="4714483" y="5174749"/>
                  </a:lnTo>
                  <a:close/>
                </a:path>
                <a:path w="6537959" h="5924550">
                  <a:moveTo>
                    <a:pt x="3518111" y="5200149"/>
                  </a:moveTo>
                  <a:lnTo>
                    <a:pt x="3538577" y="5238249"/>
                  </a:lnTo>
                  <a:lnTo>
                    <a:pt x="3503129" y="5250949"/>
                  </a:lnTo>
                  <a:lnTo>
                    <a:pt x="3482663" y="5225549"/>
                  </a:lnTo>
                  <a:lnTo>
                    <a:pt x="3518111" y="5200149"/>
                  </a:lnTo>
                  <a:close/>
                </a:path>
                <a:path w="6537959" h="5924550">
                  <a:moveTo>
                    <a:pt x="2581088" y="5212849"/>
                  </a:moveTo>
                  <a:lnTo>
                    <a:pt x="2596098" y="5238249"/>
                  </a:lnTo>
                  <a:lnTo>
                    <a:pt x="2570107" y="5250949"/>
                  </a:lnTo>
                  <a:lnTo>
                    <a:pt x="2555097" y="5225549"/>
                  </a:lnTo>
                  <a:lnTo>
                    <a:pt x="2581088" y="5212849"/>
                  </a:lnTo>
                  <a:close/>
                </a:path>
                <a:path w="6537959" h="5924550">
                  <a:moveTo>
                    <a:pt x="1644077" y="5225549"/>
                  </a:moveTo>
                  <a:lnTo>
                    <a:pt x="1653627" y="5238249"/>
                  </a:lnTo>
                  <a:lnTo>
                    <a:pt x="1637081" y="5250949"/>
                  </a:lnTo>
                  <a:lnTo>
                    <a:pt x="1627532" y="5238249"/>
                  </a:lnTo>
                  <a:lnTo>
                    <a:pt x="1644077" y="5225549"/>
                  </a:lnTo>
                  <a:close/>
                </a:path>
                <a:path w="6537959" h="5924550">
                  <a:moveTo>
                    <a:pt x="5910855" y="5149349"/>
                  </a:moveTo>
                  <a:lnTo>
                    <a:pt x="5944969" y="5200149"/>
                  </a:lnTo>
                  <a:lnTo>
                    <a:pt x="5885887" y="5238249"/>
                  </a:lnTo>
                  <a:lnTo>
                    <a:pt x="5851778" y="5174749"/>
                  </a:lnTo>
                  <a:lnTo>
                    <a:pt x="5910855" y="5149349"/>
                  </a:lnTo>
                  <a:close/>
                </a:path>
                <a:path w="6537959" h="5924550">
                  <a:moveTo>
                    <a:pt x="4973842" y="5149349"/>
                  </a:moveTo>
                  <a:lnTo>
                    <a:pt x="5002496" y="5200149"/>
                  </a:lnTo>
                  <a:lnTo>
                    <a:pt x="4952872" y="5238249"/>
                  </a:lnTo>
                  <a:lnTo>
                    <a:pt x="4924219" y="5187449"/>
                  </a:lnTo>
                  <a:lnTo>
                    <a:pt x="4973842" y="5149349"/>
                  </a:lnTo>
                  <a:close/>
                </a:path>
                <a:path w="6537959" h="5924550">
                  <a:moveTo>
                    <a:pt x="3777472" y="5187449"/>
                  </a:moveTo>
                  <a:lnTo>
                    <a:pt x="3799304" y="5225549"/>
                  </a:lnTo>
                  <a:lnTo>
                    <a:pt x="3761495" y="5238249"/>
                  </a:lnTo>
                  <a:lnTo>
                    <a:pt x="3739663" y="5200149"/>
                  </a:lnTo>
                  <a:lnTo>
                    <a:pt x="3777472" y="5187449"/>
                  </a:lnTo>
                  <a:close/>
                </a:path>
                <a:path w="6537959" h="5924550">
                  <a:moveTo>
                    <a:pt x="2840458" y="5200149"/>
                  </a:moveTo>
                  <a:lnTo>
                    <a:pt x="2856830" y="5225549"/>
                  </a:lnTo>
                  <a:lnTo>
                    <a:pt x="2828469" y="5238249"/>
                  </a:lnTo>
                  <a:lnTo>
                    <a:pt x="2812098" y="5212849"/>
                  </a:lnTo>
                  <a:lnTo>
                    <a:pt x="2840458" y="5200149"/>
                  </a:lnTo>
                  <a:close/>
                </a:path>
                <a:path w="6537959" h="5924550">
                  <a:moveTo>
                    <a:pt x="1884532" y="5212849"/>
                  </a:moveTo>
                  <a:lnTo>
                    <a:pt x="1903439" y="5212849"/>
                  </a:lnTo>
                  <a:lnTo>
                    <a:pt x="1914355" y="5225549"/>
                  </a:lnTo>
                  <a:lnTo>
                    <a:pt x="1895448" y="5238249"/>
                  </a:lnTo>
                  <a:lnTo>
                    <a:pt x="1884532" y="5212849"/>
                  </a:lnTo>
                  <a:close/>
                </a:path>
                <a:path w="6537959" h="5924550">
                  <a:moveTo>
                    <a:pt x="6170220" y="5123949"/>
                  </a:moveTo>
                  <a:lnTo>
                    <a:pt x="6205691" y="5187449"/>
                  </a:lnTo>
                  <a:lnTo>
                    <a:pt x="6144253" y="5225549"/>
                  </a:lnTo>
                  <a:lnTo>
                    <a:pt x="6108777" y="5162049"/>
                  </a:lnTo>
                  <a:lnTo>
                    <a:pt x="6170220" y="5123949"/>
                  </a:lnTo>
                  <a:close/>
                </a:path>
                <a:path w="6537959" h="5924550">
                  <a:moveTo>
                    <a:pt x="5233206" y="5136649"/>
                  </a:moveTo>
                  <a:lnTo>
                    <a:pt x="5263221" y="5187449"/>
                  </a:lnTo>
                  <a:lnTo>
                    <a:pt x="5211237" y="5225549"/>
                  </a:lnTo>
                  <a:lnTo>
                    <a:pt x="5181217" y="5162049"/>
                  </a:lnTo>
                  <a:lnTo>
                    <a:pt x="5233206" y="5136649"/>
                  </a:lnTo>
                  <a:close/>
                </a:path>
                <a:path w="6537959" h="5924550">
                  <a:moveTo>
                    <a:pt x="4036836" y="5162049"/>
                  </a:moveTo>
                  <a:lnTo>
                    <a:pt x="4060034" y="5200149"/>
                  </a:lnTo>
                  <a:lnTo>
                    <a:pt x="4019855" y="5225549"/>
                  </a:lnTo>
                  <a:lnTo>
                    <a:pt x="3996661" y="5187449"/>
                  </a:lnTo>
                  <a:lnTo>
                    <a:pt x="4036836" y="5162049"/>
                  </a:lnTo>
                  <a:close/>
                </a:path>
                <a:path w="6537959" h="5924550">
                  <a:moveTo>
                    <a:pt x="3099824" y="5174749"/>
                  </a:moveTo>
                  <a:lnTo>
                    <a:pt x="3117557" y="5212849"/>
                  </a:lnTo>
                  <a:lnTo>
                    <a:pt x="3086836" y="5225549"/>
                  </a:lnTo>
                  <a:lnTo>
                    <a:pt x="3069098" y="5200149"/>
                  </a:lnTo>
                  <a:lnTo>
                    <a:pt x="3099824" y="5174749"/>
                  </a:lnTo>
                  <a:close/>
                </a:path>
                <a:path w="6537959" h="5924550">
                  <a:moveTo>
                    <a:pt x="2162886" y="5187449"/>
                  </a:moveTo>
                  <a:lnTo>
                    <a:pt x="2175393" y="5212849"/>
                  </a:lnTo>
                  <a:lnTo>
                    <a:pt x="2153726" y="5225549"/>
                  </a:lnTo>
                  <a:lnTo>
                    <a:pt x="2141219" y="5200149"/>
                  </a:lnTo>
                  <a:lnTo>
                    <a:pt x="2162886" y="5187449"/>
                  </a:lnTo>
                  <a:close/>
                </a:path>
                <a:path w="6537959" h="5924550">
                  <a:moveTo>
                    <a:pt x="1225780" y="5200149"/>
                  </a:moveTo>
                  <a:lnTo>
                    <a:pt x="1232602" y="5212849"/>
                  </a:lnTo>
                  <a:lnTo>
                    <a:pt x="1220788" y="5225549"/>
                  </a:lnTo>
                  <a:lnTo>
                    <a:pt x="1213966" y="5212849"/>
                  </a:lnTo>
                  <a:lnTo>
                    <a:pt x="1225780" y="5200149"/>
                  </a:lnTo>
                  <a:close/>
                </a:path>
                <a:path w="6537959" h="5924550">
                  <a:moveTo>
                    <a:pt x="6537666" y="5174749"/>
                  </a:moveTo>
                  <a:lnTo>
                    <a:pt x="6537666" y="5212849"/>
                  </a:lnTo>
                  <a:lnTo>
                    <a:pt x="6522340" y="5187449"/>
                  </a:lnTo>
                  <a:lnTo>
                    <a:pt x="6537666" y="5174749"/>
                  </a:lnTo>
                  <a:close/>
                </a:path>
                <a:path w="6537959" h="5924550">
                  <a:moveTo>
                    <a:pt x="6429580" y="5111249"/>
                  </a:moveTo>
                  <a:lnTo>
                    <a:pt x="6466422" y="5174749"/>
                  </a:lnTo>
                  <a:lnTo>
                    <a:pt x="6402618" y="5212849"/>
                  </a:lnTo>
                  <a:lnTo>
                    <a:pt x="6365776" y="5149349"/>
                  </a:lnTo>
                  <a:lnTo>
                    <a:pt x="6429580" y="5111249"/>
                  </a:lnTo>
                  <a:close/>
                </a:path>
                <a:path w="6537959" h="5924550">
                  <a:moveTo>
                    <a:pt x="4296200" y="5149349"/>
                  </a:moveTo>
                  <a:lnTo>
                    <a:pt x="4320760" y="5187449"/>
                  </a:lnTo>
                  <a:lnTo>
                    <a:pt x="4278219" y="5212849"/>
                  </a:lnTo>
                  <a:lnTo>
                    <a:pt x="4253660" y="5174749"/>
                  </a:lnTo>
                  <a:lnTo>
                    <a:pt x="4296200" y="5149349"/>
                  </a:lnTo>
                  <a:close/>
                </a:path>
                <a:path w="6537959" h="5924550">
                  <a:moveTo>
                    <a:pt x="3359186" y="5162049"/>
                  </a:moveTo>
                  <a:lnTo>
                    <a:pt x="3378290" y="5187449"/>
                  </a:lnTo>
                  <a:lnTo>
                    <a:pt x="3345203" y="5212849"/>
                  </a:lnTo>
                  <a:lnTo>
                    <a:pt x="3326099" y="5174749"/>
                  </a:lnTo>
                  <a:lnTo>
                    <a:pt x="3359186" y="5162049"/>
                  </a:lnTo>
                  <a:close/>
                </a:path>
                <a:path w="6537959" h="5924550">
                  <a:moveTo>
                    <a:pt x="2422166" y="5174749"/>
                  </a:moveTo>
                  <a:lnTo>
                    <a:pt x="2435809" y="5200149"/>
                  </a:lnTo>
                  <a:lnTo>
                    <a:pt x="2412176" y="5212849"/>
                  </a:lnTo>
                  <a:lnTo>
                    <a:pt x="2398532" y="5187449"/>
                  </a:lnTo>
                  <a:lnTo>
                    <a:pt x="2422166" y="5174749"/>
                  </a:lnTo>
                  <a:close/>
                </a:path>
                <a:path w="6537959" h="5924550">
                  <a:moveTo>
                    <a:pt x="5492570" y="5123949"/>
                  </a:moveTo>
                  <a:lnTo>
                    <a:pt x="5523952" y="5174749"/>
                  </a:lnTo>
                  <a:lnTo>
                    <a:pt x="5469597" y="5200149"/>
                  </a:lnTo>
                  <a:lnTo>
                    <a:pt x="5438215" y="5149349"/>
                  </a:lnTo>
                  <a:lnTo>
                    <a:pt x="5492570" y="5123949"/>
                  </a:lnTo>
                  <a:close/>
                </a:path>
                <a:path w="6537959" h="5924550">
                  <a:moveTo>
                    <a:pt x="4555563" y="5136649"/>
                  </a:moveTo>
                  <a:lnTo>
                    <a:pt x="4581484" y="5174749"/>
                  </a:lnTo>
                  <a:lnTo>
                    <a:pt x="4536583" y="5200149"/>
                  </a:lnTo>
                  <a:lnTo>
                    <a:pt x="4510661" y="5162049"/>
                  </a:lnTo>
                  <a:lnTo>
                    <a:pt x="4555563" y="5136649"/>
                  </a:lnTo>
                  <a:close/>
                </a:path>
                <a:path w="6537959" h="5924550">
                  <a:moveTo>
                    <a:pt x="3618634" y="5136649"/>
                  </a:moveTo>
                  <a:lnTo>
                    <a:pt x="3639329" y="5174749"/>
                  </a:lnTo>
                  <a:lnTo>
                    <a:pt x="3603482" y="5200149"/>
                  </a:lnTo>
                  <a:lnTo>
                    <a:pt x="3582787" y="5162049"/>
                  </a:lnTo>
                  <a:lnTo>
                    <a:pt x="3618634" y="5136649"/>
                  </a:lnTo>
                  <a:close/>
                </a:path>
                <a:path w="6537959" h="5924550">
                  <a:moveTo>
                    <a:pt x="2681614" y="5149349"/>
                  </a:moveTo>
                  <a:lnTo>
                    <a:pt x="2696849" y="5174749"/>
                  </a:lnTo>
                  <a:lnTo>
                    <a:pt x="2670460" y="5200149"/>
                  </a:lnTo>
                  <a:lnTo>
                    <a:pt x="2655226" y="5174749"/>
                  </a:lnTo>
                  <a:lnTo>
                    <a:pt x="2681614" y="5149349"/>
                  </a:lnTo>
                  <a:close/>
                </a:path>
                <a:path w="6537959" h="5924550">
                  <a:moveTo>
                    <a:pt x="1470655" y="5187449"/>
                  </a:moveTo>
                  <a:lnTo>
                    <a:pt x="1485234" y="5187449"/>
                  </a:lnTo>
                  <a:lnTo>
                    <a:pt x="1493647" y="5200149"/>
                  </a:lnTo>
                  <a:lnTo>
                    <a:pt x="1479068" y="5200149"/>
                  </a:lnTo>
                  <a:lnTo>
                    <a:pt x="1470655" y="5187449"/>
                  </a:lnTo>
                  <a:close/>
                </a:path>
                <a:path w="6537959" h="5924550">
                  <a:moveTo>
                    <a:pt x="5752012" y="5098549"/>
                  </a:moveTo>
                  <a:lnTo>
                    <a:pt x="5784985" y="5162049"/>
                  </a:lnTo>
                  <a:lnTo>
                    <a:pt x="5727879" y="5187449"/>
                  </a:lnTo>
                  <a:lnTo>
                    <a:pt x="5694907" y="5136649"/>
                  </a:lnTo>
                  <a:lnTo>
                    <a:pt x="5752012" y="5098549"/>
                  </a:lnTo>
                  <a:close/>
                </a:path>
                <a:path w="6537959" h="5924550">
                  <a:moveTo>
                    <a:pt x="4815005" y="5111249"/>
                  </a:moveTo>
                  <a:lnTo>
                    <a:pt x="4842522" y="5162049"/>
                  </a:lnTo>
                  <a:lnTo>
                    <a:pt x="4794860" y="5187449"/>
                  </a:lnTo>
                  <a:lnTo>
                    <a:pt x="4767343" y="5136649"/>
                  </a:lnTo>
                  <a:lnTo>
                    <a:pt x="4815005" y="5111249"/>
                  </a:lnTo>
                  <a:close/>
                </a:path>
                <a:path w="6537959" h="5924550">
                  <a:moveTo>
                    <a:pt x="3877912" y="5123949"/>
                  </a:moveTo>
                  <a:lnTo>
                    <a:pt x="3899744" y="5162049"/>
                  </a:lnTo>
                  <a:lnTo>
                    <a:pt x="3861934" y="5187449"/>
                  </a:lnTo>
                  <a:lnTo>
                    <a:pt x="3840102" y="5149349"/>
                  </a:lnTo>
                  <a:lnTo>
                    <a:pt x="3877912" y="5123949"/>
                  </a:lnTo>
                  <a:close/>
                </a:path>
                <a:path w="6537959" h="5924550">
                  <a:moveTo>
                    <a:pt x="2940976" y="5136649"/>
                  </a:moveTo>
                  <a:lnTo>
                    <a:pt x="2957577" y="5162049"/>
                  </a:lnTo>
                  <a:lnTo>
                    <a:pt x="2928827" y="5187449"/>
                  </a:lnTo>
                  <a:lnTo>
                    <a:pt x="2912226" y="5149349"/>
                  </a:lnTo>
                  <a:lnTo>
                    <a:pt x="2940976" y="5136649"/>
                  </a:lnTo>
                  <a:close/>
                </a:path>
                <a:path w="6537959" h="5924550">
                  <a:moveTo>
                    <a:pt x="1744595" y="5162049"/>
                  </a:moveTo>
                  <a:lnTo>
                    <a:pt x="1754374" y="5187449"/>
                  </a:lnTo>
                  <a:lnTo>
                    <a:pt x="1737438" y="5187449"/>
                  </a:lnTo>
                  <a:lnTo>
                    <a:pt x="1727660" y="5174749"/>
                  </a:lnTo>
                  <a:lnTo>
                    <a:pt x="1744595" y="5162049"/>
                  </a:lnTo>
                  <a:close/>
                </a:path>
                <a:path w="6537959" h="5924550">
                  <a:moveTo>
                    <a:pt x="6011294" y="5085849"/>
                  </a:moveTo>
                  <a:lnTo>
                    <a:pt x="6045404" y="5149349"/>
                  </a:lnTo>
                  <a:lnTo>
                    <a:pt x="5986322" y="5174749"/>
                  </a:lnTo>
                  <a:lnTo>
                    <a:pt x="5952213" y="5123949"/>
                  </a:lnTo>
                  <a:lnTo>
                    <a:pt x="6011294" y="5085849"/>
                  </a:lnTo>
                  <a:close/>
                </a:path>
                <a:path w="6537959" h="5924550">
                  <a:moveTo>
                    <a:pt x="5074369" y="5098549"/>
                  </a:moveTo>
                  <a:lnTo>
                    <a:pt x="5103247" y="5149349"/>
                  </a:lnTo>
                  <a:lnTo>
                    <a:pt x="5053224" y="5174749"/>
                  </a:lnTo>
                  <a:lnTo>
                    <a:pt x="5024346" y="5123949"/>
                  </a:lnTo>
                  <a:lnTo>
                    <a:pt x="5074369" y="5098549"/>
                  </a:lnTo>
                  <a:close/>
                </a:path>
                <a:path w="6537959" h="5924550">
                  <a:moveTo>
                    <a:pt x="4137358" y="5111249"/>
                  </a:moveTo>
                  <a:lnTo>
                    <a:pt x="4160781" y="5149349"/>
                  </a:lnTo>
                  <a:lnTo>
                    <a:pt x="4120207" y="5174749"/>
                  </a:lnTo>
                  <a:lnTo>
                    <a:pt x="4096789" y="5136649"/>
                  </a:lnTo>
                  <a:lnTo>
                    <a:pt x="4137358" y="5111249"/>
                  </a:lnTo>
                  <a:close/>
                </a:path>
                <a:path w="6537959" h="5924550">
                  <a:moveTo>
                    <a:pt x="3200342" y="5123949"/>
                  </a:moveTo>
                  <a:lnTo>
                    <a:pt x="3218305" y="5149349"/>
                  </a:lnTo>
                  <a:lnTo>
                    <a:pt x="3187189" y="5174749"/>
                  </a:lnTo>
                  <a:lnTo>
                    <a:pt x="3169226" y="5136649"/>
                  </a:lnTo>
                  <a:lnTo>
                    <a:pt x="3200342" y="5123949"/>
                  </a:lnTo>
                  <a:close/>
                </a:path>
                <a:path w="6537959" h="5924550">
                  <a:moveTo>
                    <a:pt x="2003956" y="5149349"/>
                  </a:moveTo>
                  <a:lnTo>
                    <a:pt x="2015101" y="5162049"/>
                  </a:lnTo>
                  <a:lnTo>
                    <a:pt x="1995800" y="5174749"/>
                  </a:lnTo>
                  <a:lnTo>
                    <a:pt x="1984660" y="5162049"/>
                  </a:lnTo>
                  <a:lnTo>
                    <a:pt x="2003956" y="5149349"/>
                  </a:lnTo>
                  <a:close/>
                </a:path>
                <a:path w="6537959" h="5924550">
                  <a:moveTo>
                    <a:pt x="1057093" y="5162049"/>
                  </a:moveTo>
                  <a:lnTo>
                    <a:pt x="1066941" y="5162049"/>
                  </a:lnTo>
                  <a:lnTo>
                    <a:pt x="1072626" y="5174749"/>
                  </a:lnTo>
                  <a:lnTo>
                    <a:pt x="1062778" y="5174749"/>
                  </a:lnTo>
                  <a:lnTo>
                    <a:pt x="1057093" y="5162049"/>
                  </a:lnTo>
                  <a:close/>
                </a:path>
                <a:path w="6537959" h="5924550">
                  <a:moveTo>
                    <a:pt x="6270741" y="5073149"/>
                  </a:moveTo>
                  <a:lnTo>
                    <a:pt x="6306446" y="5123949"/>
                  </a:lnTo>
                  <a:lnTo>
                    <a:pt x="6244605" y="5162049"/>
                  </a:lnTo>
                  <a:lnTo>
                    <a:pt x="6208904" y="5098549"/>
                  </a:lnTo>
                  <a:lnTo>
                    <a:pt x="6270741" y="5073149"/>
                  </a:lnTo>
                  <a:close/>
                </a:path>
                <a:path w="6537959" h="5924550">
                  <a:moveTo>
                    <a:pt x="5333728" y="5073149"/>
                  </a:moveTo>
                  <a:lnTo>
                    <a:pt x="5363972" y="5136649"/>
                  </a:lnTo>
                  <a:lnTo>
                    <a:pt x="5311589" y="5162049"/>
                  </a:lnTo>
                  <a:lnTo>
                    <a:pt x="5281344" y="5111249"/>
                  </a:lnTo>
                  <a:lnTo>
                    <a:pt x="5333728" y="5073149"/>
                  </a:lnTo>
                  <a:close/>
                </a:path>
                <a:path w="6537959" h="5924550">
                  <a:moveTo>
                    <a:pt x="4396716" y="5085849"/>
                  </a:moveTo>
                  <a:lnTo>
                    <a:pt x="4421505" y="5136649"/>
                  </a:lnTo>
                  <a:lnTo>
                    <a:pt x="4378575" y="5162049"/>
                  </a:lnTo>
                  <a:lnTo>
                    <a:pt x="4353786" y="5111249"/>
                  </a:lnTo>
                  <a:lnTo>
                    <a:pt x="4396716" y="5085849"/>
                  </a:lnTo>
                  <a:close/>
                </a:path>
                <a:path w="6537959" h="5924550">
                  <a:moveTo>
                    <a:pt x="2263410" y="5136649"/>
                  </a:moveTo>
                  <a:lnTo>
                    <a:pt x="2276141" y="5149349"/>
                  </a:lnTo>
                  <a:lnTo>
                    <a:pt x="2254084" y="5162049"/>
                  </a:lnTo>
                  <a:lnTo>
                    <a:pt x="2241353" y="5149349"/>
                  </a:lnTo>
                  <a:lnTo>
                    <a:pt x="2263410" y="5136649"/>
                  </a:lnTo>
                  <a:close/>
                </a:path>
                <a:path w="6537959" h="5924550">
                  <a:moveTo>
                    <a:pt x="1326308" y="5136649"/>
                  </a:moveTo>
                  <a:lnTo>
                    <a:pt x="1333359" y="5149349"/>
                  </a:lnTo>
                  <a:lnTo>
                    <a:pt x="1321146" y="5162049"/>
                  </a:lnTo>
                  <a:lnTo>
                    <a:pt x="1314095" y="5149349"/>
                  </a:lnTo>
                  <a:lnTo>
                    <a:pt x="1326308" y="5136649"/>
                  </a:lnTo>
                  <a:close/>
                </a:path>
                <a:path w="6537959" h="5924550">
                  <a:moveTo>
                    <a:pt x="6530107" y="5047749"/>
                  </a:moveTo>
                  <a:lnTo>
                    <a:pt x="6537666" y="5060449"/>
                  </a:lnTo>
                  <a:lnTo>
                    <a:pt x="6537666" y="5136649"/>
                  </a:lnTo>
                  <a:lnTo>
                    <a:pt x="6502970" y="5149349"/>
                  </a:lnTo>
                  <a:lnTo>
                    <a:pt x="6465904" y="5085849"/>
                  </a:lnTo>
                  <a:lnTo>
                    <a:pt x="6530107" y="5047749"/>
                  </a:lnTo>
                  <a:close/>
                </a:path>
                <a:path w="6537959" h="5924550">
                  <a:moveTo>
                    <a:pt x="5593092" y="5060449"/>
                  </a:moveTo>
                  <a:lnTo>
                    <a:pt x="5624698" y="5111249"/>
                  </a:lnTo>
                  <a:lnTo>
                    <a:pt x="5569953" y="5149349"/>
                  </a:lnTo>
                  <a:lnTo>
                    <a:pt x="5538343" y="5098549"/>
                  </a:lnTo>
                  <a:lnTo>
                    <a:pt x="5593092" y="5060449"/>
                  </a:lnTo>
                  <a:close/>
                </a:path>
                <a:path w="6537959" h="5924550">
                  <a:moveTo>
                    <a:pt x="4656080" y="5073149"/>
                  </a:moveTo>
                  <a:lnTo>
                    <a:pt x="4682231" y="5123949"/>
                  </a:lnTo>
                  <a:lnTo>
                    <a:pt x="4636935" y="5149349"/>
                  </a:lnTo>
                  <a:lnTo>
                    <a:pt x="4610784" y="5098549"/>
                  </a:lnTo>
                  <a:lnTo>
                    <a:pt x="4656080" y="5073149"/>
                  </a:lnTo>
                  <a:close/>
                </a:path>
                <a:path w="6537959" h="5924550">
                  <a:moveTo>
                    <a:pt x="3459704" y="5098549"/>
                  </a:moveTo>
                  <a:lnTo>
                    <a:pt x="3479032" y="5136649"/>
                  </a:lnTo>
                  <a:lnTo>
                    <a:pt x="3445556" y="5149349"/>
                  </a:lnTo>
                  <a:lnTo>
                    <a:pt x="3426227" y="5123949"/>
                  </a:lnTo>
                  <a:lnTo>
                    <a:pt x="3459704" y="5098549"/>
                  </a:lnTo>
                  <a:close/>
                </a:path>
                <a:path w="6537959" h="5924550">
                  <a:moveTo>
                    <a:pt x="2522684" y="5111249"/>
                  </a:moveTo>
                  <a:lnTo>
                    <a:pt x="2536557" y="5136649"/>
                  </a:lnTo>
                  <a:lnTo>
                    <a:pt x="2512534" y="5149349"/>
                  </a:lnTo>
                  <a:lnTo>
                    <a:pt x="2498661" y="5123949"/>
                  </a:lnTo>
                  <a:lnTo>
                    <a:pt x="2522684" y="5111249"/>
                  </a:lnTo>
                  <a:close/>
                </a:path>
                <a:path w="6537959" h="5924550">
                  <a:moveTo>
                    <a:pt x="1585669" y="5123949"/>
                  </a:moveTo>
                  <a:lnTo>
                    <a:pt x="1594082" y="5136649"/>
                  </a:lnTo>
                  <a:lnTo>
                    <a:pt x="1579508" y="5149349"/>
                  </a:lnTo>
                  <a:lnTo>
                    <a:pt x="1571095" y="5136649"/>
                  </a:lnTo>
                  <a:lnTo>
                    <a:pt x="1585669" y="5123949"/>
                  </a:lnTo>
                  <a:close/>
                </a:path>
                <a:path w="6537959" h="5924550">
                  <a:moveTo>
                    <a:pt x="5852452" y="5047749"/>
                  </a:moveTo>
                  <a:lnTo>
                    <a:pt x="5885424" y="5098549"/>
                  </a:lnTo>
                  <a:lnTo>
                    <a:pt x="5828314" y="5136649"/>
                  </a:lnTo>
                  <a:lnTo>
                    <a:pt x="5795341" y="5073149"/>
                  </a:lnTo>
                  <a:lnTo>
                    <a:pt x="5852452" y="5047749"/>
                  </a:lnTo>
                  <a:close/>
                </a:path>
                <a:path w="6537959" h="5924550">
                  <a:moveTo>
                    <a:pt x="4915526" y="5060449"/>
                  </a:moveTo>
                  <a:lnTo>
                    <a:pt x="4943267" y="5098549"/>
                  </a:lnTo>
                  <a:lnTo>
                    <a:pt x="4895216" y="5136649"/>
                  </a:lnTo>
                  <a:lnTo>
                    <a:pt x="4867470" y="5085849"/>
                  </a:lnTo>
                  <a:lnTo>
                    <a:pt x="4915526" y="5060449"/>
                  </a:lnTo>
                  <a:close/>
                </a:path>
                <a:path w="6537959" h="5924550">
                  <a:moveTo>
                    <a:pt x="3719152" y="5085849"/>
                  </a:moveTo>
                  <a:lnTo>
                    <a:pt x="3740071" y="5123949"/>
                  </a:lnTo>
                  <a:lnTo>
                    <a:pt x="3703835" y="5136649"/>
                  </a:lnTo>
                  <a:lnTo>
                    <a:pt x="3682915" y="5111249"/>
                  </a:lnTo>
                  <a:lnTo>
                    <a:pt x="3719152" y="5085849"/>
                  </a:lnTo>
                  <a:close/>
                </a:path>
                <a:path w="6537959" h="5924550">
                  <a:moveTo>
                    <a:pt x="2782133" y="5098549"/>
                  </a:moveTo>
                  <a:lnTo>
                    <a:pt x="2797597" y="5123949"/>
                  </a:lnTo>
                  <a:lnTo>
                    <a:pt x="2770814" y="5136649"/>
                  </a:lnTo>
                  <a:lnTo>
                    <a:pt x="2755350" y="5111249"/>
                  </a:lnTo>
                  <a:lnTo>
                    <a:pt x="2782133" y="5098549"/>
                  </a:lnTo>
                  <a:close/>
                </a:path>
                <a:path w="6537959" h="5924550">
                  <a:moveTo>
                    <a:pt x="1845114" y="5111249"/>
                  </a:moveTo>
                  <a:lnTo>
                    <a:pt x="1855122" y="5123949"/>
                  </a:lnTo>
                  <a:lnTo>
                    <a:pt x="1837792" y="5136649"/>
                  </a:lnTo>
                  <a:lnTo>
                    <a:pt x="1827784" y="5123949"/>
                  </a:lnTo>
                  <a:lnTo>
                    <a:pt x="1845114" y="5111249"/>
                  </a:lnTo>
                  <a:close/>
                </a:path>
                <a:path w="6537959" h="5924550">
                  <a:moveTo>
                    <a:pt x="6111816" y="5022349"/>
                  </a:moveTo>
                  <a:lnTo>
                    <a:pt x="6146151" y="5085849"/>
                  </a:lnTo>
                  <a:lnTo>
                    <a:pt x="6086679" y="5123949"/>
                  </a:lnTo>
                  <a:lnTo>
                    <a:pt x="6052345" y="5060449"/>
                  </a:lnTo>
                  <a:lnTo>
                    <a:pt x="6111816" y="5022349"/>
                  </a:lnTo>
                  <a:close/>
                </a:path>
                <a:path w="6537959" h="5924550">
                  <a:moveTo>
                    <a:pt x="5174885" y="5035049"/>
                  </a:moveTo>
                  <a:lnTo>
                    <a:pt x="5203993" y="5085849"/>
                  </a:lnTo>
                  <a:lnTo>
                    <a:pt x="5153581" y="5123949"/>
                  </a:lnTo>
                  <a:lnTo>
                    <a:pt x="5124473" y="5073149"/>
                  </a:lnTo>
                  <a:lnTo>
                    <a:pt x="5174885" y="5035049"/>
                  </a:lnTo>
                  <a:close/>
                </a:path>
                <a:path w="6537959" h="5924550">
                  <a:moveTo>
                    <a:pt x="3978433" y="5073149"/>
                  </a:moveTo>
                  <a:lnTo>
                    <a:pt x="4000489" y="5111249"/>
                  </a:lnTo>
                  <a:lnTo>
                    <a:pt x="3962286" y="5123949"/>
                  </a:lnTo>
                  <a:lnTo>
                    <a:pt x="3940225" y="5085849"/>
                  </a:lnTo>
                  <a:lnTo>
                    <a:pt x="3978433" y="5073149"/>
                  </a:lnTo>
                  <a:close/>
                </a:path>
                <a:path w="6537959" h="5924550">
                  <a:moveTo>
                    <a:pt x="3041416" y="5073149"/>
                  </a:moveTo>
                  <a:lnTo>
                    <a:pt x="3058017" y="5111249"/>
                  </a:lnTo>
                  <a:lnTo>
                    <a:pt x="3029267" y="5123949"/>
                  </a:lnTo>
                  <a:lnTo>
                    <a:pt x="3012666" y="5098549"/>
                  </a:lnTo>
                  <a:lnTo>
                    <a:pt x="3041416" y="5073149"/>
                  </a:lnTo>
                  <a:close/>
                </a:path>
                <a:path w="6537959" h="5924550">
                  <a:moveTo>
                    <a:pt x="2104483" y="5085849"/>
                  </a:moveTo>
                  <a:lnTo>
                    <a:pt x="2115853" y="5111249"/>
                  </a:lnTo>
                  <a:lnTo>
                    <a:pt x="2096157" y="5123949"/>
                  </a:lnTo>
                  <a:lnTo>
                    <a:pt x="2084788" y="5098549"/>
                  </a:lnTo>
                  <a:lnTo>
                    <a:pt x="2104483" y="5085849"/>
                  </a:lnTo>
                  <a:close/>
                </a:path>
                <a:path w="6537959" h="5924550">
                  <a:moveTo>
                    <a:pt x="1167464" y="5098549"/>
                  </a:moveTo>
                  <a:lnTo>
                    <a:pt x="1173373" y="5111249"/>
                  </a:lnTo>
                  <a:lnTo>
                    <a:pt x="1163132" y="5123949"/>
                  </a:lnTo>
                  <a:lnTo>
                    <a:pt x="1157222" y="5111249"/>
                  </a:lnTo>
                  <a:lnTo>
                    <a:pt x="1167464" y="5098549"/>
                  </a:lnTo>
                  <a:close/>
                </a:path>
                <a:path w="6537959" h="5924550">
                  <a:moveTo>
                    <a:pt x="6371259" y="5009649"/>
                  </a:moveTo>
                  <a:lnTo>
                    <a:pt x="6407189" y="5073149"/>
                  </a:lnTo>
                  <a:lnTo>
                    <a:pt x="6344957" y="5111249"/>
                  </a:lnTo>
                  <a:lnTo>
                    <a:pt x="6309028" y="5047749"/>
                  </a:lnTo>
                  <a:lnTo>
                    <a:pt x="6371259" y="5009649"/>
                  </a:lnTo>
                  <a:close/>
                </a:path>
                <a:path w="6537959" h="5924550">
                  <a:moveTo>
                    <a:pt x="4237875" y="5047749"/>
                  </a:moveTo>
                  <a:lnTo>
                    <a:pt x="4261527" y="5085849"/>
                  </a:lnTo>
                  <a:lnTo>
                    <a:pt x="4220563" y="5111249"/>
                  </a:lnTo>
                  <a:lnTo>
                    <a:pt x="4196916" y="5073149"/>
                  </a:lnTo>
                  <a:lnTo>
                    <a:pt x="4237875" y="5047749"/>
                  </a:lnTo>
                  <a:close/>
                </a:path>
                <a:path w="6537959" h="5924550">
                  <a:moveTo>
                    <a:pt x="3300860" y="5060449"/>
                  </a:moveTo>
                  <a:lnTo>
                    <a:pt x="3319057" y="5098549"/>
                  </a:lnTo>
                  <a:lnTo>
                    <a:pt x="3287547" y="5111249"/>
                  </a:lnTo>
                  <a:lnTo>
                    <a:pt x="3269350" y="5085849"/>
                  </a:lnTo>
                  <a:lnTo>
                    <a:pt x="3300860" y="5060449"/>
                  </a:lnTo>
                  <a:close/>
                </a:path>
                <a:path w="6537959" h="5924550">
                  <a:moveTo>
                    <a:pt x="2363846" y="5073149"/>
                  </a:moveTo>
                  <a:lnTo>
                    <a:pt x="2376581" y="5098549"/>
                  </a:lnTo>
                  <a:lnTo>
                    <a:pt x="2354520" y="5111249"/>
                  </a:lnTo>
                  <a:lnTo>
                    <a:pt x="2341789" y="5085849"/>
                  </a:lnTo>
                  <a:lnTo>
                    <a:pt x="2363846" y="5073149"/>
                  </a:lnTo>
                  <a:close/>
                </a:path>
                <a:path w="6537959" h="5924550">
                  <a:moveTo>
                    <a:pt x="5434167" y="5022349"/>
                  </a:moveTo>
                  <a:lnTo>
                    <a:pt x="5464412" y="5073149"/>
                  </a:lnTo>
                  <a:lnTo>
                    <a:pt x="5412028" y="5098549"/>
                  </a:lnTo>
                  <a:lnTo>
                    <a:pt x="5381783" y="5047749"/>
                  </a:lnTo>
                  <a:lnTo>
                    <a:pt x="5434167" y="5022349"/>
                  </a:lnTo>
                  <a:close/>
                </a:path>
                <a:path w="6537959" h="5924550">
                  <a:moveTo>
                    <a:pt x="4497237" y="5035049"/>
                  </a:moveTo>
                  <a:lnTo>
                    <a:pt x="4522251" y="5073149"/>
                  </a:lnTo>
                  <a:lnTo>
                    <a:pt x="4478927" y="5098549"/>
                  </a:lnTo>
                  <a:lnTo>
                    <a:pt x="4453913" y="5060449"/>
                  </a:lnTo>
                  <a:lnTo>
                    <a:pt x="4497237" y="5035049"/>
                  </a:lnTo>
                  <a:close/>
                </a:path>
                <a:path w="6537959" h="5924550">
                  <a:moveTo>
                    <a:pt x="3560231" y="5047749"/>
                  </a:moveTo>
                  <a:lnTo>
                    <a:pt x="3579784" y="5073149"/>
                  </a:lnTo>
                  <a:lnTo>
                    <a:pt x="3545913" y="5098549"/>
                  </a:lnTo>
                  <a:lnTo>
                    <a:pt x="3526355" y="5060449"/>
                  </a:lnTo>
                  <a:lnTo>
                    <a:pt x="3560231" y="5047749"/>
                  </a:lnTo>
                  <a:close/>
                </a:path>
                <a:path w="6537959" h="5924550">
                  <a:moveTo>
                    <a:pt x="2623211" y="5060449"/>
                  </a:moveTo>
                  <a:lnTo>
                    <a:pt x="2637309" y="5085849"/>
                  </a:lnTo>
                  <a:lnTo>
                    <a:pt x="2612887" y="5098549"/>
                  </a:lnTo>
                  <a:lnTo>
                    <a:pt x="2598789" y="5073149"/>
                  </a:lnTo>
                  <a:lnTo>
                    <a:pt x="2623211" y="5060449"/>
                  </a:lnTo>
                  <a:close/>
                </a:path>
                <a:path w="6537959" h="5924550">
                  <a:moveTo>
                    <a:pt x="1414223" y="5085849"/>
                  </a:moveTo>
                  <a:lnTo>
                    <a:pt x="1426826" y="5085849"/>
                  </a:lnTo>
                  <a:lnTo>
                    <a:pt x="1434106" y="5098549"/>
                  </a:lnTo>
                  <a:lnTo>
                    <a:pt x="1421499" y="5098549"/>
                  </a:lnTo>
                  <a:lnTo>
                    <a:pt x="1414223" y="5085849"/>
                  </a:lnTo>
                  <a:close/>
                </a:path>
                <a:path w="6537959" h="5924550">
                  <a:moveTo>
                    <a:pt x="5693609" y="4996949"/>
                  </a:moveTo>
                  <a:lnTo>
                    <a:pt x="5725445" y="5060449"/>
                  </a:lnTo>
                  <a:lnTo>
                    <a:pt x="5670306" y="5085849"/>
                  </a:lnTo>
                  <a:lnTo>
                    <a:pt x="5638470" y="5035049"/>
                  </a:lnTo>
                  <a:lnTo>
                    <a:pt x="5693609" y="4996949"/>
                  </a:lnTo>
                  <a:close/>
                </a:path>
                <a:path w="6537959" h="5924550">
                  <a:moveTo>
                    <a:pt x="4756602" y="5009649"/>
                  </a:moveTo>
                  <a:lnTo>
                    <a:pt x="4782981" y="5060449"/>
                  </a:lnTo>
                  <a:lnTo>
                    <a:pt x="4737291" y="5085849"/>
                  </a:lnTo>
                  <a:lnTo>
                    <a:pt x="4710911" y="5035049"/>
                  </a:lnTo>
                  <a:lnTo>
                    <a:pt x="4756602" y="5009649"/>
                  </a:lnTo>
                  <a:close/>
                </a:path>
                <a:path w="6537959" h="5924550">
                  <a:moveTo>
                    <a:pt x="3819591" y="5022349"/>
                  </a:moveTo>
                  <a:lnTo>
                    <a:pt x="3840510" y="5060449"/>
                  </a:lnTo>
                  <a:lnTo>
                    <a:pt x="3804274" y="5085849"/>
                  </a:lnTo>
                  <a:lnTo>
                    <a:pt x="3783354" y="5047749"/>
                  </a:lnTo>
                  <a:lnTo>
                    <a:pt x="3819591" y="5022349"/>
                  </a:lnTo>
                  <a:close/>
                </a:path>
                <a:path w="6537959" h="5924550">
                  <a:moveTo>
                    <a:pt x="2882660" y="5035049"/>
                  </a:moveTo>
                  <a:lnTo>
                    <a:pt x="2898348" y="5060449"/>
                  </a:lnTo>
                  <a:lnTo>
                    <a:pt x="2871171" y="5085849"/>
                  </a:lnTo>
                  <a:lnTo>
                    <a:pt x="2855482" y="5047749"/>
                  </a:lnTo>
                  <a:lnTo>
                    <a:pt x="2882660" y="5035049"/>
                  </a:lnTo>
                  <a:close/>
                </a:path>
                <a:path w="6537959" h="5924550">
                  <a:moveTo>
                    <a:pt x="1671223" y="5073149"/>
                  </a:moveTo>
                  <a:lnTo>
                    <a:pt x="1686192" y="5073149"/>
                  </a:lnTo>
                  <a:lnTo>
                    <a:pt x="1694834" y="5085849"/>
                  </a:lnTo>
                  <a:lnTo>
                    <a:pt x="1679865" y="5085849"/>
                  </a:lnTo>
                  <a:lnTo>
                    <a:pt x="1671223" y="5073149"/>
                  </a:lnTo>
                  <a:close/>
                </a:path>
                <a:path w="6537959" h="5924550">
                  <a:moveTo>
                    <a:pt x="5952974" y="4984249"/>
                  </a:moveTo>
                  <a:lnTo>
                    <a:pt x="5986175" y="5047749"/>
                  </a:lnTo>
                  <a:lnTo>
                    <a:pt x="5928671" y="5073149"/>
                  </a:lnTo>
                  <a:lnTo>
                    <a:pt x="5895469" y="5022349"/>
                  </a:lnTo>
                  <a:lnTo>
                    <a:pt x="5952974" y="4984249"/>
                  </a:lnTo>
                  <a:close/>
                </a:path>
                <a:path w="6537959" h="5924550">
                  <a:moveTo>
                    <a:pt x="5015961" y="4996949"/>
                  </a:moveTo>
                  <a:lnTo>
                    <a:pt x="5043707" y="5047749"/>
                  </a:lnTo>
                  <a:lnTo>
                    <a:pt x="4995651" y="5073149"/>
                  </a:lnTo>
                  <a:lnTo>
                    <a:pt x="4967910" y="5022349"/>
                  </a:lnTo>
                  <a:lnTo>
                    <a:pt x="5015961" y="4996949"/>
                  </a:lnTo>
                  <a:close/>
                </a:path>
                <a:path w="6537959" h="5924550">
                  <a:moveTo>
                    <a:pt x="4078955" y="5009649"/>
                  </a:moveTo>
                  <a:lnTo>
                    <a:pt x="4101241" y="5047749"/>
                  </a:lnTo>
                  <a:lnTo>
                    <a:pt x="4062638" y="5073149"/>
                  </a:lnTo>
                  <a:lnTo>
                    <a:pt x="4040353" y="5035049"/>
                  </a:lnTo>
                  <a:lnTo>
                    <a:pt x="4078955" y="5009649"/>
                  </a:lnTo>
                  <a:close/>
                </a:path>
                <a:path w="6537959" h="5924550">
                  <a:moveTo>
                    <a:pt x="1945553" y="5047749"/>
                  </a:moveTo>
                  <a:lnTo>
                    <a:pt x="1955562" y="5073149"/>
                  </a:lnTo>
                  <a:lnTo>
                    <a:pt x="1938227" y="5073149"/>
                  </a:lnTo>
                  <a:lnTo>
                    <a:pt x="1928224" y="5060449"/>
                  </a:lnTo>
                  <a:lnTo>
                    <a:pt x="1945553" y="5047749"/>
                  </a:lnTo>
                  <a:close/>
                </a:path>
                <a:path w="6537959" h="5924550">
                  <a:moveTo>
                    <a:pt x="6212338" y="4971549"/>
                  </a:moveTo>
                  <a:lnTo>
                    <a:pt x="6246901" y="5022349"/>
                  </a:lnTo>
                  <a:lnTo>
                    <a:pt x="6187036" y="5060449"/>
                  </a:lnTo>
                  <a:lnTo>
                    <a:pt x="6152468" y="4996949"/>
                  </a:lnTo>
                  <a:lnTo>
                    <a:pt x="6212338" y="4971549"/>
                  </a:lnTo>
                  <a:close/>
                </a:path>
                <a:path w="6537959" h="5924550">
                  <a:moveTo>
                    <a:pt x="5275324" y="4984249"/>
                  </a:moveTo>
                  <a:lnTo>
                    <a:pt x="5304432" y="5035049"/>
                  </a:lnTo>
                  <a:lnTo>
                    <a:pt x="5254015" y="5060449"/>
                  </a:lnTo>
                  <a:lnTo>
                    <a:pt x="5224908" y="5009649"/>
                  </a:lnTo>
                  <a:lnTo>
                    <a:pt x="5275324" y="4984249"/>
                  </a:lnTo>
                  <a:close/>
                </a:path>
                <a:path w="6537959" h="5924550">
                  <a:moveTo>
                    <a:pt x="4338396" y="4996949"/>
                  </a:moveTo>
                  <a:lnTo>
                    <a:pt x="4362277" y="5035049"/>
                  </a:lnTo>
                  <a:lnTo>
                    <a:pt x="4320919" y="5060449"/>
                  </a:lnTo>
                  <a:lnTo>
                    <a:pt x="4297038" y="5009649"/>
                  </a:lnTo>
                  <a:lnTo>
                    <a:pt x="4338396" y="4996949"/>
                  </a:lnTo>
                  <a:close/>
                </a:path>
                <a:path w="6537959" h="5924550">
                  <a:moveTo>
                    <a:pt x="3141939" y="5022349"/>
                  </a:moveTo>
                  <a:lnTo>
                    <a:pt x="3158764" y="5047749"/>
                  </a:lnTo>
                  <a:lnTo>
                    <a:pt x="3129620" y="5060449"/>
                  </a:lnTo>
                  <a:lnTo>
                    <a:pt x="3112790" y="5035049"/>
                  </a:lnTo>
                  <a:lnTo>
                    <a:pt x="3141939" y="5022349"/>
                  </a:lnTo>
                  <a:close/>
                </a:path>
                <a:path w="6537959" h="5924550">
                  <a:moveTo>
                    <a:pt x="2205002" y="5035049"/>
                  </a:moveTo>
                  <a:lnTo>
                    <a:pt x="2216601" y="5047749"/>
                  </a:lnTo>
                  <a:lnTo>
                    <a:pt x="2196516" y="5060449"/>
                  </a:lnTo>
                  <a:lnTo>
                    <a:pt x="2184917" y="5047749"/>
                  </a:lnTo>
                  <a:lnTo>
                    <a:pt x="2205002" y="5035049"/>
                  </a:lnTo>
                  <a:close/>
                </a:path>
                <a:path w="6537959" h="5924550">
                  <a:moveTo>
                    <a:pt x="1257352" y="5047749"/>
                  </a:moveTo>
                  <a:lnTo>
                    <a:pt x="1267983" y="5047749"/>
                  </a:lnTo>
                  <a:lnTo>
                    <a:pt x="1274127" y="5060449"/>
                  </a:lnTo>
                  <a:lnTo>
                    <a:pt x="1263490" y="5060449"/>
                  </a:lnTo>
                  <a:lnTo>
                    <a:pt x="1257352" y="5047749"/>
                  </a:lnTo>
                  <a:close/>
                </a:path>
                <a:path w="6537959" h="5924550">
                  <a:moveTo>
                    <a:pt x="5534689" y="4958849"/>
                  </a:moveTo>
                  <a:lnTo>
                    <a:pt x="5565158" y="5009649"/>
                  </a:lnTo>
                  <a:lnTo>
                    <a:pt x="5512380" y="5047749"/>
                  </a:lnTo>
                  <a:lnTo>
                    <a:pt x="5481911" y="4996949"/>
                  </a:lnTo>
                  <a:lnTo>
                    <a:pt x="5534689" y="4958849"/>
                  </a:lnTo>
                  <a:close/>
                </a:path>
                <a:path w="6537959" h="5924550">
                  <a:moveTo>
                    <a:pt x="4597677" y="4971549"/>
                  </a:moveTo>
                  <a:lnTo>
                    <a:pt x="4622690" y="5022349"/>
                  </a:lnTo>
                  <a:lnTo>
                    <a:pt x="4579361" y="5047749"/>
                  </a:lnTo>
                  <a:lnTo>
                    <a:pt x="4554348" y="4996949"/>
                  </a:lnTo>
                  <a:lnTo>
                    <a:pt x="4597677" y="4971549"/>
                  </a:lnTo>
                  <a:close/>
                </a:path>
                <a:path w="6537959" h="5924550">
                  <a:moveTo>
                    <a:pt x="3401300" y="5009649"/>
                  </a:moveTo>
                  <a:lnTo>
                    <a:pt x="3419497" y="5035049"/>
                  </a:lnTo>
                  <a:lnTo>
                    <a:pt x="3387987" y="5047749"/>
                  </a:lnTo>
                  <a:lnTo>
                    <a:pt x="3369790" y="5022349"/>
                  </a:lnTo>
                  <a:lnTo>
                    <a:pt x="3401300" y="5009649"/>
                  </a:lnTo>
                  <a:close/>
                </a:path>
                <a:path w="6537959" h="5924550">
                  <a:moveTo>
                    <a:pt x="2464368" y="5009649"/>
                  </a:moveTo>
                  <a:lnTo>
                    <a:pt x="2477329" y="5035049"/>
                  </a:lnTo>
                  <a:lnTo>
                    <a:pt x="2454878" y="5047749"/>
                  </a:lnTo>
                  <a:lnTo>
                    <a:pt x="2441913" y="5022349"/>
                  </a:lnTo>
                  <a:lnTo>
                    <a:pt x="2464368" y="5009649"/>
                  </a:lnTo>
                  <a:close/>
                </a:path>
                <a:path w="6537959" h="5924550">
                  <a:moveTo>
                    <a:pt x="1527266" y="5022349"/>
                  </a:moveTo>
                  <a:lnTo>
                    <a:pt x="1534547" y="5035049"/>
                  </a:lnTo>
                  <a:lnTo>
                    <a:pt x="1521939" y="5047749"/>
                  </a:lnTo>
                  <a:lnTo>
                    <a:pt x="1514663" y="5035049"/>
                  </a:lnTo>
                  <a:lnTo>
                    <a:pt x="1527266" y="5022349"/>
                  </a:lnTo>
                  <a:close/>
                </a:path>
                <a:path w="6537959" h="5924550">
                  <a:moveTo>
                    <a:pt x="5794131" y="4946149"/>
                  </a:moveTo>
                  <a:lnTo>
                    <a:pt x="5826196" y="4996949"/>
                  </a:lnTo>
                  <a:lnTo>
                    <a:pt x="5770658" y="5035049"/>
                  </a:lnTo>
                  <a:lnTo>
                    <a:pt x="5738593" y="4971549"/>
                  </a:lnTo>
                  <a:lnTo>
                    <a:pt x="5794131" y="4946149"/>
                  </a:lnTo>
                  <a:close/>
                </a:path>
                <a:path w="6537959" h="5924550">
                  <a:moveTo>
                    <a:pt x="4857123" y="4958849"/>
                  </a:moveTo>
                  <a:lnTo>
                    <a:pt x="4883727" y="4996949"/>
                  </a:lnTo>
                  <a:lnTo>
                    <a:pt x="4837643" y="5035049"/>
                  </a:lnTo>
                  <a:lnTo>
                    <a:pt x="4811038" y="4984249"/>
                  </a:lnTo>
                  <a:lnTo>
                    <a:pt x="4857123" y="4958849"/>
                  </a:lnTo>
                  <a:close/>
                </a:path>
                <a:path w="6537959" h="5924550">
                  <a:moveTo>
                    <a:pt x="3660749" y="4984249"/>
                  </a:moveTo>
                  <a:lnTo>
                    <a:pt x="3680536" y="5022349"/>
                  </a:lnTo>
                  <a:lnTo>
                    <a:pt x="3646266" y="5035049"/>
                  </a:lnTo>
                  <a:lnTo>
                    <a:pt x="3626483" y="5009649"/>
                  </a:lnTo>
                  <a:lnTo>
                    <a:pt x="3660749" y="4984249"/>
                  </a:lnTo>
                  <a:close/>
                </a:path>
                <a:path w="6537959" h="5924550">
                  <a:moveTo>
                    <a:pt x="2723730" y="4996949"/>
                  </a:moveTo>
                  <a:lnTo>
                    <a:pt x="2738057" y="5022349"/>
                  </a:lnTo>
                  <a:lnTo>
                    <a:pt x="2713240" y="5035049"/>
                  </a:lnTo>
                  <a:lnTo>
                    <a:pt x="2698914" y="5009649"/>
                  </a:lnTo>
                  <a:lnTo>
                    <a:pt x="2723730" y="4996949"/>
                  </a:lnTo>
                  <a:close/>
                </a:path>
                <a:path w="6537959" h="5924550">
                  <a:moveTo>
                    <a:pt x="1786711" y="5009649"/>
                  </a:moveTo>
                  <a:lnTo>
                    <a:pt x="1795582" y="5022349"/>
                  </a:lnTo>
                  <a:lnTo>
                    <a:pt x="1780219" y="5035049"/>
                  </a:lnTo>
                  <a:lnTo>
                    <a:pt x="1771352" y="5022349"/>
                  </a:lnTo>
                  <a:lnTo>
                    <a:pt x="1786711" y="5009649"/>
                  </a:lnTo>
                  <a:close/>
                </a:path>
                <a:path w="6537959" h="5924550">
                  <a:moveTo>
                    <a:pt x="6053496" y="4933449"/>
                  </a:moveTo>
                  <a:lnTo>
                    <a:pt x="6086922" y="4984249"/>
                  </a:lnTo>
                  <a:lnTo>
                    <a:pt x="6029023" y="5022349"/>
                  </a:lnTo>
                  <a:lnTo>
                    <a:pt x="5995597" y="4958849"/>
                  </a:lnTo>
                  <a:lnTo>
                    <a:pt x="6053496" y="4933449"/>
                  </a:lnTo>
                  <a:close/>
                </a:path>
                <a:path w="6537959" h="5924550">
                  <a:moveTo>
                    <a:pt x="3920112" y="4971549"/>
                  </a:moveTo>
                  <a:lnTo>
                    <a:pt x="3941261" y="5009649"/>
                  </a:lnTo>
                  <a:lnTo>
                    <a:pt x="3904630" y="5022349"/>
                  </a:lnTo>
                  <a:lnTo>
                    <a:pt x="3883481" y="4984249"/>
                  </a:lnTo>
                  <a:lnTo>
                    <a:pt x="3920112" y="4971549"/>
                  </a:lnTo>
                  <a:close/>
                </a:path>
                <a:path w="6537959" h="5924550">
                  <a:moveTo>
                    <a:pt x="2983178" y="4984249"/>
                  </a:moveTo>
                  <a:lnTo>
                    <a:pt x="2999095" y="5009649"/>
                  </a:lnTo>
                  <a:lnTo>
                    <a:pt x="2971528" y="5022349"/>
                  </a:lnTo>
                  <a:lnTo>
                    <a:pt x="2955611" y="4996949"/>
                  </a:lnTo>
                  <a:lnTo>
                    <a:pt x="2983178" y="4984249"/>
                  </a:lnTo>
                  <a:close/>
                </a:path>
                <a:path w="6537959" h="5924550">
                  <a:moveTo>
                    <a:pt x="2028351" y="4996949"/>
                  </a:moveTo>
                  <a:lnTo>
                    <a:pt x="2046080" y="4996949"/>
                  </a:lnTo>
                  <a:lnTo>
                    <a:pt x="2056313" y="5009649"/>
                  </a:lnTo>
                  <a:lnTo>
                    <a:pt x="2038584" y="5022349"/>
                  </a:lnTo>
                  <a:lnTo>
                    <a:pt x="2028351" y="4996949"/>
                  </a:lnTo>
                  <a:close/>
                </a:path>
                <a:path w="6537959" h="5924550">
                  <a:moveTo>
                    <a:pt x="1109061" y="4996949"/>
                  </a:moveTo>
                  <a:lnTo>
                    <a:pt x="1113834" y="5009649"/>
                  </a:lnTo>
                  <a:lnTo>
                    <a:pt x="1105559" y="5022349"/>
                  </a:lnTo>
                  <a:lnTo>
                    <a:pt x="1100786" y="5009649"/>
                  </a:lnTo>
                  <a:lnTo>
                    <a:pt x="1109061" y="4996949"/>
                  </a:lnTo>
                  <a:close/>
                </a:path>
                <a:path w="6537959" h="5924550">
                  <a:moveTo>
                    <a:pt x="6312861" y="4908049"/>
                  </a:moveTo>
                  <a:lnTo>
                    <a:pt x="6347653" y="4971549"/>
                  </a:lnTo>
                  <a:lnTo>
                    <a:pt x="6287389" y="5009649"/>
                  </a:lnTo>
                  <a:lnTo>
                    <a:pt x="6252596" y="4946149"/>
                  </a:lnTo>
                  <a:lnTo>
                    <a:pt x="6312861" y="4908049"/>
                  </a:lnTo>
                  <a:close/>
                </a:path>
                <a:path w="6537959" h="5924550">
                  <a:moveTo>
                    <a:pt x="5116482" y="4933449"/>
                  </a:moveTo>
                  <a:lnTo>
                    <a:pt x="5144453" y="4984249"/>
                  </a:lnTo>
                  <a:lnTo>
                    <a:pt x="5096007" y="5009649"/>
                  </a:lnTo>
                  <a:lnTo>
                    <a:pt x="5068037" y="4971549"/>
                  </a:lnTo>
                  <a:lnTo>
                    <a:pt x="5116482" y="4933449"/>
                  </a:lnTo>
                  <a:close/>
                </a:path>
                <a:path w="6537959" h="5924550">
                  <a:moveTo>
                    <a:pt x="4179471" y="4946149"/>
                  </a:moveTo>
                  <a:lnTo>
                    <a:pt x="4201986" y="4984249"/>
                  </a:lnTo>
                  <a:lnTo>
                    <a:pt x="4162990" y="5009649"/>
                  </a:lnTo>
                  <a:lnTo>
                    <a:pt x="4140479" y="4971549"/>
                  </a:lnTo>
                  <a:lnTo>
                    <a:pt x="4179471" y="4946149"/>
                  </a:lnTo>
                  <a:close/>
                </a:path>
                <a:path w="6537959" h="5924550">
                  <a:moveTo>
                    <a:pt x="3242457" y="4958849"/>
                  </a:moveTo>
                  <a:lnTo>
                    <a:pt x="3259512" y="4996949"/>
                  </a:lnTo>
                  <a:lnTo>
                    <a:pt x="3229973" y="5009649"/>
                  </a:lnTo>
                  <a:lnTo>
                    <a:pt x="3212918" y="4984249"/>
                  </a:lnTo>
                  <a:lnTo>
                    <a:pt x="3242457" y="4958849"/>
                  </a:lnTo>
                  <a:close/>
                </a:path>
                <a:path w="6537959" h="5924550">
                  <a:moveTo>
                    <a:pt x="2305442" y="4971549"/>
                  </a:moveTo>
                  <a:lnTo>
                    <a:pt x="2317041" y="4996949"/>
                  </a:lnTo>
                  <a:lnTo>
                    <a:pt x="2296951" y="5009649"/>
                  </a:lnTo>
                  <a:lnTo>
                    <a:pt x="2285352" y="4984249"/>
                  </a:lnTo>
                  <a:lnTo>
                    <a:pt x="2305442" y="4971549"/>
                  </a:lnTo>
                  <a:close/>
                </a:path>
                <a:path w="6537959" h="5924550">
                  <a:moveTo>
                    <a:pt x="5375846" y="4920749"/>
                  </a:moveTo>
                  <a:lnTo>
                    <a:pt x="5405179" y="4971549"/>
                  </a:lnTo>
                  <a:lnTo>
                    <a:pt x="5354372" y="4996949"/>
                  </a:lnTo>
                  <a:lnTo>
                    <a:pt x="5325035" y="4946149"/>
                  </a:lnTo>
                  <a:lnTo>
                    <a:pt x="5375846" y="4920749"/>
                  </a:lnTo>
                  <a:close/>
                </a:path>
                <a:path w="6537959" h="5924550">
                  <a:moveTo>
                    <a:pt x="4438917" y="4933449"/>
                  </a:moveTo>
                  <a:lnTo>
                    <a:pt x="4463023" y="4971549"/>
                  </a:lnTo>
                  <a:lnTo>
                    <a:pt x="4421271" y="4996949"/>
                  </a:lnTo>
                  <a:lnTo>
                    <a:pt x="4397165" y="4958849"/>
                  </a:lnTo>
                  <a:lnTo>
                    <a:pt x="4438917" y="4933449"/>
                  </a:lnTo>
                  <a:close/>
                </a:path>
                <a:path w="6537959" h="5924550">
                  <a:moveTo>
                    <a:pt x="3501828" y="4946149"/>
                  </a:moveTo>
                  <a:lnTo>
                    <a:pt x="3520244" y="4971549"/>
                  </a:lnTo>
                  <a:lnTo>
                    <a:pt x="3488340" y="4996949"/>
                  </a:lnTo>
                  <a:lnTo>
                    <a:pt x="3469919" y="4958849"/>
                  </a:lnTo>
                  <a:lnTo>
                    <a:pt x="3501828" y="4946149"/>
                  </a:lnTo>
                  <a:close/>
                </a:path>
                <a:path w="6537959" h="5924550">
                  <a:moveTo>
                    <a:pt x="2564886" y="4958849"/>
                  </a:moveTo>
                  <a:lnTo>
                    <a:pt x="2578076" y="4984249"/>
                  </a:lnTo>
                  <a:lnTo>
                    <a:pt x="2555235" y="4996949"/>
                  </a:lnTo>
                  <a:lnTo>
                    <a:pt x="2542045" y="4971549"/>
                  </a:lnTo>
                  <a:lnTo>
                    <a:pt x="2564886" y="4958849"/>
                  </a:lnTo>
                  <a:close/>
                </a:path>
                <a:path w="6537959" h="5924550">
                  <a:moveTo>
                    <a:pt x="1368505" y="4984249"/>
                  </a:moveTo>
                  <a:lnTo>
                    <a:pt x="1374869" y="4996949"/>
                  </a:lnTo>
                  <a:lnTo>
                    <a:pt x="1357480" y="4996949"/>
                  </a:lnTo>
                  <a:lnTo>
                    <a:pt x="1368505" y="4984249"/>
                  </a:lnTo>
                  <a:close/>
                </a:path>
                <a:path w="6537959" h="5924550">
                  <a:moveTo>
                    <a:pt x="5635206" y="4908049"/>
                  </a:moveTo>
                  <a:lnTo>
                    <a:pt x="5665905" y="4958849"/>
                  </a:lnTo>
                  <a:lnTo>
                    <a:pt x="5612737" y="4984249"/>
                  </a:lnTo>
                  <a:lnTo>
                    <a:pt x="5582034" y="4933449"/>
                  </a:lnTo>
                  <a:lnTo>
                    <a:pt x="5635206" y="4908049"/>
                  </a:lnTo>
                  <a:close/>
                </a:path>
                <a:path w="6537959" h="5924550">
                  <a:moveTo>
                    <a:pt x="4698198" y="4920749"/>
                  </a:moveTo>
                  <a:lnTo>
                    <a:pt x="4723441" y="4958849"/>
                  </a:lnTo>
                  <a:lnTo>
                    <a:pt x="4679718" y="4984249"/>
                  </a:lnTo>
                  <a:lnTo>
                    <a:pt x="4654480" y="4946149"/>
                  </a:lnTo>
                  <a:lnTo>
                    <a:pt x="4698198" y="4920749"/>
                  </a:lnTo>
                  <a:close/>
                </a:path>
                <a:path w="6537959" h="5924550">
                  <a:moveTo>
                    <a:pt x="3761188" y="4933449"/>
                  </a:moveTo>
                  <a:lnTo>
                    <a:pt x="3780975" y="4958849"/>
                  </a:lnTo>
                  <a:lnTo>
                    <a:pt x="3746705" y="4984249"/>
                  </a:lnTo>
                  <a:lnTo>
                    <a:pt x="3726918" y="4946149"/>
                  </a:lnTo>
                  <a:lnTo>
                    <a:pt x="3761188" y="4933449"/>
                  </a:lnTo>
                  <a:close/>
                </a:path>
                <a:path w="6537959" h="5924550">
                  <a:moveTo>
                    <a:pt x="2824257" y="4933449"/>
                  </a:moveTo>
                  <a:lnTo>
                    <a:pt x="2838809" y="4958849"/>
                  </a:lnTo>
                  <a:lnTo>
                    <a:pt x="2813602" y="4984249"/>
                  </a:lnTo>
                  <a:lnTo>
                    <a:pt x="2799046" y="4958849"/>
                  </a:lnTo>
                  <a:lnTo>
                    <a:pt x="2824257" y="4933449"/>
                  </a:lnTo>
                  <a:close/>
                </a:path>
                <a:path w="6537959" h="5924550">
                  <a:moveTo>
                    <a:pt x="1614792" y="4971549"/>
                  </a:moveTo>
                  <a:lnTo>
                    <a:pt x="1627789" y="4971549"/>
                  </a:lnTo>
                  <a:lnTo>
                    <a:pt x="1635290" y="4984249"/>
                  </a:lnTo>
                  <a:lnTo>
                    <a:pt x="1622293" y="4984249"/>
                  </a:lnTo>
                  <a:lnTo>
                    <a:pt x="1614792" y="4971549"/>
                  </a:lnTo>
                  <a:close/>
                </a:path>
                <a:path w="6537959" h="5924550">
                  <a:moveTo>
                    <a:pt x="5894653" y="4882649"/>
                  </a:moveTo>
                  <a:lnTo>
                    <a:pt x="5926947" y="4946149"/>
                  </a:lnTo>
                  <a:lnTo>
                    <a:pt x="5871015" y="4971549"/>
                  </a:lnTo>
                  <a:lnTo>
                    <a:pt x="5838721" y="4920749"/>
                  </a:lnTo>
                  <a:lnTo>
                    <a:pt x="5894653" y="4882649"/>
                  </a:lnTo>
                  <a:close/>
                </a:path>
                <a:path w="6537959" h="5924550">
                  <a:moveTo>
                    <a:pt x="4957640" y="4895349"/>
                  </a:moveTo>
                  <a:lnTo>
                    <a:pt x="4984474" y="4946149"/>
                  </a:lnTo>
                  <a:lnTo>
                    <a:pt x="4937995" y="4971549"/>
                  </a:lnTo>
                  <a:lnTo>
                    <a:pt x="4911162" y="4920749"/>
                  </a:lnTo>
                  <a:lnTo>
                    <a:pt x="4957640" y="4895349"/>
                  </a:lnTo>
                  <a:close/>
                </a:path>
                <a:path w="6537959" h="5924550">
                  <a:moveTo>
                    <a:pt x="4020630" y="4908049"/>
                  </a:moveTo>
                  <a:lnTo>
                    <a:pt x="4042008" y="4946149"/>
                  </a:lnTo>
                  <a:lnTo>
                    <a:pt x="4004983" y="4971549"/>
                  </a:lnTo>
                  <a:lnTo>
                    <a:pt x="3983605" y="4933449"/>
                  </a:lnTo>
                  <a:lnTo>
                    <a:pt x="4020630" y="4908049"/>
                  </a:lnTo>
                  <a:close/>
                </a:path>
                <a:path w="6537959" h="5924550">
                  <a:moveTo>
                    <a:pt x="1887237" y="4946149"/>
                  </a:moveTo>
                  <a:lnTo>
                    <a:pt x="1896333" y="4971549"/>
                  </a:lnTo>
                  <a:lnTo>
                    <a:pt x="1880576" y="4971549"/>
                  </a:lnTo>
                  <a:lnTo>
                    <a:pt x="1871480" y="4958849"/>
                  </a:lnTo>
                  <a:lnTo>
                    <a:pt x="1887237" y="4946149"/>
                  </a:lnTo>
                  <a:close/>
                </a:path>
                <a:path w="6537959" h="5924550">
                  <a:moveTo>
                    <a:pt x="6153935" y="4869949"/>
                  </a:moveTo>
                  <a:lnTo>
                    <a:pt x="6187361" y="4933449"/>
                  </a:lnTo>
                  <a:lnTo>
                    <a:pt x="6129462" y="4958849"/>
                  </a:lnTo>
                  <a:lnTo>
                    <a:pt x="6096031" y="4908049"/>
                  </a:lnTo>
                  <a:lnTo>
                    <a:pt x="6153935" y="4869949"/>
                  </a:lnTo>
                  <a:close/>
                </a:path>
                <a:path w="6537959" h="5924550">
                  <a:moveTo>
                    <a:pt x="5216999" y="4882649"/>
                  </a:moveTo>
                  <a:lnTo>
                    <a:pt x="5245199" y="4933449"/>
                  </a:lnTo>
                  <a:lnTo>
                    <a:pt x="5196359" y="4958849"/>
                  </a:lnTo>
                  <a:lnTo>
                    <a:pt x="5168159" y="4908049"/>
                  </a:lnTo>
                  <a:lnTo>
                    <a:pt x="5216999" y="4882649"/>
                  </a:lnTo>
                  <a:close/>
                </a:path>
                <a:path w="6537959" h="5924550">
                  <a:moveTo>
                    <a:pt x="4279997" y="4895349"/>
                  </a:moveTo>
                  <a:lnTo>
                    <a:pt x="4302737" y="4933449"/>
                  </a:lnTo>
                  <a:lnTo>
                    <a:pt x="4263346" y="4958849"/>
                  </a:lnTo>
                  <a:lnTo>
                    <a:pt x="4240606" y="4920749"/>
                  </a:lnTo>
                  <a:lnTo>
                    <a:pt x="4279997" y="4895349"/>
                  </a:lnTo>
                  <a:close/>
                </a:path>
                <a:path w="6537959" h="5924550">
                  <a:moveTo>
                    <a:pt x="3083618" y="4920749"/>
                  </a:moveTo>
                  <a:lnTo>
                    <a:pt x="3099536" y="4946149"/>
                  </a:lnTo>
                  <a:lnTo>
                    <a:pt x="3071964" y="4958849"/>
                  </a:lnTo>
                  <a:lnTo>
                    <a:pt x="3056047" y="4933449"/>
                  </a:lnTo>
                  <a:lnTo>
                    <a:pt x="3083618" y="4920749"/>
                  </a:lnTo>
                  <a:close/>
                </a:path>
                <a:path w="6537959" h="5924550">
                  <a:moveTo>
                    <a:pt x="2146599" y="4933449"/>
                  </a:moveTo>
                  <a:lnTo>
                    <a:pt x="2157061" y="4946149"/>
                  </a:lnTo>
                  <a:lnTo>
                    <a:pt x="2138943" y="4958849"/>
                  </a:lnTo>
                  <a:lnTo>
                    <a:pt x="2128481" y="4946149"/>
                  </a:lnTo>
                  <a:lnTo>
                    <a:pt x="2146599" y="4933449"/>
                  </a:lnTo>
                  <a:close/>
                </a:path>
                <a:path w="6537959" h="5924550">
                  <a:moveTo>
                    <a:pt x="1200920" y="4946149"/>
                  </a:moveTo>
                  <a:lnTo>
                    <a:pt x="1209580" y="4946149"/>
                  </a:lnTo>
                  <a:lnTo>
                    <a:pt x="1214582" y="4958849"/>
                  </a:lnTo>
                  <a:lnTo>
                    <a:pt x="1205922" y="4958849"/>
                  </a:lnTo>
                  <a:lnTo>
                    <a:pt x="1200920" y="4946149"/>
                  </a:lnTo>
                  <a:close/>
                </a:path>
                <a:path w="6537959" h="5924550">
                  <a:moveTo>
                    <a:pt x="5476368" y="4857249"/>
                  </a:moveTo>
                  <a:lnTo>
                    <a:pt x="5505930" y="4920749"/>
                  </a:lnTo>
                  <a:lnTo>
                    <a:pt x="5454724" y="4946149"/>
                  </a:lnTo>
                  <a:lnTo>
                    <a:pt x="5425163" y="4895349"/>
                  </a:lnTo>
                  <a:lnTo>
                    <a:pt x="5476368" y="4857249"/>
                  </a:lnTo>
                  <a:close/>
                </a:path>
                <a:path w="6537959" h="5924550">
                  <a:moveTo>
                    <a:pt x="4539356" y="4869949"/>
                  </a:moveTo>
                  <a:lnTo>
                    <a:pt x="4563462" y="4920749"/>
                  </a:lnTo>
                  <a:lnTo>
                    <a:pt x="4521705" y="4946149"/>
                  </a:lnTo>
                  <a:lnTo>
                    <a:pt x="4497604" y="4895349"/>
                  </a:lnTo>
                  <a:lnTo>
                    <a:pt x="4539356" y="4869949"/>
                  </a:lnTo>
                  <a:close/>
                </a:path>
                <a:path w="6537959" h="5924550">
                  <a:moveTo>
                    <a:pt x="3342984" y="4908049"/>
                  </a:moveTo>
                  <a:lnTo>
                    <a:pt x="3360263" y="4933449"/>
                  </a:lnTo>
                  <a:lnTo>
                    <a:pt x="3330326" y="4946149"/>
                  </a:lnTo>
                  <a:lnTo>
                    <a:pt x="3313047" y="4920749"/>
                  </a:lnTo>
                  <a:lnTo>
                    <a:pt x="3342984" y="4908049"/>
                  </a:lnTo>
                  <a:close/>
                </a:path>
                <a:path w="6537959" h="5924550">
                  <a:moveTo>
                    <a:pt x="2405960" y="4920749"/>
                  </a:moveTo>
                  <a:lnTo>
                    <a:pt x="2417789" y="4933449"/>
                  </a:lnTo>
                  <a:lnTo>
                    <a:pt x="2397305" y="4946149"/>
                  </a:lnTo>
                  <a:lnTo>
                    <a:pt x="2385481" y="4933449"/>
                  </a:lnTo>
                  <a:lnTo>
                    <a:pt x="2405960" y="4920749"/>
                  </a:lnTo>
                  <a:close/>
                </a:path>
                <a:path w="6537959" h="5924550">
                  <a:moveTo>
                    <a:pt x="1457920" y="4933449"/>
                  </a:moveTo>
                  <a:lnTo>
                    <a:pt x="1475309" y="4933449"/>
                  </a:lnTo>
                  <a:lnTo>
                    <a:pt x="1464283" y="4946149"/>
                  </a:lnTo>
                  <a:lnTo>
                    <a:pt x="1457920" y="4933449"/>
                  </a:lnTo>
                  <a:close/>
                </a:path>
                <a:path w="6537959" h="5924550">
                  <a:moveTo>
                    <a:pt x="5735733" y="4844549"/>
                  </a:moveTo>
                  <a:lnTo>
                    <a:pt x="5766656" y="4895349"/>
                  </a:lnTo>
                  <a:lnTo>
                    <a:pt x="5713089" y="4933449"/>
                  </a:lnTo>
                  <a:lnTo>
                    <a:pt x="5682162" y="4882649"/>
                  </a:lnTo>
                  <a:lnTo>
                    <a:pt x="5735733" y="4844549"/>
                  </a:lnTo>
                  <a:close/>
                </a:path>
                <a:path w="6537959" h="5924550">
                  <a:moveTo>
                    <a:pt x="4798715" y="4857249"/>
                  </a:moveTo>
                  <a:lnTo>
                    <a:pt x="4824187" y="4908049"/>
                  </a:lnTo>
                  <a:lnTo>
                    <a:pt x="4780074" y="4933449"/>
                  </a:lnTo>
                  <a:lnTo>
                    <a:pt x="4754602" y="4882649"/>
                  </a:lnTo>
                  <a:lnTo>
                    <a:pt x="4798715" y="4857249"/>
                  </a:lnTo>
                  <a:close/>
                </a:path>
                <a:path w="6537959" h="5924550">
                  <a:moveTo>
                    <a:pt x="3602345" y="4882649"/>
                  </a:moveTo>
                  <a:lnTo>
                    <a:pt x="3620991" y="4920749"/>
                  </a:lnTo>
                  <a:lnTo>
                    <a:pt x="3588692" y="4933449"/>
                  </a:lnTo>
                  <a:lnTo>
                    <a:pt x="3570047" y="4908049"/>
                  </a:lnTo>
                  <a:lnTo>
                    <a:pt x="3602345" y="4882649"/>
                  </a:lnTo>
                  <a:close/>
                </a:path>
                <a:path w="6537959" h="5924550">
                  <a:moveTo>
                    <a:pt x="2665327" y="4895349"/>
                  </a:moveTo>
                  <a:lnTo>
                    <a:pt x="2678517" y="4920749"/>
                  </a:lnTo>
                  <a:lnTo>
                    <a:pt x="2655671" y="4933449"/>
                  </a:lnTo>
                  <a:lnTo>
                    <a:pt x="2642482" y="4908049"/>
                  </a:lnTo>
                  <a:lnTo>
                    <a:pt x="2665327" y="4895349"/>
                  </a:lnTo>
                  <a:close/>
                </a:path>
                <a:path w="6537959" h="5924550">
                  <a:moveTo>
                    <a:pt x="1728308" y="4908049"/>
                  </a:moveTo>
                  <a:lnTo>
                    <a:pt x="1736042" y="4920749"/>
                  </a:lnTo>
                  <a:lnTo>
                    <a:pt x="1722650" y="4933449"/>
                  </a:lnTo>
                  <a:lnTo>
                    <a:pt x="1714916" y="4920749"/>
                  </a:lnTo>
                  <a:lnTo>
                    <a:pt x="1728308" y="4908049"/>
                  </a:lnTo>
                  <a:close/>
                </a:path>
                <a:path w="6537959" h="5924550">
                  <a:moveTo>
                    <a:pt x="5995093" y="4831849"/>
                  </a:moveTo>
                  <a:lnTo>
                    <a:pt x="6027382" y="4882649"/>
                  </a:lnTo>
                  <a:lnTo>
                    <a:pt x="5971454" y="4920749"/>
                  </a:lnTo>
                  <a:lnTo>
                    <a:pt x="5939161" y="4857249"/>
                  </a:lnTo>
                  <a:lnTo>
                    <a:pt x="5995093" y="4831849"/>
                  </a:lnTo>
                  <a:close/>
                </a:path>
                <a:path w="6537959" h="5924550">
                  <a:moveTo>
                    <a:pt x="3861704" y="4869949"/>
                  </a:moveTo>
                  <a:lnTo>
                    <a:pt x="3881716" y="4908049"/>
                  </a:lnTo>
                  <a:lnTo>
                    <a:pt x="3847057" y="4920749"/>
                  </a:lnTo>
                  <a:lnTo>
                    <a:pt x="3827045" y="4895349"/>
                  </a:lnTo>
                  <a:lnTo>
                    <a:pt x="3861704" y="4869949"/>
                  </a:lnTo>
                  <a:close/>
                </a:path>
                <a:path w="6537959" h="5924550">
                  <a:moveTo>
                    <a:pt x="2924775" y="4882649"/>
                  </a:moveTo>
                  <a:lnTo>
                    <a:pt x="2939556" y="4908049"/>
                  </a:lnTo>
                  <a:lnTo>
                    <a:pt x="2913955" y="4920749"/>
                  </a:lnTo>
                  <a:lnTo>
                    <a:pt x="2899175" y="4895349"/>
                  </a:lnTo>
                  <a:lnTo>
                    <a:pt x="2924775" y="4882649"/>
                  </a:lnTo>
                  <a:close/>
                </a:path>
                <a:path w="6537959" h="5924550">
                  <a:moveTo>
                    <a:pt x="1971608" y="4895349"/>
                  </a:moveTo>
                  <a:lnTo>
                    <a:pt x="1987755" y="4895349"/>
                  </a:lnTo>
                  <a:lnTo>
                    <a:pt x="1997080" y="4908049"/>
                  </a:lnTo>
                  <a:lnTo>
                    <a:pt x="1980933" y="4920749"/>
                  </a:lnTo>
                  <a:lnTo>
                    <a:pt x="1971608" y="4895349"/>
                  </a:lnTo>
                  <a:close/>
                </a:path>
                <a:path w="6537959" h="5924550">
                  <a:moveTo>
                    <a:pt x="1044043" y="4908049"/>
                  </a:moveTo>
                  <a:lnTo>
                    <a:pt x="1054601" y="4908049"/>
                  </a:lnTo>
                  <a:lnTo>
                    <a:pt x="1047907" y="4920749"/>
                  </a:lnTo>
                  <a:lnTo>
                    <a:pt x="1044043" y="4908049"/>
                  </a:lnTo>
                  <a:close/>
                </a:path>
                <a:path w="6537959" h="5924550">
                  <a:moveTo>
                    <a:pt x="6254453" y="4806449"/>
                  </a:moveTo>
                  <a:lnTo>
                    <a:pt x="6288108" y="4869949"/>
                  </a:lnTo>
                  <a:lnTo>
                    <a:pt x="6229815" y="4908049"/>
                  </a:lnTo>
                  <a:lnTo>
                    <a:pt x="6196160" y="4844549"/>
                  </a:lnTo>
                  <a:lnTo>
                    <a:pt x="6254453" y="4806449"/>
                  </a:lnTo>
                  <a:close/>
                </a:path>
                <a:path w="6537959" h="5924550">
                  <a:moveTo>
                    <a:pt x="5058162" y="4844549"/>
                  </a:moveTo>
                  <a:lnTo>
                    <a:pt x="5085224" y="4882649"/>
                  </a:lnTo>
                  <a:lnTo>
                    <a:pt x="5038352" y="4908049"/>
                  </a:lnTo>
                  <a:lnTo>
                    <a:pt x="5011289" y="4869949"/>
                  </a:lnTo>
                  <a:lnTo>
                    <a:pt x="5058162" y="4844549"/>
                  </a:lnTo>
                  <a:close/>
                </a:path>
                <a:path w="6537959" h="5924550">
                  <a:moveTo>
                    <a:pt x="4121068" y="4857249"/>
                  </a:moveTo>
                  <a:lnTo>
                    <a:pt x="4142446" y="4882649"/>
                  </a:lnTo>
                  <a:lnTo>
                    <a:pt x="4105421" y="4908049"/>
                  </a:lnTo>
                  <a:lnTo>
                    <a:pt x="4084043" y="4869949"/>
                  </a:lnTo>
                  <a:lnTo>
                    <a:pt x="4121068" y="4857249"/>
                  </a:lnTo>
                  <a:close/>
                </a:path>
                <a:path w="6537959" h="5924550">
                  <a:moveTo>
                    <a:pt x="3184136" y="4857249"/>
                  </a:moveTo>
                  <a:lnTo>
                    <a:pt x="3200284" y="4895349"/>
                  </a:lnTo>
                  <a:lnTo>
                    <a:pt x="3172322" y="4908049"/>
                  </a:lnTo>
                  <a:lnTo>
                    <a:pt x="3156175" y="4882649"/>
                  </a:lnTo>
                  <a:lnTo>
                    <a:pt x="3184136" y="4857249"/>
                  </a:lnTo>
                  <a:close/>
                </a:path>
                <a:path w="6537959" h="5924550">
                  <a:moveTo>
                    <a:pt x="2247039" y="4869949"/>
                  </a:moveTo>
                  <a:lnTo>
                    <a:pt x="2257501" y="4895349"/>
                  </a:lnTo>
                  <a:lnTo>
                    <a:pt x="2239378" y="4908049"/>
                  </a:lnTo>
                  <a:lnTo>
                    <a:pt x="2228916" y="4882649"/>
                  </a:lnTo>
                  <a:lnTo>
                    <a:pt x="2247039" y="4869949"/>
                  </a:lnTo>
                  <a:close/>
                </a:path>
                <a:path w="6537959" h="5924550">
                  <a:moveTo>
                    <a:pt x="5317439" y="4819149"/>
                  </a:moveTo>
                  <a:lnTo>
                    <a:pt x="5345639" y="4869949"/>
                  </a:lnTo>
                  <a:lnTo>
                    <a:pt x="5296799" y="4895349"/>
                  </a:lnTo>
                  <a:lnTo>
                    <a:pt x="5268599" y="4857249"/>
                  </a:lnTo>
                  <a:lnTo>
                    <a:pt x="5317439" y="4819149"/>
                  </a:lnTo>
                  <a:close/>
                </a:path>
                <a:path w="6537959" h="5924550">
                  <a:moveTo>
                    <a:pt x="4380514" y="4831849"/>
                  </a:moveTo>
                  <a:lnTo>
                    <a:pt x="4403482" y="4869949"/>
                  </a:lnTo>
                  <a:lnTo>
                    <a:pt x="4363697" y="4895349"/>
                  </a:lnTo>
                  <a:lnTo>
                    <a:pt x="4340728" y="4857249"/>
                  </a:lnTo>
                  <a:lnTo>
                    <a:pt x="4380514" y="4831849"/>
                  </a:lnTo>
                  <a:close/>
                </a:path>
                <a:path w="6537959" h="5924550">
                  <a:moveTo>
                    <a:pt x="3443502" y="4844549"/>
                  </a:moveTo>
                  <a:lnTo>
                    <a:pt x="3461011" y="4869949"/>
                  </a:lnTo>
                  <a:lnTo>
                    <a:pt x="3430688" y="4895349"/>
                  </a:lnTo>
                  <a:lnTo>
                    <a:pt x="3413175" y="4857249"/>
                  </a:lnTo>
                  <a:lnTo>
                    <a:pt x="3443502" y="4844549"/>
                  </a:lnTo>
                  <a:close/>
                </a:path>
                <a:path w="6537959" h="5924550">
                  <a:moveTo>
                    <a:pt x="2506483" y="4857249"/>
                  </a:moveTo>
                  <a:lnTo>
                    <a:pt x="2518536" y="4882649"/>
                  </a:lnTo>
                  <a:lnTo>
                    <a:pt x="2497667" y="4895349"/>
                  </a:lnTo>
                  <a:lnTo>
                    <a:pt x="2485614" y="4869949"/>
                  </a:lnTo>
                  <a:lnTo>
                    <a:pt x="2506483" y="4857249"/>
                  </a:lnTo>
                  <a:close/>
                </a:path>
                <a:path w="6537959" h="5924550">
                  <a:moveTo>
                    <a:pt x="1310102" y="4882649"/>
                  </a:moveTo>
                  <a:lnTo>
                    <a:pt x="1315334" y="4895349"/>
                  </a:lnTo>
                  <a:lnTo>
                    <a:pt x="1301043" y="4895349"/>
                  </a:lnTo>
                  <a:lnTo>
                    <a:pt x="1310102" y="4882649"/>
                  </a:lnTo>
                  <a:close/>
                </a:path>
                <a:path w="6537959" h="5924550">
                  <a:moveTo>
                    <a:pt x="5576885" y="4806449"/>
                  </a:moveTo>
                  <a:lnTo>
                    <a:pt x="5606676" y="4857249"/>
                  </a:lnTo>
                  <a:lnTo>
                    <a:pt x="5555076" y="4882649"/>
                  </a:lnTo>
                  <a:lnTo>
                    <a:pt x="5525290" y="4831849"/>
                  </a:lnTo>
                  <a:lnTo>
                    <a:pt x="5576885" y="4806449"/>
                  </a:lnTo>
                  <a:close/>
                </a:path>
                <a:path w="6537959" h="5924550">
                  <a:moveTo>
                    <a:pt x="4639873" y="4819149"/>
                  </a:moveTo>
                  <a:lnTo>
                    <a:pt x="4664208" y="4857249"/>
                  </a:lnTo>
                  <a:lnTo>
                    <a:pt x="4622062" y="4882649"/>
                  </a:lnTo>
                  <a:lnTo>
                    <a:pt x="4597727" y="4844549"/>
                  </a:lnTo>
                  <a:lnTo>
                    <a:pt x="4639873" y="4819149"/>
                  </a:lnTo>
                  <a:close/>
                </a:path>
                <a:path w="6537959" h="5924550">
                  <a:moveTo>
                    <a:pt x="3702867" y="4831849"/>
                  </a:moveTo>
                  <a:lnTo>
                    <a:pt x="3721737" y="4857249"/>
                  </a:lnTo>
                  <a:lnTo>
                    <a:pt x="3689045" y="4882649"/>
                  </a:lnTo>
                  <a:lnTo>
                    <a:pt x="3670174" y="4844549"/>
                  </a:lnTo>
                  <a:lnTo>
                    <a:pt x="3702867" y="4831849"/>
                  </a:lnTo>
                  <a:close/>
                </a:path>
                <a:path w="6537959" h="5924550">
                  <a:moveTo>
                    <a:pt x="2765849" y="4844549"/>
                  </a:moveTo>
                  <a:lnTo>
                    <a:pt x="2779268" y="4857249"/>
                  </a:lnTo>
                  <a:lnTo>
                    <a:pt x="2756028" y="4882649"/>
                  </a:lnTo>
                  <a:lnTo>
                    <a:pt x="2742614" y="4857249"/>
                  </a:lnTo>
                  <a:lnTo>
                    <a:pt x="2765849" y="4844549"/>
                  </a:lnTo>
                  <a:close/>
                </a:path>
                <a:path w="6537959" h="5924550">
                  <a:moveTo>
                    <a:pt x="1558044" y="4869949"/>
                  </a:moveTo>
                  <a:lnTo>
                    <a:pt x="1569468" y="4869949"/>
                  </a:lnTo>
                  <a:lnTo>
                    <a:pt x="1576061" y="4882649"/>
                  </a:lnTo>
                  <a:lnTo>
                    <a:pt x="1564641" y="4882649"/>
                  </a:lnTo>
                  <a:lnTo>
                    <a:pt x="1558044" y="4869949"/>
                  </a:lnTo>
                  <a:close/>
                </a:path>
                <a:path w="6537959" h="5924550">
                  <a:moveTo>
                    <a:pt x="5836250" y="4793749"/>
                  </a:moveTo>
                  <a:lnTo>
                    <a:pt x="5867402" y="4844549"/>
                  </a:lnTo>
                  <a:lnTo>
                    <a:pt x="5813442" y="4869949"/>
                  </a:lnTo>
                  <a:lnTo>
                    <a:pt x="5782289" y="4819149"/>
                  </a:lnTo>
                  <a:lnTo>
                    <a:pt x="5836250" y="4793749"/>
                  </a:lnTo>
                  <a:close/>
                </a:path>
                <a:path w="6537959" h="5924550">
                  <a:moveTo>
                    <a:pt x="4899237" y="4793749"/>
                  </a:moveTo>
                  <a:lnTo>
                    <a:pt x="4924934" y="4844549"/>
                  </a:lnTo>
                  <a:lnTo>
                    <a:pt x="4880426" y="4869949"/>
                  </a:lnTo>
                  <a:lnTo>
                    <a:pt x="4854730" y="4819149"/>
                  </a:lnTo>
                  <a:lnTo>
                    <a:pt x="4899237" y="4793749"/>
                  </a:lnTo>
                  <a:close/>
                </a:path>
                <a:path w="6537959" h="5924550">
                  <a:moveTo>
                    <a:pt x="3962226" y="4806449"/>
                  </a:moveTo>
                  <a:lnTo>
                    <a:pt x="3982467" y="4844549"/>
                  </a:lnTo>
                  <a:lnTo>
                    <a:pt x="3947409" y="4869949"/>
                  </a:lnTo>
                  <a:lnTo>
                    <a:pt x="3927172" y="4831849"/>
                  </a:lnTo>
                  <a:lnTo>
                    <a:pt x="3962226" y="4806449"/>
                  </a:lnTo>
                  <a:close/>
                </a:path>
                <a:path w="6537959" h="5924550">
                  <a:moveTo>
                    <a:pt x="1815048" y="4857249"/>
                  </a:moveTo>
                  <a:lnTo>
                    <a:pt x="1828829" y="4857249"/>
                  </a:lnTo>
                  <a:lnTo>
                    <a:pt x="1836788" y="4869949"/>
                  </a:lnTo>
                  <a:lnTo>
                    <a:pt x="1823007" y="4869949"/>
                  </a:lnTo>
                  <a:lnTo>
                    <a:pt x="1815048" y="4857249"/>
                  </a:lnTo>
                  <a:close/>
                </a:path>
                <a:path w="6537959" h="5924550">
                  <a:moveTo>
                    <a:pt x="6095610" y="4768349"/>
                  </a:moveTo>
                  <a:lnTo>
                    <a:pt x="6128128" y="4831849"/>
                  </a:lnTo>
                  <a:lnTo>
                    <a:pt x="6071806" y="4857249"/>
                  </a:lnTo>
                  <a:lnTo>
                    <a:pt x="6039288" y="4806449"/>
                  </a:lnTo>
                  <a:lnTo>
                    <a:pt x="6095610" y="4768349"/>
                  </a:lnTo>
                  <a:close/>
                </a:path>
                <a:path w="6537959" h="5924550">
                  <a:moveTo>
                    <a:pt x="5158683" y="4781049"/>
                  </a:moveTo>
                  <a:lnTo>
                    <a:pt x="5185971" y="4831849"/>
                  </a:lnTo>
                  <a:lnTo>
                    <a:pt x="5138708" y="4857249"/>
                  </a:lnTo>
                  <a:lnTo>
                    <a:pt x="5111420" y="4806449"/>
                  </a:lnTo>
                  <a:lnTo>
                    <a:pt x="5158683" y="4781049"/>
                  </a:lnTo>
                  <a:close/>
                </a:path>
                <a:path w="6537959" h="5924550">
                  <a:moveTo>
                    <a:pt x="4221589" y="4793749"/>
                  </a:moveTo>
                  <a:lnTo>
                    <a:pt x="4243192" y="4831849"/>
                  </a:lnTo>
                  <a:lnTo>
                    <a:pt x="4205772" y="4857249"/>
                  </a:lnTo>
                  <a:lnTo>
                    <a:pt x="4184170" y="4819149"/>
                  </a:lnTo>
                  <a:lnTo>
                    <a:pt x="4221589" y="4793749"/>
                  </a:lnTo>
                  <a:close/>
                </a:path>
                <a:path w="6537959" h="5924550">
                  <a:moveTo>
                    <a:pt x="3025215" y="4819149"/>
                  </a:moveTo>
                  <a:lnTo>
                    <a:pt x="3039996" y="4844549"/>
                  </a:lnTo>
                  <a:lnTo>
                    <a:pt x="3014391" y="4857249"/>
                  </a:lnTo>
                  <a:lnTo>
                    <a:pt x="2999610" y="4831849"/>
                  </a:lnTo>
                  <a:lnTo>
                    <a:pt x="3025215" y="4819149"/>
                  </a:lnTo>
                  <a:close/>
                </a:path>
                <a:path w="6537959" h="5924550">
                  <a:moveTo>
                    <a:pt x="2088278" y="4831849"/>
                  </a:moveTo>
                  <a:lnTo>
                    <a:pt x="2097828" y="4844549"/>
                  </a:lnTo>
                  <a:lnTo>
                    <a:pt x="2081287" y="4857249"/>
                  </a:lnTo>
                  <a:lnTo>
                    <a:pt x="2071737" y="4844549"/>
                  </a:lnTo>
                  <a:lnTo>
                    <a:pt x="2088278" y="4831849"/>
                  </a:lnTo>
                  <a:close/>
                </a:path>
                <a:path w="6537959" h="5924550">
                  <a:moveTo>
                    <a:pt x="1144172" y="4844549"/>
                  </a:moveTo>
                  <a:lnTo>
                    <a:pt x="1151259" y="4844549"/>
                  </a:lnTo>
                  <a:lnTo>
                    <a:pt x="1155353" y="4857249"/>
                  </a:lnTo>
                  <a:lnTo>
                    <a:pt x="1148266" y="4857249"/>
                  </a:lnTo>
                  <a:lnTo>
                    <a:pt x="1144172" y="4844549"/>
                  </a:lnTo>
                  <a:close/>
                </a:path>
                <a:path w="6537959" h="5924550">
                  <a:moveTo>
                    <a:pt x="5417965" y="4768349"/>
                  </a:moveTo>
                  <a:lnTo>
                    <a:pt x="5446389" y="4819149"/>
                  </a:lnTo>
                  <a:lnTo>
                    <a:pt x="5397151" y="4844549"/>
                  </a:lnTo>
                  <a:lnTo>
                    <a:pt x="5368726" y="4793749"/>
                  </a:lnTo>
                  <a:lnTo>
                    <a:pt x="5417965" y="4768349"/>
                  </a:lnTo>
                  <a:close/>
                </a:path>
                <a:path w="6537959" h="5924550">
                  <a:moveTo>
                    <a:pt x="4481031" y="4781049"/>
                  </a:moveTo>
                  <a:lnTo>
                    <a:pt x="4504229" y="4819149"/>
                  </a:lnTo>
                  <a:lnTo>
                    <a:pt x="4464054" y="4844549"/>
                  </a:lnTo>
                  <a:lnTo>
                    <a:pt x="4440861" y="4793749"/>
                  </a:lnTo>
                  <a:lnTo>
                    <a:pt x="4481031" y="4781049"/>
                  </a:lnTo>
                  <a:close/>
                </a:path>
                <a:path w="6537959" h="5924550">
                  <a:moveTo>
                    <a:pt x="3284659" y="4806449"/>
                  </a:moveTo>
                  <a:lnTo>
                    <a:pt x="3301030" y="4831849"/>
                  </a:lnTo>
                  <a:lnTo>
                    <a:pt x="3272675" y="4844549"/>
                  </a:lnTo>
                  <a:lnTo>
                    <a:pt x="3256303" y="4819149"/>
                  </a:lnTo>
                  <a:lnTo>
                    <a:pt x="3284659" y="4806449"/>
                  </a:lnTo>
                  <a:close/>
                </a:path>
                <a:path w="6537959" h="5924550">
                  <a:moveTo>
                    <a:pt x="2347562" y="4819149"/>
                  </a:moveTo>
                  <a:lnTo>
                    <a:pt x="2358248" y="4831849"/>
                  </a:lnTo>
                  <a:lnTo>
                    <a:pt x="2339731" y="4844549"/>
                  </a:lnTo>
                  <a:lnTo>
                    <a:pt x="2329045" y="4831849"/>
                  </a:lnTo>
                  <a:lnTo>
                    <a:pt x="2347562" y="4819149"/>
                  </a:lnTo>
                  <a:close/>
                </a:path>
                <a:path w="6537959" h="5924550">
                  <a:moveTo>
                    <a:pt x="1401484" y="4831849"/>
                  </a:moveTo>
                  <a:lnTo>
                    <a:pt x="1415774" y="4831849"/>
                  </a:lnTo>
                  <a:lnTo>
                    <a:pt x="1406715" y="4844549"/>
                  </a:lnTo>
                  <a:lnTo>
                    <a:pt x="1401484" y="4831849"/>
                  </a:lnTo>
                  <a:close/>
                </a:path>
                <a:path w="6537959" h="5924550">
                  <a:moveTo>
                    <a:pt x="5677325" y="4742949"/>
                  </a:moveTo>
                  <a:lnTo>
                    <a:pt x="5707116" y="4793749"/>
                  </a:lnTo>
                  <a:lnTo>
                    <a:pt x="5655516" y="4831849"/>
                  </a:lnTo>
                  <a:lnTo>
                    <a:pt x="5625725" y="4781049"/>
                  </a:lnTo>
                  <a:lnTo>
                    <a:pt x="5677325" y="4742949"/>
                  </a:lnTo>
                  <a:close/>
                </a:path>
                <a:path w="6537959" h="5924550">
                  <a:moveTo>
                    <a:pt x="4740394" y="4755649"/>
                  </a:moveTo>
                  <a:lnTo>
                    <a:pt x="4764954" y="4806449"/>
                  </a:lnTo>
                  <a:lnTo>
                    <a:pt x="4722418" y="4831849"/>
                  </a:lnTo>
                  <a:lnTo>
                    <a:pt x="4697859" y="4781049"/>
                  </a:lnTo>
                  <a:lnTo>
                    <a:pt x="4740394" y="4755649"/>
                  </a:lnTo>
                  <a:close/>
                </a:path>
                <a:path w="6537959" h="5924550">
                  <a:moveTo>
                    <a:pt x="3544025" y="4793749"/>
                  </a:moveTo>
                  <a:lnTo>
                    <a:pt x="3561762" y="4819149"/>
                  </a:lnTo>
                  <a:lnTo>
                    <a:pt x="3531041" y="4831849"/>
                  </a:lnTo>
                  <a:lnTo>
                    <a:pt x="3513303" y="4806449"/>
                  </a:lnTo>
                  <a:lnTo>
                    <a:pt x="3544025" y="4793749"/>
                  </a:lnTo>
                  <a:close/>
                </a:path>
                <a:path w="6537959" h="5924550">
                  <a:moveTo>
                    <a:pt x="2607006" y="4793749"/>
                  </a:moveTo>
                  <a:lnTo>
                    <a:pt x="2619288" y="4819149"/>
                  </a:lnTo>
                  <a:lnTo>
                    <a:pt x="2598021" y="4831849"/>
                  </a:lnTo>
                  <a:lnTo>
                    <a:pt x="2585738" y="4806449"/>
                  </a:lnTo>
                  <a:lnTo>
                    <a:pt x="2607006" y="4793749"/>
                  </a:lnTo>
                  <a:close/>
                </a:path>
                <a:path w="6537959" h="5924550">
                  <a:moveTo>
                    <a:pt x="1669992" y="4806449"/>
                  </a:moveTo>
                  <a:lnTo>
                    <a:pt x="1676813" y="4819149"/>
                  </a:lnTo>
                  <a:lnTo>
                    <a:pt x="1664994" y="4831849"/>
                  </a:lnTo>
                  <a:lnTo>
                    <a:pt x="1658172" y="4819149"/>
                  </a:lnTo>
                  <a:lnTo>
                    <a:pt x="1669992" y="4806449"/>
                  </a:lnTo>
                  <a:close/>
                </a:path>
                <a:path w="6537959" h="5924550">
                  <a:moveTo>
                    <a:pt x="5936767" y="4730249"/>
                  </a:moveTo>
                  <a:lnTo>
                    <a:pt x="5968149" y="4781049"/>
                  </a:lnTo>
                  <a:lnTo>
                    <a:pt x="5913794" y="4819149"/>
                  </a:lnTo>
                  <a:lnTo>
                    <a:pt x="5882412" y="4755649"/>
                  </a:lnTo>
                  <a:lnTo>
                    <a:pt x="5936767" y="4730249"/>
                  </a:lnTo>
                  <a:close/>
                </a:path>
                <a:path w="6537959" h="5924550">
                  <a:moveTo>
                    <a:pt x="3803306" y="4768349"/>
                  </a:moveTo>
                  <a:lnTo>
                    <a:pt x="3822176" y="4806449"/>
                  </a:lnTo>
                  <a:lnTo>
                    <a:pt x="3789483" y="4819149"/>
                  </a:lnTo>
                  <a:lnTo>
                    <a:pt x="3770613" y="4793749"/>
                  </a:lnTo>
                  <a:lnTo>
                    <a:pt x="3803306" y="4768349"/>
                  </a:lnTo>
                  <a:close/>
                </a:path>
                <a:path w="6537959" h="5924550">
                  <a:moveTo>
                    <a:pt x="2866372" y="4781049"/>
                  </a:moveTo>
                  <a:lnTo>
                    <a:pt x="2880015" y="4806449"/>
                  </a:lnTo>
                  <a:lnTo>
                    <a:pt x="2856386" y="4819149"/>
                  </a:lnTo>
                  <a:lnTo>
                    <a:pt x="2842738" y="4793749"/>
                  </a:lnTo>
                  <a:lnTo>
                    <a:pt x="2866372" y="4781049"/>
                  </a:lnTo>
                  <a:close/>
                </a:path>
                <a:path w="6537959" h="5924550">
                  <a:moveTo>
                    <a:pt x="1929352" y="4793749"/>
                  </a:moveTo>
                  <a:lnTo>
                    <a:pt x="1937540" y="4806449"/>
                  </a:lnTo>
                  <a:lnTo>
                    <a:pt x="1923360" y="4819149"/>
                  </a:lnTo>
                  <a:lnTo>
                    <a:pt x="1915177" y="4806449"/>
                  </a:lnTo>
                  <a:lnTo>
                    <a:pt x="1929352" y="4793749"/>
                  </a:lnTo>
                  <a:close/>
                </a:path>
                <a:path w="6537959" h="5924550">
                  <a:moveTo>
                    <a:pt x="6196137" y="4717549"/>
                  </a:moveTo>
                  <a:lnTo>
                    <a:pt x="6228880" y="4768349"/>
                  </a:lnTo>
                  <a:lnTo>
                    <a:pt x="6172159" y="4806449"/>
                  </a:lnTo>
                  <a:lnTo>
                    <a:pt x="6139416" y="4742949"/>
                  </a:lnTo>
                  <a:lnTo>
                    <a:pt x="6196137" y="4717549"/>
                  </a:lnTo>
                  <a:close/>
                </a:path>
                <a:path w="6537959" h="5924550">
                  <a:moveTo>
                    <a:pt x="4999758" y="4742949"/>
                  </a:moveTo>
                  <a:lnTo>
                    <a:pt x="5025684" y="4781049"/>
                  </a:lnTo>
                  <a:lnTo>
                    <a:pt x="4980778" y="4806449"/>
                  </a:lnTo>
                  <a:lnTo>
                    <a:pt x="4954857" y="4768349"/>
                  </a:lnTo>
                  <a:lnTo>
                    <a:pt x="4999758" y="4742949"/>
                  </a:lnTo>
                  <a:close/>
                </a:path>
                <a:path w="6537959" h="5924550">
                  <a:moveTo>
                    <a:pt x="4062748" y="4755649"/>
                  </a:moveTo>
                  <a:lnTo>
                    <a:pt x="4083213" y="4793749"/>
                  </a:lnTo>
                  <a:lnTo>
                    <a:pt x="4047765" y="4806449"/>
                  </a:lnTo>
                  <a:lnTo>
                    <a:pt x="4027300" y="4768349"/>
                  </a:lnTo>
                  <a:lnTo>
                    <a:pt x="4062748" y="4755649"/>
                  </a:lnTo>
                  <a:close/>
                </a:path>
                <a:path w="6537959" h="5924550">
                  <a:moveTo>
                    <a:pt x="3125733" y="4768349"/>
                  </a:moveTo>
                  <a:lnTo>
                    <a:pt x="3140743" y="4793749"/>
                  </a:lnTo>
                  <a:lnTo>
                    <a:pt x="3114749" y="4806449"/>
                  </a:lnTo>
                  <a:lnTo>
                    <a:pt x="3099739" y="4781049"/>
                  </a:lnTo>
                  <a:lnTo>
                    <a:pt x="3125733" y="4768349"/>
                  </a:lnTo>
                  <a:close/>
                </a:path>
                <a:path w="6537959" h="5924550">
                  <a:moveTo>
                    <a:pt x="2172177" y="4781049"/>
                  </a:moveTo>
                  <a:lnTo>
                    <a:pt x="2188718" y="4781049"/>
                  </a:lnTo>
                  <a:lnTo>
                    <a:pt x="2198268" y="4793749"/>
                  </a:lnTo>
                  <a:lnTo>
                    <a:pt x="2181727" y="4806449"/>
                  </a:lnTo>
                  <a:lnTo>
                    <a:pt x="2172177" y="4781049"/>
                  </a:lnTo>
                  <a:close/>
                </a:path>
                <a:path w="6537959" h="5924550">
                  <a:moveTo>
                    <a:pt x="5259123" y="4717549"/>
                  </a:moveTo>
                  <a:lnTo>
                    <a:pt x="5286410" y="4768349"/>
                  </a:lnTo>
                  <a:lnTo>
                    <a:pt x="5239143" y="4793749"/>
                  </a:lnTo>
                  <a:lnTo>
                    <a:pt x="5211855" y="4755649"/>
                  </a:lnTo>
                  <a:lnTo>
                    <a:pt x="5259123" y="4717549"/>
                  </a:lnTo>
                  <a:close/>
                </a:path>
                <a:path w="6537959" h="5924550">
                  <a:moveTo>
                    <a:pt x="4322110" y="4730249"/>
                  </a:moveTo>
                  <a:lnTo>
                    <a:pt x="4343942" y="4768349"/>
                  </a:lnTo>
                  <a:lnTo>
                    <a:pt x="4306128" y="4793749"/>
                  </a:lnTo>
                  <a:lnTo>
                    <a:pt x="4284296" y="4755649"/>
                  </a:lnTo>
                  <a:lnTo>
                    <a:pt x="4322110" y="4730249"/>
                  </a:lnTo>
                  <a:close/>
                </a:path>
                <a:path w="6537959" h="5924550">
                  <a:moveTo>
                    <a:pt x="3385099" y="4742949"/>
                  </a:moveTo>
                  <a:lnTo>
                    <a:pt x="3401471" y="4781049"/>
                  </a:lnTo>
                  <a:lnTo>
                    <a:pt x="3373115" y="4793749"/>
                  </a:lnTo>
                  <a:lnTo>
                    <a:pt x="3356743" y="4768349"/>
                  </a:lnTo>
                  <a:lnTo>
                    <a:pt x="3385099" y="4742949"/>
                  </a:lnTo>
                  <a:close/>
                </a:path>
                <a:path w="6537959" h="5924550">
                  <a:moveTo>
                    <a:pt x="2448080" y="4755649"/>
                  </a:moveTo>
                  <a:lnTo>
                    <a:pt x="2458996" y="4781049"/>
                  </a:lnTo>
                  <a:lnTo>
                    <a:pt x="2440093" y="4793749"/>
                  </a:lnTo>
                  <a:lnTo>
                    <a:pt x="2429177" y="4768349"/>
                  </a:lnTo>
                  <a:lnTo>
                    <a:pt x="2448080" y="4755649"/>
                  </a:lnTo>
                  <a:close/>
                </a:path>
                <a:path w="6537959" h="5924550">
                  <a:moveTo>
                    <a:pt x="1251782" y="4781049"/>
                  </a:moveTo>
                  <a:lnTo>
                    <a:pt x="1256100" y="4793749"/>
                  </a:lnTo>
                  <a:lnTo>
                    <a:pt x="1244300" y="4793749"/>
                  </a:lnTo>
                  <a:lnTo>
                    <a:pt x="1251782" y="4781049"/>
                  </a:lnTo>
                  <a:close/>
                </a:path>
                <a:path w="6537959" h="5924550">
                  <a:moveTo>
                    <a:pt x="5518482" y="4704849"/>
                  </a:moveTo>
                  <a:lnTo>
                    <a:pt x="5547136" y="4755649"/>
                  </a:lnTo>
                  <a:lnTo>
                    <a:pt x="5497508" y="4781049"/>
                  </a:lnTo>
                  <a:lnTo>
                    <a:pt x="5468854" y="4730249"/>
                  </a:lnTo>
                  <a:lnTo>
                    <a:pt x="5518482" y="4704849"/>
                  </a:lnTo>
                  <a:close/>
                </a:path>
                <a:path w="6537959" h="5924550">
                  <a:moveTo>
                    <a:pt x="4581470" y="4717549"/>
                  </a:moveTo>
                  <a:lnTo>
                    <a:pt x="4604668" y="4755649"/>
                  </a:lnTo>
                  <a:lnTo>
                    <a:pt x="4564488" y="4781049"/>
                  </a:lnTo>
                  <a:lnTo>
                    <a:pt x="4541295" y="4742949"/>
                  </a:lnTo>
                  <a:lnTo>
                    <a:pt x="4581470" y="4717549"/>
                  </a:lnTo>
                  <a:close/>
                </a:path>
                <a:path w="6537959" h="5924550">
                  <a:moveTo>
                    <a:pt x="3644546" y="4730249"/>
                  </a:moveTo>
                  <a:lnTo>
                    <a:pt x="3662509" y="4755649"/>
                  </a:lnTo>
                  <a:lnTo>
                    <a:pt x="3631393" y="4781049"/>
                  </a:lnTo>
                  <a:lnTo>
                    <a:pt x="3613431" y="4742949"/>
                  </a:lnTo>
                  <a:lnTo>
                    <a:pt x="3644546" y="4730249"/>
                  </a:lnTo>
                  <a:close/>
                </a:path>
                <a:path w="6537959" h="5924550">
                  <a:moveTo>
                    <a:pt x="2707528" y="4742949"/>
                  </a:moveTo>
                  <a:lnTo>
                    <a:pt x="2720035" y="4768349"/>
                  </a:lnTo>
                  <a:lnTo>
                    <a:pt x="2698373" y="4781049"/>
                  </a:lnTo>
                  <a:lnTo>
                    <a:pt x="2685866" y="4755649"/>
                  </a:lnTo>
                  <a:lnTo>
                    <a:pt x="2707528" y="4742949"/>
                  </a:lnTo>
                  <a:close/>
                </a:path>
                <a:path w="6537959" h="5924550">
                  <a:moveTo>
                    <a:pt x="1511065" y="4768349"/>
                  </a:moveTo>
                  <a:lnTo>
                    <a:pt x="1516521" y="4781049"/>
                  </a:lnTo>
                  <a:lnTo>
                    <a:pt x="1501612" y="4781049"/>
                  </a:lnTo>
                  <a:lnTo>
                    <a:pt x="1511065" y="4768349"/>
                  </a:lnTo>
                  <a:close/>
                </a:path>
                <a:path w="6537959" h="5924550">
                  <a:moveTo>
                    <a:pt x="5777847" y="4692149"/>
                  </a:moveTo>
                  <a:lnTo>
                    <a:pt x="5807862" y="4742949"/>
                  </a:lnTo>
                  <a:lnTo>
                    <a:pt x="5755868" y="4768349"/>
                  </a:lnTo>
                  <a:lnTo>
                    <a:pt x="5725853" y="4717549"/>
                  </a:lnTo>
                  <a:lnTo>
                    <a:pt x="5777847" y="4692149"/>
                  </a:lnTo>
                  <a:close/>
                </a:path>
                <a:path w="6537959" h="5924550">
                  <a:moveTo>
                    <a:pt x="4840916" y="4704849"/>
                  </a:moveTo>
                  <a:lnTo>
                    <a:pt x="4865705" y="4742949"/>
                  </a:lnTo>
                  <a:lnTo>
                    <a:pt x="4822770" y="4768349"/>
                  </a:lnTo>
                  <a:lnTo>
                    <a:pt x="4797986" y="4730249"/>
                  </a:lnTo>
                  <a:lnTo>
                    <a:pt x="4840916" y="4704849"/>
                  </a:lnTo>
                  <a:close/>
                </a:path>
                <a:path w="6537959" h="5924550">
                  <a:moveTo>
                    <a:pt x="3903823" y="4717549"/>
                  </a:moveTo>
                  <a:lnTo>
                    <a:pt x="3922923" y="4742949"/>
                  </a:lnTo>
                  <a:lnTo>
                    <a:pt x="3889840" y="4768349"/>
                  </a:lnTo>
                  <a:lnTo>
                    <a:pt x="3870736" y="4730249"/>
                  </a:lnTo>
                  <a:lnTo>
                    <a:pt x="3903823" y="4717549"/>
                  </a:lnTo>
                  <a:close/>
                </a:path>
                <a:path w="6537959" h="5924550">
                  <a:moveTo>
                    <a:pt x="1758611" y="4755649"/>
                  </a:moveTo>
                  <a:lnTo>
                    <a:pt x="1770431" y="4755649"/>
                  </a:lnTo>
                  <a:lnTo>
                    <a:pt x="1777252" y="4768349"/>
                  </a:lnTo>
                  <a:lnTo>
                    <a:pt x="1765433" y="4768349"/>
                  </a:lnTo>
                  <a:lnTo>
                    <a:pt x="1758611" y="4755649"/>
                  </a:lnTo>
                  <a:close/>
                </a:path>
                <a:path w="6537959" h="5924550">
                  <a:moveTo>
                    <a:pt x="6037206" y="4666749"/>
                  </a:moveTo>
                  <a:lnTo>
                    <a:pt x="6068588" y="4730249"/>
                  </a:lnTo>
                  <a:lnTo>
                    <a:pt x="6014233" y="4755649"/>
                  </a:lnTo>
                  <a:lnTo>
                    <a:pt x="5982851" y="4704849"/>
                  </a:lnTo>
                  <a:lnTo>
                    <a:pt x="6037206" y="4666749"/>
                  </a:lnTo>
                  <a:close/>
                </a:path>
                <a:path w="6537959" h="5924550">
                  <a:moveTo>
                    <a:pt x="5100280" y="4679449"/>
                  </a:moveTo>
                  <a:lnTo>
                    <a:pt x="5126431" y="4730249"/>
                  </a:lnTo>
                  <a:lnTo>
                    <a:pt x="5081135" y="4755649"/>
                  </a:lnTo>
                  <a:lnTo>
                    <a:pt x="5054984" y="4704849"/>
                  </a:lnTo>
                  <a:lnTo>
                    <a:pt x="5100280" y="4679449"/>
                  </a:lnTo>
                  <a:close/>
                </a:path>
                <a:path w="6537959" h="5924550">
                  <a:moveTo>
                    <a:pt x="4163269" y="4692149"/>
                  </a:moveTo>
                  <a:lnTo>
                    <a:pt x="4183964" y="4730249"/>
                  </a:lnTo>
                  <a:lnTo>
                    <a:pt x="4148121" y="4755649"/>
                  </a:lnTo>
                  <a:lnTo>
                    <a:pt x="4127426" y="4717549"/>
                  </a:lnTo>
                  <a:lnTo>
                    <a:pt x="4163269" y="4692149"/>
                  </a:lnTo>
                  <a:close/>
                </a:path>
                <a:path w="6537959" h="5924550">
                  <a:moveTo>
                    <a:pt x="2966812" y="4717549"/>
                  </a:moveTo>
                  <a:lnTo>
                    <a:pt x="2980456" y="4742949"/>
                  </a:lnTo>
                  <a:lnTo>
                    <a:pt x="2956822" y="4755649"/>
                  </a:lnTo>
                  <a:lnTo>
                    <a:pt x="2943174" y="4742949"/>
                  </a:lnTo>
                  <a:lnTo>
                    <a:pt x="2966812" y="4717549"/>
                  </a:lnTo>
                  <a:close/>
                </a:path>
                <a:path w="6537959" h="5924550">
                  <a:moveTo>
                    <a:pt x="2029870" y="4730249"/>
                  </a:moveTo>
                  <a:lnTo>
                    <a:pt x="2038288" y="4755649"/>
                  </a:lnTo>
                  <a:lnTo>
                    <a:pt x="2023718" y="4755649"/>
                  </a:lnTo>
                  <a:lnTo>
                    <a:pt x="2015300" y="4742949"/>
                  </a:lnTo>
                  <a:lnTo>
                    <a:pt x="2029870" y="4730249"/>
                  </a:lnTo>
                  <a:close/>
                </a:path>
                <a:path w="6537959" h="5924550">
                  <a:moveTo>
                    <a:pt x="1092856" y="4742949"/>
                  </a:moveTo>
                  <a:lnTo>
                    <a:pt x="1095814" y="4755649"/>
                  </a:lnTo>
                  <a:lnTo>
                    <a:pt x="1087735" y="4755649"/>
                  </a:lnTo>
                  <a:lnTo>
                    <a:pt x="1092856" y="4742949"/>
                  </a:lnTo>
                  <a:close/>
                </a:path>
                <a:path w="6537959" h="5924550">
                  <a:moveTo>
                    <a:pt x="5359640" y="4666749"/>
                  </a:moveTo>
                  <a:lnTo>
                    <a:pt x="5387156" y="4717549"/>
                  </a:lnTo>
                  <a:lnTo>
                    <a:pt x="5339500" y="4742949"/>
                  </a:lnTo>
                  <a:lnTo>
                    <a:pt x="5311983" y="4692149"/>
                  </a:lnTo>
                  <a:lnTo>
                    <a:pt x="5359640" y="4666749"/>
                  </a:lnTo>
                  <a:close/>
                </a:path>
                <a:path w="6537959" h="5924550">
                  <a:moveTo>
                    <a:pt x="4422627" y="4679449"/>
                  </a:moveTo>
                  <a:lnTo>
                    <a:pt x="4444684" y="4717549"/>
                  </a:lnTo>
                  <a:lnTo>
                    <a:pt x="4406485" y="4742949"/>
                  </a:lnTo>
                  <a:lnTo>
                    <a:pt x="4384429" y="4704849"/>
                  </a:lnTo>
                  <a:lnTo>
                    <a:pt x="4422627" y="4679449"/>
                  </a:lnTo>
                  <a:close/>
                </a:path>
                <a:path w="6537959" h="5924550">
                  <a:moveTo>
                    <a:pt x="3226255" y="4704849"/>
                  </a:moveTo>
                  <a:lnTo>
                    <a:pt x="3241490" y="4730249"/>
                  </a:lnTo>
                  <a:lnTo>
                    <a:pt x="3215101" y="4742949"/>
                  </a:lnTo>
                  <a:lnTo>
                    <a:pt x="3199866" y="4717549"/>
                  </a:lnTo>
                  <a:lnTo>
                    <a:pt x="3226255" y="4704849"/>
                  </a:lnTo>
                  <a:close/>
                </a:path>
                <a:path w="6537959" h="5924550">
                  <a:moveTo>
                    <a:pt x="2289241" y="4717549"/>
                  </a:moveTo>
                  <a:lnTo>
                    <a:pt x="2299020" y="4730249"/>
                  </a:lnTo>
                  <a:lnTo>
                    <a:pt x="2282080" y="4742949"/>
                  </a:lnTo>
                  <a:lnTo>
                    <a:pt x="2272301" y="4730249"/>
                  </a:lnTo>
                  <a:lnTo>
                    <a:pt x="2289241" y="4717549"/>
                  </a:lnTo>
                  <a:close/>
                </a:path>
                <a:path w="6537959" h="5924550">
                  <a:moveTo>
                    <a:pt x="1344740" y="4730249"/>
                  </a:moveTo>
                  <a:lnTo>
                    <a:pt x="1352222" y="4730249"/>
                  </a:lnTo>
                  <a:lnTo>
                    <a:pt x="1356541" y="4742949"/>
                  </a:lnTo>
                  <a:lnTo>
                    <a:pt x="1349058" y="4742949"/>
                  </a:lnTo>
                  <a:lnTo>
                    <a:pt x="1344740" y="4730249"/>
                  </a:lnTo>
                  <a:close/>
                </a:path>
                <a:path w="6537959" h="5924550">
                  <a:moveTo>
                    <a:pt x="5619000" y="4654049"/>
                  </a:moveTo>
                  <a:lnTo>
                    <a:pt x="5647883" y="4692149"/>
                  </a:lnTo>
                  <a:lnTo>
                    <a:pt x="5597860" y="4730249"/>
                  </a:lnTo>
                  <a:lnTo>
                    <a:pt x="5568977" y="4679449"/>
                  </a:lnTo>
                  <a:lnTo>
                    <a:pt x="5619000" y="4654049"/>
                  </a:lnTo>
                  <a:close/>
                </a:path>
                <a:path w="6537959" h="5924550">
                  <a:moveTo>
                    <a:pt x="3485621" y="4692149"/>
                  </a:moveTo>
                  <a:lnTo>
                    <a:pt x="3502222" y="4717549"/>
                  </a:lnTo>
                  <a:lnTo>
                    <a:pt x="3473467" y="4730249"/>
                  </a:lnTo>
                  <a:lnTo>
                    <a:pt x="3456867" y="4704849"/>
                  </a:lnTo>
                  <a:lnTo>
                    <a:pt x="3485621" y="4692149"/>
                  </a:lnTo>
                  <a:close/>
                </a:path>
                <a:path w="6537959" h="5924550">
                  <a:moveTo>
                    <a:pt x="2548603" y="4704849"/>
                  </a:moveTo>
                  <a:lnTo>
                    <a:pt x="2559748" y="4717549"/>
                  </a:lnTo>
                  <a:lnTo>
                    <a:pt x="2540447" y="4730249"/>
                  </a:lnTo>
                  <a:lnTo>
                    <a:pt x="2529302" y="4717549"/>
                  </a:lnTo>
                  <a:lnTo>
                    <a:pt x="2548603" y="4704849"/>
                  </a:lnTo>
                  <a:close/>
                </a:path>
                <a:path w="6537959" h="5924550">
                  <a:moveTo>
                    <a:pt x="1601741" y="4717549"/>
                  </a:moveTo>
                  <a:lnTo>
                    <a:pt x="1617269" y="4717549"/>
                  </a:lnTo>
                  <a:lnTo>
                    <a:pt x="1607426" y="4730249"/>
                  </a:lnTo>
                  <a:lnTo>
                    <a:pt x="1601741" y="4717549"/>
                  </a:lnTo>
                  <a:close/>
                </a:path>
                <a:path w="6537959" h="5924550">
                  <a:moveTo>
                    <a:pt x="5878364" y="4628649"/>
                  </a:moveTo>
                  <a:lnTo>
                    <a:pt x="5908609" y="4679449"/>
                  </a:lnTo>
                  <a:lnTo>
                    <a:pt x="5856225" y="4717549"/>
                  </a:lnTo>
                  <a:lnTo>
                    <a:pt x="5825980" y="4666749"/>
                  </a:lnTo>
                  <a:lnTo>
                    <a:pt x="5878364" y="4628649"/>
                  </a:lnTo>
                  <a:close/>
                </a:path>
                <a:path w="6537959" h="5924550">
                  <a:moveTo>
                    <a:pt x="4681991" y="4654049"/>
                  </a:moveTo>
                  <a:lnTo>
                    <a:pt x="4705414" y="4704849"/>
                  </a:lnTo>
                  <a:lnTo>
                    <a:pt x="4664849" y="4717549"/>
                  </a:lnTo>
                  <a:lnTo>
                    <a:pt x="4641427" y="4679449"/>
                  </a:lnTo>
                  <a:lnTo>
                    <a:pt x="4681991" y="4654049"/>
                  </a:lnTo>
                  <a:close/>
                </a:path>
                <a:path w="6537959" h="5924550">
                  <a:moveTo>
                    <a:pt x="3744985" y="4666749"/>
                  </a:moveTo>
                  <a:lnTo>
                    <a:pt x="3762948" y="4704849"/>
                  </a:lnTo>
                  <a:lnTo>
                    <a:pt x="3731832" y="4717549"/>
                  </a:lnTo>
                  <a:lnTo>
                    <a:pt x="3713869" y="4692149"/>
                  </a:lnTo>
                  <a:lnTo>
                    <a:pt x="3744985" y="4666749"/>
                  </a:lnTo>
                  <a:close/>
                </a:path>
                <a:path w="6537959" h="5924550">
                  <a:moveTo>
                    <a:pt x="2808047" y="4679449"/>
                  </a:moveTo>
                  <a:lnTo>
                    <a:pt x="2820783" y="4704849"/>
                  </a:lnTo>
                  <a:lnTo>
                    <a:pt x="2798726" y="4717549"/>
                  </a:lnTo>
                  <a:lnTo>
                    <a:pt x="2785995" y="4692149"/>
                  </a:lnTo>
                  <a:lnTo>
                    <a:pt x="2808047" y="4679449"/>
                  </a:lnTo>
                  <a:close/>
                </a:path>
                <a:path w="6537959" h="5924550">
                  <a:moveTo>
                    <a:pt x="1870949" y="4692149"/>
                  </a:moveTo>
                  <a:lnTo>
                    <a:pt x="1877995" y="4704849"/>
                  </a:lnTo>
                  <a:lnTo>
                    <a:pt x="1865787" y="4717549"/>
                  </a:lnTo>
                  <a:lnTo>
                    <a:pt x="1858740" y="4704849"/>
                  </a:lnTo>
                  <a:lnTo>
                    <a:pt x="1870949" y="4692149"/>
                  </a:lnTo>
                  <a:close/>
                </a:path>
                <a:path w="6537959" h="5924550">
                  <a:moveTo>
                    <a:pt x="6137733" y="4615949"/>
                  </a:moveTo>
                  <a:lnTo>
                    <a:pt x="6169340" y="4666749"/>
                  </a:lnTo>
                  <a:lnTo>
                    <a:pt x="6114590" y="4704849"/>
                  </a:lnTo>
                  <a:lnTo>
                    <a:pt x="6082980" y="4641349"/>
                  </a:lnTo>
                  <a:lnTo>
                    <a:pt x="6137733" y="4615949"/>
                  </a:lnTo>
                  <a:close/>
                </a:path>
                <a:path w="6537959" h="5924550">
                  <a:moveTo>
                    <a:pt x="4941355" y="4641349"/>
                  </a:moveTo>
                  <a:lnTo>
                    <a:pt x="4966144" y="4679449"/>
                  </a:lnTo>
                  <a:lnTo>
                    <a:pt x="4923205" y="4704849"/>
                  </a:lnTo>
                  <a:lnTo>
                    <a:pt x="4898420" y="4666749"/>
                  </a:lnTo>
                  <a:lnTo>
                    <a:pt x="4941355" y="4641349"/>
                  </a:lnTo>
                  <a:close/>
                </a:path>
                <a:path w="6537959" h="5924550">
                  <a:moveTo>
                    <a:pt x="4004344" y="4654049"/>
                  </a:moveTo>
                  <a:lnTo>
                    <a:pt x="4023673" y="4692149"/>
                  </a:lnTo>
                  <a:lnTo>
                    <a:pt x="3990196" y="4704849"/>
                  </a:lnTo>
                  <a:lnTo>
                    <a:pt x="3970867" y="4679449"/>
                  </a:lnTo>
                  <a:lnTo>
                    <a:pt x="4004344" y="4654049"/>
                  </a:lnTo>
                  <a:close/>
                </a:path>
                <a:path w="6537959" h="5924550">
                  <a:moveTo>
                    <a:pt x="3067330" y="4666749"/>
                  </a:moveTo>
                  <a:lnTo>
                    <a:pt x="3081203" y="4692149"/>
                  </a:lnTo>
                  <a:lnTo>
                    <a:pt x="3057179" y="4704849"/>
                  </a:lnTo>
                  <a:lnTo>
                    <a:pt x="3043306" y="4679449"/>
                  </a:lnTo>
                  <a:lnTo>
                    <a:pt x="3067330" y="4666749"/>
                  </a:lnTo>
                  <a:close/>
                </a:path>
                <a:path w="6537959" h="5924550">
                  <a:moveTo>
                    <a:pt x="2115741" y="4679449"/>
                  </a:moveTo>
                  <a:lnTo>
                    <a:pt x="2130310" y="4679449"/>
                  </a:lnTo>
                  <a:lnTo>
                    <a:pt x="2138728" y="4692149"/>
                  </a:lnTo>
                  <a:lnTo>
                    <a:pt x="2124153" y="4704849"/>
                  </a:lnTo>
                  <a:lnTo>
                    <a:pt x="2115741" y="4679449"/>
                  </a:lnTo>
                  <a:close/>
                </a:path>
                <a:path w="6537959" h="5924550">
                  <a:moveTo>
                    <a:pt x="5200797" y="4628649"/>
                  </a:moveTo>
                  <a:lnTo>
                    <a:pt x="5227177" y="4666749"/>
                  </a:lnTo>
                  <a:lnTo>
                    <a:pt x="5181492" y="4692149"/>
                  </a:lnTo>
                  <a:lnTo>
                    <a:pt x="5155112" y="4654049"/>
                  </a:lnTo>
                  <a:lnTo>
                    <a:pt x="5200797" y="4628649"/>
                  </a:lnTo>
                  <a:close/>
                </a:path>
                <a:path w="6537959" h="5924550">
                  <a:moveTo>
                    <a:pt x="4263790" y="4641349"/>
                  </a:moveTo>
                  <a:lnTo>
                    <a:pt x="4284714" y="4666749"/>
                  </a:lnTo>
                  <a:lnTo>
                    <a:pt x="4248473" y="4692149"/>
                  </a:lnTo>
                  <a:lnTo>
                    <a:pt x="4227553" y="4654049"/>
                  </a:lnTo>
                  <a:lnTo>
                    <a:pt x="4263790" y="4641349"/>
                  </a:lnTo>
                  <a:close/>
                </a:path>
                <a:path w="6537959" h="5924550">
                  <a:moveTo>
                    <a:pt x="3326778" y="4654049"/>
                  </a:moveTo>
                  <a:lnTo>
                    <a:pt x="3342242" y="4679449"/>
                  </a:lnTo>
                  <a:lnTo>
                    <a:pt x="3315459" y="4692149"/>
                  </a:lnTo>
                  <a:lnTo>
                    <a:pt x="3299995" y="4666749"/>
                  </a:lnTo>
                  <a:lnTo>
                    <a:pt x="3326778" y="4654049"/>
                  </a:lnTo>
                  <a:close/>
                </a:path>
                <a:path w="6537959" h="5924550">
                  <a:moveTo>
                    <a:pt x="2389759" y="4654049"/>
                  </a:moveTo>
                  <a:lnTo>
                    <a:pt x="2399768" y="4679449"/>
                  </a:lnTo>
                  <a:lnTo>
                    <a:pt x="2382438" y="4692149"/>
                  </a:lnTo>
                  <a:lnTo>
                    <a:pt x="2372430" y="4666749"/>
                  </a:lnTo>
                  <a:lnTo>
                    <a:pt x="2389759" y="4654049"/>
                  </a:lnTo>
                  <a:close/>
                </a:path>
                <a:path w="6537959" h="5924550">
                  <a:moveTo>
                    <a:pt x="5460166" y="4603249"/>
                  </a:moveTo>
                  <a:lnTo>
                    <a:pt x="5487908" y="4654049"/>
                  </a:lnTo>
                  <a:lnTo>
                    <a:pt x="5439852" y="4679449"/>
                  </a:lnTo>
                  <a:lnTo>
                    <a:pt x="5412110" y="4628649"/>
                  </a:lnTo>
                  <a:lnTo>
                    <a:pt x="5460166" y="4603249"/>
                  </a:lnTo>
                  <a:close/>
                </a:path>
                <a:path w="6537959" h="5924550">
                  <a:moveTo>
                    <a:pt x="4523066" y="4615949"/>
                  </a:moveTo>
                  <a:lnTo>
                    <a:pt x="4545123" y="4654049"/>
                  </a:lnTo>
                  <a:lnTo>
                    <a:pt x="4506919" y="4679449"/>
                  </a:lnTo>
                  <a:lnTo>
                    <a:pt x="4484863" y="4641349"/>
                  </a:lnTo>
                  <a:lnTo>
                    <a:pt x="4523066" y="4615949"/>
                  </a:lnTo>
                  <a:close/>
                </a:path>
                <a:path w="6537959" h="5924550">
                  <a:moveTo>
                    <a:pt x="3586138" y="4628649"/>
                  </a:moveTo>
                  <a:lnTo>
                    <a:pt x="3602969" y="4654049"/>
                  </a:lnTo>
                  <a:lnTo>
                    <a:pt x="3573820" y="4679449"/>
                  </a:lnTo>
                  <a:lnTo>
                    <a:pt x="3556994" y="4641349"/>
                  </a:lnTo>
                  <a:lnTo>
                    <a:pt x="3586138" y="4628649"/>
                  </a:lnTo>
                  <a:close/>
                </a:path>
                <a:path w="6537959" h="5924550">
                  <a:moveTo>
                    <a:pt x="1452740" y="4666749"/>
                  </a:moveTo>
                  <a:lnTo>
                    <a:pt x="1457288" y="4679449"/>
                  </a:lnTo>
                  <a:lnTo>
                    <a:pt x="1444864" y="4679449"/>
                  </a:lnTo>
                  <a:lnTo>
                    <a:pt x="1452740" y="4666749"/>
                  </a:lnTo>
                  <a:close/>
                </a:path>
                <a:path w="6537959" h="5924550">
                  <a:moveTo>
                    <a:pt x="5719526" y="4590549"/>
                  </a:moveTo>
                  <a:lnTo>
                    <a:pt x="5748634" y="4641349"/>
                  </a:lnTo>
                  <a:lnTo>
                    <a:pt x="5698217" y="4666749"/>
                  </a:lnTo>
                  <a:lnTo>
                    <a:pt x="5669109" y="4615949"/>
                  </a:lnTo>
                  <a:lnTo>
                    <a:pt x="5719526" y="4590549"/>
                  </a:lnTo>
                  <a:close/>
                </a:path>
                <a:path w="6537959" h="5924550">
                  <a:moveTo>
                    <a:pt x="4782513" y="4603249"/>
                  </a:moveTo>
                  <a:lnTo>
                    <a:pt x="4806160" y="4641349"/>
                  </a:lnTo>
                  <a:lnTo>
                    <a:pt x="4765202" y="4666749"/>
                  </a:lnTo>
                  <a:lnTo>
                    <a:pt x="4741550" y="4628649"/>
                  </a:lnTo>
                  <a:lnTo>
                    <a:pt x="4782513" y="4603249"/>
                  </a:lnTo>
                  <a:close/>
                </a:path>
                <a:path w="6537959" h="5924550">
                  <a:moveTo>
                    <a:pt x="3845502" y="4615949"/>
                  </a:moveTo>
                  <a:lnTo>
                    <a:pt x="3863694" y="4641349"/>
                  </a:lnTo>
                  <a:lnTo>
                    <a:pt x="3832189" y="4666749"/>
                  </a:lnTo>
                  <a:lnTo>
                    <a:pt x="3813997" y="4628649"/>
                  </a:lnTo>
                  <a:lnTo>
                    <a:pt x="3845502" y="4615949"/>
                  </a:lnTo>
                  <a:close/>
                </a:path>
                <a:path w="6537959" h="5924550">
                  <a:moveTo>
                    <a:pt x="2649125" y="4641349"/>
                  </a:moveTo>
                  <a:lnTo>
                    <a:pt x="2660495" y="4666749"/>
                  </a:lnTo>
                  <a:lnTo>
                    <a:pt x="2640800" y="4666749"/>
                  </a:lnTo>
                  <a:lnTo>
                    <a:pt x="2629430" y="4654049"/>
                  </a:lnTo>
                  <a:lnTo>
                    <a:pt x="2649125" y="4641349"/>
                  </a:lnTo>
                  <a:close/>
                </a:path>
                <a:path w="6537959" h="5924550">
                  <a:moveTo>
                    <a:pt x="1701863" y="4654049"/>
                  </a:moveTo>
                  <a:lnTo>
                    <a:pt x="1712105" y="4654049"/>
                  </a:lnTo>
                  <a:lnTo>
                    <a:pt x="1718015" y="4666749"/>
                  </a:lnTo>
                  <a:lnTo>
                    <a:pt x="1707777" y="4666749"/>
                  </a:lnTo>
                  <a:lnTo>
                    <a:pt x="1701863" y="4654049"/>
                  </a:lnTo>
                  <a:close/>
                </a:path>
                <a:path w="6537959" h="5924550">
                  <a:moveTo>
                    <a:pt x="5978803" y="4577849"/>
                  </a:moveTo>
                  <a:lnTo>
                    <a:pt x="6009048" y="4628649"/>
                  </a:lnTo>
                  <a:lnTo>
                    <a:pt x="5956664" y="4654049"/>
                  </a:lnTo>
                  <a:lnTo>
                    <a:pt x="5926420" y="4603249"/>
                  </a:lnTo>
                  <a:lnTo>
                    <a:pt x="5978803" y="4577849"/>
                  </a:lnTo>
                  <a:close/>
                </a:path>
                <a:path w="6537959" h="5924550">
                  <a:moveTo>
                    <a:pt x="5041872" y="4577849"/>
                  </a:moveTo>
                  <a:lnTo>
                    <a:pt x="5066890" y="4628649"/>
                  </a:lnTo>
                  <a:lnTo>
                    <a:pt x="5023566" y="4654049"/>
                  </a:lnTo>
                  <a:lnTo>
                    <a:pt x="4998548" y="4603249"/>
                  </a:lnTo>
                  <a:lnTo>
                    <a:pt x="5041872" y="4577849"/>
                  </a:lnTo>
                  <a:close/>
                </a:path>
                <a:path w="6537959" h="5924550">
                  <a:moveTo>
                    <a:pt x="4104865" y="4590549"/>
                  </a:moveTo>
                  <a:lnTo>
                    <a:pt x="4124419" y="4628649"/>
                  </a:lnTo>
                  <a:lnTo>
                    <a:pt x="4090548" y="4654049"/>
                  </a:lnTo>
                  <a:lnTo>
                    <a:pt x="4070994" y="4615949"/>
                  </a:lnTo>
                  <a:lnTo>
                    <a:pt x="4104865" y="4590549"/>
                  </a:lnTo>
                  <a:close/>
                </a:path>
                <a:path w="6537959" h="5924550">
                  <a:moveTo>
                    <a:pt x="2908487" y="4628649"/>
                  </a:moveTo>
                  <a:lnTo>
                    <a:pt x="2921223" y="4641349"/>
                  </a:lnTo>
                  <a:lnTo>
                    <a:pt x="2899166" y="4654049"/>
                  </a:lnTo>
                  <a:lnTo>
                    <a:pt x="2886430" y="4641349"/>
                  </a:lnTo>
                  <a:lnTo>
                    <a:pt x="2908487" y="4628649"/>
                  </a:lnTo>
                  <a:close/>
                </a:path>
                <a:path w="6537959" h="5924550">
                  <a:moveTo>
                    <a:pt x="1958864" y="4641349"/>
                  </a:moveTo>
                  <a:lnTo>
                    <a:pt x="1971467" y="4641349"/>
                  </a:lnTo>
                  <a:lnTo>
                    <a:pt x="1978747" y="4654049"/>
                  </a:lnTo>
                  <a:lnTo>
                    <a:pt x="1966144" y="4654049"/>
                  </a:lnTo>
                  <a:lnTo>
                    <a:pt x="1958864" y="4641349"/>
                  </a:lnTo>
                  <a:close/>
                </a:path>
                <a:path w="6537959" h="5924550">
                  <a:moveTo>
                    <a:pt x="5301237" y="4565149"/>
                  </a:moveTo>
                  <a:lnTo>
                    <a:pt x="5327616" y="4615949"/>
                  </a:lnTo>
                  <a:lnTo>
                    <a:pt x="5281926" y="4641349"/>
                  </a:lnTo>
                  <a:lnTo>
                    <a:pt x="5255551" y="4590549"/>
                  </a:lnTo>
                  <a:lnTo>
                    <a:pt x="5301237" y="4565149"/>
                  </a:lnTo>
                  <a:close/>
                </a:path>
                <a:path w="6537959" h="5924550">
                  <a:moveTo>
                    <a:pt x="4364307" y="4577849"/>
                  </a:moveTo>
                  <a:lnTo>
                    <a:pt x="4385455" y="4615949"/>
                  </a:lnTo>
                  <a:lnTo>
                    <a:pt x="4348829" y="4641349"/>
                  </a:lnTo>
                  <a:lnTo>
                    <a:pt x="4327680" y="4603249"/>
                  </a:lnTo>
                  <a:lnTo>
                    <a:pt x="4364307" y="4577849"/>
                  </a:lnTo>
                  <a:close/>
                </a:path>
                <a:path w="6537959" h="5924550">
                  <a:moveTo>
                    <a:pt x="3167852" y="4603249"/>
                  </a:moveTo>
                  <a:lnTo>
                    <a:pt x="3181950" y="4628649"/>
                  </a:lnTo>
                  <a:lnTo>
                    <a:pt x="3157532" y="4641349"/>
                  </a:lnTo>
                  <a:lnTo>
                    <a:pt x="3143435" y="4615949"/>
                  </a:lnTo>
                  <a:lnTo>
                    <a:pt x="3167852" y="4603249"/>
                  </a:lnTo>
                  <a:close/>
                </a:path>
                <a:path w="6537959" h="5924550">
                  <a:moveTo>
                    <a:pt x="2230838" y="4615949"/>
                  </a:moveTo>
                  <a:lnTo>
                    <a:pt x="2239475" y="4628649"/>
                  </a:lnTo>
                  <a:lnTo>
                    <a:pt x="2224506" y="4641349"/>
                  </a:lnTo>
                  <a:lnTo>
                    <a:pt x="2215869" y="4628649"/>
                  </a:lnTo>
                  <a:lnTo>
                    <a:pt x="2230838" y="4615949"/>
                  </a:lnTo>
                  <a:close/>
                </a:path>
                <a:path w="6537959" h="5924550">
                  <a:moveTo>
                    <a:pt x="1287992" y="4628649"/>
                  </a:moveTo>
                  <a:lnTo>
                    <a:pt x="1293897" y="4628649"/>
                  </a:lnTo>
                  <a:lnTo>
                    <a:pt x="1297308" y="4641349"/>
                  </a:lnTo>
                  <a:lnTo>
                    <a:pt x="1291403" y="4641349"/>
                  </a:lnTo>
                  <a:lnTo>
                    <a:pt x="1287992" y="4628649"/>
                  </a:lnTo>
                  <a:close/>
                </a:path>
                <a:path w="6537959" h="5924550">
                  <a:moveTo>
                    <a:pt x="5560684" y="4552449"/>
                  </a:moveTo>
                  <a:lnTo>
                    <a:pt x="5588654" y="4603249"/>
                  </a:lnTo>
                  <a:lnTo>
                    <a:pt x="5540209" y="4628649"/>
                  </a:lnTo>
                  <a:lnTo>
                    <a:pt x="5512238" y="4577849"/>
                  </a:lnTo>
                  <a:lnTo>
                    <a:pt x="5560684" y="4552449"/>
                  </a:lnTo>
                  <a:close/>
                </a:path>
                <a:path w="6537959" h="5924550">
                  <a:moveTo>
                    <a:pt x="3427301" y="4590549"/>
                  </a:moveTo>
                  <a:lnTo>
                    <a:pt x="3442989" y="4615949"/>
                  </a:lnTo>
                  <a:lnTo>
                    <a:pt x="3415812" y="4628649"/>
                  </a:lnTo>
                  <a:lnTo>
                    <a:pt x="3400123" y="4603249"/>
                  </a:lnTo>
                  <a:lnTo>
                    <a:pt x="3427301" y="4590549"/>
                  </a:lnTo>
                  <a:close/>
                </a:path>
                <a:path w="6537959" h="5924550">
                  <a:moveTo>
                    <a:pt x="2490200" y="4603249"/>
                  </a:moveTo>
                  <a:lnTo>
                    <a:pt x="2500208" y="4615949"/>
                  </a:lnTo>
                  <a:lnTo>
                    <a:pt x="2482879" y="4628649"/>
                  </a:lnTo>
                  <a:lnTo>
                    <a:pt x="2472870" y="4615949"/>
                  </a:lnTo>
                  <a:lnTo>
                    <a:pt x="2490200" y="4603249"/>
                  </a:lnTo>
                  <a:close/>
                </a:path>
                <a:path w="6537959" h="5924550">
                  <a:moveTo>
                    <a:pt x="1544992" y="4615949"/>
                  </a:moveTo>
                  <a:lnTo>
                    <a:pt x="1558040" y="4615949"/>
                  </a:lnTo>
                  <a:lnTo>
                    <a:pt x="1549769" y="4628649"/>
                  </a:lnTo>
                  <a:lnTo>
                    <a:pt x="1544992" y="4615949"/>
                  </a:lnTo>
                  <a:close/>
                </a:path>
                <a:path w="6537959" h="5924550">
                  <a:moveTo>
                    <a:pt x="5820043" y="4527049"/>
                  </a:moveTo>
                  <a:lnTo>
                    <a:pt x="5849380" y="4577849"/>
                  </a:lnTo>
                  <a:lnTo>
                    <a:pt x="5798569" y="4615949"/>
                  </a:lnTo>
                  <a:lnTo>
                    <a:pt x="5769237" y="4565149"/>
                  </a:lnTo>
                  <a:lnTo>
                    <a:pt x="5820043" y="4527049"/>
                  </a:lnTo>
                  <a:close/>
                </a:path>
                <a:path w="6537959" h="5924550">
                  <a:moveTo>
                    <a:pt x="4623588" y="4565149"/>
                  </a:moveTo>
                  <a:lnTo>
                    <a:pt x="4645874" y="4603249"/>
                  </a:lnTo>
                  <a:lnTo>
                    <a:pt x="4607276" y="4615949"/>
                  </a:lnTo>
                  <a:lnTo>
                    <a:pt x="4584990" y="4577849"/>
                  </a:lnTo>
                  <a:lnTo>
                    <a:pt x="4623588" y="4565149"/>
                  </a:lnTo>
                  <a:close/>
                </a:path>
                <a:path w="6537959" h="5924550">
                  <a:moveTo>
                    <a:pt x="3686577" y="4577849"/>
                  </a:moveTo>
                  <a:lnTo>
                    <a:pt x="3703407" y="4603249"/>
                  </a:lnTo>
                  <a:lnTo>
                    <a:pt x="3674259" y="4615949"/>
                  </a:lnTo>
                  <a:lnTo>
                    <a:pt x="3657433" y="4590549"/>
                  </a:lnTo>
                  <a:lnTo>
                    <a:pt x="3686577" y="4577849"/>
                  </a:lnTo>
                  <a:close/>
                </a:path>
                <a:path w="6537959" h="5924550">
                  <a:moveTo>
                    <a:pt x="2749644" y="4577849"/>
                  </a:moveTo>
                  <a:lnTo>
                    <a:pt x="2761243" y="4603249"/>
                  </a:lnTo>
                  <a:lnTo>
                    <a:pt x="2741158" y="4615949"/>
                  </a:lnTo>
                  <a:lnTo>
                    <a:pt x="2729559" y="4590549"/>
                  </a:lnTo>
                  <a:lnTo>
                    <a:pt x="2749644" y="4577849"/>
                  </a:lnTo>
                  <a:close/>
                </a:path>
                <a:path w="6537959" h="5924550">
                  <a:moveTo>
                    <a:pt x="1812628" y="4590549"/>
                  </a:moveTo>
                  <a:lnTo>
                    <a:pt x="1818767" y="4603249"/>
                  </a:lnTo>
                  <a:lnTo>
                    <a:pt x="1808130" y="4615949"/>
                  </a:lnTo>
                  <a:lnTo>
                    <a:pt x="1801992" y="4603249"/>
                  </a:lnTo>
                  <a:lnTo>
                    <a:pt x="1812628" y="4590549"/>
                  </a:lnTo>
                  <a:close/>
                </a:path>
                <a:path w="6537959" h="5924550">
                  <a:moveTo>
                    <a:pt x="6079326" y="4514349"/>
                  </a:moveTo>
                  <a:lnTo>
                    <a:pt x="6109799" y="4565149"/>
                  </a:lnTo>
                  <a:lnTo>
                    <a:pt x="6057017" y="4603249"/>
                  </a:lnTo>
                  <a:lnTo>
                    <a:pt x="6026543" y="4539749"/>
                  </a:lnTo>
                  <a:lnTo>
                    <a:pt x="6079326" y="4514349"/>
                  </a:lnTo>
                  <a:close/>
                </a:path>
                <a:path w="6537959" h="5924550">
                  <a:moveTo>
                    <a:pt x="4883035" y="4539749"/>
                  </a:moveTo>
                  <a:lnTo>
                    <a:pt x="4906911" y="4590549"/>
                  </a:lnTo>
                  <a:lnTo>
                    <a:pt x="4865554" y="4603249"/>
                  </a:lnTo>
                  <a:lnTo>
                    <a:pt x="4841677" y="4565149"/>
                  </a:lnTo>
                  <a:lnTo>
                    <a:pt x="4883035" y="4539749"/>
                  </a:lnTo>
                  <a:close/>
                </a:path>
                <a:path w="6537959" h="5924550">
                  <a:moveTo>
                    <a:pt x="3946023" y="4552449"/>
                  </a:moveTo>
                  <a:lnTo>
                    <a:pt x="3964440" y="4590549"/>
                  </a:lnTo>
                  <a:lnTo>
                    <a:pt x="3932540" y="4603249"/>
                  </a:lnTo>
                  <a:lnTo>
                    <a:pt x="3914119" y="4577849"/>
                  </a:lnTo>
                  <a:lnTo>
                    <a:pt x="3946023" y="4552449"/>
                  </a:lnTo>
                  <a:close/>
                </a:path>
                <a:path w="6537959" h="5924550">
                  <a:moveTo>
                    <a:pt x="3009009" y="4565149"/>
                  </a:moveTo>
                  <a:lnTo>
                    <a:pt x="3021975" y="4590549"/>
                  </a:lnTo>
                  <a:lnTo>
                    <a:pt x="2999524" y="4603249"/>
                  </a:lnTo>
                  <a:lnTo>
                    <a:pt x="2986559" y="4577849"/>
                  </a:lnTo>
                  <a:lnTo>
                    <a:pt x="3009009" y="4565149"/>
                  </a:lnTo>
                  <a:close/>
                </a:path>
                <a:path w="6537959" h="5924550">
                  <a:moveTo>
                    <a:pt x="2071995" y="4577849"/>
                  </a:moveTo>
                  <a:lnTo>
                    <a:pt x="2079495" y="4590549"/>
                  </a:lnTo>
                  <a:lnTo>
                    <a:pt x="2066498" y="4603249"/>
                  </a:lnTo>
                  <a:lnTo>
                    <a:pt x="2058993" y="4590549"/>
                  </a:lnTo>
                  <a:lnTo>
                    <a:pt x="2071995" y="4577849"/>
                  </a:lnTo>
                  <a:close/>
                </a:path>
                <a:path w="6537959" h="5924550">
                  <a:moveTo>
                    <a:pt x="5142394" y="4527049"/>
                  </a:moveTo>
                  <a:lnTo>
                    <a:pt x="5167637" y="4565149"/>
                  </a:lnTo>
                  <a:lnTo>
                    <a:pt x="5123918" y="4590549"/>
                  </a:lnTo>
                  <a:lnTo>
                    <a:pt x="5098675" y="4552449"/>
                  </a:lnTo>
                  <a:lnTo>
                    <a:pt x="5142394" y="4527049"/>
                  </a:lnTo>
                  <a:close/>
                </a:path>
                <a:path w="6537959" h="5924550">
                  <a:moveTo>
                    <a:pt x="4205386" y="4539749"/>
                  </a:moveTo>
                  <a:lnTo>
                    <a:pt x="4225169" y="4577849"/>
                  </a:lnTo>
                  <a:lnTo>
                    <a:pt x="4190903" y="4590549"/>
                  </a:lnTo>
                  <a:lnTo>
                    <a:pt x="4171116" y="4552449"/>
                  </a:lnTo>
                  <a:lnTo>
                    <a:pt x="4205386" y="4539749"/>
                  </a:lnTo>
                  <a:close/>
                </a:path>
                <a:path w="6537959" h="5924550">
                  <a:moveTo>
                    <a:pt x="3268375" y="4552449"/>
                  </a:moveTo>
                  <a:lnTo>
                    <a:pt x="3282702" y="4577849"/>
                  </a:lnTo>
                  <a:lnTo>
                    <a:pt x="3257886" y="4590549"/>
                  </a:lnTo>
                  <a:lnTo>
                    <a:pt x="3243563" y="4565149"/>
                  </a:lnTo>
                  <a:lnTo>
                    <a:pt x="3268375" y="4552449"/>
                  </a:lnTo>
                  <a:close/>
                </a:path>
                <a:path w="6537959" h="5924550">
                  <a:moveTo>
                    <a:pt x="2315998" y="4565149"/>
                  </a:moveTo>
                  <a:lnTo>
                    <a:pt x="2331356" y="4565149"/>
                  </a:lnTo>
                  <a:lnTo>
                    <a:pt x="2340227" y="4577849"/>
                  </a:lnTo>
                  <a:lnTo>
                    <a:pt x="2324864" y="4590549"/>
                  </a:lnTo>
                  <a:lnTo>
                    <a:pt x="2315998" y="4565149"/>
                  </a:lnTo>
                  <a:close/>
                </a:path>
                <a:path w="6537959" h="5924550">
                  <a:moveTo>
                    <a:pt x="5401758" y="4514349"/>
                  </a:moveTo>
                  <a:lnTo>
                    <a:pt x="5428363" y="4552449"/>
                  </a:lnTo>
                  <a:lnTo>
                    <a:pt x="5382283" y="4577849"/>
                  </a:lnTo>
                  <a:lnTo>
                    <a:pt x="5355674" y="4539749"/>
                  </a:lnTo>
                  <a:lnTo>
                    <a:pt x="5401758" y="4514349"/>
                  </a:lnTo>
                  <a:close/>
                </a:path>
                <a:path w="6537959" h="5924550">
                  <a:moveTo>
                    <a:pt x="4464746" y="4514349"/>
                  </a:moveTo>
                  <a:lnTo>
                    <a:pt x="4485894" y="4552449"/>
                  </a:lnTo>
                  <a:lnTo>
                    <a:pt x="4449263" y="4577849"/>
                  </a:lnTo>
                  <a:lnTo>
                    <a:pt x="4428115" y="4539749"/>
                  </a:lnTo>
                  <a:lnTo>
                    <a:pt x="4464746" y="4514349"/>
                  </a:lnTo>
                  <a:close/>
                </a:path>
                <a:path w="6537959" h="5924550">
                  <a:moveTo>
                    <a:pt x="3527822" y="4527049"/>
                  </a:moveTo>
                  <a:lnTo>
                    <a:pt x="3543740" y="4552449"/>
                  </a:lnTo>
                  <a:lnTo>
                    <a:pt x="3516164" y="4577849"/>
                  </a:lnTo>
                  <a:lnTo>
                    <a:pt x="3500246" y="4552449"/>
                  </a:lnTo>
                  <a:lnTo>
                    <a:pt x="3527822" y="4527049"/>
                  </a:lnTo>
                  <a:close/>
                </a:path>
                <a:path w="6537959" h="5924550">
                  <a:moveTo>
                    <a:pt x="5661123" y="4488949"/>
                  </a:moveTo>
                  <a:lnTo>
                    <a:pt x="5689094" y="4539749"/>
                  </a:lnTo>
                  <a:lnTo>
                    <a:pt x="5640648" y="4565149"/>
                  </a:lnTo>
                  <a:lnTo>
                    <a:pt x="5612678" y="4514349"/>
                  </a:lnTo>
                  <a:lnTo>
                    <a:pt x="5661123" y="4488949"/>
                  </a:lnTo>
                  <a:close/>
                </a:path>
                <a:path w="6537959" h="5924550">
                  <a:moveTo>
                    <a:pt x="4724110" y="4501649"/>
                  </a:moveTo>
                  <a:lnTo>
                    <a:pt x="4746625" y="4539749"/>
                  </a:lnTo>
                  <a:lnTo>
                    <a:pt x="4707628" y="4565149"/>
                  </a:lnTo>
                  <a:lnTo>
                    <a:pt x="4685113" y="4527049"/>
                  </a:lnTo>
                  <a:lnTo>
                    <a:pt x="4724110" y="4501649"/>
                  </a:lnTo>
                  <a:close/>
                </a:path>
                <a:path w="6537959" h="5924550">
                  <a:moveTo>
                    <a:pt x="3787099" y="4514349"/>
                  </a:moveTo>
                  <a:lnTo>
                    <a:pt x="3804154" y="4539749"/>
                  </a:lnTo>
                  <a:lnTo>
                    <a:pt x="3774615" y="4565149"/>
                  </a:lnTo>
                  <a:lnTo>
                    <a:pt x="3757561" y="4527049"/>
                  </a:lnTo>
                  <a:lnTo>
                    <a:pt x="3787099" y="4514349"/>
                  </a:lnTo>
                  <a:close/>
                </a:path>
                <a:path w="6537959" h="5924550">
                  <a:moveTo>
                    <a:pt x="2590722" y="4539749"/>
                  </a:moveTo>
                  <a:lnTo>
                    <a:pt x="2600955" y="4565149"/>
                  </a:lnTo>
                  <a:lnTo>
                    <a:pt x="2583231" y="4565149"/>
                  </a:lnTo>
                  <a:lnTo>
                    <a:pt x="2572998" y="4552449"/>
                  </a:lnTo>
                  <a:lnTo>
                    <a:pt x="2590722" y="4539749"/>
                  </a:lnTo>
                  <a:close/>
                </a:path>
                <a:path w="6537959" h="5924550">
                  <a:moveTo>
                    <a:pt x="1653697" y="4552449"/>
                  </a:moveTo>
                  <a:lnTo>
                    <a:pt x="1658475" y="4565149"/>
                  </a:lnTo>
                  <a:lnTo>
                    <a:pt x="1645431" y="4565149"/>
                  </a:lnTo>
                  <a:lnTo>
                    <a:pt x="1653697" y="4552449"/>
                  </a:lnTo>
                  <a:close/>
                </a:path>
                <a:path w="6537959" h="5924550">
                  <a:moveTo>
                    <a:pt x="5920565" y="4476249"/>
                  </a:moveTo>
                  <a:lnTo>
                    <a:pt x="5950127" y="4527049"/>
                  </a:lnTo>
                  <a:lnTo>
                    <a:pt x="5898926" y="4552449"/>
                  </a:lnTo>
                  <a:lnTo>
                    <a:pt x="5869364" y="4501649"/>
                  </a:lnTo>
                  <a:lnTo>
                    <a:pt x="5920565" y="4476249"/>
                  </a:lnTo>
                  <a:close/>
                </a:path>
                <a:path w="6537959" h="5924550">
                  <a:moveTo>
                    <a:pt x="4983556" y="4488949"/>
                  </a:moveTo>
                  <a:lnTo>
                    <a:pt x="5007662" y="4527049"/>
                  </a:lnTo>
                  <a:lnTo>
                    <a:pt x="4965910" y="4552449"/>
                  </a:lnTo>
                  <a:lnTo>
                    <a:pt x="4941804" y="4514349"/>
                  </a:lnTo>
                  <a:lnTo>
                    <a:pt x="4983556" y="4488949"/>
                  </a:lnTo>
                  <a:close/>
                </a:path>
                <a:path w="6537959" h="5924550">
                  <a:moveTo>
                    <a:pt x="4046462" y="4501649"/>
                  </a:moveTo>
                  <a:lnTo>
                    <a:pt x="4064878" y="4527049"/>
                  </a:lnTo>
                  <a:lnTo>
                    <a:pt x="4032974" y="4552449"/>
                  </a:lnTo>
                  <a:lnTo>
                    <a:pt x="4014558" y="4514349"/>
                  </a:lnTo>
                  <a:lnTo>
                    <a:pt x="4046462" y="4501649"/>
                  </a:lnTo>
                  <a:close/>
                </a:path>
                <a:path w="6537959" h="5924550">
                  <a:moveTo>
                    <a:pt x="2850084" y="4527049"/>
                  </a:moveTo>
                  <a:lnTo>
                    <a:pt x="2861683" y="4539749"/>
                  </a:lnTo>
                  <a:lnTo>
                    <a:pt x="2841598" y="4552449"/>
                  </a:lnTo>
                  <a:lnTo>
                    <a:pt x="2829999" y="4539749"/>
                  </a:lnTo>
                  <a:lnTo>
                    <a:pt x="2850084" y="4527049"/>
                  </a:lnTo>
                  <a:close/>
                </a:path>
                <a:path w="6537959" h="5924550">
                  <a:moveTo>
                    <a:pt x="1902121" y="4539749"/>
                  </a:moveTo>
                  <a:lnTo>
                    <a:pt x="1913151" y="4539749"/>
                  </a:lnTo>
                  <a:lnTo>
                    <a:pt x="1919519" y="4552449"/>
                  </a:lnTo>
                  <a:lnTo>
                    <a:pt x="1908488" y="4552449"/>
                  </a:lnTo>
                  <a:lnTo>
                    <a:pt x="1902121" y="4539749"/>
                  </a:lnTo>
                  <a:close/>
                </a:path>
                <a:path w="6537959" h="5924550">
                  <a:moveTo>
                    <a:pt x="5242833" y="4463549"/>
                  </a:moveTo>
                  <a:lnTo>
                    <a:pt x="5268076" y="4514349"/>
                  </a:lnTo>
                  <a:lnTo>
                    <a:pt x="5224357" y="4539749"/>
                  </a:lnTo>
                  <a:lnTo>
                    <a:pt x="5199115" y="4488949"/>
                  </a:lnTo>
                  <a:lnTo>
                    <a:pt x="5242833" y="4463549"/>
                  </a:lnTo>
                  <a:close/>
                </a:path>
                <a:path w="6537959" h="5924550">
                  <a:moveTo>
                    <a:pt x="4305908" y="4476249"/>
                  </a:moveTo>
                  <a:lnTo>
                    <a:pt x="4325915" y="4514349"/>
                  </a:lnTo>
                  <a:lnTo>
                    <a:pt x="4291256" y="4539749"/>
                  </a:lnTo>
                  <a:lnTo>
                    <a:pt x="4271244" y="4501649"/>
                  </a:lnTo>
                  <a:lnTo>
                    <a:pt x="4305908" y="4476249"/>
                  </a:lnTo>
                  <a:close/>
                </a:path>
                <a:path w="6537959" h="5924550">
                  <a:moveTo>
                    <a:pt x="3109532" y="4501649"/>
                  </a:moveTo>
                  <a:lnTo>
                    <a:pt x="3122721" y="4527049"/>
                  </a:lnTo>
                  <a:lnTo>
                    <a:pt x="3099877" y="4539749"/>
                  </a:lnTo>
                  <a:lnTo>
                    <a:pt x="3086687" y="4527049"/>
                  </a:lnTo>
                  <a:lnTo>
                    <a:pt x="3109532" y="4501649"/>
                  </a:lnTo>
                  <a:close/>
                </a:path>
                <a:path w="6537959" h="5924550">
                  <a:moveTo>
                    <a:pt x="2172435" y="4514349"/>
                  </a:moveTo>
                  <a:lnTo>
                    <a:pt x="2179936" y="4527049"/>
                  </a:lnTo>
                  <a:lnTo>
                    <a:pt x="2166938" y="4539749"/>
                  </a:lnTo>
                  <a:lnTo>
                    <a:pt x="2159433" y="4527049"/>
                  </a:lnTo>
                  <a:lnTo>
                    <a:pt x="2172435" y="4514349"/>
                  </a:lnTo>
                  <a:close/>
                </a:path>
                <a:path w="6537959" h="5924550">
                  <a:moveTo>
                    <a:pt x="1235494" y="4527049"/>
                  </a:moveTo>
                  <a:lnTo>
                    <a:pt x="1237768" y="4539749"/>
                  </a:lnTo>
                  <a:lnTo>
                    <a:pt x="1231556" y="4539749"/>
                  </a:lnTo>
                  <a:lnTo>
                    <a:pt x="1235494" y="4527049"/>
                  </a:lnTo>
                  <a:close/>
                </a:path>
                <a:path w="6537959" h="5924550">
                  <a:moveTo>
                    <a:pt x="5502280" y="4450849"/>
                  </a:moveTo>
                  <a:lnTo>
                    <a:pt x="5529114" y="4501649"/>
                  </a:lnTo>
                  <a:lnTo>
                    <a:pt x="5482635" y="4527049"/>
                  </a:lnTo>
                  <a:lnTo>
                    <a:pt x="5455802" y="4476249"/>
                  </a:lnTo>
                  <a:lnTo>
                    <a:pt x="5502280" y="4450849"/>
                  </a:lnTo>
                  <a:close/>
                </a:path>
                <a:path w="6537959" h="5924550">
                  <a:moveTo>
                    <a:pt x="3368898" y="4488949"/>
                  </a:moveTo>
                  <a:lnTo>
                    <a:pt x="3383449" y="4514349"/>
                  </a:lnTo>
                  <a:lnTo>
                    <a:pt x="3358243" y="4527049"/>
                  </a:lnTo>
                  <a:lnTo>
                    <a:pt x="3343687" y="4501649"/>
                  </a:lnTo>
                  <a:lnTo>
                    <a:pt x="3368898" y="4488949"/>
                  </a:lnTo>
                  <a:close/>
                </a:path>
                <a:path w="6537959" h="5924550">
                  <a:moveTo>
                    <a:pt x="2431875" y="4501649"/>
                  </a:moveTo>
                  <a:lnTo>
                    <a:pt x="2440971" y="4514349"/>
                  </a:lnTo>
                  <a:lnTo>
                    <a:pt x="2425218" y="4527049"/>
                  </a:lnTo>
                  <a:lnTo>
                    <a:pt x="2416122" y="4514349"/>
                  </a:lnTo>
                  <a:lnTo>
                    <a:pt x="2431875" y="4501649"/>
                  </a:lnTo>
                  <a:close/>
                </a:path>
                <a:path w="6537959" h="5924550">
                  <a:moveTo>
                    <a:pt x="1488556" y="4514349"/>
                  </a:moveTo>
                  <a:lnTo>
                    <a:pt x="1498500" y="4514349"/>
                  </a:lnTo>
                  <a:lnTo>
                    <a:pt x="1492196" y="4527049"/>
                  </a:lnTo>
                  <a:lnTo>
                    <a:pt x="1488556" y="4514349"/>
                  </a:lnTo>
                  <a:close/>
                </a:path>
                <a:path w="6537959" h="5924550">
                  <a:moveTo>
                    <a:pt x="5761640" y="4438149"/>
                  </a:moveTo>
                  <a:lnTo>
                    <a:pt x="5789840" y="4476249"/>
                  </a:lnTo>
                  <a:lnTo>
                    <a:pt x="5741000" y="4514349"/>
                  </a:lnTo>
                  <a:lnTo>
                    <a:pt x="5712801" y="4463549"/>
                  </a:lnTo>
                  <a:lnTo>
                    <a:pt x="5761640" y="4438149"/>
                  </a:lnTo>
                  <a:close/>
                </a:path>
                <a:path w="6537959" h="5924550">
                  <a:moveTo>
                    <a:pt x="4565267" y="4463549"/>
                  </a:moveTo>
                  <a:lnTo>
                    <a:pt x="4586645" y="4501649"/>
                  </a:lnTo>
                  <a:lnTo>
                    <a:pt x="4549620" y="4514349"/>
                  </a:lnTo>
                  <a:lnTo>
                    <a:pt x="4528242" y="4488949"/>
                  </a:lnTo>
                  <a:lnTo>
                    <a:pt x="4565267" y="4463549"/>
                  </a:lnTo>
                  <a:close/>
                </a:path>
                <a:path w="6537959" h="5924550">
                  <a:moveTo>
                    <a:pt x="3628257" y="4476249"/>
                  </a:moveTo>
                  <a:lnTo>
                    <a:pt x="3644175" y="4501649"/>
                  </a:lnTo>
                  <a:lnTo>
                    <a:pt x="3616603" y="4514349"/>
                  </a:lnTo>
                  <a:lnTo>
                    <a:pt x="3600685" y="4488949"/>
                  </a:lnTo>
                  <a:lnTo>
                    <a:pt x="3628257" y="4476249"/>
                  </a:lnTo>
                  <a:close/>
                </a:path>
                <a:path w="6537959" h="5924550">
                  <a:moveTo>
                    <a:pt x="2673122" y="4488949"/>
                  </a:moveTo>
                  <a:lnTo>
                    <a:pt x="2691241" y="4488949"/>
                  </a:lnTo>
                  <a:lnTo>
                    <a:pt x="2701703" y="4501649"/>
                  </a:lnTo>
                  <a:lnTo>
                    <a:pt x="2683585" y="4514349"/>
                  </a:lnTo>
                  <a:lnTo>
                    <a:pt x="2673122" y="4488949"/>
                  </a:lnTo>
                  <a:close/>
                </a:path>
                <a:path w="6537959" h="5924550">
                  <a:moveTo>
                    <a:pt x="1745560" y="4501649"/>
                  </a:moveTo>
                  <a:lnTo>
                    <a:pt x="1759227" y="4501649"/>
                  </a:lnTo>
                  <a:lnTo>
                    <a:pt x="1750562" y="4514349"/>
                  </a:lnTo>
                  <a:lnTo>
                    <a:pt x="1745560" y="4501649"/>
                  </a:lnTo>
                  <a:close/>
                </a:path>
                <a:path w="6537959" h="5924550">
                  <a:moveTo>
                    <a:pt x="6021005" y="4412749"/>
                  </a:moveTo>
                  <a:lnTo>
                    <a:pt x="6050566" y="4463549"/>
                  </a:lnTo>
                  <a:lnTo>
                    <a:pt x="5999366" y="4501649"/>
                  </a:lnTo>
                  <a:lnTo>
                    <a:pt x="5969804" y="4450849"/>
                  </a:lnTo>
                  <a:lnTo>
                    <a:pt x="6021005" y="4412749"/>
                  </a:lnTo>
                  <a:close/>
                </a:path>
                <a:path w="6537959" h="5924550">
                  <a:moveTo>
                    <a:pt x="4824627" y="4438149"/>
                  </a:moveTo>
                  <a:lnTo>
                    <a:pt x="4847366" y="4488949"/>
                  </a:lnTo>
                  <a:lnTo>
                    <a:pt x="4807985" y="4501649"/>
                  </a:lnTo>
                  <a:lnTo>
                    <a:pt x="4785245" y="4463549"/>
                  </a:lnTo>
                  <a:lnTo>
                    <a:pt x="4824627" y="4438149"/>
                  </a:lnTo>
                  <a:close/>
                </a:path>
                <a:path w="6537959" h="5924550">
                  <a:moveTo>
                    <a:pt x="3887616" y="4450849"/>
                  </a:moveTo>
                  <a:lnTo>
                    <a:pt x="3904900" y="4488949"/>
                  </a:lnTo>
                  <a:lnTo>
                    <a:pt x="3874967" y="4501649"/>
                  </a:lnTo>
                  <a:lnTo>
                    <a:pt x="3857683" y="4476249"/>
                  </a:lnTo>
                  <a:lnTo>
                    <a:pt x="3887616" y="4450849"/>
                  </a:lnTo>
                  <a:close/>
                </a:path>
                <a:path w="6537959" h="5924550">
                  <a:moveTo>
                    <a:pt x="2950611" y="4463549"/>
                  </a:moveTo>
                  <a:lnTo>
                    <a:pt x="2962434" y="4488949"/>
                  </a:lnTo>
                  <a:lnTo>
                    <a:pt x="2941951" y="4501649"/>
                  </a:lnTo>
                  <a:lnTo>
                    <a:pt x="2930127" y="4476249"/>
                  </a:lnTo>
                  <a:lnTo>
                    <a:pt x="2950611" y="4463549"/>
                  </a:lnTo>
                  <a:close/>
                </a:path>
                <a:path w="6537959" h="5924550">
                  <a:moveTo>
                    <a:pt x="2013591" y="4476249"/>
                  </a:moveTo>
                  <a:lnTo>
                    <a:pt x="2019959" y="4488949"/>
                  </a:lnTo>
                  <a:lnTo>
                    <a:pt x="2008929" y="4501649"/>
                  </a:lnTo>
                  <a:lnTo>
                    <a:pt x="2002561" y="4488949"/>
                  </a:lnTo>
                  <a:lnTo>
                    <a:pt x="2013591" y="4476249"/>
                  </a:lnTo>
                  <a:close/>
                </a:path>
                <a:path w="6537959" h="5924550">
                  <a:moveTo>
                    <a:pt x="5084073" y="4425449"/>
                  </a:moveTo>
                  <a:lnTo>
                    <a:pt x="5108409" y="4463549"/>
                  </a:lnTo>
                  <a:lnTo>
                    <a:pt x="5066262" y="4488949"/>
                  </a:lnTo>
                  <a:lnTo>
                    <a:pt x="5041927" y="4450849"/>
                  </a:lnTo>
                  <a:lnTo>
                    <a:pt x="5084073" y="4425449"/>
                  </a:lnTo>
                  <a:close/>
                </a:path>
                <a:path w="6537959" h="5924550">
                  <a:moveTo>
                    <a:pt x="4146983" y="4438149"/>
                  </a:moveTo>
                  <a:lnTo>
                    <a:pt x="4165629" y="4476249"/>
                  </a:lnTo>
                  <a:lnTo>
                    <a:pt x="4133330" y="4488949"/>
                  </a:lnTo>
                  <a:lnTo>
                    <a:pt x="4114684" y="4450849"/>
                  </a:lnTo>
                  <a:lnTo>
                    <a:pt x="4146983" y="4438149"/>
                  </a:lnTo>
                  <a:close/>
                </a:path>
                <a:path w="6537959" h="5924550">
                  <a:moveTo>
                    <a:pt x="3209972" y="4450849"/>
                  </a:moveTo>
                  <a:lnTo>
                    <a:pt x="3223162" y="4476249"/>
                  </a:lnTo>
                  <a:lnTo>
                    <a:pt x="3200317" y="4488949"/>
                  </a:lnTo>
                  <a:lnTo>
                    <a:pt x="3187127" y="4463549"/>
                  </a:lnTo>
                  <a:lnTo>
                    <a:pt x="3209972" y="4450849"/>
                  </a:lnTo>
                  <a:close/>
                </a:path>
                <a:path w="6537959" h="5924550">
                  <a:moveTo>
                    <a:pt x="2259562" y="4463549"/>
                  </a:moveTo>
                  <a:lnTo>
                    <a:pt x="2272953" y="4463549"/>
                  </a:lnTo>
                  <a:lnTo>
                    <a:pt x="2280683" y="4476249"/>
                  </a:lnTo>
                  <a:lnTo>
                    <a:pt x="2267291" y="4488949"/>
                  </a:lnTo>
                  <a:lnTo>
                    <a:pt x="2259562" y="4463549"/>
                  </a:lnTo>
                  <a:close/>
                </a:path>
                <a:path w="6537959" h="5924550">
                  <a:moveTo>
                    <a:pt x="5343351" y="4412749"/>
                  </a:moveTo>
                  <a:lnTo>
                    <a:pt x="5368823" y="4450849"/>
                  </a:lnTo>
                  <a:lnTo>
                    <a:pt x="5324710" y="4476249"/>
                  </a:lnTo>
                  <a:lnTo>
                    <a:pt x="5299242" y="4438149"/>
                  </a:lnTo>
                  <a:lnTo>
                    <a:pt x="5343351" y="4412749"/>
                  </a:lnTo>
                  <a:close/>
                </a:path>
                <a:path w="6537959" h="5924550">
                  <a:moveTo>
                    <a:pt x="4406347" y="4425449"/>
                  </a:moveTo>
                  <a:lnTo>
                    <a:pt x="4426354" y="4450849"/>
                  </a:lnTo>
                  <a:lnTo>
                    <a:pt x="4391695" y="4476249"/>
                  </a:lnTo>
                  <a:lnTo>
                    <a:pt x="4371683" y="4438149"/>
                  </a:lnTo>
                  <a:lnTo>
                    <a:pt x="4406347" y="4425449"/>
                  </a:lnTo>
                  <a:close/>
                </a:path>
                <a:path w="6537959" h="5924550">
                  <a:moveTo>
                    <a:pt x="3469419" y="4438149"/>
                  </a:moveTo>
                  <a:lnTo>
                    <a:pt x="3484200" y="4463549"/>
                  </a:lnTo>
                  <a:lnTo>
                    <a:pt x="3458595" y="4476249"/>
                  </a:lnTo>
                  <a:lnTo>
                    <a:pt x="3443814" y="4450849"/>
                  </a:lnTo>
                  <a:lnTo>
                    <a:pt x="3469419" y="4438149"/>
                  </a:lnTo>
                  <a:close/>
                </a:path>
                <a:path w="6537959" h="5924550">
                  <a:moveTo>
                    <a:pt x="5602798" y="4387349"/>
                  </a:moveTo>
                  <a:lnTo>
                    <a:pt x="5629861" y="4438149"/>
                  </a:lnTo>
                  <a:lnTo>
                    <a:pt x="5582992" y="4463549"/>
                  </a:lnTo>
                  <a:lnTo>
                    <a:pt x="5555929" y="4412749"/>
                  </a:lnTo>
                  <a:lnTo>
                    <a:pt x="5602798" y="4387349"/>
                  </a:lnTo>
                  <a:close/>
                </a:path>
                <a:path w="6537959" h="5924550">
                  <a:moveTo>
                    <a:pt x="4665784" y="4400049"/>
                  </a:moveTo>
                  <a:lnTo>
                    <a:pt x="4687387" y="4438149"/>
                  </a:lnTo>
                  <a:lnTo>
                    <a:pt x="4649972" y="4463549"/>
                  </a:lnTo>
                  <a:lnTo>
                    <a:pt x="4628370" y="4425449"/>
                  </a:lnTo>
                  <a:lnTo>
                    <a:pt x="4665784" y="4400049"/>
                  </a:lnTo>
                  <a:close/>
                </a:path>
                <a:path w="6537959" h="5924550">
                  <a:moveTo>
                    <a:pt x="3728779" y="4412749"/>
                  </a:moveTo>
                  <a:lnTo>
                    <a:pt x="3744926" y="4438149"/>
                  </a:lnTo>
                  <a:lnTo>
                    <a:pt x="3716960" y="4463549"/>
                  </a:lnTo>
                  <a:lnTo>
                    <a:pt x="3700812" y="4425449"/>
                  </a:lnTo>
                  <a:lnTo>
                    <a:pt x="3728779" y="4412749"/>
                  </a:lnTo>
                  <a:close/>
                </a:path>
                <a:path w="6537959" h="5924550">
                  <a:moveTo>
                    <a:pt x="2532402" y="4438149"/>
                  </a:moveTo>
                  <a:lnTo>
                    <a:pt x="2541727" y="4463549"/>
                  </a:lnTo>
                  <a:lnTo>
                    <a:pt x="2525575" y="4463549"/>
                  </a:lnTo>
                  <a:lnTo>
                    <a:pt x="2516250" y="4450849"/>
                  </a:lnTo>
                  <a:lnTo>
                    <a:pt x="2532402" y="4438149"/>
                  </a:lnTo>
                  <a:close/>
                </a:path>
                <a:path w="6537959" h="5924550">
                  <a:moveTo>
                    <a:pt x="1595381" y="4450849"/>
                  </a:moveTo>
                  <a:lnTo>
                    <a:pt x="1599246" y="4463549"/>
                  </a:lnTo>
                  <a:lnTo>
                    <a:pt x="1588683" y="4463549"/>
                  </a:lnTo>
                  <a:lnTo>
                    <a:pt x="1595381" y="4450849"/>
                  </a:lnTo>
                  <a:close/>
                </a:path>
                <a:path w="6537959" h="5924550">
                  <a:moveTo>
                    <a:pt x="5862162" y="4374649"/>
                  </a:moveTo>
                  <a:lnTo>
                    <a:pt x="5890586" y="4425449"/>
                  </a:lnTo>
                  <a:lnTo>
                    <a:pt x="5841352" y="4450849"/>
                  </a:lnTo>
                  <a:lnTo>
                    <a:pt x="5812928" y="4400049"/>
                  </a:lnTo>
                  <a:lnTo>
                    <a:pt x="5862162" y="4374649"/>
                  </a:lnTo>
                  <a:close/>
                </a:path>
                <a:path w="6537959" h="5924550">
                  <a:moveTo>
                    <a:pt x="4925153" y="4387349"/>
                  </a:moveTo>
                  <a:lnTo>
                    <a:pt x="4948122" y="4425449"/>
                  </a:lnTo>
                  <a:lnTo>
                    <a:pt x="4908337" y="4450849"/>
                  </a:lnTo>
                  <a:lnTo>
                    <a:pt x="4885368" y="4412749"/>
                  </a:lnTo>
                  <a:lnTo>
                    <a:pt x="4925153" y="4387349"/>
                  </a:lnTo>
                  <a:close/>
                </a:path>
                <a:path w="6537959" h="5924550">
                  <a:moveTo>
                    <a:pt x="3988141" y="4400049"/>
                  </a:moveTo>
                  <a:lnTo>
                    <a:pt x="4005650" y="4425449"/>
                  </a:lnTo>
                  <a:lnTo>
                    <a:pt x="3975318" y="4450849"/>
                  </a:lnTo>
                  <a:lnTo>
                    <a:pt x="3957810" y="4412749"/>
                  </a:lnTo>
                  <a:lnTo>
                    <a:pt x="3988141" y="4400049"/>
                  </a:lnTo>
                  <a:close/>
                </a:path>
                <a:path w="6537959" h="5924550">
                  <a:moveTo>
                    <a:pt x="2791768" y="4425449"/>
                  </a:moveTo>
                  <a:lnTo>
                    <a:pt x="2802454" y="4450849"/>
                  </a:lnTo>
                  <a:lnTo>
                    <a:pt x="2783937" y="4450849"/>
                  </a:lnTo>
                  <a:lnTo>
                    <a:pt x="2773251" y="4438149"/>
                  </a:lnTo>
                  <a:lnTo>
                    <a:pt x="2791768" y="4425449"/>
                  </a:lnTo>
                  <a:close/>
                </a:path>
                <a:path w="6537959" h="5924550">
                  <a:moveTo>
                    <a:pt x="1845684" y="4438149"/>
                  </a:moveTo>
                  <a:lnTo>
                    <a:pt x="1854743" y="4438149"/>
                  </a:lnTo>
                  <a:lnTo>
                    <a:pt x="1859974" y="4450849"/>
                  </a:lnTo>
                  <a:lnTo>
                    <a:pt x="1850915" y="4450849"/>
                  </a:lnTo>
                  <a:lnTo>
                    <a:pt x="1845684" y="4438149"/>
                  </a:lnTo>
                  <a:close/>
                </a:path>
                <a:path w="6537959" h="5924550">
                  <a:moveTo>
                    <a:pt x="5184513" y="4374649"/>
                  </a:moveTo>
                  <a:lnTo>
                    <a:pt x="5208848" y="4412749"/>
                  </a:lnTo>
                  <a:lnTo>
                    <a:pt x="5166702" y="4438149"/>
                  </a:lnTo>
                  <a:lnTo>
                    <a:pt x="5142367" y="4387349"/>
                  </a:lnTo>
                  <a:lnTo>
                    <a:pt x="5184513" y="4374649"/>
                  </a:lnTo>
                  <a:close/>
                </a:path>
                <a:path w="6537959" h="5924550">
                  <a:moveTo>
                    <a:pt x="3051128" y="4412749"/>
                  </a:moveTo>
                  <a:lnTo>
                    <a:pt x="3063181" y="4425449"/>
                  </a:lnTo>
                  <a:lnTo>
                    <a:pt x="3042303" y="4438149"/>
                  </a:lnTo>
                  <a:lnTo>
                    <a:pt x="3030250" y="4425449"/>
                  </a:lnTo>
                  <a:lnTo>
                    <a:pt x="3051128" y="4412749"/>
                  </a:lnTo>
                  <a:close/>
                </a:path>
                <a:path w="6537959" h="5924550">
                  <a:moveTo>
                    <a:pt x="2102685" y="4425449"/>
                  </a:moveTo>
                  <a:lnTo>
                    <a:pt x="2114110" y="4425449"/>
                  </a:lnTo>
                  <a:lnTo>
                    <a:pt x="2120702" y="4438149"/>
                  </a:lnTo>
                  <a:lnTo>
                    <a:pt x="2109282" y="4438149"/>
                  </a:lnTo>
                  <a:lnTo>
                    <a:pt x="2102685" y="4425449"/>
                  </a:lnTo>
                  <a:close/>
                </a:path>
                <a:path w="6537959" h="5924550">
                  <a:moveTo>
                    <a:pt x="5443877" y="4349249"/>
                  </a:moveTo>
                  <a:lnTo>
                    <a:pt x="5469574" y="4400049"/>
                  </a:lnTo>
                  <a:lnTo>
                    <a:pt x="5425067" y="4425449"/>
                  </a:lnTo>
                  <a:lnTo>
                    <a:pt x="5399370" y="4374649"/>
                  </a:lnTo>
                  <a:lnTo>
                    <a:pt x="5443877" y="4349249"/>
                  </a:lnTo>
                  <a:close/>
                </a:path>
                <a:path w="6537959" h="5924550">
                  <a:moveTo>
                    <a:pt x="4247500" y="4374649"/>
                  </a:moveTo>
                  <a:lnTo>
                    <a:pt x="4266375" y="4412749"/>
                  </a:lnTo>
                  <a:lnTo>
                    <a:pt x="4233687" y="4425449"/>
                  </a:lnTo>
                  <a:lnTo>
                    <a:pt x="4214812" y="4400049"/>
                  </a:lnTo>
                  <a:lnTo>
                    <a:pt x="4247500" y="4374649"/>
                  </a:lnTo>
                  <a:close/>
                </a:path>
                <a:path w="6537959" h="5924550">
                  <a:moveTo>
                    <a:pt x="3310490" y="4387349"/>
                  </a:moveTo>
                  <a:lnTo>
                    <a:pt x="3323909" y="4412749"/>
                  </a:lnTo>
                  <a:lnTo>
                    <a:pt x="3300669" y="4425449"/>
                  </a:lnTo>
                  <a:lnTo>
                    <a:pt x="3287250" y="4400049"/>
                  </a:lnTo>
                  <a:lnTo>
                    <a:pt x="3310490" y="4387349"/>
                  </a:lnTo>
                  <a:close/>
                </a:path>
                <a:path w="6537959" h="5924550">
                  <a:moveTo>
                    <a:pt x="2373476" y="4400049"/>
                  </a:moveTo>
                  <a:lnTo>
                    <a:pt x="2381435" y="4412749"/>
                  </a:lnTo>
                  <a:lnTo>
                    <a:pt x="2367649" y="4425449"/>
                  </a:lnTo>
                  <a:lnTo>
                    <a:pt x="2359690" y="4412749"/>
                  </a:lnTo>
                  <a:lnTo>
                    <a:pt x="2373476" y="4400049"/>
                  </a:lnTo>
                  <a:close/>
                </a:path>
                <a:path w="6537959" h="5924550">
                  <a:moveTo>
                    <a:pt x="1432124" y="4412749"/>
                  </a:moveTo>
                  <a:lnTo>
                    <a:pt x="1436456" y="4412749"/>
                  </a:lnTo>
                  <a:lnTo>
                    <a:pt x="1438960" y="4425449"/>
                  </a:lnTo>
                  <a:lnTo>
                    <a:pt x="1434623" y="4425449"/>
                  </a:lnTo>
                  <a:lnTo>
                    <a:pt x="1432124" y="4412749"/>
                  </a:lnTo>
                  <a:close/>
                </a:path>
                <a:path w="6537959" h="5924550">
                  <a:moveTo>
                    <a:pt x="5703324" y="4336549"/>
                  </a:moveTo>
                  <a:lnTo>
                    <a:pt x="5730612" y="4374649"/>
                  </a:lnTo>
                  <a:lnTo>
                    <a:pt x="5683344" y="4412749"/>
                  </a:lnTo>
                  <a:lnTo>
                    <a:pt x="5656057" y="4361949"/>
                  </a:lnTo>
                  <a:lnTo>
                    <a:pt x="5703324" y="4336549"/>
                  </a:lnTo>
                  <a:close/>
                </a:path>
                <a:path w="6537959" h="5924550">
                  <a:moveTo>
                    <a:pt x="4506864" y="4361949"/>
                  </a:moveTo>
                  <a:lnTo>
                    <a:pt x="4527100" y="4400049"/>
                  </a:lnTo>
                  <a:lnTo>
                    <a:pt x="4492047" y="4412749"/>
                  </a:lnTo>
                  <a:lnTo>
                    <a:pt x="4471810" y="4387349"/>
                  </a:lnTo>
                  <a:lnTo>
                    <a:pt x="4506864" y="4361949"/>
                  </a:lnTo>
                  <a:close/>
                </a:path>
                <a:path w="6537959" h="5924550">
                  <a:moveTo>
                    <a:pt x="3569853" y="4374649"/>
                  </a:moveTo>
                  <a:lnTo>
                    <a:pt x="3584634" y="4400049"/>
                  </a:lnTo>
                  <a:lnTo>
                    <a:pt x="3559034" y="4412749"/>
                  </a:lnTo>
                  <a:lnTo>
                    <a:pt x="3544253" y="4387349"/>
                  </a:lnTo>
                  <a:lnTo>
                    <a:pt x="3569853" y="4374649"/>
                  </a:lnTo>
                  <a:close/>
                </a:path>
                <a:path w="6537959" h="5924550">
                  <a:moveTo>
                    <a:pt x="2632920" y="4387349"/>
                  </a:moveTo>
                  <a:lnTo>
                    <a:pt x="2642474" y="4400049"/>
                  </a:lnTo>
                  <a:lnTo>
                    <a:pt x="2625933" y="4412749"/>
                  </a:lnTo>
                  <a:lnTo>
                    <a:pt x="2616383" y="4400049"/>
                  </a:lnTo>
                  <a:lnTo>
                    <a:pt x="2632920" y="4387349"/>
                  </a:lnTo>
                  <a:close/>
                </a:path>
                <a:path w="6537959" h="5924550">
                  <a:moveTo>
                    <a:pt x="1688812" y="4400049"/>
                  </a:moveTo>
                  <a:lnTo>
                    <a:pt x="1699994" y="4400049"/>
                  </a:lnTo>
                  <a:lnTo>
                    <a:pt x="1692906" y="4412749"/>
                  </a:lnTo>
                  <a:lnTo>
                    <a:pt x="1688812" y="4400049"/>
                  </a:lnTo>
                  <a:close/>
                </a:path>
                <a:path w="6537959" h="5924550">
                  <a:moveTo>
                    <a:pt x="5962602" y="4311149"/>
                  </a:moveTo>
                  <a:lnTo>
                    <a:pt x="5991026" y="4361949"/>
                  </a:lnTo>
                  <a:lnTo>
                    <a:pt x="5941792" y="4400049"/>
                  </a:lnTo>
                  <a:lnTo>
                    <a:pt x="5913368" y="4349249"/>
                  </a:lnTo>
                  <a:lnTo>
                    <a:pt x="5962602" y="4311149"/>
                  </a:lnTo>
                  <a:close/>
                </a:path>
                <a:path w="6537959" h="5924550">
                  <a:moveTo>
                    <a:pt x="4766224" y="4349249"/>
                  </a:moveTo>
                  <a:lnTo>
                    <a:pt x="4787826" y="4387349"/>
                  </a:lnTo>
                  <a:lnTo>
                    <a:pt x="4750411" y="4400049"/>
                  </a:lnTo>
                  <a:lnTo>
                    <a:pt x="4728809" y="4361949"/>
                  </a:lnTo>
                  <a:lnTo>
                    <a:pt x="4766224" y="4349249"/>
                  </a:lnTo>
                  <a:close/>
                </a:path>
                <a:path w="6537959" h="5924550">
                  <a:moveTo>
                    <a:pt x="3829300" y="4361949"/>
                  </a:moveTo>
                  <a:lnTo>
                    <a:pt x="3845671" y="4387349"/>
                  </a:lnTo>
                  <a:lnTo>
                    <a:pt x="3817311" y="4400049"/>
                  </a:lnTo>
                  <a:lnTo>
                    <a:pt x="3800939" y="4374649"/>
                  </a:lnTo>
                  <a:lnTo>
                    <a:pt x="3829300" y="4361949"/>
                  </a:lnTo>
                  <a:close/>
                </a:path>
                <a:path w="6537959" h="5924550">
                  <a:moveTo>
                    <a:pt x="2873690" y="4374649"/>
                  </a:moveTo>
                  <a:lnTo>
                    <a:pt x="2892203" y="4374649"/>
                  </a:lnTo>
                  <a:lnTo>
                    <a:pt x="2902889" y="4387349"/>
                  </a:lnTo>
                  <a:lnTo>
                    <a:pt x="2884377" y="4400049"/>
                  </a:lnTo>
                  <a:lnTo>
                    <a:pt x="2873690" y="4374649"/>
                  </a:lnTo>
                  <a:close/>
                </a:path>
                <a:path w="6537959" h="5924550">
                  <a:moveTo>
                    <a:pt x="1955266" y="4374649"/>
                  </a:moveTo>
                  <a:lnTo>
                    <a:pt x="1960722" y="4387349"/>
                  </a:lnTo>
                  <a:lnTo>
                    <a:pt x="1951273" y="4400049"/>
                  </a:lnTo>
                  <a:lnTo>
                    <a:pt x="1945817" y="4387349"/>
                  </a:lnTo>
                  <a:lnTo>
                    <a:pt x="1955266" y="4374649"/>
                  </a:lnTo>
                  <a:close/>
                </a:path>
                <a:path w="6537959" h="5924550">
                  <a:moveTo>
                    <a:pt x="5025670" y="4323849"/>
                  </a:moveTo>
                  <a:lnTo>
                    <a:pt x="5048864" y="4361949"/>
                  </a:lnTo>
                  <a:lnTo>
                    <a:pt x="5008689" y="4387349"/>
                  </a:lnTo>
                  <a:lnTo>
                    <a:pt x="4985496" y="4349249"/>
                  </a:lnTo>
                  <a:lnTo>
                    <a:pt x="5025670" y="4323849"/>
                  </a:lnTo>
                  <a:close/>
                </a:path>
                <a:path w="6537959" h="5924550">
                  <a:moveTo>
                    <a:pt x="4088658" y="4336549"/>
                  </a:moveTo>
                  <a:lnTo>
                    <a:pt x="4106395" y="4374649"/>
                  </a:lnTo>
                  <a:lnTo>
                    <a:pt x="4075674" y="4387349"/>
                  </a:lnTo>
                  <a:lnTo>
                    <a:pt x="4057936" y="4361949"/>
                  </a:lnTo>
                  <a:lnTo>
                    <a:pt x="4088658" y="4336549"/>
                  </a:lnTo>
                  <a:close/>
                </a:path>
                <a:path w="6537959" h="5924550">
                  <a:moveTo>
                    <a:pt x="3151647" y="4349249"/>
                  </a:moveTo>
                  <a:lnTo>
                    <a:pt x="3163929" y="4374649"/>
                  </a:lnTo>
                  <a:lnTo>
                    <a:pt x="3142656" y="4387349"/>
                  </a:lnTo>
                  <a:lnTo>
                    <a:pt x="3130379" y="4361949"/>
                  </a:lnTo>
                  <a:lnTo>
                    <a:pt x="3151647" y="4349249"/>
                  </a:lnTo>
                  <a:close/>
                </a:path>
                <a:path w="6537959" h="5924550">
                  <a:moveTo>
                    <a:pt x="2214633" y="4361949"/>
                  </a:moveTo>
                  <a:lnTo>
                    <a:pt x="2221454" y="4374649"/>
                  </a:lnTo>
                  <a:lnTo>
                    <a:pt x="2209635" y="4387349"/>
                  </a:lnTo>
                  <a:lnTo>
                    <a:pt x="2202813" y="4374649"/>
                  </a:lnTo>
                  <a:lnTo>
                    <a:pt x="2214633" y="4361949"/>
                  </a:lnTo>
                  <a:close/>
                </a:path>
                <a:path w="6537959" h="5924550">
                  <a:moveTo>
                    <a:pt x="5285035" y="4311149"/>
                  </a:moveTo>
                  <a:lnTo>
                    <a:pt x="5309594" y="4349249"/>
                  </a:lnTo>
                  <a:lnTo>
                    <a:pt x="5267054" y="4374649"/>
                  </a:lnTo>
                  <a:lnTo>
                    <a:pt x="5242494" y="4336549"/>
                  </a:lnTo>
                  <a:lnTo>
                    <a:pt x="5285035" y="4311149"/>
                  </a:lnTo>
                  <a:close/>
                </a:path>
                <a:path w="6537959" h="5924550">
                  <a:moveTo>
                    <a:pt x="4347939" y="4323849"/>
                  </a:moveTo>
                  <a:lnTo>
                    <a:pt x="4366814" y="4349249"/>
                  </a:lnTo>
                  <a:lnTo>
                    <a:pt x="4334121" y="4374649"/>
                  </a:lnTo>
                  <a:lnTo>
                    <a:pt x="4315247" y="4336549"/>
                  </a:lnTo>
                  <a:lnTo>
                    <a:pt x="4347939" y="4323849"/>
                  </a:lnTo>
                  <a:close/>
                </a:path>
                <a:path w="6537959" h="5924550">
                  <a:moveTo>
                    <a:pt x="3411011" y="4336549"/>
                  </a:moveTo>
                  <a:lnTo>
                    <a:pt x="3424655" y="4361949"/>
                  </a:lnTo>
                  <a:lnTo>
                    <a:pt x="3401026" y="4374649"/>
                  </a:lnTo>
                  <a:lnTo>
                    <a:pt x="3387382" y="4349249"/>
                  </a:lnTo>
                  <a:lnTo>
                    <a:pt x="3411011" y="4336549"/>
                  </a:lnTo>
                  <a:close/>
                </a:path>
                <a:path w="6537959" h="5924550">
                  <a:moveTo>
                    <a:pt x="5544395" y="4298449"/>
                  </a:moveTo>
                  <a:lnTo>
                    <a:pt x="5570320" y="4336549"/>
                  </a:lnTo>
                  <a:lnTo>
                    <a:pt x="5525419" y="4361949"/>
                  </a:lnTo>
                  <a:lnTo>
                    <a:pt x="5499493" y="4323849"/>
                  </a:lnTo>
                  <a:lnTo>
                    <a:pt x="5544395" y="4298449"/>
                  </a:lnTo>
                  <a:close/>
                </a:path>
                <a:path w="6537959" h="5924550">
                  <a:moveTo>
                    <a:pt x="4607381" y="4298449"/>
                  </a:moveTo>
                  <a:lnTo>
                    <a:pt x="4627851" y="4336549"/>
                  </a:lnTo>
                  <a:lnTo>
                    <a:pt x="4592403" y="4361949"/>
                  </a:lnTo>
                  <a:lnTo>
                    <a:pt x="4571933" y="4323849"/>
                  </a:lnTo>
                  <a:lnTo>
                    <a:pt x="4607381" y="4298449"/>
                  </a:lnTo>
                  <a:close/>
                </a:path>
                <a:path w="6537959" h="5924550">
                  <a:moveTo>
                    <a:pt x="3670376" y="4311149"/>
                  </a:moveTo>
                  <a:lnTo>
                    <a:pt x="3685385" y="4336549"/>
                  </a:lnTo>
                  <a:lnTo>
                    <a:pt x="3659386" y="4361949"/>
                  </a:lnTo>
                  <a:lnTo>
                    <a:pt x="3644381" y="4336549"/>
                  </a:lnTo>
                  <a:lnTo>
                    <a:pt x="3670376" y="4311149"/>
                  </a:lnTo>
                  <a:close/>
                </a:path>
                <a:path w="6537959" h="5924550">
                  <a:moveTo>
                    <a:pt x="2459814" y="4349249"/>
                  </a:moveTo>
                  <a:lnTo>
                    <a:pt x="2473999" y="4349249"/>
                  </a:lnTo>
                  <a:lnTo>
                    <a:pt x="2482182" y="4361949"/>
                  </a:lnTo>
                  <a:lnTo>
                    <a:pt x="2468002" y="4361949"/>
                  </a:lnTo>
                  <a:lnTo>
                    <a:pt x="2459814" y="4349249"/>
                  </a:lnTo>
                  <a:close/>
                </a:path>
                <a:path w="6537959" h="5924550">
                  <a:moveTo>
                    <a:pt x="5803841" y="4273049"/>
                  </a:moveTo>
                  <a:lnTo>
                    <a:pt x="5831358" y="4323849"/>
                  </a:lnTo>
                  <a:lnTo>
                    <a:pt x="5783696" y="4349249"/>
                  </a:lnTo>
                  <a:lnTo>
                    <a:pt x="5756184" y="4298449"/>
                  </a:lnTo>
                  <a:lnTo>
                    <a:pt x="5803841" y="4273049"/>
                  </a:lnTo>
                  <a:close/>
                </a:path>
                <a:path w="6537959" h="5924550">
                  <a:moveTo>
                    <a:pt x="4866750" y="4285749"/>
                  </a:moveTo>
                  <a:lnTo>
                    <a:pt x="4888577" y="4323849"/>
                  </a:lnTo>
                  <a:lnTo>
                    <a:pt x="4850763" y="4349249"/>
                  </a:lnTo>
                  <a:lnTo>
                    <a:pt x="4828936" y="4311149"/>
                  </a:lnTo>
                  <a:lnTo>
                    <a:pt x="4866750" y="4285749"/>
                  </a:lnTo>
                  <a:close/>
                </a:path>
                <a:path w="6537959" h="5924550">
                  <a:moveTo>
                    <a:pt x="3929738" y="4298449"/>
                  </a:moveTo>
                  <a:lnTo>
                    <a:pt x="3946110" y="4323849"/>
                  </a:lnTo>
                  <a:lnTo>
                    <a:pt x="3917750" y="4349249"/>
                  </a:lnTo>
                  <a:lnTo>
                    <a:pt x="3901378" y="4311149"/>
                  </a:lnTo>
                  <a:lnTo>
                    <a:pt x="3929738" y="4298449"/>
                  </a:lnTo>
                  <a:close/>
                </a:path>
                <a:path w="6537959" h="5924550">
                  <a:moveTo>
                    <a:pt x="2733360" y="4323849"/>
                  </a:moveTo>
                  <a:lnTo>
                    <a:pt x="2742914" y="4349249"/>
                  </a:lnTo>
                  <a:lnTo>
                    <a:pt x="2726368" y="4349249"/>
                  </a:lnTo>
                  <a:lnTo>
                    <a:pt x="2716819" y="4336549"/>
                  </a:lnTo>
                  <a:lnTo>
                    <a:pt x="2733360" y="4323849"/>
                  </a:lnTo>
                  <a:close/>
                </a:path>
                <a:path w="6537959" h="5924550">
                  <a:moveTo>
                    <a:pt x="1796427" y="4336549"/>
                  </a:moveTo>
                  <a:lnTo>
                    <a:pt x="1800745" y="4349249"/>
                  </a:lnTo>
                  <a:lnTo>
                    <a:pt x="1788940" y="4349249"/>
                  </a:lnTo>
                  <a:lnTo>
                    <a:pt x="1796427" y="4336549"/>
                  </a:lnTo>
                  <a:close/>
                </a:path>
                <a:path w="6537959" h="5924550">
                  <a:moveTo>
                    <a:pt x="5126110" y="4273049"/>
                  </a:moveTo>
                  <a:lnTo>
                    <a:pt x="5149303" y="4311149"/>
                  </a:lnTo>
                  <a:lnTo>
                    <a:pt x="5109128" y="4336549"/>
                  </a:lnTo>
                  <a:lnTo>
                    <a:pt x="5085935" y="4298449"/>
                  </a:lnTo>
                  <a:lnTo>
                    <a:pt x="5126110" y="4273049"/>
                  </a:lnTo>
                  <a:close/>
                </a:path>
                <a:path w="6537959" h="5924550">
                  <a:moveTo>
                    <a:pt x="2992725" y="4311149"/>
                  </a:moveTo>
                  <a:lnTo>
                    <a:pt x="3003641" y="4323849"/>
                  </a:lnTo>
                  <a:lnTo>
                    <a:pt x="2984734" y="4336549"/>
                  </a:lnTo>
                  <a:lnTo>
                    <a:pt x="2973818" y="4323849"/>
                  </a:lnTo>
                  <a:lnTo>
                    <a:pt x="2992725" y="4311149"/>
                  </a:lnTo>
                  <a:close/>
                </a:path>
                <a:path w="6537959" h="5924550">
                  <a:moveTo>
                    <a:pt x="2045946" y="4323849"/>
                  </a:moveTo>
                  <a:lnTo>
                    <a:pt x="2055789" y="4323849"/>
                  </a:lnTo>
                  <a:lnTo>
                    <a:pt x="2061474" y="4336549"/>
                  </a:lnTo>
                  <a:lnTo>
                    <a:pt x="2051631" y="4336549"/>
                  </a:lnTo>
                  <a:lnTo>
                    <a:pt x="2045946" y="4323849"/>
                  </a:lnTo>
                  <a:close/>
                </a:path>
                <a:path w="6537959" h="5924550">
                  <a:moveTo>
                    <a:pt x="5385552" y="4247649"/>
                  </a:moveTo>
                  <a:lnTo>
                    <a:pt x="5410341" y="4298449"/>
                  </a:lnTo>
                  <a:lnTo>
                    <a:pt x="5367406" y="4323849"/>
                  </a:lnTo>
                  <a:lnTo>
                    <a:pt x="5342622" y="4273049"/>
                  </a:lnTo>
                  <a:lnTo>
                    <a:pt x="5385552" y="4247649"/>
                  </a:lnTo>
                  <a:close/>
                </a:path>
                <a:path w="6537959" h="5924550">
                  <a:moveTo>
                    <a:pt x="4189180" y="4285749"/>
                  </a:moveTo>
                  <a:lnTo>
                    <a:pt x="4207147" y="4311149"/>
                  </a:lnTo>
                  <a:lnTo>
                    <a:pt x="4176027" y="4323849"/>
                  </a:lnTo>
                  <a:lnTo>
                    <a:pt x="4158064" y="4298449"/>
                  </a:lnTo>
                  <a:lnTo>
                    <a:pt x="4189180" y="4285749"/>
                  </a:lnTo>
                  <a:close/>
                </a:path>
                <a:path w="6537959" h="5924550">
                  <a:moveTo>
                    <a:pt x="3252173" y="4298449"/>
                  </a:moveTo>
                  <a:lnTo>
                    <a:pt x="3264680" y="4311149"/>
                  </a:lnTo>
                  <a:lnTo>
                    <a:pt x="3243018" y="4323849"/>
                  </a:lnTo>
                  <a:lnTo>
                    <a:pt x="3230511" y="4311149"/>
                  </a:lnTo>
                  <a:lnTo>
                    <a:pt x="3252173" y="4298449"/>
                  </a:lnTo>
                  <a:close/>
                </a:path>
                <a:path w="6537959" h="5924550">
                  <a:moveTo>
                    <a:pt x="2315068" y="4298449"/>
                  </a:moveTo>
                  <a:lnTo>
                    <a:pt x="2321890" y="4311149"/>
                  </a:lnTo>
                  <a:lnTo>
                    <a:pt x="2310076" y="4323849"/>
                  </a:lnTo>
                  <a:lnTo>
                    <a:pt x="2303254" y="4311149"/>
                  </a:lnTo>
                  <a:lnTo>
                    <a:pt x="2315068" y="4298449"/>
                  </a:lnTo>
                  <a:close/>
                </a:path>
                <a:path w="6537959" h="5924550">
                  <a:moveTo>
                    <a:pt x="1375381" y="4311149"/>
                  </a:moveTo>
                  <a:lnTo>
                    <a:pt x="1378136" y="4311149"/>
                  </a:lnTo>
                  <a:lnTo>
                    <a:pt x="1379727" y="4323849"/>
                  </a:lnTo>
                  <a:lnTo>
                    <a:pt x="1376971" y="4323849"/>
                  </a:lnTo>
                  <a:lnTo>
                    <a:pt x="1375381" y="4311149"/>
                  </a:lnTo>
                  <a:close/>
                </a:path>
                <a:path w="6537959" h="5924550">
                  <a:moveTo>
                    <a:pt x="5644916" y="4234949"/>
                  </a:moveTo>
                  <a:lnTo>
                    <a:pt x="5671072" y="4285749"/>
                  </a:lnTo>
                  <a:lnTo>
                    <a:pt x="5625771" y="4311149"/>
                  </a:lnTo>
                  <a:lnTo>
                    <a:pt x="5599621" y="4260349"/>
                  </a:lnTo>
                  <a:lnTo>
                    <a:pt x="5644916" y="4234949"/>
                  </a:lnTo>
                  <a:close/>
                </a:path>
                <a:path w="6537959" h="5924550">
                  <a:moveTo>
                    <a:pt x="4448461" y="4260349"/>
                  </a:moveTo>
                  <a:lnTo>
                    <a:pt x="4467560" y="4298449"/>
                  </a:lnTo>
                  <a:lnTo>
                    <a:pt x="4434473" y="4311149"/>
                  </a:lnTo>
                  <a:lnTo>
                    <a:pt x="4415374" y="4285749"/>
                  </a:lnTo>
                  <a:lnTo>
                    <a:pt x="4448461" y="4260349"/>
                  </a:lnTo>
                  <a:close/>
                </a:path>
                <a:path w="6537959" h="5924550">
                  <a:moveTo>
                    <a:pt x="3511533" y="4273049"/>
                  </a:moveTo>
                  <a:lnTo>
                    <a:pt x="3525406" y="4298449"/>
                  </a:lnTo>
                  <a:lnTo>
                    <a:pt x="3501378" y="4311149"/>
                  </a:lnTo>
                  <a:lnTo>
                    <a:pt x="3487505" y="4285749"/>
                  </a:lnTo>
                  <a:lnTo>
                    <a:pt x="3511533" y="4273049"/>
                  </a:lnTo>
                  <a:close/>
                </a:path>
                <a:path w="6537959" h="5924550">
                  <a:moveTo>
                    <a:pt x="2574517" y="4285749"/>
                  </a:moveTo>
                  <a:lnTo>
                    <a:pt x="2582934" y="4298449"/>
                  </a:lnTo>
                  <a:lnTo>
                    <a:pt x="2568360" y="4311149"/>
                  </a:lnTo>
                  <a:lnTo>
                    <a:pt x="2559947" y="4298449"/>
                  </a:lnTo>
                  <a:lnTo>
                    <a:pt x="2574517" y="4285749"/>
                  </a:lnTo>
                  <a:close/>
                </a:path>
                <a:path w="6537959" h="5924550">
                  <a:moveTo>
                    <a:pt x="1632380" y="4298449"/>
                  </a:moveTo>
                  <a:lnTo>
                    <a:pt x="1640454" y="4298449"/>
                  </a:lnTo>
                  <a:lnTo>
                    <a:pt x="1635338" y="4311149"/>
                  </a:lnTo>
                  <a:lnTo>
                    <a:pt x="1632380" y="4298449"/>
                  </a:lnTo>
                  <a:close/>
                </a:path>
                <a:path w="6537959" h="5924550">
                  <a:moveTo>
                    <a:pt x="5904281" y="4222249"/>
                  </a:moveTo>
                  <a:lnTo>
                    <a:pt x="5931798" y="4260349"/>
                  </a:lnTo>
                  <a:lnTo>
                    <a:pt x="5884136" y="4298449"/>
                  </a:lnTo>
                  <a:lnTo>
                    <a:pt x="5856620" y="4247649"/>
                  </a:lnTo>
                  <a:lnTo>
                    <a:pt x="5904281" y="4222249"/>
                  </a:lnTo>
                  <a:close/>
                </a:path>
                <a:path w="6537959" h="5924550">
                  <a:moveTo>
                    <a:pt x="4707907" y="4247649"/>
                  </a:moveTo>
                  <a:lnTo>
                    <a:pt x="4728598" y="4285749"/>
                  </a:lnTo>
                  <a:lnTo>
                    <a:pt x="4692755" y="4298449"/>
                  </a:lnTo>
                  <a:lnTo>
                    <a:pt x="4672060" y="4273049"/>
                  </a:lnTo>
                  <a:lnTo>
                    <a:pt x="4707907" y="4247649"/>
                  </a:lnTo>
                  <a:close/>
                </a:path>
                <a:path w="6537959" h="5924550">
                  <a:moveTo>
                    <a:pt x="3770896" y="4260349"/>
                  </a:moveTo>
                  <a:lnTo>
                    <a:pt x="3786131" y="4285749"/>
                  </a:lnTo>
                  <a:lnTo>
                    <a:pt x="3759742" y="4298449"/>
                  </a:lnTo>
                  <a:lnTo>
                    <a:pt x="3744503" y="4273049"/>
                  </a:lnTo>
                  <a:lnTo>
                    <a:pt x="3770896" y="4260349"/>
                  </a:lnTo>
                  <a:close/>
                </a:path>
                <a:path w="6537959" h="5924550">
                  <a:moveTo>
                    <a:pt x="2816942" y="4273049"/>
                  </a:moveTo>
                  <a:lnTo>
                    <a:pt x="2833882" y="4273049"/>
                  </a:lnTo>
                  <a:lnTo>
                    <a:pt x="2843661" y="4285749"/>
                  </a:lnTo>
                  <a:lnTo>
                    <a:pt x="2826721" y="4298449"/>
                  </a:lnTo>
                  <a:lnTo>
                    <a:pt x="2816942" y="4273049"/>
                  </a:lnTo>
                  <a:close/>
                </a:path>
                <a:path w="6537959" h="5924550">
                  <a:moveTo>
                    <a:pt x="1889381" y="4285749"/>
                  </a:moveTo>
                  <a:lnTo>
                    <a:pt x="1901182" y="4285749"/>
                  </a:lnTo>
                  <a:lnTo>
                    <a:pt x="1893704" y="4298449"/>
                  </a:lnTo>
                  <a:lnTo>
                    <a:pt x="1889381" y="4285749"/>
                  </a:lnTo>
                  <a:close/>
                </a:path>
                <a:path w="6537959" h="5924550">
                  <a:moveTo>
                    <a:pt x="4967267" y="4234949"/>
                  </a:moveTo>
                  <a:lnTo>
                    <a:pt x="4989328" y="4273049"/>
                  </a:lnTo>
                  <a:lnTo>
                    <a:pt x="4951120" y="4285749"/>
                  </a:lnTo>
                  <a:lnTo>
                    <a:pt x="4929059" y="4247649"/>
                  </a:lnTo>
                  <a:lnTo>
                    <a:pt x="4967267" y="4234949"/>
                  </a:lnTo>
                  <a:close/>
                </a:path>
                <a:path w="6537959" h="5924550">
                  <a:moveTo>
                    <a:pt x="4030254" y="4234949"/>
                  </a:moveTo>
                  <a:lnTo>
                    <a:pt x="4046855" y="4273049"/>
                  </a:lnTo>
                  <a:lnTo>
                    <a:pt x="4018101" y="4285749"/>
                  </a:lnTo>
                  <a:lnTo>
                    <a:pt x="4001500" y="4260349"/>
                  </a:lnTo>
                  <a:lnTo>
                    <a:pt x="4030254" y="4234949"/>
                  </a:lnTo>
                  <a:close/>
                </a:path>
                <a:path w="6537959" h="5924550">
                  <a:moveTo>
                    <a:pt x="3093243" y="4247649"/>
                  </a:moveTo>
                  <a:lnTo>
                    <a:pt x="3104388" y="4273049"/>
                  </a:lnTo>
                  <a:lnTo>
                    <a:pt x="3085087" y="4285749"/>
                  </a:lnTo>
                  <a:lnTo>
                    <a:pt x="3073947" y="4260349"/>
                  </a:lnTo>
                  <a:lnTo>
                    <a:pt x="3093243" y="4247649"/>
                  </a:lnTo>
                  <a:close/>
                </a:path>
                <a:path w="6537959" h="5924550">
                  <a:moveTo>
                    <a:pt x="5226631" y="4209549"/>
                  </a:moveTo>
                  <a:lnTo>
                    <a:pt x="5250054" y="4247649"/>
                  </a:lnTo>
                  <a:lnTo>
                    <a:pt x="5209485" y="4273049"/>
                  </a:lnTo>
                  <a:lnTo>
                    <a:pt x="5186062" y="4234949"/>
                  </a:lnTo>
                  <a:lnTo>
                    <a:pt x="5226631" y="4209549"/>
                  </a:lnTo>
                  <a:close/>
                </a:path>
                <a:path w="6537959" h="5924550">
                  <a:moveTo>
                    <a:pt x="4289614" y="4222249"/>
                  </a:moveTo>
                  <a:lnTo>
                    <a:pt x="4307581" y="4260349"/>
                  </a:lnTo>
                  <a:lnTo>
                    <a:pt x="4276465" y="4273049"/>
                  </a:lnTo>
                  <a:lnTo>
                    <a:pt x="4258498" y="4234949"/>
                  </a:lnTo>
                  <a:lnTo>
                    <a:pt x="4289614" y="4222249"/>
                  </a:lnTo>
                  <a:close/>
                </a:path>
                <a:path w="6537959" h="5924550">
                  <a:moveTo>
                    <a:pt x="3352691" y="4234949"/>
                  </a:moveTo>
                  <a:lnTo>
                    <a:pt x="3365427" y="4260349"/>
                  </a:lnTo>
                  <a:lnTo>
                    <a:pt x="3343370" y="4273049"/>
                  </a:lnTo>
                  <a:lnTo>
                    <a:pt x="3330634" y="4247649"/>
                  </a:lnTo>
                  <a:lnTo>
                    <a:pt x="3352691" y="4234949"/>
                  </a:lnTo>
                  <a:close/>
                </a:path>
                <a:path w="6537959" h="5924550">
                  <a:moveTo>
                    <a:pt x="2156230" y="4260349"/>
                  </a:moveTo>
                  <a:lnTo>
                    <a:pt x="2161915" y="4273049"/>
                  </a:lnTo>
                  <a:lnTo>
                    <a:pt x="2146382" y="4273049"/>
                  </a:lnTo>
                  <a:lnTo>
                    <a:pt x="2156230" y="4260349"/>
                  </a:lnTo>
                  <a:close/>
                </a:path>
                <a:path w="6537959" h="5924550">
                  <a:moveTo>
                    <a:pt x="5485991" y="4196849"/>
                  </a:moveTo>
                  <a:lnTo>
                    <a:pt x="5510776" y="4234949"/>
                  </a:lnTo>
                  <a:lnTo>
                    <a:pt x="5467846" y="4260349"/>
                  </a:lnTo>
                  <a:lnTo>
                    <a:pt x="5443061" y="4222249"/>
                  </a:lnTo>
                  <a:lnTo>
                    <a:pt x="5485991" y="4196849"/>
                  </a:lnTo>
                  <a:close/>
                </a:path>
                <a:path w="6537959" h="5924550">
                  <a:moveTo>
                    <a:pt x="4548978" y="4209549"/>
                  </a:moveTo>
                  <a:lnTo>
                    <a:pt x="4568307" y="4234949"/>
                  </a:lnTo>
                  <a:lnTo>
                    <a:pt x="4534830" y="4260349"/>
                  </a:lnTo>
                  <a:lnTo>
                    <a:pt x="4515501" y="4222249"/>
                  </a:lnTo>
                  <a:lnTo>
                    <a:pt x="4548978" y="4209549"/>
                  </a:lnTo>
                  <a:close/>
                </a:path>
                <a:path w="6537959" h="5924550">
                  <a:moveTo>
                    <a:pt x="3611972" y="4222249"/>
                  </a:moveTo>
                  <a:lnTo>
                    <a:pt x="3625845" y="4234949"/>
                  </a:lnTo>
                  <a:lnTo>
                    <a:pt x="3601812" y="4260349"/>
                  </a:lnTo>
                  <a:lnTo>
                    <a:pt x="3587944" y="4234949"/>
                  </a:lnTo>
                  <a:lnTo>
                    <a:pt x="3611972" y="4222249"/>
                  </a:lnTo>
                  <a:close/>
                </a:path>
                <a:path w="6537959" h="5924550">
                  <a:moveTo>
                    <a:pt x="2403382" y="4247649"/>
                  </a:moveTo>
                  <a:lnTo>
                    <a:pt x="2415596" y="4247649"/>
                  </a:lnTo>
                  <a:lnTo>
                    <a:pt x="2422642" y="4260349"/>
                  </a:lnTo>
                  <a:lnTo>
                    <a:pt x="2410429" y="4260349"/>
                  </a:lnTo>
                  <a:lnTo>
                    <a:pt x="2403382" y="4247649"/>
                  </a:lnTo>
                  <a:close/>
                </a:path>
                <a:path w="6537959" h="5924550">
                  <a:moveTo>
                    <a:pt x="5745438" y="4171449"/>
                  </a:moveTo>
                  <a:lnTo>
                    <a:pt x="5771818" y="4222249"/>
                  </a:lnTo>
                  <a:lnTo>
                    <a:pt x="5726123" y="4247649"/>
                  </a:lnTo>
                  <a:lnTo>
                    <a:pt x="5699748" y="4196849"/>
                  </a:lnTo>
                  <a:lnTo>
                    <a:pt x="5745438" y="4171449"/>
                  </a:lnTo>
                  <a:close/>
                </a:path>
                <a:path w="6537959" h="5924550">
                  <a:moveTo>
                    <a:pt x="4808424" y="4184149"/>
                  </a:moveTo>
                  <a:lnTo>
                    <a:pt x="4829348" y="4222249"/>
                  </a:lnTo>
                  <a:lnTo>
                    <a:pt x="4793107" y="4247649"/>
                  </a:lnTo>
                  <a:lnTo>
                    <a:pt x="4772188" y="4209549"/>
                  </a:lnTo>
                  <a:lnTo>
                    <a:pt x="4808424" y="4184149"/>
                  </a:lnTo>
                  <a:close/>
                </a:path>
                <a:path w="6537959" h="5924550">
                  <a:moveTo>
                    <a:pt x="3871413" y="4196849"/>
                  </a:moveTo>
                  <a:lnTo>
                    <a:pt x="3886877" y="4222249"/>
                  </a:lnTo>
                  <a:lnTo>
                    <a:pt x="3860098" y="4247649"/>
                  </a:lnTo>
                  <a:lnTo>
                    <a:pt x="3844634" y="4209549"/>
                  </a:lnTo>
                  <a:lnTo>
                    <a:pt x="3871413" y="4196849"/>
                  </a:lnTo>
                  <a:close/>
                </a:path>
                <a:path w="6537959" h="5924550">
                  <a:moveTo>
                    <a:pt x="2675039" y="4222249"/>
                  </a:moveTo>
                  <a:lnTo>
                    <a:pt x="2683676" y="4247649"/>
                  </a:lnTo>
                  <a:lnTo>
                    <a:pt x="2668712" y="4247649"/>
                  </a:lnTo>
                  <a:lnTo>
                    <a:pt x="2660075" y="4234949"/>
                  </a:lnTo>
                  <a:lnTo>
                    <a:pt x="2675039" y="4222249"/>
                  </a:lnTo>
                  <a:close/>
                </a:path>
                <a:path w="6537959" h="5924550">
                  <a:moveTo>
                    <a:pt x="1738024" y="4234949"/>
                  </a:moveTo>
                  <a:lnTo>
                    <a:pt x="1741206" y="4247649"/>
                  </a:lnTo>
                  <a:lnTo>
                    <a:pt x="1732508" y="4247649"/>
                  </a:lnTo>
                  <a:lnTo>
                    <a:pt x="1738024" y="4234949"/>
                  </a:lnTo>
                  <a:close/>
                </a:path>
                <a:path w="6537959" h="5924550">
                  <a:moveTo>
                    <a:pt x="5067706" y="4171449"/>
                  </a:moveTo>
                  <a:lnTo>
                    <a:pt x="5089763" y="4209549"/>
                  </a:lnTo>
                  <a:lnTo>
                    <a:pt x="5051559" y="4234949"/>
                  </a:lnTo>
                  <a:lnTo>
                    <a:pt x="5029498" y="4196849"/>
                  </a:lnTo>
                  <a:lnTo>
                    <a:pt x="5067706" y="4171449"/>
                  </a:lnTo>
                  <a:close/>
                </a:path>
                <a:path w="6537959" h="5924550">
                  <a:moveTo>
                    <a:pt x="2934405" y="4209549"/>
                  </a:moveTo>
                  <a:lnTo>
                    <a:pt x="2944413" y="4222249"/>
                  </a:lnTo>
                  <a:lnTo>
                    <a:pt x="2927079" y="4234949"/>
                  </a:lnTo>
                  <a:lnTo>
                    <a:pt x="2917075" y="4222249"/>
                  </a:lnTo>
                  <a:lnTo>
                    <a:pt x="2934405" y="4209549"/>
                  </a:lnTo>
                  <a:close/>
                </a:path>
                <a:path w="6537959" h="5924550">
                  <a:moveTo>
                    <a:pt x="1989510" y="4222249"/>
                  </a:moveTo>
                  <a:lnTo>
                    <a:pt x="1997386" y="4222249"/>
                  </a:lnTo>
                  <a:lnTo>
                    <a:pt x="2001934" y="4234949"/>
                  </a:lnTo>
                  <a:lnTo>
                    <a:pt x="1994058" y="4234949"/>
                  </a:lnTo>
                  <a:lnTo>
                    <a:pt x="1989510" y="4222249"/>
                  </a:lnTo>
                  <a:close/>
                </a:path>
                <a:path w="6537959" h="5924550">
                  <a:moveTo>
                    <a:pt x="5327149" y="4158749"/>
                  </a:moveTo>
                  <a:lnTo>
                    <a:pt x="5350801" y="4196849"/>
                  </a:lnTo>
                  <a:lnTo>
                    <a:pt x="5309837" y="4222249"/>
                  </a:lnTo>
                  <a:lnTo>
                    <a:pt x="5286185" y="4171449"/>
                  </a:lnTo>
                  <a:lnTo>
                    <a:pt x="5327149" y="4158749"/>
                  </a:lnTo>
                  <a:close/>
                </a:path>
                <a:path w="6537959" h="5924550">
                  <a:moveTo>
                    <a:pt x="4130781" y="4184149"/>
                  </a:moveTo>
                  <a:lnTo>
                    <a:pt x="4147607" y="4209549"/>
                  </a:lnTo>
                  <a:lnTo>
                    <a:pt x="4118458" y="4222249"/>
                  </a:lnTo>
                  <a:lnTo>
                    <a:pt x="4101628" y="4196849"/>
                  </a:lnTo>
                  <a:lnTo>
                    <a:pt x="4130781" y="4184149"/>
                  </a:lnTo>
                  <a:close/>
                </a:path>
                <a:path w="6537959" h="5924550">
                  <a:moveTo>
                    <a:pt x="3193770" y="4196849"/>
                  </a:moveTo>
                  <a:lnTo>
                    <a:pt x="3205140" y="4209549"/>
                  </a:lnTo>
                  <a:lnTo>
                    <a:pt x="3185444" y="4222249"/>
                  </a:lnTo>
                  <a:lnTo>
                    <a:pt x="3174075" y="4209549"/>
                  </a:lnTo>
                  <a:lnTo>
                    <a:pt x="3193770" y="4196849"/>
                  </a:lnTo>
                  <a:close/>
                </a:path>
                <a:path w="6537959" h="5924550">
                  <a:moveTo>
                    <a:pt x="2246510" y="4209549"/>
                  </a:moveTo>
                  <a:lnTo>
                    <a:pt x="2262662" y="4209549"/>
                  </a:lnTo>
                  <a:lnTo>
                    <a:pt x="2252425" y="4222249"/>
                  </a:lnTo>
                  <a:lnTo>
                    <a:pt x="2246510" y="4209549"/>
                  </a:lnTo>
                  <a:close/>
                </a:path>
                <a:path w="6537959" h="5924550">
                  <a:moveTo>
                    <a:pt x="5586518" y="4133349"/>
                  </a:moveTo>
                  <a:lnTo>
                    <a:pt x="5611532" y="4184149"/>
                  </a:lnTo>
                  <a:lnTo>
                    <a:pt x="5568202" y="4209549"/>
                  </a:lnTo>
                  <a:lnTo>
                    <a:pt x="5543189" y="4158749"/>
                  </a:lnTo>
                  <a:lnTo>
                    <a:pt x="5586518" y="4133349"/>
                  </a:lnTo>
                  <a:close/>
                </a:path>
                <a:path w="6537959" h="5924550">
                  <a:moveTo>
                    <a:pt x="4390140" y="4158749"/>
                  </a:moveTo>
                  <a:lnTo>
                    <a:pt x="4408332" y="4196849"/>
                  </a:lnTo>
                  <a:lnTo>
                    <a:pt x="4376817" y="4209549"/>
                  </a:lnTo>
                  <a:lnTo>
                    <a:pt x="4358625" y="4184149"/>
                  </a:lnTo>
                  <a:lnTo>
                    <a:pt x="4390140" y="4158749"/>
                  </a:lnTo>
                  <a:close/>
                </a:path>
                <a:path w="6537959" h="5924550">
                  <a:moveTo>
                    <a:pt x="3453130" y="4171449"/>
                  </a:moveTo>
                  <a:lnTo>
                    <a:pt x="3465865" y="4196849"/>
                  </a:lnTo>
                  <a:lnTo>
                    <a:pt x="3443804" y="4209549"/>
                  </a:lnTo>
                  <a:lnTo>
                    <a:pt x="3431068" y="4184149"/>
                  </a:lnTo>
                  <a:lnTo>
                    <a:pt x="3453130" y="4171449"/>
                  </a:lnTo>
                  <a:close/>
                </a:path>
                <a:path w="6537959" h="5924550">
                  <a:moveTo>
                    <a:pt x="2516114" y="4184149"/>
                  </a:moveTo>
                  <a:lnTo>
                    <a:pt x="2523390" y="4196849"/>
                  </a:lnTo>
                  <a:lnTo>
                    <a:pt x="2510791" y="4209549"/>
                  </a:lnTo>
                  <a:lnTo>
                    <a:pt x="2503515" y="4196849"/>
                  </a:lnTo>
                  <a:lnTo>
                    <a:pt x="2516114" y="4184149"/>
                  </a:lnTo>
                  <a:close/>
                </a:path>
                <a:path w="6537959" h="5924550">
                  <a:moveTo>
                    <a:pt x="1575944" y="4196849"/>
                  </a:moveTo>
                  <a:lnTo>
                    <a:pt x="1580913" y="4196849"/>
                  </a:lnTo>
                  <a:lnTo>
                    <a:pt x="1577764" y="4209549"/>
                  </a:lnTo>
                  <a:lnTo>
                    <a:pt x="1575944" y="4196849"/>
                  </a:lnTo>
                  <a:close/>
                </a:path>
                <a:path w="6537959" h="5924550">
                  <a:moveTo>
                    <a:pt x="4649500" y="4146049"/>
                  </a:moveTo>
                  <a:lnTo>
                    <a:pt x="4669058" y="4184149"/>
                  </a:lnTo>
                  <a:lnTo>
                    <a:pt x="4635182" y="4196849"/>
                  </a:lnTo>
                  <a:lnTo>
                    <a:pt x="4615629" y="4171449"/>
                  </a:lnTo>
                  <a:lnTo>
                    <a:pt x="4649500" y="4146049"/>
                  </a:lnTo>
                  <a:close/>
                </a:path>
                <a:path w="6537959" h="5924550">
                  <a:moveTo>
                    <a:pt x="3712489" y="4158749"/>
                  </a:moveTo>
                  <a:lnTo>
                    <a:pt x="3726591" y="4184149"/>
                  </a:lnTo>
                  <a:lnTo>
                    <a:pt x="3702169" y="4196849"/>
                  </a:lnTo>
                  <a:lnTo>
                    <a:pt x="3688067" y="4171449"/>
                  </a:lnTo>
                  <a:lnTo>
                    <a:pt x="3712489" y="4158749"/>
                  </a:lnTo>
                  <a:close/>
                </a:path>
                <a:path w="6537959" h="5924550">
                  <a:moveTo>
                    <a:pt x="2775561" y="4171449"/>
                  </a:moveTo>
                  <a:lnTo>
                    <a:pt x="2784432" y="4184149"/>
                  </a:lnTo>
                  <a:lnTo>
                    <a:pt x="2769070" y="4196849"/>
                  </a:lnTo>
                  <a:lnTo>
                    <a:pt x="2760199" y="4184149"/>
                  </a:lnTo>
                  <a:lnTo>
                    <a:pt x="2775561" y="4171449"/>
                  </a:lnTo>
                  <a:close/>
                </a:path>
                <a:path w="6537959" h="5924550">
                  <a:moveTo>
                    <a:pt x="1832637" y="4184149"/>
                  </a:moveTo>
                  <a:lnTo>
                    <a:pt x="1841953" y="4184149"/>
                  </a:lnTo>
                  <a:lnTo>
                    <a:pt x="1836049" y="4196849"/>
                  </a:lnTo>
                  <a:lnTo>
                    <a:pt x="1832637" y="4184149"/>
                  </a:lnTo>
                  <a:close/>
                </a:path>
                <a:path w="6537959" h="5924550">
                  <a:moveTo>
                    <a:pt x="5845878" y="4120649"/>
                  </a:moveTo>
                  <a:lnTo>
                    <a:pt x="5872253" y="4158749"/>
                  </a:lnTo>
                  <a:lnTo>
                    <a:pt x="5826563" y="4184149"/>
                  </a:lnTo>
                  <a:lnTo>
                    <a:pt x="5800188" y="4146049"/>
                  </a:lnTo>
                  <a:lnTo>
                    <a:pt x="5845878" y="4120649"/>
                  </a:lnTo>
                  <a:close/>
                </a:path>
                <a:path w="6537959" h="5924550">
                  <a:moveTo>
                    <a:pt x="4908951" y="4133349"/>
                  </a:moveTo>
                  <a:lnTo>
                    <a:pt x="4930095" y="4171449"/>
                  </a:lnTo>
                  <a:lnTo>
                    <a:pt x="4893464" y="4184149"/>
                  </a:lnTo>
                  <a:lnTo>
                    <a:pt x="4872320" y="4146049"/>
                  </a:lnTo>
                  <a:lnTo>
                    <a:pt x="4908951" y="4133349"/>
                  </a:lnTo>
                  <a:close/>
                </a:path>
                <a:path w="6537959" h="5924550">
                  <a:moveTo>
                    <a:pt x="3971938" y="4146049"/>
                  </a:moveTo>
                  <a:lnTo>
                    <a:pt x="3987627" y="4171449"/>
                  </a:lnTo>
                  <a:lnTo>
                    <a:pt x="3960449" y="4184149"/>
                  </a:lnTo>
                  <a:lnTo>
                    <a:pt x="3944761" y="4158749"/>
                  </a:lnTo>
                  <a:lnTo>
                    <a:pt x="3971938" y="4146049"/>
                  </a:lnTo>
                  <a:close/>
                </a:path>
                <a:path w="6537959" h="5924550">
                  <a:moveTo>
                    <a:pt x="3017510" y="4158749"/>
                  </a:moveTo>
                  <a:lnTo>
                    <a:pt x="3034840" y="4158749"/>
                  </a:lnTo>
                  <a:lnTo>
                    <a:pt x="3044848" y="4171449"/>
                  </a:lnTo>
                  <a:lnTo>
                    <a:pt x="3027514" y="4184149"/>
                  </a:lnTo>
                  <a:lnTo>
                    <a:pt x="3017510" y="4158749"/>
                  </a:lnTo>
                  <a:close/>
                </a:path>
                <a:path w="6537959" h="5924550">
                  <a:moveTo>
                    <a:pt x="5168224" y="4107949"/>
                  </a:moveTo>
                  <a:lnTo>
                    <a:pt x="5190509" y="4146049"/>
                  </a:lnTo>
                  <a:lnTo>
                    <a:pt x="5151912" y="4171449"/>
                  </a:lnTo>
                  <a:lnTo>
                    <a:pt x="5129626" y="4133349"/>
                  </a:lnTo>
                  <a:lnTo>
                    <a:pt x="5168224" y="4107949"/>
                  </a:lnTo>
                  <a:close/>
                </a:path>
                <a:path w="6537959" h="5924550">
                  <a:moveTo>
                    <a:pt x="4231298" y="4120649"/>
                  </a:moveTo>
                  <a:lnTo>
                    <a:pt x="4248353" y="4158749"/>
                  </a:lnTo>
                  <a:lnTo>
                    <a:pt x="4218814" y="4171449"/>
                  </a:lnTo>
                  <a:lnTo>
                    <a:pt x="4201759" y="4146049"/>
                  </a:lnTo>
                  <a:lnTo>
                    <a:pt x="4231298" y="4120649"/>
                  </a:lnTo>
                  <a:close/>
                </a:path>
                <a:path w="6537959" h="5924550">
                  <a:moveTo>
                    <a:pt x="3294288" y="4133349"/>
                  </a:moveTo>
                  <a:lnTo>
                    <a:pt x="3305886" y="4158749"/>
                  </a:lnTo>
                  <a:lnTo>
                    <a:pt x="3285801" y="4171449"/>
                  </a:lnTo>
                  <a:lnTo>
                    <a:pt x="3274202" y="4146049"/>
                  </a:lnTo>
                  <a:lnTo>
                    <a:pt x="3294288" y="4133349"/>
                  </a:lnTo>
                  <a:close/>
                </a:path>
                <a:path w="6537959" h="5924550">
                  <a:moveTo>
                    <a:pt x="2097909" y="4158749"/>
                  </a:moveTo>
                  <a:lnTo>
                    <a:pt x="2102682" y="4171449"/>
                  </a:lnTo>
                  <a:lnTo>
                    <a:pt x="2089638" y="4171449"/>
                  </a:lnTo>
                  <a:lnTo>
                    <a:pt x="2097909" y="4158749"/>
                  </a:lnTo>
                  <a:close/>
                </a:path>
                <a:path w="6537959" h="5924550">
                  <a:moveTo>
                    <a:pt x="5427671" y="4095249"/>
                  </a:moveTo>
                  <a:lnTo>
                    <a:pt x="5451547" y="4133349"/>
                  </a:lnTo>
                  <a:lnTo>
                    <a:pt x="5410190" y="4158749"/>
                  </a:lnTo>
                  <a:lnTo>
                    <a:pt x="5386313" y="4120649"/>
                  </a:lnTo>
                  <a:lnTo>
                    <a:pt x="5427671" y="4095249"/>
                  </a:lnTo>
                  <a:close/>
                </a:path>
                <a:path w="6537959" h="5924550">
                  <a:moveTo>
                    <a:pt x="4490657" y="4107949"/>
                  </a:moveTo>
                  <a:lnTo>
                    <a:pt x="4509078" y="4133349"/>
                  </a:lnTo>
                  <a:lnTo>
                    <a:pt x="4477178" y="4158749"/>
                  </a:lnTo>
                  <a:lnTo>
                    <a:pt x="4458757" y="4120649"/>
                  </a:lnTo>
                  <a:lnTo>
                    <a:pt x="4490657" y="4107949"/>
                  </a:lnTo>
                  <a:close/>
                </a:path>
                <a:path w="6537959" h="5924550">
                  <a:moveTo>
                    <a:pt x="3553651" y="4120649"/>
                  </a:moveTo>
                  <a:lnTo>
                    <a:pt x="3566612" y="4146049"/>
                  </a:lnTo>
                  <a:lnTo>
                    <a:pt x="3544161" y="4158749"/>
                  </a:lnTo>
                  <a:lnTo>
                    <a:pt x="3531200" y="4133349"/>
                  </a:lnTo>
                  <a:lnTo>
                    <a:pt x="3553651" y="4120649"/>
                  </a:lnTo>
                  <a:close/>
                </a:path>
                <a:path w="6537959" h="5924550">
                  <a:moveTo>
                    <a:pt x="2357270" y="4146049"/>
                  </a:moveTo>
                  <a:lnTo>
                    <a:pt x="2363409" y="4158749"/>
                  </a:lnTo>
                  <a:lnTo>
                    <a:pt x="2346639" y="4158749"/>
                  </a:lnTo>
                  <a:lnTo>
                    <a:pt x="2357270" y="4146049"/>
                  </a:lnTo>
                  <a:close/>
                </a:path>
                <a:path w="6537959" h="5924550">
                  <a:moveTo>
                    <a:pt x="5687035" y="4082549"/>
                  </a:moveTo>
                  <a:lnTo>
                    <a:pt x="5712278" y="4120649"/>
                  </a:lnTo>
                  <a:lnTo>
                    <a:pt x="5668554" y="4146049"/>
                  </a:lnTo>
                  <a:lnTo>
                    <a:pt x="5643312" y="4107949"/>
                  </a:lnTo>
                  <a:lnTo>
                    <a:pt x="5687035" y="4082549"/>
                  </a:lnTo>
                  <a:close/>
                </a:path>
                <a:path w="6537959" h="5924550">
                  <a:moveTo>
                    <a:pt x="4750021" y="4095249"/>
                  </a:moveTo>
                  <a:lnTo>
                    <a:pt x="4769804" y="4120649"/>
                  </a:lnTo>
                  <a:lnTo>
                    <a:pt x="4735538" y="4146049"/>
                  </a:lnTo>
                  <a:lnTo>
                    <a:pt x="4715751" y="4107949"/>
                  </a:lnTo>
                  <a:lnTo>
                    <a:pt x="4750021" y="4095249"/>
                  </a:lnTo>
                  <a:close/>
                </a:path>
                <a:path w="6537959" h="5924550">
                  <a:moveTo>
                    <a:pt x="2603639" y="4133349"/>
                  </a:moveTo>
                  <a:lnTo>
                    <a:pt x="2616636" y="4133349"/>
                  </a:lnTo>
                  <a:lnTo>
                    <a:pt x="2624141" y="4146049"/>
                  </a:lnTo>
                  <a:lnTo>
                    <a:pt x="2611144" y="4146049"/>
                  </a:lnTo>
                  <a:lnTo>
                    <a:pt x="2603639" y="4133349"/>
                  </a:lnTo>
                  <a:close/>
                </a:path>
                <a:path w="6537959" h="5924550">
                  <a:moveTo>
                    <a:pt x="5009386" y="4069849"/>
                  </a:moveTo>
                  <a:lnTo>
                    <a:pt x="5030530" y="4107949"/>
                  </a:lnTo>
                  <a:lnTo>
                    <a:pt x="4993899" y="4133349"/>
                  </a:lnTo>
                  <a:lnTo>
                    <a:pt x="4972755" y="4095249"/>
                  </a:lnTo>
                  <a:lnTo>
                    <a:pt x="5009386" y="4069849"/>
                  </a:lnTo>
                  <a:close/>
                </a:path>
                <a:path w="6537959" h="5924550">
                  <a:moveTo>
                    <a:pt x="3813010" y="4095249"/>
                  </a:moveTo>
                  <a:lnTo>
                    <a:pt x="3827336" y="4120649"/>
                  </a:lnTo>
                  <a:lnTo>
                    <a:pt x="3802525" y="4133349"/>
                  </a:lnTo>
                  <a:lnTo>
                    <a:pt x="3788198" y="4120649"/>
                  </a:lnTo>
                  <a:lnTo>
                    <a:pt x="3813010" y="4095249"/>
                  </a:lnTo>
                  <a:close/>
                </a:path>
                <a:path w="6537959" h="5924550">
                  <a:moveTo>
                    <a:pt x="2876002" y="4107949"/>
                  </a:moveTo>
                  <a:lnTo>
                    <a:pt x="2884868" y="4133349"/>
                  </a:lnTo>
                  <a:lnTo>
                    <a:pt x="2869510" y="4133349"/>
                  </a:lnTo>
                  <a:lnTo>
                    <a:pt x="2860639" y="4120649"/>
                  </a:lnTo>
                  <a:lnTo>
                    <a:pt x="2876002" y="4107949"/>
                  </a:lnTo>
                  <a:close/>
                </a:path>
                <a:path w="6537959" h="5924550">
                  <a:moveTo>
                    <a:pt x="1939065" y="4120649"/>
                  </a:moveTo>
                  <a:lnTo>
                    <a:pt x="1942701" y="4133349"/>
                  </a:lnTo>
                  <a:lnTo>
                    <a:pt x="1932761" y="4133349"/>
                  </a:lnTo>
                  <a:lnTo>
                    <a:pt x="1939065" y="4120649"/>
                  </a:lnTo>
                  <a:close/>
                </a:path>
                <a:path w="6537959" h="5924550">
                  <a:moveTo>
                    <a:pt x="5268746" y="4057149"/>
                  </a:moveTo>
                  <a:lnTo>
                    <a:pt x="5291261" y="4095249"/>
                  </a:lnTo>
                  <a:lnTo>
                    <a:pt x="5252264" y="4120649"/>
                  </a:lnTo>
                  <a:lnTo>
                    <a:pt x="5229754" y="4082549"/>
                  </a:lnTo>
                  <a:lnTo>
                    <a:pt x="5268746" y="4057149"/>
                  </a:lnTo>
                  <a:close/>
                </a:path>
                <a:path w="6537959" h="5924550">
                  <a:moveTo>
                    <a:pt x="4072456" y="4082549"/>
                  </a:moveTo>
                  <a:lnTo>
                    <a:pt x="4088374" y="4107949"/>
                  </a:lnTo>
                  <a:lnTo>
                    <a:pt x="4060806" y="4120649"/>
                  </a:lnTo>
                  <a:lnTo>
                    <a:pt x="4044884" y="4095249"/>
                  </a:lnTo>
                  <a:lnTo>
                    <a:pt x="4072456" y="4082549"/>
                  </a:lnTo>
                  <a:close/>
                </a:path>
                <a:path w="6537959" h="5924550">
                  <a:moveTo>
                    <a:pt x="3135362" y="4095249"/>
                  </a:moveTo>
                  <a:lnTo>
                    <a:pt x="3145595" y="4107949"/>
                  </a:lnTo>
                  <a:lnTo>
                    <a:pt x="3127871" y="4120649"/>
                  </a:lnTo>
                  <a:lnTo>
                    <a:pt x="3117638" y="4107949"/>
                  </a:lnTo>
                  <a:lnTo>
                    <a:pt x="3135362" y="4095249"/>
                  </a:lnTo>
                  <a:close/>
                </a:path>
                <a:path w="6537959" h="5924550">
                  <a:moveTo>
                    <a:pt x="2189762" y="4107949"/>
                  </a:moveTo>
                  <a:lnTo>
                    <a:pt x="2198432" y="4107949"/>
                  </a:lnTo>
                  <a:lnTo>
                    <a:pt x="2203433" y="4120649"/>
                  </a:lnTo>
                  <a:lnTo>
                    <a:pt x="2194768" y="4120649"/>
                  </a:lnTo>
                  <a:lnTo>
                    <a:pt x="2189762" y="4107949"/>
                  </a:lnTo>
                  <a:close/>
                </a:path>
                <a:path w="6537959" h="5924550">
                  <a:moveTo>
                    <a:pt x="5528193" y="4031749"/>
                  </a:moveTo>
                  <a:lnTo>
                    <a:pt x="5552298" y="4082549"/>
                  </a:lnTo>
                  <a:lnTo>
                    <a:pt x="5510547" y="4107949"/>
                  </a:lnTo>
                  <a:lnTo>
                    <a:pt x="5486441" y="4057149"/>
                  </a:lnTo>
                  <a:lnTo>
                    <a:pt x="5528193" y="4031749"/>
                  </a:lnTo>
                  <a:close/>
                </a:path>
                <a:path w="6537959" h="5924550">
                  <a:moveTo>
                    <a:pt x="4331737" y="4069849"/>
                  </a:moveTo>
                  <a:lnTo>
                    <a:pt x="4348792" y="4095249"/>
                  </a:lnTo>
                  <a:lnTo>
                    <a:pt x="4319248" y="4107949"/>
                  </a:lnTo>
                  <a:lnTo>
                    <a:pt x="4302194" y="4082549"/>
                  </a:lnTo>
                  <a:lnTo>
                    <a:pt x="4331737" y="4069849"/>
                  </a:lnTo>
                  <a:close/>
                </a:path>
                <a:path w="6537959" h="5924550">
                  <a:moveTo>
                    <a:pt x="3374329" y="4082549"/>
                  </a:moveTo>
                  <a:lnTo>
                    <a:pt x="3394809" y="4082549"/>
                  </a:lnTo>
                  <a:lnTo>
                    <a:pt x="3406633" y="4095249"/>
                  </a:lnTo>
                  <a:lnTo>
                    <a:pt x="3386153" y="4107949"/>
                  </a:lnTo>
                  <a:lnTo>
                    <a:pt x="3374329" y="4082549"/>
                  </a:lnTo>
                  <a:close/>
                </a:path>
                <a:path w="6537959" h="5924550">
                  <a:moveTo>
                    <a:pt x="2457793" y="4082549"/>
                  </a:moveTo>
                  <a:lnTo>
                    <a:pt x="2464161" y="4095249"/>
                  </a:lnTo>
                  <a:lnTo>
                    <a:pt x="2453135" y="4107949"/>
                  </a:lnTo>
                  <a:lnTo>
                    <a:pt x="2446767" y="4095249"/>
                  </a:lnTo>
                  <a:lnTo>
                    <a:pt x="2457793" y="4082549"/>
                  </a:lnTo>
                  <a:close/>
                </a:path>
                <a:path w="6537959" h="5924550">
                  <a:moveTo>
                    <a:pt x="1519200" y="4095249"/>
                  </a:moveTo>
                  <a:lnTo>
                    <a:pt x="1520777" y="4095249"/>
                  </a:lnTo>
                  <a:lnTo>
                    <a:pt x="1521685" y="4107949"/>
                  </a:lnTo>
                  <a:lnTo>
                    <a:pt x="1520108" y="4107949"/>
                  </a:lnTo>
                  <a:lnTo>
                    <a:pt x="1519200" y="4095249"/>
                  </a:lnTo>
                  <a:close/>
                </a:path>
                <a:path w="6537959" h="5924550">
                  <a:moveTo>
                    <a:pt x="4591096" y="4044449"/>
                  </a:moveTo>
                  <a:lnTo>
                    <a:pt x="4609517" y="4082549"/>
                  </a:lnTo>
                  <a:lnTo>
                    <a:pt x="4577613" y="4095249"/>
                  </a:lnTo>
                  <a:lnTo>
                    <a:pt x="4559192" y="4069849"/>
                  </a:lnTo>
                  <a:lnTo>
                    <a:pt x="4591096" y="4044449"/>
                  </a:lnTo>
                  <a:close/>
                </a:path>
                <a:path w="6537959" h="5924550">
                  <a:moveTo>
                    <a:pt x="3654172" y="4057149"/>
                  </a:moveTo>
                  <a:lnTo>
                    <a:pt x="3667362" y="4082549"/>
                  </a:lnTo>
                  <a:lnTo>
                    <a:pt x="3644517" y="4095249"/>
                  </a:lnTo>
                  <a:lnTo>
                    <a:pt x="3631327" y="4069849"/>
                  </a:lnTo>
                  <a:lnTo>
                    <a:pt x="3654172" y="4057149"/>
                  </a:lnTo>
                  <a:close/>
                </a:path>
                <a:path w="6537959" h="5924550">
                  <a:moveTo>
                    <a:pt x="2717158" y="4069849"/>
                  </a:moveTo>
                  <a:lnTo>
                    <a:pt x="2724888" y="4082549"/>
                  </a:lnTo>
                  <a:lnTo>
                    <a:pt x="2711497" y="4095249"/>
                  </a:lnTo>
                  <a:lnTo>
                    <a:pt x="2703767" y="4082549"/>
                  </a:lnTo>
                  <a:lnTo>
                    <a:pt x="2717158" y="4069849"/>
                  </a:lnTo>
                  <a:close/>
                </a:path>
                <a:path w="6537959" h="5924550">
                  <a:moveTo>
                    <a:pt x="1776201" y="4082549"/>
                  </a:moveTo>
                  <a:lnTo>
                    <a:pt x="1782413" y="4082549"/>
                  </a:lnTo>
                  <a:lnTo>
                    <a:pt x="1778475" y="4095249"/>
                  </a:lnTo>
                  <a:lnTo>
                    <a:pt x="1776201" y="4082549"/>
                  </a:lnTo>
                  <a:close/>
                </a:path>
                <a:path w="6537959" h="5924550">
                  <a:moveTo>
                    <a:pt x="5787475" y="4019049"/>
                  </a:moveTo>
                  <a:lnTo>
                    <a:pt x="5812718" y="4057149"/>
                  </a:lnTo>
                  <a:lnTo>
                    <a:pt x="5768994" y="4082549"/>
                  </a:lnTo>
                  <a:lnTo>
                    <a:pt x="5743751" y="4044449"/>
                  </a:lnTo>
                  <a:lnTo>
                    <a:pt x="5787475" y="4019049"/>
                  </a:lnTo>
                  <a:close/>
                </a:path>
                <a:path w="6537959" h="5924550">
                  <a:moveTo>
                    <a:pt x="4850543" y="4031749"/>
                  </a:moveTo>
                  <a:lnTo>
                    <a:pt x="4870555" y="4069849"/>
                  </a:lnTo>
                  <a:lnTo>
                    <a:pt x="4835895" y="4082549"/>
                  </a:lnTo>
                  <a:lnTo>
                    <a:pt x="4815884" y="4044449"/>
                  </a:lnTo>
                  <a:lnTo>
                    <a:pt x="4850543" y="4031749"/>
                  </a:lnTo>
                  <a:close/>
                </a:path>
                <a:path w="6537959" h="5924550">
                  <a:moveTo>
                    <a:pt x="3913530" y="4044449"/>
                  </a:moveTo>
                  <a:lnTo>
                    <a:pt x="3928087" y="4069849"/>
                  </a:lnTo>
                  <a:lnTo>
                    <a:pt x="3902876" y="4082549"/>
                  </a:lnTo>
                  <a:lnTo>
                    <a:pt x="3888324" y="4057149"/>
                  </a:lnTo>
                  <a:lnTo>
                    <a:pt x="3913530" y="4044449"/>
                  </a:lnTo>
                  <a:close/>
                </a:path>
                <a:path w="6537959" h="5924550">
                  <a:moveTo>
                    <a:pt x="2960767" y="4057149"/>
                  </a:moveTo>
                  <a:lnTo>
                    <a:pt x="2976524" y="4057149"/>
                  </a:lnTo>
                  <a:lnTo>
                    <a:pt x="2985620" y="4069849"/>
                  </a:lnTo>
                  <a:lnTo>
                    <a:pt x="2969862" y="4082549"/>
                  </a:lnTo>
                  <a:lnTo>
                    <a:pt x="2960767" y="4057149"/>
                  </a:lnTo>
                  <a:close/>
                </a:path>
                <a:path w="6537959" h="5924550">
                  <a:moveTo>
                    <a:pt x="5109908" y="4019049"/>
                  </a:moveTo>
                  <a:lnTo>
                    <a:pt x="5131281" y="4044449"/>
                  </a:lnTo>
                  <a:lnTo>
                    <a:pt x="5094260" y="4069849"/>
                  </a:lnTo>
                  <a:lnTo>
                    <a:pt x="5072883" y="4031749"/>
                  </a:lnTo>
                  <a:lnTo>
                    <a:pt x="5109908" y="4019049"/>
                  </a:lnTo>
                  <a:close/>
                </a:path>
                <a:path w="6537959" h="5924550">
                  <a:moveTo>
                    <a:pt x="4172895" y="4019049"/>
                  </a:moveTo>
                  <a:lnTo>
                    <a:pt x="4188812" y="4057149"/>
                  </a:lnTo>
                  <a:lnTo>
                    <a:pt x="4161245" y="4069849"/>
                  </a:lnTo>
                  <a:lnTo>
                    <a:pt x="4145323" y="4044449"/>
                  </a:lnTo>
                  <a:lnTo>
                    <a:pt x="4172895" y="4019049"/>
                  </a:lnTo>
                  <a:close/>
                </a:path>
                <a:path w="6537959" h="5924550">
                  <a:moveTo>
                    <a:pt x="3235884" y="4031749"/>
                  </a:moveTo>
                  <a:lnTo>
                    <a:pt x="3246346" y="4057149"/>
                  </a:lnTo>
                  <a:lnTo>
                    <a:pt x="3228228" y="4069849"/>
                  </a:lnTo>
                  <a:lnTo>
                    <a:pt x="3217766" y="4044449"/>
                  </a:lnTo>
                  <a:lnTo>
                    <a:pt x="3235884" y="4031749"/>
                  </a:lnTo>
                  <a:close/>
                </a:path>
                <a:path w="6537959" h="5924550">
                  <a:moveTo>
                    <a:pt x="5369268" y="3993649"/>
                  </a:moveTo>
                  <a:lnTo>
                    <a:pt x="5392007" y="4031749"/>
                  </a:lnTo>
                  <a:lnTo>
                    <a:pt x="5352621" y="4057149"/>
                  </a:lnTo>
                  <a:lnTo>
                    <a:pt x="5329881" y="4019049"/>
                  </a:lnTo>
                  <a:lnTo>
                    <a:pt x="5369268" y="3993649"/>
                  </a:lnTo>
                  <a:close/>
                </a:path>
                <a:path w="6537959" h="5924550">
                  <a:moveTo>
                    <a:pt x="4432254" y="4006349"/>
                  </a:moveTo>
                  <a:lnTo>
                    <a:pt x="4449538" y="4031749"/>
                  </a:lnTo>
                  <a:lnTo>
                    <a:pt x="4419605" y="4057149"/>
                  </a:lnTo>
                  <a:lnTo>
                    <a:pt x="4402321" y="4019049"/>
                  </a:lnTo>
                  <a:lnTo>
                    <a:pt x="4432254" y="4006349"/>
                  </a:lnTo>
                  <a:close/>
                </a:path>
                <a:path w="6537959" h="5924550">
                  <a:moveTo>
                    <a:pt x="3495331" y="4019049"/>
                  </a:moveTo>
                  <a:lnTo>
                    <a:pt x="3507384" y="4044449"/>
                  </a:lnTo>
                  <a:lnTo>
                    <a:pt x="3486505" y="4057149"/>
                  </a:lnTo>
                  <a:lnTo>
                    <a:pt x="3474452" y="4031749"/>
                  </a:lnTo>
                  <a:lnTo>
                    <a:pt x="3495331" y="4019049"/>
                  </a:lnTo>
                  <a:close/>
                </a:path>
                <a:path w="6537959" h="5924550">
                  <a:moveTo>
                    <a:pt x="2298868" y="4044449"/>
                  </a:moveTo>
                  <a:lnTo>
                    <a:pt x="2303869" y="4057149"/>
                  </a:lnTo>
                  <a:lnTo>
                    <a:pt x="2290203" y="4057149"/>
                  </a:lnTo>
                  <a:lnTo>
                    <a:pt x="2298868" y="4044449"/>
                  </a:lnTo>
                  <a:close/>
                </a:path>
                <a:path w="6537959" h="5924550">
                  <a:moveTo>
                    <a:pt x="5628714" y="3980949"/>
                  </a:moveTo>
                  <a:lnTo>
                    <a:pt x="5653045" y="4019049"/>
                  </a:lnTo>
                  <a:lnTo>
                    <a:pt x="5610903" y="4044449"/>
                  </a:lnTo>
                  <a:lnTo>
                    <a:pt x="5586573" y="4006349"/>
                  </a:lnTo>
                  <a:lnTo>
                    <a:pt x="5628714" y="3980949"/>
                  </a:lnTo>
                  <a:close/>
                </a:path>
                <a:path w="6537959" h="5924550">
                  <a:moveTo>
                    <a:pt x="4691618" y="3993649"/>
                  </a:moveTo>
                  <a:lnTo>
                    <a:pt x="4710263" y="4019049"/>
                  </a:lnTo>
                  <a:lnTo>
                    <a:pt x="4677969" y="4044449"/>
                  </a:lnTo>
                  <a:lnTo>
                    <a:pt x="4659324" y="4006349"/>
                  </a:lnTo>
                  <a:lnTo>
                    <a:pt x="4691618" y="3993649"/>
                  </a:lnTo>
                  <a:close/>
                </a:path>
                <a:path w="6537959" h="5924550">
                  <a:moveTo>
                    <a:pt x="2546895" y="4031749"/>
                  </a:moveTo>
                  <a:lnTo>
                    <a:pt x="2558315" y="4031749"/>
                  </a:lnTo>
                  <a:lnTo>
                    <a:pt x="2564912" y="4044449"/>
                  </a:lnTo>
                  <a:lnTo>
                    <a:pt x="2553488" y="4044449"/>
                  </a:lnTo>
                  <a:lnTo>
                    <a:pt x="2546895" y="4031749"/>
                  </a:lnTo>
                  <a:close/>
                </a:path>
                <a:path w="6537959" h="5924550">
                  <a:moveTo>
                    <a:pt x="4951065" y="3968249"/>
                  </a:moveTo>
                  <a:lnTo>
                    <a:pt x="4971302" y="4006349"/>
                  </a:lnTo>
                  <a:lnTo>
                    <a:pt x="4936248" y="4031749"/>
                  </a:lnTo>
                  <a:lnTo>
                    <a:pt x="4916011" y="3993649"/>
                  </a:lnTo>
                  <a:lnTo>
                    <a:pt x="4951065" y="3968249"/>
                  </a:lnTo>
                  <a:close/>
                </a:path>
                <a:path w="6537959" h="5924550">
                  <a:moveTo>
                    <a:pt x="3754606" y="4006349"/>
                  </a:moveTo>
                  <a:lnTo>
                    <a:pt x="3767796" y="4019049"/>
                  </a:lnTo>
                  <a:lnTo>
                    <a:pt x="3744956" y="4031749"/>
                  </a:lnTo>
                  <a:lnTo>
                    <a:pt x="3731766" y="4019049"/>
                  </a:lnTo>
                  <a:lnTo>
                    <a:pt x="3754606" y="4006349"/>
                  </a:lnTo>
                  <a:close/>
                </a:path>
                <a:path w="6537959" h="5924550">
                  <a:moveTo>
                    <a:pt x="2804207" y="4019049"/>
                  </a:moveTo>
                  <a:lnTo>
                    <a:pt x="2817599" y="4019049"/>
                  </a:lnTo>
                  <a:lnTo>
                    <a:pt x="2825328" y="4031749"/>
                  </a:lnTo>
                  <a:lnTo>
                    <a:pt x="2811937" y="4031749"/>
                  </a:lnTo>
                  <a:lnTo>
                    <a:pt x="2804207" y="4019049"/>
                  </a:lnTo>
                  <a:close/>
                </a:path>
                <a:path w="6537959" h="5924550">
                  <a:moveTo>
                    <a:pt x="1880658" y="4019049"/>
                  </a:moveTo>
                  <a:lnTo>
                    <a:pt x="1883161" y="4031749"/>
                  </a:lnTo>
                  <a:lnTo>
                    <a:pt x="1876329" y="4031749"/>
                  </a:lnTo>
                  <a:lnTo>
                    <a:pt x="1880658" y="4019049"/>
                  </a:lnTo>
                  <a:close/>
                </a:path>
                <a:path w="6537959" h="5924550">
                  <a:moveTo>
                    <a:pt x="5210425" y="3955549"/>
                  </a:moveTo>
                  <a:lnTo>
                    <a:pt x="5232032" y="3993649"/>
                  </a:lnTo>
                  <a:lnTo>
                    <a:pt x="5194613" y="4019049"/>
                  </a:lnTo>
                  <a:lnTo>
                    <a:pt x="5173010" y="3980949"/>
                  </a:lnTo>
                  <a:lnTo>
                    <a:pt x="5210425" y="3955549"/>
                  </a:lnTo>
                  <a:close/>
                </a:path>
                <a:path w="6537959" h="5924550">
                  <a:moveTo>
                    <a:pt x="4014053" y="3980949"/>
                  </a:moveTo>
                  <a:lnTo>
                    <a:pt x="4028833" y="4006349"/>
                  </a:lnTo>
                  <a:lnTo>
                    <a:pt x="4003233" y="4019049"/>
                  </a:lnTo>
                  <a:lnTo>
                    <a:pt x="3988452" y="3993649"/>
                  </a:lnTo>
                  <a:lnTo>
                    <a:pt x="4014053" y="3980949"/>
                  </a:lnTo>
                  <a:close/>
                </a:path>
                <a:path w="6537959" h="5924550">
                  <a:moveTo>
                    <a:pt x="3077042" y="3993649"/>
                  </a:moveTo>
                  <a:lnTo>
                    <a:pt x="3086362" y="4006349"/>
                  </a:lnTo>
                  <a:lnTo>
                    <a:pt x="3070215" y="4019049"/>
                  </a:lnTo>
                  <a:lnTo>
                    <a:pt x="3060895" y="4006349"/>
                  </a:lnTo>
                  <a:lnTo>
                    <a:pt x="3077042" y="3993649"/>
                  </a:lnTo>
                  <a:close/>
                </a:path>
                <a:path w="6537959" h="5924550">
                  <a:moveTo>
                    <a:pt x="2133330" y="4006349"/>
                  </a:moveTo>
                  <a:lnTo>
                    <a:pt x="2140029" y="4006349"/>
                  </a:lnTo>
                  <a:lnTo>
                    <a:pt x="2143893" y="4019049"/>
                  </a:lnTo>
                  <a:lnTo>
                    <a:pt x="2137195" y="4019049"/>
                  </a:lnTo>
                  <a:lnTo>
                    <a:pt x="2133330" y="4006349"/>
                  </a:lnTo>
                  <a:close/>
                </a:path>
                <a:path w="6537959" h="5924550">
                  <a:moveTo>
                    <a:pt x="5469785" y="3942849"/>
                  </a:moveTo>
                  <a:lnTo>
                    <a:pt x="5492754" y="3980949"/>
                  </a:lnTo>
                  <a:lnTo>
                    <a:pt x="5452978" y="4006349"/>
                  </a:lnTo>
                  <a:lnTo>
                    <a:pt x="5430009" y="3955549"/>
                  </a:lnTo>
                  <a:lnTo>
                    <a:pt x="5469785" y="3942849"/>
                  </a:lnTo>
                  <a:close/>
                </a:path>
                <a:path w="6537959" h="5924550">
                  <a:moveTo>
                    <a:pt x="4273411" y="3968249"/>
                  </a:moveTo>
                  <a:lnTo>
                    <a:pt x="4289558" y="3993649"/>
                  </a:lnTo>
                  <a:lnTo>
                    <a:pt x="4261597" y="4006349"/>
                  </a:lnTo>
                  <a:lnTo>
                    <a:pt x="4245450" y="3980949"/>
                  </a:lnTo>
                  <a:lnTo>
                    <a:pt x="4273411" y="3968249"/>
                  </a:lnTo>
                  <a:close/>
                </a:path>
                <a:path w="6537959" h="5924550">
                  <a:moveTo>
                    <a:pt x="3336401" y="3980949"/>
                  </a:moveTo>
                  <a:lnTo>
                    <a:pt x="3347092" y="3993649"/>
                  </a:lnTo>
                  <a:lnTo>
                    <a:pt x="3328580" y="4006349"/>
                  </a:lnTo>
                  <a:lnTo>
                    <a:pt x="3317893" y="3993649"/>
                  </a:lnTo>
                  <a:lnTo>
                    <a:pt x="3336401" y="3980949"/>
                  </a:lnTo>
                  <a:close/>
                </a:path>
                <a:path w="6537959" h="5924550">
                  <a:moveTo>
                    <a:pt x="2390331" y="3993649"/>
                  </a:moveTo>
                  <a:lnTo>
                    <a:pt x="2404621" y="3993649"/>
                  </a:lnTo>
                  <a:lnTo>
                    <a:pt x="2395562" y="4006349"/>
                  </a:lnTo>
                  <a:lnTo>
                    <a:pt x="2390331" y="3993649"/>
                  </a:lnTo>
                  <a:close/>
                </a:path>
                <a:path w="6537959" h="5924550">
                  <a:moveTo>
                    <a:pt x="4532775" y="3942849"/>
                  </a:moveTo>
                  <a:lnTo>
                    <a:pt x="4550284" y="3980949"/>
                  </a:lnTo>
                  <a:lnTo>
                    <a:pt x="4519962" y="3993649"/>
                  </a:lnTo>
                  <a:lnTo>
                    <a:pt x="4502448" y="3968249"/>
                  </a:lnTo>
                  <a:lnTo>
                    <a:pt x="4532775" y="3942849"/>
                  </a:lnTo>
                  <a:close/>
                </a:path>
                <a:path w="6537959" h="5924550">
                  <a:moveTo>
                    <a:pt x="3595769" y="3955549"/>
                  </a:moveTo>
                  <a:lnTo>
                    <a:pt x="3607822" y="3980949"/>
                  </a:lnTo>
                  <a:lnTo>
                    <a:pt x="3586944" y="3993649"/>
                  </a:lnTo>
                  <a:lnTo>
                    <a:pt x="3574891" y="3968249"/>
                  </a:lnTo>
                  <a:lnTo>
                    <a:pt x="3595769" y="3955549"/>
                  </a:lnTo>
                  <a:close/>
                </a:path>
                <a:path w="6537959" h="5924550">
                  <a:moveTo>
                    <a:pt x="2658755" y="3968249"/>
                  </a:moveTo>
                  <a:lnTo>
                    <a:pt x="2665348" y="3980949"/>
                  </a:lnTo>
                  <a:lnTo>
                    <a:pt x="2653928" y="3993649"/>
                  </a:lnTo>
                  <a:lnTo>
                    <a:pt x="2647331" y="3980949"/>
                  </a:lnTo>
                  <a:lnTo>
                    <a:pt x="2658755" y="3968249"/>
                  </a:lnTo>
                  <a:close/>
                </a:path>
                <a:path w="6537959" h="5924550">
                  <a:moveTo>
                    <a:pt x="1719453" y="3980949"/>
                  </a:moveTo>
                  <a:lnTo>
                    <a:pt x="1723185" y="3980949"/>
                  </a:lnTo>
                  <a:lnTo>
                    <a:pt x="1720819" y="3993649"/>
                  </a:lnTo>
                  <a:lnTo>
                    <a:pt x="1719453" y="3980949"/>
                  </a:lnTo>
                  <a:close/>
                </a:path>
                <a:path w="6537959" h="5924550">
                  <a:moveTo>
                    <a:pt x="5729150" y="3917449"/>
                  </a:moveTo>
                  <a:lnTo>
                    <a:pt x="5753480" y="3968249"/>
                  </a:lnTo>
                  <a:lnTo>
                    <a:pt x="5711338" y="3980949"/>
                  </a:lnTo>
                  <a:lnTo>
                    <a:pt x="5687008" y="3942849"/>
                  </a:lnTo>
                  <a:lnTo>
                    <a:pt x="5729150" y="3917449"/>
                  </a:lnTo>
                  <a:close/>
                </a:path>
                <a:path w="6537959" h="5924550">
                  <a:moveTo>
                    <a:pt x="4792140" y="3930149"/>
                  </a:moveTo>
                  <a:lnTo>
                    <a:pt x="4811015" y="3968249"/>
                  </a:lnTo>
                  <a:lnTo>
                    <a:pt x="4778322" y="3980949"/>
                  </a:lnTo>
                  <a:lnTo>
                    <a:pt x="4759447" y="3955549"/>
                  </a:lnTo>
                  <a:lnTo>
                    <a:pt x="4792140" y="3930149"/>
                  </a:lnTo>
                  <a:close/>
                </a:path>
                <a:path w="6537959" h="5924550">
                  <a:moveTo>
                    <a:pt x="3855127" y="3942849"/>
                  </a:moveTo>
                  <a:lnTo>
                    <a:pt x="3868546" y="3968249"/>
                  </a:lnTo>
                  <a:lnTo>
                    <a:pt x="3845307" y="3980949"/>
                  </a:lnTo>
                  <a:lnTo>
                    <a:pt x="3831888" y="3955549"/>
                  </a:lnTo>
                  <a:lnTo>
                    <a:pt x="3855127" y="3942849"/>
                  </a:lnTo>
                  <a:close/>
                </a:path>
                <a:path w="6537959" h="5924550">
                  <a:moveTo>
                    <a:pt x="2918116" y="3955549"/>
                  </a:moveTo>
                  <a:lnTo>
                    <a:pt x="2926075" y="3968249"/>
                  </a:lnTo>
                  <a:lnTo>
                    <a:pt x="2912294" y="3980949"/>
                  </a:lnTo>
                  <a:lnTo>
                    <a:pt x="2904335" y="3968249"/>
                  </a:lnTo>
                  <a:lnTo>
                    <a:pt x="2918116" y="3955549"/>
                  </a:lnTo>
                  <a:close/>
                </a:path>
                <a:path w="6537959" h="5924550">
                  <a:moveTo>
                    <a:pt x="5051505" y="3917449"/>
                  </a:moveTo>
                  <a:lnTo>
                    <a:pt x="5071741" y="3955549"/>
                  </a:lnTo>
                  <a:lnTo>
                    <a:pt x="5036687" y="3968249"/>
                  </a:lnTo>
                  <a:lnTo>
                    <a:pt x="5016446" y="3930149"/>
                  </a:lnTo>
                  <a:lnTo>
                    <a:pt x="5051505" y="3917449"/>
                  </a:lnTo>
                  <a:close/>
                </a:path>
                <a:path w="6537959" h="5924550">
                  <a:moveTo>
                    <a:pt x="4114569" y="3930149"/>
                  </a:moveTo>
                  <a:lnTo>
                    <a:pt x="4129579" y="3955549"/>
                  </a:lnTo>
                  <a:lnTo>
                    <a:pt x="4103584" y="3968249"/>
                  </a:lnTo>
                  <a:lnTo>
                    <a:pt x="4088574" y="3942849"/>
                  </a:lnTo>
                  <a:lnTo>
                    <a:pt x="4114569" y="3930149"/>
                  </a:lnTo>
                  <a:close/>
                </a:path>
                <a:path w="6537959" h="5924550">
                  <a:moveTo>
                    <a:pt x="3161018" y="3942849"/>
                  </a:moveTo>
                  <a:lnTo>
                    <a:pt x="3177564" y="3942849"/>
                  </a:lnTo>
                  <a:lnTo>
                    <a:pt x="3187118" y="3955549"/>
                  </a:lnTo>
                  <a:lnTo>
                    <a:pt x="3170572" y="3968249"/>
                  </a:lnTo>
                  <a:lnTo>
                    <a:pt x="3161018" y="3942849"/>
                  </a:lnTo>
                  <a:close/>
                </a:path>
                <a:path w="6537959" h="5924550">
                  <a:moveTo>
                    <a:pt x="5310864" y="3892049"/>
                  </a:moveTo>
                  <a:lnTo>
                    <a:pt x="5332467" y="3930149"/>
                  </a:lnTo>
                  <a:lnTo>
                    <a:pt x="5295052" y="3955549"/>
                  </a:lnTo>
                  <a:lnTo>
                    <a:pt x="5273449" y="3917449"/>
                  </a:lnTo>
                  <a:lnTo>
                    <a:pt x="5310864" y="3892049"/>
                  </a:lnTo>
                  <a:close/>
                </a:path>
                <a:path w="6537959" h="5924550">
                  <a:moveTo>
                    <a:pt x="4373938" y="3904749"/>
                  </a:moveTo>
                  <a:lnTo>
                    <a:pt x="4390309" y="3942849"/>
                  </a:lnTo>
                  <a:lnTo>
                    <a:pt x="4361949" y="3955549"/>
                  </a:lnTo>
                  <a:lnTo>
                    <a:pt x="4345577" y="3930149"/>
                  </a:lnTo>
                  <a:lnTo>
                    <a:pt x="4373938" y="3904749"/>
                  </a:lnTo>
                  <a:close/>
                </a:path>
                <a:path w="6537959" h="5924550">
                  <a:moveTo>
                    <a:pt x="3436923" y="3917449"/>
                  </a:moveTo>
                  <a:lnTo>
                    <a:pt x="3447839" y="3942849"/>
                  </a:lnTo>
                  <a:lnTo>
                    <a:pt x="3428932" y="3955549"/>
                  </a:lnTo>
                  <a:lnTo>
                    <a:pt x="3418016" y="3930149"/>
                  </a:lnTo>
                  <a:lnTo>
                    <a:pt x="3436923" y="3917449"/>
                  </a:lnTo>
                  <a:close/>
                </a:path>
                <a:path w="6537959" h="5924550">
                  <a:moveTo>
                    <a:pt x="2240547" y="3942849"/>
                  </a:moveTo>
                  <a:lnTo>
                    <a:pt x="2244641" y="3955549"/>
                  </a:lnTo>
                  <a:lnTo>
                    <a:pt x="2233459" y="3955549"/>
                  </a:lnTo>
                  <a:lnTo>
                    <a:pt x="2240547" y="3942849"/>
                  </a:lnTo>
                  <a:close/>
                </a:path>
                <a:path w="6537959" h="5924550">
                  <a:moveTo>
                    <a:pt x="5570311" y="3879349"/>
                  </a:moveTo>
                  <a:lnTo>
                    <a:pt x="5593509" y="3917449"/>
                  </a:lnTo>
                  <a:lnTo>
                    <a:pt x="5553330" y="3942849"/>
                  </a:lnTo>
                  <a:lnTo>
                    <a:pt x="5530136" y="3904749"/>
                  </a:lnTo>
                  <a:lnTo>
                    <a:pt x="5570311" y="3879349"/>
                  </a:lnTo>
                  <a:close/>
                </a:path>
                <a:path w="6537959" h="5924550">
                  <a:moveTo>
                    <a:pt x="4633297" y="3892049"/>
                  </a:moveTo>
                  <a:lnTo>
                    <a:pt x="4651035" y="3917449"/>
                  </a:lnTo>
                  <a:lnTo>
                    <a:pt x="4620314" y="3942849"/>
                  </a:lnTo>
                  <a:lnTo>
                    <a:pt x="4602576" y="3904749"/>
                  </a:lnTo>
                  <a:lnTo>
                    <a:pt x="4633297" y="3892049"/>
                  </a:lnTo>
                  <a:close/>
                </a:path>
                <a:path w="6537959" h="5924550">
                  <a:moveTo>
                    <a:pt x="2499912" y="3930149"/>
                  </a:moveTo>
                  <a:lnTo>
                    <a:pt x="2505368" y="3942849"/>
                  </a:lnTo>
                  <a:lnTo>
                    <a:pt x="2490459" y="3942849"/>
                  </a:lnTo>
                  <a:lnTo>
                    <a:pt x="2499912" y="3930149"/>
                  </a:lnTo>
                  <a:close/>
                </a:path>
                <a:path w="6537959" h="5924550">
                  <a:moveTo>
                    <a:pt x="4892657" y="3879349"/>
                  </a:moveTo>
                  <a:lnTo>
                    <a:pt x="4911761" y="3904749"/>
                  </a:lnTo>
                  <a:lnTo>
                    <a:pt x="4878674" y="3930149"/>
                  </a:lnTo>
                  <a:lnTo>
                    <a:pt x="4859575" y="3892049"/>
                  </a:lnTo>
                  <a:lnTo>
                    <a:pt x="4892657" y="3879349"/>
                  </a:lnTo>
                  <a:close/>
                </a:path>
                <a:path w="6537959" h="5924550">
                  <a:moveTo>
                    <a:pt x="3696286" y="3904749"/>
                  </a:moveTo>
                  <a:lnTo>
                    <a:pt x="3708568" y="3917449"/>
                  </a:lnTo>
                  <a:lnTo>
                    <a:pt x="3687300" y="3930149"/>
                  </a:lnTo>
                  <a:lnTo>
                    <a:pt x="3675018" y="3917449"/>
                  </a:lnTo>
                  <a:lnTo>
                    <a:pt x="3696286" y="3904749"/>
                  </a:lnTo>
                  <a:close/>
                </a:path>
                <a:path w="6537959" h="5924550">
                  <a:moveTo>
                    <a:pt x="2747459" y="3917449"/>
                  </a:moveTo>
                  <a:lnTo>
                    <a:pt x="2759274" y="3917449"/>
                  </a:lnTo>
                  <a:lnTo>
                    <a:pt x="2766095" y="3930149"/>
                  </a:lnTo>
                  <a:lnTo>
                    <a:pt x="2754281" y="3930149"/>
                  </a:lnTo>
                  <a:lnTo>
                    <a:pt x="2747459" y="3917449"/>
                  </a:lnTo>
                  <a:close/>
                </a:path>
                <a:path w="6537959" h="5924550">
                  <a:moveTo>
                    <a:pt x="5152022" y="3853949"/>
                  </a:moveTo>
                  <a:lnTo>
                    <a:pt x="5172487" y="3892049"/>
                  </a:lnTo>
                  <a:lnTo>
                    <a:pt x="5137039" y="3917449"/>
                  </a:lnTo>
                  <a:lnTo>
                    <a:pt x="5116574" y="3879349"/>
                  </a:lnTo>
                  <a:lnTo>
                    <a:pt x="5152022" y="3853949"/>
                  </a:lnTo>
                  <a:close/>
                </a:path>
                <a:path w="6537959" h="5924550">
                  <a:moveTo>
                    <a:pt x="3955649" y="3879349"/>
                  </a:moveTo>
                  <a:lnTo>
                    <a:pt x="3969293" y="3904749"/>
                  </a:lnTo>
                  <a:lnTo>
                    <a:pt x="3945659" y="3917449"/>
                  </a:lnTo>
                  <a:lnTo>
                    <a:pt x="3932016" y="3904749"/>
                  </a:lnTo>
                  <a:lnTo>
                    <a:pt x="3955649" y="3879349"/>
                  </a:lnTo>
                  <a:close/>
                </a:path>
                <a:path w="6537959" h="5924550">
                  <a:moveTo>
                    <a:pt x="3018638" y="3892049"/>
                  </a:moveTo>
                  <a:lnTo>
                    <a:pt x="3026822" y="3904749"/>
                  </a:lnTo>
                  <a:lnTo>
                    <a:pt x="3012646" y="3917449"/>
                  </a:lnTo>
                  <a:lnTo>
                    <a:pt x="3004458" y="3904749"/>
                  </a:lnTo>
                  <a:lnTo>
                    <a:pt x="3018638" y="3892049"/>
                  </a:lnTo>
                  <a:close/>
                </a:path>
                <a:path w="6537959" h="5924550">
                  <a:moveTo>
                    <a:pt x="2076894" y="3904749"/>
                  </a:moveTo>
                  <a:lnTo>
                    <a:pt x="2081625" y="3904749"/>
                  </a:lnTo>
                  <a:lnTo>
                    <a:pt x="2084353" y="3917449"/>
                  </a:lnTo>
                  <a:lnTo>
                    <a:pt x="2079622" y="3917449"/>
                  </a:lnTo>
                  <a:lnTo>
                    <a:pt x="2076894" y="3904749"/>
                  </a:lnTo>
                  <a:close/>
                </a:path>
                <a:path w="6537959" h="5924550">
                  <a:moveTo>
                    <a:pt x="4215091" y="3866649"/>
                  </a:moveTo>
                  <a:lnTo>
                    <a:pt x="4230330" y="3892049"/>
                  </a:lnTo>
                  <a:lnTo>
                    <a:pt x="4203941" y="3904749"/>
                  </a:lnTo>
                  <a:lnTo>
                    <a:pt x="4188702" y="3879349"/>
                  </a:lnTo>
                  <a:lnTo>
                    <a:pt x="4215091" y="3866649"/>
                  </a:lnTo>
                  <a:close/>
                </a:path>
                <a:path w="6537959" h="5924550">
                  <a:moveTo>
                    <a:pt x="3278085" y="3879349"/>
                  </a:moveTo>
                  <a:lnTo>
                    <a:pt x="3287859" y="3892049"/>
                  </a:lnTo>
                  <a:lnTo>
                    <a:pt x="3270924" y="3904749"/>
                  </a:lnTo>
                  <a:lnTo>
                    <a:pt x="3261145" y="3892049"/>
                  </a:lnTo>
                  <a:lnTo>
                    <a:pt x="3278085" y="3879349"/>
                  </a:lnTo>
                  <a:close/>
                </a:path>
                <a:path w="6537959" h="5924550">
                  <a:moveTo>
                    <a:pt x="2333583" y="3892049"/>
                  </a:moveTo>
                  <a:lnTo>
                    <a:pt x="2345388" y="3892049"/>
                  </a:lnTo>
                  <a:lnTo>
                    <a:pt x="2337906" y="3904749"/>
                  </a:lnTo>
                  <a:lnTo>
                    <a:pt x="2333583" y="3892049"/>
                  </a:lnTo>
                  <a:close/>
                </a:path>
                <a:path w="6537959" h="5924550">
                  <a:moveTo>
                    <a:pt x="5411386" y="3841249"/>
                  </a:moveTo>
                  <a:lnTo>
                    <a:pt x="5433214" y="3879349"/>
                  </a:lnTo>
                  <a:lnTo>
                    <a:pt x="5395404" y="3892049"/>
                  </a:lnTo>
                  <a:lnTo>
                    <a:pt x="5373577" y="3866649"/>
                  </a:lnTo>
                  <a:lnTo>
                    <a:pt x="5411386" y="3841249"/>
                  </a:lnTo>
                  <a:close/>
                </a:path>
                <a:path w="6537959" h="5924550">
                  <a:moveTo>
                    <a:pt x="4474372" y="3853949"/>
                  </a:moveTo>
                  <a:lnTo>
                    <a:pt x="4490744" y="3879349"/>
                  </a:lnTo>
                  <a:lnTo>
                    <a:pt x="4462388" y="3892049"/>
                  </a:lnTo>
                  <a:lnTo>
                    <a:pt x="4446012" y="3866649"/>
                  </a:lnTo>
                  <a:lnTo>
                    <a:pt x="4474372" y="3853949"/>
                  </a:lnTo>
                  <a:close/>
                </a:path>
                <a:path w="6537959" h="5924550">
                  <a:moveTo>
                    <a:pt x="3518454" y="3866649"/>
                  </a:moveTo>
                  <a:lnTo>
                    <a:pt x="3537361" y="3866649"/>
                  </a:lnTo>
                  <a:lnTo>
                    <a:pt x="3548277" y="3879349"/>
                  </a:lnTo>
                  <a:lnTo>
                    <a:pt x="3529370" y="3892049"/>
                  </a:lnTo>
                  <a:lnTo>
                    <a:pt x="3518454" y="3866649"/>
                  </a:lnTo>
                  <a:close/>
                </a:path>
                <a:path w="6537959" h="5924550">
                  <a:moveTo>
                    <a:pt x="2590582" y="3879349"/>
                  </a:moveTo>
                  <a:lnTo>
                    <a:pt x="2606115" y="3879349"/>
                  </a:lnTo>
                  <a:lnTo>
                    <a:pt x="2596267" y="3892049"/>
                  </a:lnTo>
                  <a:lnTo>
                    <a:pt x="2590582" y="3879349"/>
                  </a:lnTo>
                  <a:close/>
                </a:path>
                <a:path w="6537959" h="5924550">
                  <a:moveTo>
                    <a:pt x="5670829" y="3815849"/>
                  </a:moveTo>
                  <a:lnTo>
                    <a:pt x="5694252" y="3866649"/>
                  </a:lnTo>
                  <a:lnTo>
                    <a:pt x="5653682" y="3879349"/>
                  </a:lnTo>
                  <a:lnTo>
                    <a:pt x="5630260" y="3841249"/>
                  </a:lnTo>
                  <a:lnTo>
                    <a:pt x="5670829" y="3815849"/>
                  </a:lnTo>
                  <a:close/>
                </a:path>
                <a:path w="6537959" h="5924550">
                  <a:moveTo>
                    <a:pt x="4733819" y="3828549"/>
                  </a:moveTo>
                  <a:lnTo>
                    <a:pt x="4751782" y="3866649"/>
                  </a:lnTo>
                  <a:lnTo>
                    <a:pt x="4720666" y="3879349"/>
                  </a:lnTo>
                  <a:lnTo>
                    <a:pt x="4702704" y="3853949"/>
                  </a:lnTo>
                  <a:lnTo>
                    <a:pt x="4733819" y="3828549"/>
                  </a:lnTo>
                  <a:close/>
                </a:path>
                <a:path w="6537959" h="5924550">
                  <a:moveTo>
                    <a:pt x="3796807" y="3841249"/>
                  </a:moveTo>
                  <a:lnTo>
                    <a:pt x="3809313" y="3866649"/>
                  </a:lnTo>
                  <a:lnTo>
                    <a:pt x="3787651" y="3879349"/>
                  </a:lnTo>
                  <a:lnTo>
                    <a:pt x="3775144" y="3853949"/>
                  </a:lnTo>
                  <a:lnTo>
                    <a:pt x="3796807" y="3841249"/>
                  </a:lnTo>
                  <a:close/>
                </a:path>
                <a:path w="6537959" h="5924550">
                  <a:moveTo>
                    <a:pt x="2859795" y="3853949"/>
                  </a:moveTo>
                  <a:lnTo>
                    <a:pt x="2866846" y="3866649"/>
                  </a:lnTo>
                  <a:lnTo>
                    <a:pt x="2854638" y="3879349"/>
                  </a:lnTo>
                  <a:lnTo>
                    <a:pt x="2847587" y="3866649"/>
                  </a:lnTo>
                  <a:lnTo>
                    <a:pt x="2859795" y="3853949"/>
                  </a:lnTo>
                  <a:close/>
                </a:path>
                <a:path w="6537959" h="5924550">
                  <a:moveTo>
                    <a:pt x="4993179" y="3815849"/>
                  </a:moveTo>
                  <a:lnTo>
                    <a:pt x="5012508" y="3853949"/>
                  </a:lnTo>
                  <a:lnTo>
                    <a:pt x="4979031" y="3866649"/>
                  </a:lnTo>
                  <a:lnTo>
                    <a:pt x="4959702" y="3828549"/>
                  </a:lnTo>
                  <a:lnTo>
                    <a:pt x="4993179" y="3815849"/>
                  </a:lnTo>
                  <a:close/>
                </a:path>
                <a:path w="6537959" h="5924550">
                  <a:moveTo>
                    <a:pt x="4056166" y="3828549"/>
                  </a:moveTo>
                  <a:lnTo>
                    <a:pt x="4070039" y="3853949"/>
                  </a:lnTo>
                  <a:lnTo>
                    <a:pt x="4046016" y="3866649"/>
                  </a:lnTo>
                  <a:lnTo>
                    <a:pt x="4032143" y="3841249"/>
                  </a:lnTo>
                  <a:lnTo>
                    <a:pt x="4056166" y="3828549"/>
                  </a:lnTo>
                  <a:close/>
                </a:path>
                <a:path w="6537959" h="5924550">
                  <a:moveTo>
                    <a:pt x="3104586" y="3841249"/>
                  </a:moveTo>
                  <a:lnTo>
                    <a:pt x="3119160" y="3841249"/>
                  </a:lnTo>
                  <a:lnTo>
                    <a:pt x="3127573" y="3853949"/>
                  </a:lnTo>
                  <a:lnTo>
                    <a:pt x="3112999" y="3866649"/>
                  </a:lnTo>
                  <a:lnTo>
                    <a:pt x="3104586" y="3841249"/>
                  </a:lnTo>
                  <a:close/>
                </a:path>
                <a:path w="6537959" h="5924550">
                  <a:moveTo>
                    <a:pt x="5252544" y="3803149"/>
                  </a:moveTo>
                  <a:lnTo>
                    <a:pt x="5273234" y="3828549"/>
                  </a:lnTo>
                  <a:lnTo>
                    <a:pt x="5237392" y="3853949"/>
                  </a:lnTo>
                  <a:lnTo>
                    <a:pt x="5216701" y="3815849"/>
                  </a:lnTo>
                  <a:lnTo>
                    <a:pt x="5252544" y="3803149"/>
                  </a:lnTo>
                  <a:close/>
                </a:path>
                <a:path w="6537959" h="5924550">
                  <a:moveTo>
                    <a:pt x="4315530" y="3803149"/>
                  </a:moveTo>
                  <a:lnTo>
                    <a:pt x="4330769" y="3841249"/>
                  </a:lnTo>
                  <a:lnTo>
                    <a:pt x="4304376" y="3853949"/>
                  </a:lnTo>
                  <a:lnTo>
                    <a:pt x="4289141" y="3828549"/>
                  </a:lnTo>
                  <a:lnTo>
                    <a:pt x="4315530" y="3803149"/>
                  </a:lnTo>
                  <a:close/>
                </a:path>
                <a:path w="6537959" h="5924550">
                  <a:moveTo>
                    <a:pt x="3378524" y="3815849"/>
                  </a:moveTo>
                  <a:lnTo>
                    <a:pt x="3388299" y="3841249"/>
                  </a:lnTo>
                  <a:lnTo>
                    <a:pt x="3371363" y="3853949"/>
                  </a:lnTo>
                  <a:lnTo>
                    <a:pt x="3361584" y="3828549"/>
                  </a:lnTo>
                  <a:lnTo>
                    <a:pt x="3378524" y="3815849"/>
                  </a:lnTo>
                  <a:close/>
                </a:path>
                <a:path w="6537959" h="5924550">
                  <a:moveTo>
                    <a:pt x="5511908" y="3777749"/>
                  </a:moveTo>
                  <a:lnTo>
                    <a:pt x="5533964" y="3815849"/>
                  </a:lnTo>
                  <a:lnTo>
                    <a:pt x="5495761" y="3841249"/>
                  </a:lnTo>
                  <a:lnTo>
                    <a:pt x="5473700" y="3803149"/>
                  </a:lnTo>
                  <a:lnTo>
                    <a:pt x="5511908" y="3777749"/>
                  </a:lnTo>
                  <a:close/>
                </a:path>
                <a:path w="6537959" h="5924550">
                  <a:moveTo>
                    <a:pt x="4574894" y="3790449"/>
                  </a:moveTo>
                  <a:lnTo>
                    <a:pt x="4591495" y="3815849"/>
                  </a:lnTo>
                  <a:lnTo>
                    <a:pt x="4562740" y="3841249"/>
                  </a:lnTo>
                  <a:lnTo>
                    <a:pt x="4546139" y="3803149"/>
                  </a:lnTo>
                  <a:lnTo>
                    <a:pt x="4574894" y="3790449"/>
                  </a:lnTo>
                  <a:close/>
                </a:path>
                <a:path w="6537959" h="5924550">
                  <a:moveTo>
                    <a:pt x="2441592" y="3828549"/>
                  </a:moveTo>
                  <a:lnTo>
                    <a:pt x="2446140" y="3841249"/>
                  </a:lnTo>
                  <a:lnTo>
                    <a:pt x="2433716" y="3841249"/>
                  </a:lnTo>
                  <a:lnTo>
                    <a:pt x="2441592" y="3828549"/>
                  </a:lnTo>
                  <a:close/>
                </a:path>
                <a:path w="6537959" h="5924550">
                  <a:moveTo>
                    <a:pt x="4834337" y="3777749"/>
                  </a:moveTo>
                  <a:lnTo>
                    <a:pt x="4852528" y="3803149"/>
                  </a:lnTo>
                  <a:lnTo>
                    <a:pt x="4821018" y="3828549"/>
                  </a:lnTo>
                  <a:lnTo>
                    <a:pt x="4802827" y="3790449"/>
                  </a:lnTo>
                  <a:lnTo>
                    <a:pt x="4834337" y="3777749"/>
                  </a:lnTo>
                  <a:close/>
                </a:path>
                <a:path w="6537959" h="5924550">
                  <a:moveTo>
                    <a:pt x="3637882" y="3803149"/>
                  </a:moveTo>
                  <a:lnTo>
                    <a:pt x="3649028" y="3828549"/>
                  </a:lnTo>
                  <a:lnTo>
                    <a:pt x="3629726" y="3828549"/>
                  </a:lnTo>
                  <a:lnTo>
                    <a:pt x="3618581" y="3815849"/>
                  </a:lnTo>
                  <a:lnTo>
                    <a:pt x="3637882" y="3803149"/>
                  </a:lnTo>
                  <a:close/>
                </a:path>
                <a:path w="6537959" h="5924550">
                  <a:moveTo>
                    <a:pt x="2691023" y="3815849"/>
                  </a:moveTo>
                  <a:lnTo>
                    <a:pt x="2700871" y="3815849"/>
                  </a:lnTo>
                  <a:lnTo>
                    <a:pt x="2706556" y="3828549"/>
                  </a:lnTo>
                  <a:lnTo>
                    <a:pt x="2696708" y="3828549"/>
                  </a:lnTo>
                  <a:lnTo>
                    <a:pt x="2691023" y="3815849"/>
                  </a:lnTo>
                  <a:close/>
                </a:path>
                <a:path w="6537959" h="5924550">
                  <a:moveTo>
                    <a:pt x="5093619" y="3752349"/>
                  </a:moveTo>
                  <a:lnTo>
                    <a:pt x="5112947" y="3790449"/>
                  </a:lnTo>
                  <a:lnTo>
                    <a:pt x="5079471" y="3815849"/>
                  </a:lnTo>
                  <a:lnTo>
                    <a:pt x="5060142" y="3777749"/>
                  </a:lnTo>
                  <a:lnTo>
                    <a:pt x="5093619" y="3752349"/>
                  </a:lnTo>
                  <a:close/>
                </a:path>
                <a:path w="6537959" h="5924550">
                  <a:moveTo>
                    <a:pt x="3897329" y="3790449"/>
                  </a:moveTo>
                  <a:lnTo>
                    <a:pt x="3910064" y="3803149"/>
                  </a:lnTo>
                  <a:lnTo>
                    <a:pt x="3888003" y="3815849"/>
                  </a:lnTo>
                  <a:lnTo>
                    <a:pt x="3875267" y="3803149"/>
                  </a:lnTo>
                  <a:lnTo>
                    <a:pt x="3897329" y="3790449"/>
                  </a:lnTo>
                  <a:close/>
                </a:path>
                <a:path w="6537959" h="5924550">
                  <a:moveTo>
                    <a:pt x="2948022" y="3803149"/>
                  </a:moveTo>
                  <a:lnTo>
                    <a:pt x="2960231" y="3803149"/>
                  </a:lnTo>
                  <a:lnTo>
                    <a:pt x="2967282" y="3815849"/>
                  </a:lnTo>
                  <a:lnTo>
                    <a:pt x="2955073" y="3815849"/>
                  </a:lnTo>
                  <a:lnTo>
                    <a:pt x="2948022" y="3803149"/>
                  </a:lnTo>
                  <a:close/>
                </a:path>
                <a:path w="6537959" h="5924550">
                  <a:moveTo>
                    <a:pt x="2023300" y="3803149"/>
                  </a:moveTo>
                  <a:lnTo>
                    <a:pt x="2025120" y="3815849"/>
                  </a:lnTo>
                  <a:lnTo>
                    <a:pt x="2020146" y="3815849"/>
                  </a:lnTo>
                  <a:lnTo>
                    <a:pt x="2023300" y="3803149"/>
                  </a:lnTo>
                  <a:close/>
                </a:path>
                <a:path w="6537959" h="5924550">
                  <a:moveTo>
                    <a:pt x="4156692" y="3765049"/>
                  </a:moveTo>
                  <a:lnTo>
                    <a:pt x="4170790" y="3790449"/>
                  </a:lnTo>
                  <a:lnTo>
                    <a:pt x="4146368" y="3803149"/>
                  </a:lnTo>
                  <a:lnTo>
                    <a:pt x="4132270" y="3777749"/>
                  </a:lnTo>
                  <a:lnTo>
                    <a:pt x="4156692" y="3765049"/>
                  </a:lnTo>
                  <a:close/>
                </a:path>
                <a:path w="6537959" h="5924550">
                  <a:moveTo>
                    <a:pt x="3219682" y="3777749"/>
                  </a:moveTo>
                  <a:lnTo>
                    <a:pt x="3228324" y="3790449"/>
                  </a:lnTo>
                  <a:lnTo>
                    <a:pt x="3213355" y="3803149"/>
                  </a:lnTo>
                  <a:lnTo>
                    <a:pt x="3204713" y="3790449"/>
                  </a:lnTo>
                  <a:lnTo>
                    <a:pt x="3219682" y="3777749"/>
                  </a:lnTo>
                  <a:close/>
                </a:path>
                <a:path w="6537959" h="5924550">
                  <a:moveTo>
                    <a:pt x="2277151" y="3790449"/>
                  </a:moveTo>
                  <a:lnTo>
                    <a:pt x="2282662" y="3790449"/>
                  </a:lnTo>
                  <a:lnTo>
                    <a:pt x="2285848" y="3803149"/>
                  </a:lnTo>
                  <a:lnTo>
                    <a:pt x="2280332" y="3803149"/>
                  </a:lnTo>
                  <a:lnTo>
                    <a:pt x="2277151" y="3790449"/>
                  </a:lnTo>
                  <a:close/>
                </a:path>
                <a:path w="6537959" h="5924550">
                  <a:moveTo>
                    <a:pt x="5353066" y="3739649"/>
                  </a:moveTo>
                  <a:lnTo>
                    <a:pt x="5373985" y="3777749"/>
                  </a:lnTo>
                  <a:lnTo>
                    <a:pt x="5337748" y="3790449"/>
                  </a:lnTo>
                  <a:lnTo>
                    <a:pt x="5316829" y="3765049"/>
                  </a:lnTo>
                  <a:lnTo>
                    <a:pt x="5353066" y="3739649"/>
                  </a:lnTo>
                  <a:close/>
                </a:path>
                <a:path w="6537959" h="5924550">
                  <a:moveTo>
                    <a:pt x="4416052" y="3752349"/>
                  </a:moveTo>
                  <a:lnTo>
                    <a:pt x="4431516" y="3777749"/>
                  </a:lnTo>
                  <a:lnTo>
                    <a:pt x="4404732" y="3790449"/>
                  </a:lnTo>
                  <a:lnTo>
                    <a:pt x="4389269" y="3765049"/>
                  </a:lnTo>
                  <a:lnTo>
                    <a:pt x="4416052" y="3752349"/>
                  </a:lnTo>
                  <a:close/>
                </a:path>
                <a:path w="6537959" h="5924550">
                  <a:moveTo>
                    <a:pt x="3479041" y="3765049"/>
                  </a:moveTo>
                  <a:lnTo>
                    <a:pt x="3489044" y="3777749"/>
                  </a:lnTo>
                  <a:lnTo>
                    <a:pt x="3471715" y="3790449"/>
                  </a:lnTo>
                  <a:lnTo>
                    <a:pt x="3461711" y="3777749"/>
                  </a:lnTo>
                  <a:lnTo>
                    <a:pt x="3479041" y="3765049"/>
                  </a:lnTo>
                  <a:close/>
                </a:path>
                <a:path w="6537959" h="5924550">
                  <a:moveTo>
                    <a:pt x="2534151" y="3777749"/>
                  </a:moveTo>
                  <a:lnTo>
                    <a:pt x="2546575" y="3777749"/>
                  </a:lnTo>
                  <a:lnTo>
                    <a:pt x="2538699" y="3790449"/>
                  </a:lnTo>
                  <a:lnTo>
                    <a:pt x="2534151" y="3777749"/>
                  </a:lnTo>
                  <a:close/>
                </a:path>
                <a:path w="6537959" h="5924550">
                  <a:moveTo>
                    <a:pt x="5612430" y="3726949"/>
                  </a:moveTo>
                  <a:lnTo>
                    <a:pt x="5634711" y="3765049"/>
                  </a:lnTo>
                  <a:lnTo>
                    <a:pt x="5596114" y="3777749"/>
                  </a:lnTo>
                  <a:lnTo>
                    <a:pt x="5573828" y="3739649"/>
                  </a:lnTo>
                  <a:lnTo>
                    <a:pt x="5612430" y="3726949"/>
                  </a:lnTo>
                  <a:close/>
                </a:path>
                <a:path w="6537959" h="5924550">
                  <a:moveTo>
                    <a:pt x="4675416" y="3739649"/>
                  </a:moveTo>
                  <a:lnTo>
                    <a:pt x="4692242" y="3765049"/>
                  </a:lnTo>
                  <a:lnTo>
                    <a:pt x="4663097" y="3777749"/>
                  </a:lnTo>
                  <a:lnTo>
                    <a:pt x="4646267" y="3752349"/>
                  </a:lnTo>
                  <a:lnTo>
                    <a:pt x="4675416" y="3739649"/>
                  </a:lnTo>
                  <a:close/>
                </a:path>
                <a:path w="6537959" h="5924550">
                  <a:moveTo>
                    <a:pt x="3738399" y="3739649"/>
                  </a:moveTo>
                  <a:lnTo>
                    <a:pt x="3749769" y="3765049"/>
                  </a:lnTo>
                  <a:lnTo>
                    <a:pt x="3730078" y="3777749"/>
                  </a:lnTo>
                  <a:lnTo>
                    <a:pt x="3718708" y="3752349"/>
                  </a:lnTo>
                  <a:lnTo>
                    <a:pt x="3738399" y="3739649"/>
                  </a:lnTo>
                  <a:close/>
                </a:path>
                <a:path w="6537959" h="5924550">
                  <a:moveTo>
                    <a:pt x="2801396" y="3752349"/>
                  </a:moveTo>
                  <a:lnTo>
                    <a:pt x="2807306" y="3765049"/>
                  </a:lnTo>
                  <a:lnTo>
                    <a:pt x="2797064" y="3777749"/>
                  </a:lnTo>
                  <a:lnTo>
                    <a:pt x="2791150" y="3765049"/>
                  </a:lnTo>
                  <a:lnTo>
                    <a:pt x="2801396" y="3752349"/>
                  </a:lnTo>
                  <a:close/>
                </a:path>
                <a:path w="6537959" h="5924550">
                  <a:moveTo>
                    <a:pt x="4934776" y="3714249"/>
                  </a:moveTo>
                  <a:lnTo>
                    <a:pt x="4952968" y="3752349"/>
                  </a:lnTo>
                  <a:lnTo>
                    <a:pt x="4921458" y="3765049"/>
                  </a:lnTo>
                  <a:lnTo>
                    <a:pt x="4903266" y="3739649"/>
                  </a:lnTo>
                  <a:lnTo>
                    <a:pt x="4934776" y="3714249"/>
                  </a:lnTo>
                  <a:close/>
                </a:path>
                <a:path w="6537959" h="5924550">
                  <a:moveTo>
                    <a:pt x="3997850" y="3726949"/>
                  </a:moveTo>
                  <a:lnTo>
                    <a:pt x="4010810" y="3752349"/>
                  </a:lnTo>
                  <a:lnTo>
                    <a:pt x="3988355" y="3765049"/>
                  </a:lnTo>
                  <a:lnTo>
                    <a:pt x="3975394" y="3739649"/>
                  </a:lnTo>
                  <a:lnTo>
                    <a:pt x="3997850" y="3726949"/>
                  </a:lnTo>
                  <a:close/>
                </a:path>
                <a:path w="6537959" h="5924550">
                  <a:moveTo>
                    <a:pt x="3060757" y="3739649"/>
                  </a:moveTo>
                  <a:lnTo>
                    <a:pt x="3068033" y="3752349"/>
                  </a:lnTo>
                  <a:lnTo>
                    <a:pt x="3055425" y="3765049"/>
                  </a:lnTo>
                  <a:lnTo>
                    <a:pt x="3048149" y="3752349"/>
                  </a:lnTo>
                  <a:lnTo>
                    <a:pt x="3060757" y="3739649"/>
                  </a:lnTo>
                  <a:close/>
                </a:path>
                <a:path w="6537959" h="5924550">
                  <a:moveTo>
                    <a:pt x="5194136" y="3701549"/>
                  </a:moveTo>
                  <a:lnTo>
                    <a:pt x="5213694" y="3726949"/>
                  </a:lnTo>
                  <a:lnTo>
                    <a:pt x="5179823" y="3752349"/>
                  </a:lnTo>
                  <a:lnTo>
                    <a:pt x="5160265" y="3714249"/>
                  </a:lnTo>
                  <a:lnTo>
                    <a:pt x="5194136" y="3701549"/>
                  </a:lnTo>
                  <a:close/>
                </a:path>
                <a:path w="6537959" h="5924550">
                  <a:moveTo>
                    <a:pt x="4257131" y="3714249"/>
                  </a:moveTo>
                  <a:lnTo>
                    <a:pt x="4271229" y="3739649"/>
                  </a:lnTo>
                  <a:lnTo>
                    <a:pt x="4246807" y="3752349"/>
                  </a:lnTo>
                  <a:lnTo>
                    <a:pt x="4232709" y="3726949"/>
                  </a:lnTo>
                  <a:lnTo>
                    <a:pt x="4257131" y="3714249"/>
                  </a:lnTo>
                  <a:close/>
                </a:path>
                <a:path w="6537959" h="5924550">
                  <a:moveTo>
                    <a:pt x="3304836" y="3726949"/>
                  </a:moveTo>
                  <a:lnTo>
                    <a:pt x="3320199" y="3726949"/>
                  </a:lnTo>
                  <a:lnTo>
                    <a:pt x="3329066" y="3739649"/>
                  </a:lnTo>
                  <a:lnTo>
                    <a:pt x="3313707" y="3752349"/>
                  </a:lnTo>
                  <a:lnTo>
                    <a:pt x="3304836" y="3726949"/>
                  </a:lnTo>
                  <a:close/>
                </a:path>
                <a:path w="6537959" h="5924550">
                  <a:moveTo>
                    <a:pt x="5453587" y="3676149"/>
                  </a:moveTo>
                  <a:lnTo>
                    <a:pt x="5474736" y="3714249"/>
                  </a:lnTo>
                  <a:lnTo>
                    <a:pt x="5438105" y="3739649"/>
                  </a:lnTo>
                  <a:lnTo>
                    <a:pt x="5416956" y="3701549"/>
                  </a:lnTo>
                  <a:lnTo>
                    <a:pt x="5453587" y="3676149"/>
                  </a:lnTo>
                  <a:close/>
                </a:path>
                <a:path w="6537959" h="5924550">
                  <a:moveTo>
                    <a:pt x="4516568" y="3688849"/>
                  </a:moveTo>
                  <a:lnTo>
                    <a:pt x="4532261" y="3714249"/>
                  </a:lnTo>
                  <a:lnTo>
                    <a:pt x="4505084" y="3739649"/>
                  </a:lnTo>
                  <a:lnTo>
                    <a:pt x="4489391" y="3714249"/>
                  </a:lnTo>
                  <a:lnTo>
                    <a:pt x="4516568" y="3688849"/>
                  </a:lnTo>
                  <a:close/>
                </a:path>
                <a:path w="6537959" h="5924550">
                  <a:moveTo>
                    <a:pt x="4775933" y="3676149"/>
                  </a:moveTo>
                  <a:lnTo>
                    <a:pt x="4792988" y="3701549"/>
                  </a:lnTo>
                  <a:lnTo>
                    <a:pt x="4763450" y="3726949"/>
                  </a:lnTo>
                  <a:lnTo>
                    <a:pt x="4746395" y="3688849"/>
                  </a:lnTo>
                  <a:lnTo>
                    <a:pt x="4775933" y="3676149"/>
                  </a:lnTo>
                  <a:close/>
                </a:path>
                <a:path w="6537959" h="5924550">
                  <a:moveTo>
                    <a:pt x="3579566" y="3701549"/>
                  </a:moveTo>
                  <a:lnTo>
                    <a:pt x="3589799" y="3726949"/>
                  </a:lnTo>
                  <a:lnTo>
                    <a:pt x="3572070" y="3726949"/>
                  </a:lnTo>
                  <a:lnTo>
                    <a:pt x="3561838" y="3714249"/>
                  </a:lnTo>
                  <a:lnTo>
                    <a:pt x="3579566" y="3701549"/>
                  </a:lnTo>
                  <a:close/>
                </a:path>
                <a:path w="6537959" h="5924550">
                  <a:moveTo>
                    <a:pt x="2642554" y="3714249"/>
                  </a:moveTo>
                  <a:lnTo>
                    <a:pt x="2647327" y="3726949"/>
                  </a:lnTo>
                  <a:lnTo>
                    <a:pt x="2634279" y="3726949"/>
                  </a:lnTo>
                  <a:lnTo>
                    <a:pt x="2642554" y="3714249"/>
                  </a:lnTo>
                  <a:close/>
                </a:path>
                <a:path w="6537959" h="5924550">
                  <a:moveTo>
                    <a:pt x="5035298" y="3663449"/>
                  </a:moveTo>
                  <a:lnTo>
                    <a:pt x="5053719" y="3688849"/>
                  </a:lnTo>
                  <a:lnTo>
                    <a:pt x="5021815" y="3714249"/>
                  </a:lnTo>
                  <a:lnTo>
                    <a:pt x="5003394" y="3676149"/>
                  </a:lnTo>
                  <a:lnTo>
                    <a:pt x="5035298" y="3663449"/>
                  </a:lnTo>
                  <a:close/>
                </a:path>
                <a:path w="6537959" h="5924550">
                  <a:moveTo>
                    <a:pt x="3838925" y="3688849"/>
                  </a:moveTo>
                  <a:lnTo>
                    <a:pt x="3850524" y="3701549"/>
                  </a:lnTo>
                  <a:lnTo>
                    <a:pt x="3830430" y="3714249"/>
                  </a:lnTo>
                  <a:lnTo>
                    <a:pt x="3818835" y="3701549"/>
                  </a:lnTo>
                  <a:lnTo>
                    <a:pt x="3838925" y="3688849"/>
                  </a:lnTo>
                  <a:close/>
                </a:path>
                <a:path w="6537959" h="5924550">
                  <a:moveTo>
                    <a:pt x="2891278" y="3701549"/>
                  </a:moveTo>
                  <a:lnTo>
                    <a:pt x="2901915" y="3701549"/>
                  </a:lnTo>
                  <a:lnTo>
                    <a:pt x="2908053" y="3714249"/>
                  </a:lnTo>
                  <a:lnTo>
                    <a:pt x="2897417" y="3714249"/>
                  </a:lnTo>
                  <a:lnTo>
                    <a:pt x="2891278" y="3701549"/>
                  </a:lnTo>
                  <a:close/>
                </a:path>
                <a:path w="6537959" h="5924550">
                  <a:moveTo>
                    <a:pt x="4098284" y="3663449"/>
                  </a:moveTo>
                  <a:lnTo>
                    <a:pt x="4111245" y="3688849"/>
                  </a:lnTo>
                  <a:lnTo>
                    <a:pt x="4088794" y="3701549"/>
                  </a:lnTo>
                  <a:lnTo>
                    <a:pt x="4075834" y="3688849"/>
                  </a:lnTo>
                  <a:lnTo>
                    <a:pt x="4098284" y="3663449"/>
                  </a:lnTo>
                  <a:close/>
                </a:path>
                <a:path w="6537959" h="5924550">
                  <a:moveTo>
                    <a:pt x="3161274" y="3676149"/>
                  </a:moveTo>
                  <a:lnTo>
                    <a:pt x="3168779" y="3688849"/>
                  </a:lnTo>
                  <a:lnTo>
                    <a:pt x="3155782" y="3701549"/>
                  </a:lnTo>
                  <a:lnTo>
                    <a:pt x="3148277" y="3688849"/>
                  </a:lnTo>
                  <a:lnTo>
                    <a:pt x="3161274" y="3676149"/>
                  </a:lnTo>
                  <a:close/>
                </a:path>
                <a:path w="6537959" h="5924550">
                  <a:moveTo>
                    <a:pt x="2220714" y="3688849"/>
                  </a:moveTo>
                  <a:lnTo>
                    <a:pt x="2224263" y="3688849"/>
                  </a:lnTo>
                  <a:lnTo>
                    <a:pt x="2226308" y="3701549"/>
                  </a:lnTo>
                  <a:lnTo>
                    <a:pt x="2222759" y="3701549"/>
                  </a:lnTo>
                  <a:lnTo>
                    <a:pt x="2220714" y="3688849"/>
                  </a:lnTo>
                  <a:close/>
                </a:path>
                <a:path w="6537959" h="5924550">
                  <a:moveTo>
                    <a:pt x="5294663" y="3638049"/>
                  </a:moveTo>
                  <a:lnTo>
                    <a:pt x="5314445" y="3676149"/>
                  </a:lnTo>
                  <a:lnTo>
                    <a:pt x="5280175" y="3688849"/>
                  </a:lnTo>
                  <a:lnTo>
                    <a:pt x="5260393" y="3663449"/>
                  </a:lnTo>
                  <a:lnTo>
                    <a:pt x="5294663" y="3638049"/>
                  </a:lnTo>
                  <a:close/>
                </a:path>
                <a:path w="6537959" h="5924550">
                  <a:moveTo>
                    <a:pt x="4357649" y="3650749"/>
                  </a:moveTo>
                  <a:lnTo>
                    <a:pt x="4371975" y="3676149"/>
                  </a:lnTo>
                  <a:lnTo>
                    <a:pt x="4347159" y="3688849"/>
                  </a:lnTo>
                  <a:lnTo>
                    <a:pt x="4332832" y="3663449"/>
                  </a:lnTo>
                  <a:lnTo>
                    <a:pt x="4357649" y="3650749"/>
                  </a:lnTo>
                  <a:close/>
                </a:path>
                <a:path w="6537959" h="5924550">
                  <a:moveTo>
                    <a:pt x="3420637" y="3663449"/>
                  </a:moveTo>
                  <a:lnTo>
                    <a:pt x="3429504" y="3676149"/>
                  </a:lnTo>
                  <a:lnTo>
                    <a:pt x="3414146" y="3688849"/>
                  </a:lnTo>
                  <a:lnTo>
                    <a:pt x="3405274" y="3676149"/>
                  </a:lnTo>
                  <a:lnTo>
                    <a:pt x="3420637" y="3663449"/>
                  </a:lnTo>
                  <a:close/>
                </a:path>
                <a:path w="6537959" h="5924550">
                  <a:moveTo>
                    <a:pt x="2477407" y="3676149"/>
                  </a:moveTo>
                  <a:lnTo>
                    <a:pt x="2487347" y="3676149"/>
                  </a:lnTo>
                  <a:lnTo>
                    <a:pt x="2481047" y="3688849"/>
                  </a:lnTo>
                  <a:lnTo>
                    <a:pt x="2477407" y="3676149"/>
                  </a:lnTo>
                  <a:close/>
                </a:path>
                <a:path w="6537959" h="5924550">
                  <a:moveTo>
                    <a:pt x="5554105" y="3625349"/>
                  </a:moveTo>
                  <a:lnTo>
                    <a:pt x="5575479" y="3663449"/>
                  </a:lnTo>
                  <a:lnTo>
                    <a:pt x="5538458" y="3676149"/>
                  </a:lnTo>
                  <a:lnTo>
                    <a:pt x="5517080" y="3638049"/>
                  </a:lnTo>
                  <a:lnTo>
                    <a:pt x="5554105" y="3625349"/>
                  </a:lnTo>
                  <a:close/>
                </a:path>
                <a:path w="6537959" h="5924550">
                  <a:moveTo>
                    <a:pt x="4617095" y="3638049"/>
                  </a:moveTo>
                  <a:lnTo>
                    <a:pt x="4633013" y="3663449"/>
                  </a:lnTo>
                  <a:lnTo>
                    <a:pt x="4605437" y="3676149"/>
                  </a:lnTo>
                  <a:lnTo>
                    <a:pt x="4589519" y="3650749"/>
                  </a:lnTo>
                  <a:lnTo>
                    <a:pt x="4617095" y="3638049"/>
                  </a:lnTo>
                  <a:close/>
                </a:path>
                <a:path w="6537959" h="5924550">
                  <a:moveTo>
                    <a:pt x="3662276" y="3650749"/>
                  </a:moveTo>
                  <a:lnTo>
                    <a:pt x="3680000" y="3650749"/>
                  </a:lnTo>
                  <a:lnTo>
                    <a:pt x="3690233" y="3663449"/>
                  </a:lnTo>
                  <a:lnTo>
                    <a:pt x="3672509" y="3676149"/>
                  </a:lnTo>
                  <a:lnTo>
                    <a:pt x="3662276" y="3650749"/>
                  </a:lnTo>
                  <a:close/>
                </a:path>
                <a:path w="6537959" h="5924550">
                  <a:moveTo>
                    <a:pt x="2734407" y="3663449"/>
                  </a:moveTo>
                  <a:lnTo>
                    <a:pt x="2748073" y="3663449"/>
                  </a:lnTo>
                  <a:lnTo>
                    <a:pt x="2739413" y="3676149"/>
                  </a:lnTo>
                  <a:lnTo>
                    <a:pt x="2734407" y="3663449"/>
                  </a:lnTo>
                  <a:close/>
                </a:path>
                <a:path w="6537959" h="5924550">
                  <a:moveTo>
                    <a:pt x="4876456" y="3612649"/>
                  </a:moveTo>
                  <a:lnTo>
                    <a:pt x="4893739" y="3650749"/>
                  </a:lnTo>
                  <a:lnTo>
                    <a:pt x="4863802" y="3663449"/>
                  </a:lnTo>
                  <a:lnTo>
                    <a:pt x="4846523" y="3638049"/>
                  </a:lnTo>
                  <a:lnTo>
                    <a:pt x="4876456" y="3612649"/>
                  </a:lnTo>
                  <a:close/>
                </a:path>
                <a:path w="6537959" h="5924550">
                  <a:moveTo>
                    <a:pt x="3939442" y="3625349"/>
                  </a:moveTo>
                  <a:lnTo>
                    <a:pt x="3951270" y="3650749"/>
                  </a:lnTo>
                  <a:lnTo>
                    <a:pt x="3930786" y="3663449"/>
                  </a:lnTo>
                  <a:lnTo>
                    <a:pt x="3918958" y="3638049"/>
                  </a:lnTo>
                  <a:lnTo>
                    <a:pt x="3939442" y="3625349"/>
                  </a:lnTo>
                  <a:close/>
                </a:path>
                <a:path w="6537959" h="5924550">
                  <a:moveTo>
                    <a:pt x="3002432" y="3638049"/>
                  </a:moveTo>
                  <a:lnTo>
                    <a:pt x="3008800" y="3650749"/>
                  </a:lnTo>
                  <a:lnTo>
                    <a:pt x="2997774" y="3663449"/>
                  </a:lnTo>
                  <a:lnTo>
                    <a:pt x="2991406" y="3650749"/>
                  </a:lnTo>
                  <a:lnTo>
                    <a:pt x="3002432" y="3638049"/>
                  </a:lnTo>
                  <a:close/>
                </a:path>
                <a:path w="6537959" h="5924550">
                  <a:moveTo>
                    <a:pt x="5135820" y="3599949"/>
                  </a:moveTo>
                  <a:lnTo>
                    <a:pt x="5154465" y="3638049"/>
                  </a:lnTo>
                  <a:lnTo>
                    <a:pt x="5122167" y="3650749"/>
                  </a:lnTo>
                  <a:lnTo>
                    <a:pt x="5103521" y="3612649"/>
                  </a:lnTo>
                  <a:lnTo>
                    <a:pt x="5135820" y="3599949"/>
                  </a:lnTo>
                  <a:close/>
                </a:path>
                <a:path w="6537959" h="5924550">
                  <a:moveTo>
                    <a:pt x="4198806" y="3612649"/>
                  </a:moveTo>
                  <a:lnTo>
                    <a:pt x="4211996" y="3638049"/>
                  </a:lnTo>
                  <a:lnTo>
                    <a:pt x="4189151" y="3650749"/>
                  </a:lnTo>
                  <a:lnTo>
                    <a:pt x="4175961" y="3625349"/>
                  </a:lnTo>
                  <a:lnTo>
                    <a:pt x="4198806" y="3612649"/>
                  </a:lnTo>
                  <a:close/>
                </a:path>
                <a:path w="6537959" h="5924550">
                  <a:moveTo>
                    <a:pt x="5395180" y="3587249"/>
                  </a:moveTo>
                  <a:lnTo>
                    <a:pt x="5415191" y="3612649"/>
                  </a:lnTo>
                  <a:lnTo>
                    <a:pt x="5380532" y="3638049"/>
                  </a:lnTo>
                  <a:lnTo>
                    <a:pt x="5360520" y="3599949"/>
                  </a:lnTo>
                  <a:lnTo>
                    <a:pt x="5395180" y="3587249"/>
                  </a:lnTo>
                  <a:close/>
                </a:path>
                <a:path w="6537959" h="5924550">
                  <a:moveTo>
                    <a:pt x="4458165" y="3599949"/>
                  </a:moveTo>
                  <a:lnTo>
                    <a:pt x="4472721" y="3625349"/>
                  </a:lnTo>
                  <a:lnTo>
                    <a:pt x="4447510" y="3638049"/>
                  </a:lnTo>
                  <a:lnTo>
                    <a:pt x="4432959" y="3612649"/>
                  </a:lnTo>
                  <a:lnTo>
                    <a:pt x="4458165" y="3599949"/>
                  </a:lnTo>
                  <a:close/>
                </a:path>
                <a:path w="6537959" h="5924550">
                  <a:moveTo>
                    <a:pt x="3248404" y="3625349"/>
                  </a:moveTo>
                  <a:lnTo>
                    <a:pt x="3261796" y="3625349"/>
                  </a:lnTo>
                  <a:lnTo>
                    <a:pt x="3269530" y="3638049"/>
                  </a:lnTo>
                  <a:lnTo>
                    <a:pt x="3256138" y="3638049"/>
                  </a:lnTo>
                  <a:lnTo>
                    <a:pt x="3248404" y="3625349"/>
                  </a:lnTo>
                  <a:close/>
                </a:path>
                <a:path w="6537959" h="5924550">
                  <a:moveTo>
                    <a:pt x="4717613" y="3574549"/>
                  </a:moveTo>
                  <a:lnTo>
                    <a:pt x="4733760" y="3599949"/>
                  </a:lnTo>
                  <a:lnTo>
                    <a:pt x="4705794" y="3625349"/>
                  </a:lnTo>
                  <a:lnTo>
                    <a:pt x="4689651" y="3587249"/>
                  </a:lnTo>
                  <a:lnTo>
                    <a:pt x="4717613" y="3574549"/>
                  </a:lnTo>
                  <a:close/>
                </a:path>
                <a:path w="6537959" h="5924550">
                  <a:moveTo>
                    <a:pt x="3521158" y="3599949"/>
                  </a:moveTo>
                  <a:lnTo>
                    <a:pt x="3530254" y="3625349"/>
                  </a:lnTo>
                  <a:lnTo>
                    <a:pt x="3514497" y="3625349"/>
                  </a:lnTo>
                  <a:lnTo>
                    <a:pt x="3505401" y="3612649"/>
                  </a:lnTo>
                  <a:lnTo>
                    <a:pt x="3521158" y="3599949"/>
                  </a:lnTo>
                  <a:close/>
                </a:path>
                <a:path w="6537959" h="5924550">
                  <a:moveTo>
                    <a:pt x="2584229" y="3612649"/>
                  </a:moveTo>
                  <a:lnTo>
                    <a:pt x="2588094" y="3625349"/>
                  </a:lnTo>
                  <a:lnTo>
                    <a:pt x="2577536" y="3625349"/>
                  </a:lnTo>
                  <a:lnTo>
                    <a:pt x="2584229" y="3612649"/>
                  </a:lnTo>
                  <a:close/>
                </a:path>
                <a:path w="6537959" h="5924550">
                  <a:moveTo>
                    <a:pt x="3780522" y="3587249"/>
                  </a:moveTo>
                  <a:lnTo>
                    <a:pt x="3790980" y="3599949"/>
                  </a:lnTo>
                  <a:lnTo>
                    <a:pt x="3772861" y="3612649"/>
                  </a:lnTo>
                  <a:lnTo>
                    <a:pt x="3762399" y="3599949"/>
                  </a:lnTo>
                  <a:lnTo>
                    <a:pt x="3780522" y="3587249"/>
                  </a:lnTo>
                  <a:close/>
                </a:path>
                <a:path w="6537959" h="5924550">
                  <a:moveTo>
                    <a:pt x="2834842" y="3599949"/>
                  </a:moveTo>
                  <a:lnTo>
                    <a:pt x="2843511" y="3599949"/>
                  </a:lnTo>
                  <a:lnTo>
                    <a:pt x="2848513" y="3612649"/>
                  </a:lnTo>
                  <a:lnTo>
                    <a:pt x="2839848" y="3612649"/>
                  </a:lnTo>
                  <a:lnTo>
                    <a:pt x="2834842" y="3599949"/>
                  </a:lnTo>
                  <a:close/>
                </a:path>
                <a:path w="6537959" h="5924550">
                  <a:moveTo>
                    <a:pt x="4976895" y="3561849"/>
                  </a:moveTo>
                  <a:lnTo>
                    <a:pt x="4994179" y="3587249"/>
                  </a:lnTo>
                  <a:lnTo>
                    <a:pt x="4964241" y="3599949"/>
                  </a:lnTo>
                  <a:lnTo>
                    <a:pt x="4946957" y="3574549"/>
                  </a:lnTo>
                  <a:lnTo>
                    <a:pt x="4976895" y="3561849"/>
                  </a:lnTo>
                  <a:close/>
                </a:path>
                <a:path w="6537959" h="5924550">
                  <a:moveTo>
                    <a:pt x="4039964" y="3574549"/>
                  </a:moveTo>
                  <a:lnTo>
                    <a:pt x="4052017" y="3587249"/>
                  </a:lnTo>
                  <a:lnTo>
                    <a:pt x="4031143" y="3599949"/>
                  </a:lnTo>
                  <a:lnTo>
                    <a:pt x="4019090" y="3587249"/>
                  </a:lnTo>
                  <a:lnTo>
                    <a:pt x="4039964" y="3574549"/>
                  </a:lnTo>
                  <a:close/>
                </a:path>
                <a:path w="6537959" h="5924550">
                  <a:moveTo>
                    <a:pt x="3091533" y="3587249"/>
                  </a:moveTo>
                  <a:lnTo>
                    <a:pt x="3109550" y="3587249"/>
                  </a:lnTo>
                  <a:lnTo>
                    <a:pt x="3098130" y="3599949"/>
                  </a:lnTo>
                  <a:lnTo>
                    <a:pt x="3091533" y="3587249"/>
                  </a:lnTo>
                  <a:close/>
                </a:path>
                <a:path w="6537959" h="5924550">
                  <a:moveTo>
                    <a:pt x="5236259" y="3536449"/>
                  </a:moveTo>
                  <a:lnTo>
                    <a:pt x="5254905" y="3574549"/>
                  </a:lnTo>
                  <a:lnTo>
                    <a:pt x="5222606" y="3587249"/>
                  </a:lnTo>
                  <a:lnTo>
                    <a:pt x="5203961" y="3561849"/>
                  </a:lnTo>
                  <a:lnTo>
                    <a:pt x="5236259" y="3536449"/>
                  </a:lnTo>
                  <a:close/>
                </a:path>
                <a:path w="6537959" h="5924550">
                  <a:moveTo>
                    <a:pt x="4299328" y="3549149"/>
                  </a:moveTo>
                  <a:lnTo>
                    <a:pt x="4312747" y="3574549"/>
                  </a:lnTo>
                  <a:lnTo>
                    <a:pt x="4289508" y="3587249"/>
                  </a:lnTo>
                  <a:lnTo>
                    <a:pt x="4276093" y="3561849"/>
                  </a:lnTo>
                  <a:lnTo>
                    <a:pt x="4299328" y="3549149"/>
                  </a:lnTo>
                  <a:close/>
                </a:path>
                <a:path w="6537959" h="5924550">
                  <a:moveTo>
                    <a:pt x="3362234" y="3561849"/>
                  </a:moveTo>
                  <a:lnTo>
                    <a:pt x="3369964" y="3574549"/>
                  </a:lnTo>
                  <a:lnTo>
                    <a:pt x="3356572" y="3587249"/>
                  </a:lnTo>
                  <a:lnTo>
                    <a:pt x="3348843" y="3574549"/>
                  </a:lnTo>
                  <a:lnTo>
                    <a:pt x="3362234" y="3561849"/>
                  </a:lnTo>
                  <a:close/>
                </a:path>
                <a:path w="6537959" h="5924550">
                  <a:moveTo>
                    <a:pt x="2420971" y="3574549"/>
                  </a:moveTo>
                  <a:lnTo>
                    <a:pt x="2427807" y="3574549"/>
                  </a:lnTo>
                  <a:lnTo>
                    <a:pt x="2423474" y="3587249"/>
                  </a:lnTo>
                  <a:lnTo>
                    <a:pt x="2420971" y="3574549"/>
                  </a:lnTo>
                  <a:close/>
                </a:path>
                <a:path w="6537959" h="5924550">
                  <a:moveTo>
                    <a:pt x="5495702" y="3523749"/>
                  </a:moveTo>
                  <a:lnTo>
                    <a:pt x="5515938" y="3561849"/>
                  </a:lnTo>
                  <a:lnTo>
                    <a:pt x="5480884" y="3574549"/>
                  </a:lnTo>
                  <a:lnTo>
                    <a:pt x="5460643" y="3549149"/>
                  </a:lnTo>
                  <a:lnTo>
                    <a:pt x="5495702" y="3523749"/>
                  </a:lnTo>
                  <a:close/>
                </a:path>
                <a:path w="6537959" h="5924550">
                  <a:moveTo>
                    <a:pt x="4558692" y="3536449"/>
                  </a:moveTo>
                  <a:lnTo>
                    <a:pt x="4573473" y="3561849"/>
                  </a:lnTo>
                  <a:lnTo>
                    <a:pt x="4547868" y="3574549"/>
                  </a:lnTo>
                  <a:lnTo>
                    <a:pt x="4533087" y="3549149"/>
                  </a:lnTo>
                  <a:lnTo>
                    <a:pt x="4558692" y="3536449"/>
                  </a:lnTo>
                  <a:close/>
                </a:path>
                <a:path w="6537959" h="5924550">
                  <a:moveTo>
                    <a:pt x="3621680" y="3549149"/>
                  </a:moveTo>
                  <a:lnTo>
                    <a:pt x="3631000" y="3561849"/>
                  </a:lnTo>
                  <a:lnTo>
                    <a:pt x="3614853" y="3574549"/>
                  </a:lnTo>
                  <a:lnTo>
                    <a:pt x="3605532" y="3561849"/>
                  </a:lnTo>
                  <a:lnTo>
                    <a:pt x="3621680" y="3549149"/>
                  </a:lnTo>
                  <a:close/>
                </a:path>
                <a:path w="6537959" h="5924550">
                  <a:moveTo>
                    <a:pt x="2677975" y="3561849"/>
                  </a:moveTo>
                  <a:lnTo>
                    <a:pt x="2688533" y="3561849"/>
                  </a:lnTo>
                  <a:lnTo>
                    <a:pt x="2681840" y="3574549"/>
                  </a:lnTo>
                  <a:lnTo>
                    <a:pt x="2677975" y="3561849"/>
                  </a:lnTo>
                  <a:close/>
                </a:path>
                <a:path w="6537959" h="5924550">
                  <a:moveTo>
                    <a:pt x="4818052" y="3523749"/>
                  </a:moveTo>
                  <a:lnTo>
                    <a:pt x="4834199" y="3549149"/>
                  </a:lnTo>
                  <a:lnTo>
                    <a:pt x="4806229" y="3561849"/>
                  </a:lnTo>
                  <a:lnTo>
                    <a:pt x="4790086" y="3536449"/>
                  </a:lnTo>
                  <a:lnTo>
                    <a:pt x="4818052" y="3523749"/>
                  </a:lnTo>
                  <a:close/>
                </a:path>
                <a:path w="6537959" h="5924550">
                  <a:moveTo>
                    <a:pt x="3881038" y="3523749"/>
                  </a:moveTo>
                  <a:lnTo>
                    <a:pt x="3891730" y="3549149"/>
                  </a:lnTo>
                  <a:lnTo>
                    <a:pt x="3873213" y="3561849"/>
                  </a:lnTo>
                  <a:lnTo>
                    <a:pt x="3862526" y="3536449"/>
                  </a:lnTo>
                  <a:lnTo>
                    <a:pt x="3881038" y="3523749"/>
                  </a:lnTo>
                  <a:close/>
                </a:path>
                <a:path w="6537959" h="5924550">
                  <a:moveTo>
                    <a:pt x="2944029" y="3536449"/>
                  </a:moveTo>
                  <a:lnTo>
                    <a:pt x="2949260" y="3549149"/>
                  </a:lnTo>
                  <a:lnTo>
                    <a:pt x="2940205" y="3561849"/>
                  </a:lnTo>
                  <a:lnTo>
                    <a:pt x="2934974" y="3549149"/>
                  </a:lnTo>
                  <a:lnTo>
                    <a:pt x="2944029" y="3536449"/>
                  </a:lnTo>
                  <a:close/>
                </a:path>
                <a:path w="6537959" h="5924550">
                  <a:moveTo>
                    <a:pt x="5077417" y="3498349"/>
                  </a:moveTo>
                  <a:lnTo>
                    <a:pt x="5094925" y="3536449"/>
                  </a:lnTo>
                  <a:lnTo>
                    <a:pt x="5064594" y="3549149"/>
                  </a:lnTo>
                  <a:lnTo>
                    <a:pt x="5047085" y="3523749"/>
                  </a:lnTo>
                  <a:lnTo>
                    <a:pt x="5077417" y="3498349"/>
                  </a:lnTo>
                  <a:close/>
                </a:path>
                <a:path w="6537959" h="5924550">
                  <a:moveTo>
                    <a:pt x="4140398" y="3511049"/>
                  </a:moveTo>
                  <a:lnTo>
                    <a:pt x="4152451" y="3536449"/>
                  </a:lnTo>
                  <a:lnTo>
                    <a:pt x="4131578" y="3549149"/>
                  </a:lnTo>
                  <a:lnTo>
                    <a:pt x="4119525" y="3523749"/>
                  </a:lnTo>
                  <a:lnTo>
                    <a:pt x="4140398" y="3511049"/>
                  </a:lnTo>
                  <a:close/>
                </a:path>
                <a:path w="6537959" h="5924550">
                  <a:moveTo>
                    <a:pt x="5336776" y="3485649"/>
                  </a:moveTo>
                  <a:lnTo>
                    <a:pt x="5355651" y="3511049"/>
                  </a:lnTo>
                  <a:lnTo>
                    <a:pt x="5322958" y="3536449"/>
                  </a:lnTo>
                  <a:lnTo>
                    <a:pt x="5304084" y="3498349"/>
                  </a:lnTo>
                  <a:lnTo>
                    <a:pt x="5336776" y="3485649"/>
                  </a:lnTo>
                  <a:close/>
                </a:path>
                <a:path w="6537959" h="5924550">
                  <a:moveTo>
                    <a:pt x="4399762" y="3498349"/>
                  </a:moveTo>
                  <a:lnTo>
                    <a:pt x="4413181" y="3523749"/>
                  </a:lnTo>
                  <a:lnTo>
                    <a:pt x="4389942" y="3536449"/>
                  </a:lnTo>
                  <a:lnTo>
                    <a:pt x="4376527" y="3511049"/>
                  </a:lnTo>
                  <a:lnTo>
                    <a:pt x="4399762" y="3498349"/>
                  </a:lnTo>
                  <a:close/>
                </a:path>
                <a:path w="6537959" h="5924550">
                  <a:moveTo>
                    <a:pt x="3203392" y="3523749"/>
                  </a:moveTo>
                  <a:lnTo>
                    <a:pt x="3209985" y="3536449"/>
                  </a:lnTo>
                  <a:lnTo>
                    <a:pt x="3191967" y="3536449"/>
                  </a:lnTo>
                  <a:lnTo>
                    <a:pt x="3203392" y="3523749"/>
                  </a:lnTo>
                  <a:close/>
                </a:path>
                <a:path w="6537959" h="5924550">
                  <a:moveTo>
                    <a:pt x="4659209" y="3472949"/>
                  </a:moveTo>
                  <a:lnTo>
                    <a:pt x="4674220" y="3498349"/>
                  </a:lnTo>
                  <a:lnTo>
                    <a:pt x="4648225" y="3523749"/>
                  </a:lnTo>
                  <a:lnTo>
                    <a:pt x="4633215" y="3498349"/>
                  </a:lnTo>
                  <a:lnTo>
                    <a:pt x="4659209" y="3472949"/>
                  </a:lnTo>
                  <a:close/>
                </a:path>
                <a:path w="6537959" h="5924550">
                  <a:moveTo>
                    <a:pt x="3448965" y="3511049"/>
                  </a:moveTo>
                  <a:lnTo>
                    <a:pt x="3462755" y="3511049"/>
                  </a:lnTo>
                  <a:lnTo>
                    <a:pt x="3470714" y="3523749"/>
                  </a:lnTo>
                  <a:lnTo>
                    <a:pt x="3456923" y="3523749"/>
                  </a:lnTo>
                  <a:lnTo>
                    <a:pt x="3448965" y="3511049"/>
                  </a:lnTo>
                  <a:close/>
                </a:path>
                <a:path w="6537959" h="5924550">
                  <a:moveTo>
                    <a:pt x="3722197" y="3485649"/>
                  </a:moveTo>
                  <a:lnTo>
                    <a:pt x="3731746" y="3511049"/>
                  </a:lnTo>
                  <a:lnTo>
                    <a:pt x="3715210" y="3511049"/>
                  </a:lnTo>
                  <a:lnTo>
                    <a:pt x="3705660" y="3498349"/>
                  </a:lnTo>
                  <a:lnTo>
                    <a:pt x="3722197" y="3485649"/>
                  </a:lnTo>
                  <a:close/>
                </a:path>
                <a:path w="6537959" h="5924550">
                  <a:moveTo>
                    <a:pt x="2778099" y="3498349"/>
                  </a:moveTo>
                  <a:lnTo>
                    <a:pt x="2785186" y="3498349"/>
                  </a:lnTo>
                  <a:lnTo>
                    <a:pt x="2789280" y="3511049"/>
                  </a:lnTo>
                  <a:lnTo>
                    <a:pt x="2782192" y="3511049"/>
                  </a:lnTo>
                  <a:lnTo>
                    <a:pt x="2778099" y="3498349"/>
                  </a:lnTo>
                  <a:close/>
                </a:path>
                <a:path w="6537959" h="5924550">
                  <a:moveTo>
                    <a:pt x="4918569" y="3460249"/>
                  </a:moveTo>
                  <a:lnTo>
                    <a:pt x="4934946" y="3485649"/>
                  </a:lnTo>
                  <a:lnTo>
                    <a:pt x="4906590" y="3498349"/>
                  </a:lnTo>
                  <a:lnTo>
                    <a:pt x="4890214" y="3472949"/>
                  </a:lnTo>
                  <a:lnTo>
                    <a:pt x="4918569" y="3460249"/>
                  </a:lnTo>
                  <a:close/>
                </a:path>
                <a:path w="6537959" h="5924550">
                  <a:moveTo>
                    <a:pt x="3981561" y="3472949"/>
                  </a:moveTo>
                  <a:lnTo>
                    <a:pt x="3992472" y="3485649"/>
                  </a:lnTo>
                  <a:lnTo>
                    <a:pt x="3973569" y="3498349"/>
                  </a:lnTo>
                  <a:lnTo>
                    <a:pt x="3962658" y="3485649"/>
                  </a:lnTo>
                  <a:lnTo>
                    <a:pt x="3981561" y="3472949"/>
                  </a:lnTo>
                  <a:close/>
                </a:path>
                <a:path w="6537959" h="5924550">
                  <a:moveTo>
                    <a:pt x="3035101" y="3485649"/>
                  </a:moveTo>
                  <a:lnTo>
                    <a:pt x="3044555" y="3485649"/>
                  </a:lnTo>
                  <a:lnTo>
                    <a:pt x="3050011" y="3498349"/>
                  </a:lnTo>
                  <a:lnTo>
                    <a:pt x="3040557" y="3498349"/>
                  </a:lnTo>
                  <a:lnTo>
                    <a:pt x="3035101" y="3485649"/>
                  </a:lnTo>
                  <a:close/>
                </a:path>
                <a:path w="6537959" h="5924550">
                  <a:moveTo>
                    <a:pt x="5177934" y="3447549"/>
                  </a:moveTo>
                  <a:lnTo>
                    <a:pt x="5195672" y="3472949"/>
                  </a:lnTo>
                  <a:lnTo>
                    <a:pt x="5164950" y="3485649"/>
                  </a:lnTo>
                  <a:lnTo>
                    <a:pt x="5147217" y="3460249"/>
                  </a:lnTo>
                  <a:lnTo>
                    <a:pt x="5177934" y="3447549"/>
                  </a:lnTo>
                  <a:close/>
                </a:path>
                <a:path w="6537959" h="5924550">
                  <a:moveTo>
                    <a:pt x="4219657" y="3460249"/>
                  </a:moveTo>
                  <a:lnTo>
                    <a:pt x="4240925" y="3460249"/>
                  </a:lnTo>
                  <a:lnTo>
                    <a:pt x="4253207" y="3472949"/>
                  </a:lnTo>
                  <a:lnTo>
                    <a:pt x="4231934" y="3485649"/>
                  </a:lnTo>
                  <a:lnTo>
                    <a:pt x="4219657" y="3460249"/>
                  </a:lnTo>
                  <a:close/>
                </a:path>
                <a:path w="6537959" h="5924550">
                  <a:moveTo>
                    <a:pt x="3303914" y="3460249"/>
                  </a:moveTo>
                  <a:lnTo>
                    <a:pt x="3310735" y="3472949"/>
                  </a:lnTo>
                  <a:lnTo>
                    <a:pt x="3298921" y="3485649"/>
                  </a:lnTo>
                  <a:lnTo>
                    <a:pt x="3292099" y="3472949"/>
                  </a:lnTo>
                  <a:lnTo>
                    <a:pt x="3303914" y="3460249"/>
                  </a:lnTo>
                  <a:close/>
                </a:path>
                <a:path w="6537959" h="5924550">
                  <a:moveTo>
                    <a:pt x="2364539" y="3472949"/>
                  </a:moveTo>
                  <a:lnTo>
                    <a:pt x="2366900" y="3472949"/>
                  </a:lnTo>
                  <a:lnTo>
                    <a:pt x="2368267" y="3485649"/>
                  </a:lnTo>
                  <a:lnTo>
                    <a:pt x="2365906" y="3485649"/>
                  </a:lnTo>
                  <a:lnTo>
                    <a:pt x="2364539" y="3472949"/>
                  </a:lnTo>
                  <a:close/>
                </a:path>
                <a:path w="6537959" h="5924550">
                  <a:moveTo>
                    <a:pt x="5437299" y="3422149"/>
                  </a:moveTo>
                  <a:lnTo>
                    <a:pt x="5456398" y="3460249"/>
                  </a:lnTo>
                  <a:lnTo>
                    <a:pt x="5423316" y="3472949"/>
                  </a:lnTo>
                  <a:lnTo>
                    <a:pt x="5404212" y="3447549"/>
                  </a:lnTo>
                  <a:lnTo>
                    <a:pt x="5437299" y="3422149"/>
                  </a:lnTo>
                  <a:close/>
                </a:path>
                <a:path w="6537959" h="5924550">
                  <a:moveTo>
                    <a:pt x="4500284" y="3434849"/>
                  </a:moveTo>
                  <a:lnTo>
                    <a:pt x="4513928" y="3460249"/>
                  </a:lnTo>
                  <a:lnTo>
                    <a:pt x="4490299" y="3472949"/>
                  </a:lnTo>
                  <a:lnTo>
                    <a:pt x="4476655" y="3447549"/>
                  </a:lnTo>
                  <a:lnTo>
                    <a:pt x="4500284" y="3434849"/>
                  </a:lnTo>
                  <a:close/>
                </a:path>
                <a:path w="6537959" h="5924550">
                  <a:moveTo>
                    <a:pt x="3563272" y="3447549"/>
                  </a:moveTo>
                  <a:lnTo>
                    <a:pt x="3571460" y="3460249"/>
                  </a:lnTo>
                  <a:lnTo>
                    <a:pt x="3557284" y="3472949"/>
                  </a:lnTo>
                  <a:lnTo>
                    <a:pt x="3549096" y="3460249"/>
                  </a:lnTo>
                  <a:lnTo>
                    <a:pt x="3563272" y="3447549"/>
                  </a:lnTo>
                  <a:close/>
                </a:path>
                <a:path w="6537959" h="5924550">
                  <a:moveTo>
                    <a:pt x="2621539" y="3460249"/>
                  </a:moveTo>
                  <a:lnTo>
                    <a:pt x="2628993" y="3460249"/>
                  </a:lnTo>
                  <a:lnTo>
                    <a:pt x="2624267" y="3472949"/>
                  </a:lnTo>
                  <a:lnTo>
                    <a:pt x="2621539" y="3460249"/>
                  </a:lnTo>
                  <a:close/>
                </a:path>
                <a:path w="6537959" h="5924550">
                  <a:moveTo>
                    <a:pt x="4759732" y="3422149"/>
                  </a:moveTo>
                  <a:lnTo>
                    <a:pt x="4774966" y="3447549"/>
                  </a:lnTo>
                  <a:lnTo>
                    <a:pt x="4748577" y="3460249"/>
                  </a:lnTo>
                  <a:lnTo>
                    <a:pt x="4733343" y="3434849"/>
                  </a:lnTo>
                  <a:lnTo>
                    <a:pt x="4759732" y="3422149"/>
                  </a:lnTo>
                  <a:close/>
                </a:path>
                <a:path w="6537959" h="5924550">
                  <a:moveTo>
                    <a:pt x="3805782" y="3434849"/>
                  </a:moveTo>
                  <a:lnTo>
                    <a:pt x="3822723" y="3434849"/>
                  </a:lnTo>
                  <a:lnTo>
                    <a:pt x="3832502" y="3447549"/>
                  </a:lnTo>
                  <a:lnTo>
                    <a:pt x="3815561" y="3460249"/>
                  </a:lnTo>
                  <a:lnTo>
                    <a:pt x="3805782" y="3434849"/>
                  </a:lnTo>
                  <a:close/>
                </a:path>
                <a:path w="6537959" h="5924550">
                  <a:moveTo>
                    <a:pt x="2878226" y="3447549"/>
                  </a:moveTo>
                  <a:lnTo>
                    <a:pt x="2890031" y="3447549"/>
                  </a:lnTo>
                  <a:lnTo>
                    <a:pt x="2882549" y="3460249"/>
                  </a:lnTo>
                  <a:lnTo>
                    <a:pt x="2878226" y="3447549"/>
                  </a:lnTo>
                  <a:close/>
                </a:path>
                <a:path w="6537959" h="5924550">
                  <a:moveTo>
                    <a:pt x="5019096" y="3396749"/>
                  </a:moveTo>
                  <a:lnTo>
                    <a:pt x="5035697" y="3434849"/>
                  </a:lnTo>
                  <a:lnTo>
                    <a:pt x="5006942" y="3447549"/>
                  </a:lnTo>
                  <a:lnTo>
                    <a:pt x="4990342" y="3422149"/>
                  </a:lnTo>
                  <a:lnTo>
                    <a:pt x="5019096" y="3396749"/>
                  </a:lnTo>
                  <a:close/>
                </a:path>
                <a:path w="6537959" h="5924550">
                  <a:moveTo>
                    <a:pt x="4082082" y="3409449"/>
                  </a:moveTo>
                  <a:lnTo>
                    <a:pt x="4093223" y="3434849"/>
                  </a:lnTo>
                  <a:lnTo>
                    <a:pt x="4073926" y="3447549"/>
                  </a:lnTo>
                  <a:lnTo>
                    <a:pt x="4062781" y="3422149"/>
                  </a:lnTo>
                  <a:lnTo>
                    <a:pt x="4082082" y="3409449"/>
                  </a:lnTo>
                  <a:close/>
                </a:path>
                <a:path w="6537959" h="5924550">
                  <a:moveTo>
                    <a:pt x="5278456" y="3384049"/>
                  </a:moveTo>
                  <a:lnTo>
                    <a:pt x="5296423" y="3409449"/>
                  </a:lnTo>
                  <a:lnTo>
                    <a:pt x="5265307" y="3434849"/>
                  </a:lnTo>
                  <a:lnTo>
                    <a:pt x="5247340" y="3396749"/>
                  </a:lnTo>
                  <a:lnTo>
                    <a:pt x="5278456" y="3384049"/>
                  </a:lnTo>
                  <a:close/>
                </a:path>
                <a:path w="6537959" h="5924550">
                  <a:moveTo>
                    <a:pt x="4341441" y="3396749"/>
                  </a:moveTo>
                  <a:lnTo>
                    <a:pt x="4353948" y="3422149"/>
                  </a:lnTo>
                  <a:lnTo>
                    <a:pt x="4332286" y="3434849"/>
                  </a:lnTo>
                  <a:lnTo>
                    <a:pt x="4319779" y="3409449"/>
                  </a:lnTo>
                  <a:lnTo>
                    <a:pt x="4341441" y="3396749"/>
                  </a:lnTo>
                  <a:close/>
                </a:path>
                <a:path w="6537959" h="5924550">
                  <a:moveTo>
                    <a:pt x="3145072" y="3422149"/>
                  </a:moveTo>
                  <a:lnTo>
                    <a:pt x="3150757" y="3434849"/>
                  </a:lnTo>
                  <a:lnTo>
                    <a:pt x="3135224" y="3434849"/>
                  </a:lnTo>
                  <a:lnTo>
                    <a:pt x="3145072" y="3422149"/>
                  </a:lnTo>
                  <a:close/>
                </a:path>
                <a:path w="6537959" h="5924550">
                  <a:moveTo>
                    <a:pt x="4600806" y="3384049"/>
                  </a:moveTo>
                  <a:lnTo>
                    <a:pt x="4614679" y="3396749"/>
                  </a:lnTo>
                  <a:lnTo>
                    <a:pt x="4590651" y="3422149"/>
                  </a:lnTo>
                  <a:lnTo>
                    <a:pt x="4576778" y="3396749"/>
                  </a:lnTo>
                  <a:lnTo>
                    <a:pt x="4600806" y="3384049"/>
                  </a:lnTo>
                  <a:close/>
                </a:path>
                <a:path w="6537959" h="5924550">
                  <a:moveTo>
                    <a:pt x="3392226" y="3409449"/>
                  </a:moveTo>
                  <a:lnTo>
                    <a:pt x="3404435" y="3409449"/>
                  </a:lnTo>
                  <a:lnTo>
                    <a:pt x="3411481" y="3422149"/>
                  </a:lnTo>
                  <a:lnTo>
                    <a:pt x="3399272" y="3422149"/>
                  </a:lnTo>
                  <a:lnTo>
                    <a:pt x="3392226" y="3409449"/>
                  </a:lnTo>
                  <a:close/>
                </a:path>
                <a:path w="6537959" h="5924550">
                  <a:moveTo>
                    <a:pt x="3663793" y="3384049"/>
                  </a:moveTo>
                  <a:lnTo>
                    <a:pt x="3672206" y="3409449"/>
                  </a:lnTo>
                  <a:lnTo>
                    <a:pt x="3657636" y="3409449"/>
                  </a:lnTo>
                  <a:lnTo>
                    <a:pt x="3649224" y="3396749"/>
                  </a:lnTo>
                  <a:lnTo>
                    <a:pt x="3663793" y="3384049"/>
                  </a:lnTo>
                  <a:close/>
                </a:path>
                <a:path w="6537959" h="5924550">
                  <a:moveTo>
                    <a:pt x="2726783" y="3396749"/>
                  </a:moveTo>
                  <a:lnTo>
                    <a:pt x="2729740" y="3409449"/>
                  </a:lnTo>
                  <a:lnTo>
                    <a:pt x="2721667" y="3409449"/>
                  </a:lnTo>
                  <a:lnTo>
                    <a:pt x="2726783" y="3396749"/>
                  </a:lnTo>
                  <a:close/>
                </a:path>
                <a:path w="6537959" h="5924550">
                  <a:moveTo>
                    <a:pt x="4860171" y="3358649"/>
                  </a:moveTo>
                  <a:lnTo>
                    <a:pt x="4875406" y="3384049"/>
                  </a:lnTo>
                  <a:lnTo>
                    <a:pt x="4849017" y="3396749"/>
                  </a:lnTo>
                  <a:lnTo>
                    <a:pt x="4833782" y="3371349"/>
                  </a:lnTo>
                  <a:lnTo>
                    <a:pt x="4860171" y="3358649"/>
                  </a:lnTo>
                  <a:close/>
                </a:path>
                <a:path w="6537959" h="5924550">
                  <a:moveTo>
                    <a:pt x="3923157" y="3371349"/>
                  </a:moveTo>
                  <a:lnTo>
                    <a:pt x="3932936" y="3384049"/>
                  </a:lnTo>
                  <a:lnTo>
                    <a:pt x="3916001" y="3396749"/>
                  </a:lnTo>
                  <a:lnTo>
                    <a:pt x="3906222" y="3384049"/>
                  </a:lnTo>
                  <a:lnTo>
                    <a:pt x="3923157" y="3371349"/>
                  </a:lnTo>
                  <a:close/>
                </a:path>
                <a:path w="6537959" h="5924550">
                  <a:moveTo>
                    <a:pt x="2978353" y="3384049"/>
                  </a:moveTo>
                  <a:lnTo>
                    <a:pt x="2986230" y="3384049"/>
                  </a:lnTo>
                  <a:lnTo>
                    <a:pt x="2990777" y="3396749"/>
                  </a:lnTo>
                  <a:lnTo>
                    <a:pt x="2982901" y="3396749"/>
                  </a:lnTo>
                  <a:lnTo>
                    <a:pt x="2978353" y="3384049"/>
                  </a:lnTo>
                  <a:close/>
                </a:path>
                <a:path w="6537959" h="5924550">
                  <a:moveTo>
                    <a:pt x="5119531" y="3345949"/>
                  </a:moveTo>
                  <a:lnTo>
                    <a:pt x="5136132" y="3371349"/>
                  </a:lnTo>
                  <a:lnTo>
                    <a:pt x="5107382" y="3384049"/>
                  </a:lnTo>
                  <a:lnTo>
                    <a:pt x="5090781" y="3358649"/>
                  </a:lnTo>
                  <a:lnTo>
                    <a:pt x="5119531" y="3345949"/>
                  </a:lnTo>
                  <a:close/>
                </a:path>
                <a:path w="6537959" h="5924550">
                  <a:moveTo>
                    <a:pt x="4182521" y="3358649"/>
                  </a:moveTo>
                  <a:lnTo>
                    <a:pt x="4193662" y="3371349"/>
                  </a:lnTo>
                  <a:lnTo>
                    <a:pt x="4174365" y="3384049"/>
                  </a:lnTo>
                  <a:lnTo>
                    <a:pt x="4163220" y="3371349"/>
                  </a:lnTo>
                  <a:lnTo>
                    <a:pt x="4182521" y="3358649"/>
                  </a:lnTo>
                  <a:close/>
                </a:path>
                <a:path w="6537959" h="5924550">
                  <a:moveTo>
                    <a:pt x="3235351" y="3371349"/>
                  </a:moveTo>
                  <a:lnTo>
                    <a:pt x="3251503" y="3371349"/>
                  </a:lnTo>
                  <a:lnTo>
                    <a:pt x="3241265" y="3384049"/>
                  </a:lnTo>
                  <a:lnTo>
                    <a:pt x="3235351" y="3371349"/>
                  </a:lnTo>
                  <a:close/>
                </a:path>
                <a:path w="6537959" h="5924550">
                  <a:moveTo>
                    <a:pt x="5378978" y="3320549"/>
                  </a:moveTo>
                  <a:lnTo>
                    <a:pt x="5397170" y="3358649"/>
                  </a:lnTo>
                  <a:lnTo>
                    <a:pt x="5365660" y="3371349"/>
                  </a:lnTo>
                  <a:lnTo>
                    <a:pt x="5347468" y="3345949"/>
                  </a:lnTo>
                  <a:lnTo>
                    <a:pt x="5378978" y="3320549"/>
                  </a:lnTo>
                  <a:close/>
                </a:path>
                <a:path w="6537959" h="5924550">
                  <a:moveTo>
                    <a:pt x="4441964" y="3333249"/>
                  </a:moveTo>
                  <a:lnTo>
                    <a:pt x="4454700" y="3358649"/>
                  </a:lnTo>
                  <a:lnTo>
                    <a:pt x="4432643" y="3371349"/>
                  </a:lnTo>
                  <a:lnTo>
                    <a:pt x="4419907" y="3345949"/>
                  </a:lnTo>
                  <a:lnTo>
                    <a:pt x="4441964" y="3333249"/>
                  </a:lnTo>
                  <a:close/>
                </a:path>
                <a:path w="6537959" h="5924550">
                  <a:moveTo>
                    <a:pt x="3504873" y="3345949"/>
                  </a:moveTo>
                  <a:lnTo>
                    <a:pt x="3511920" y="3358649"/>
                  </a:lnTo>
                  <a:lnTo>
                    <a:pt x="3499711" y="3371349"/>
                  </a:lnTo>
                  <a:lnTo>
                    <a:pt x="3492665" y="3358649"/>
                  </a:lnTo>
                  <a:lnTo>
                    <a:pt x="3504873" y="3345949"/>
                  </a:lnTo>
                  <a:close/>
                </a:path>
                <a:path w="6537959" h="5924550">
                  <a:moveTo>
                    <a:pt x="2564791" y="3358649"/>
                  </a:moveTo>
                  <a:lnTo>
                    <a:pt x="2569765" y="3358649"/>
                  </a:lnTo>
                  <a:lnTo>
                    <a:pt x="2566611" y="3371349"/>
                  </a:lnTo>
                  <a:lnTo>
                    <a:pt x="2564791" y="3358649"/>
                  </a:lnTo>
                  <a:close/>
                </a:path>
                <a:path w="6537959" h="5924550">
                  <a:moveTo>
                    <a:pt x="4701328" y="3320549"/>
                  </a:moveTo>
                  <a:lnTo>
                    <a:pt x="4715426" y="3345949"/>
                  </a:lnTo>
                  <a:lnTo>
                    <a:pt x="4691004" y="3358649"/>
                  </a:lnTo>
                  <a:lnTo>
                    <a:pt x="4676906" y="3333249"/>
                  </a:lnTo>
                  <a:lnTo>
                    <a:pt x="4701328" y="3320549"/>
                  </a:lnTo>
                  <a:close/>
                </a:path>
                <a:path w="6537959" h="5924550">
                  <a:moveTo>
                    <a:pt x="3764315" y="3333249"/>
                  </a:moveTo>
                  <a:lnTo>
                    <a:pt x="3772957" y="3345949"/>
                  </a:lnTo>
                  <a:lnTo>
                    <a:pt x="3757988" y="3358649"/>
                  </a:lnTo>
                  <a:lnTo>
                    <a:pt x="3749346" y="3345949"/>
                  </a:lnTo>
                  <a:lnTo>
                    <a:pt x="3764315" y="3333249"/>
                  </a:lnTo>
                  <a:close/>
                </a:path>
                <a:path w="6537959" h="5924550">
                  <a:moveTo>
                    <a:pt x="4960693" y="3307849"/>
                  </a:moveTo>
                  <a:lnTo>
                    <a:pt x="4976157" y="3333249"/>
                  </a:lnTo>
                  <a:lnTo>
                    <a:pt x="4949374" y="3345949"/>
                  </a:lnTo>
                  <a:lnTo>
                    <a:pt x="4933910" y="3320549"/>
                  </a:lnTo>
                  <a:lnTo>
                    <a:pt x="4960693" y="3307849"/>
                  </a:lnTo>
                  <a:close/>
                </a:path>
                <a:path w="6537959" h="5924550">
                  <a:moveTo>
                    <a:pt x="4006349" y="3320549"/>
                  </a:moveTo>
                  <a:lnTo>
                    <a:pt x="4023679" y="3320549"/>
                  </a:lnTo>
                  <a:lnTo>
                    <a:pt x="4033682" y="3333249"/>
                  </a:lnTo>
                  <a:lnTo>
                    <a:pt x="4016353" y="3345949"/>
                  </a:lnTo>
                  <a:lnTo>
                    <a:pt x="4006349" y="3320549"/>
                  </a:lnTo>
                  <a:close/>
                </a:path>
                <a:path w="6537959" h="5924550">
                  <a:moveTo>
                    <a:pt x="5220053" y="3282449"/>
                  </a:moveTo>
                  <a:lnTo>
                    <a:pt x="5236883" y="3320549"/>
                  </a:lnTo>
                  <a:lnTo>
                    <a:pt x="5207734" y="3333249"/>
                  </a:lnTo>
                  <a:lnTo>
                    <a:pt x="5190908" y="3307849"/>
                  </a:lnTo>
                  <a:lnTo>
                    <a:pt x="5220053" y="3282449"/>
                  </a:lnTo>
                  <a:close/>
                </a:path>
                <a:path w="6537959" h="5924550">
                  <a:moveTo>
                    <a:pt x="4283043" y="3295149"/>
                  </a:moveTo>
                  <a:lnTo>
                    <a:pt x="4294412" y="3320549"/>
                  </a:lnTo>
                  <a:lnTo>
                    <a:pt x="4274717" y="3333249"/>
                  </a:lnTo>
                  <a:lnTo>
                    <a:pt x="4263347" y="3307849"/>
                  </a:lnTo>
                  <a:lnTo>
                    <a:pt x="4283043" y="3295149"/>
                  </a:lnTo>
                  <a:close/>
                </a:path>
                <a:path w="6537959" h="5924550">
                  <a:moveTo>
                    <a:pt x="3086668" y="3320549"/>
                  </a:moveTo>
                  <a:lnTo>
                    <a:pt x="3091216" y="3333249"/>
                  </a:lnTo>
                  <a:lnTo>
                    <a:pt x="3078792" y="3333249"/>
                  </a:lnTo>
                  <a:lnTo>
                    <a:pt x="3086668" y="3320549"/>
                  </a:lnTo>
                  <a:close/>
                </a:path>
                <a:path w="6537959" h="5924550">
                  <a:moveTo>
                    <a:pt x="4542486" y="3282449"/>
                  </a:moveTo>
                  <a:lnTo>
                    <a:pt x="4555451" y="3307849"/>
                  </a:lnTo>
                  <a:lnTo>
                    <a:pt x="4532995" y="3320549"/>
                  </a:lnTo>
                  <a:lnTo>
                    <a:pt x="4520035" y="3295149"/>
                  </a:lnTo>
                  <a:lnTo>
                    <a:pt x="4542486" y="3282449"/>
                  </a:lnTo>
                  <a:close/>
                </a:path>
                <a:path w="6537959" h="5924550">
                  <a:moveTo>
                    <a:pt x="3346114" y="3307849"/>
                  </a:moveTo>
                  <a:lnTo>
                    <a:pt x="3352253" y="3320549"/>
                  </a:lnTo>
                  <a:lnTo>
                    <a:pt x="3335477" y="3320549"/>
                  </a:lnTo>
                  <a:lnTo>
                    <a:pt x="3346114" y="3307849"/>
                  </a:lnTo>
                  <a:close/>
                </a:path>
                <a:path w="6537959" h="5924550">
                  <a:moveTo>
                    <a:pt x="3592787" y="3295149"/>
                  </a:moveTo>
                  <a:lnTo>
                    <a:pt x="3605390" y="3295149"/>
                  </a:lnTo>
                  <a:lnTo>
                    <a:pt x="3612666" y="3307849"/>
                  </a:lnTo>
                  <a:lnTo>
                    <a:pt x="3600067" y="3307849"/>
                  </a:lnTo>
                  <a:lnTo>
                    <a:pt x="3592787" y="3295149"/>
                  </a:lnTo>
                  <a:close/>
                </a:path>
                <a:path w="6537959" h="5924550">
                  <a:moveTo>
                    <a:pt x="4801850" y="3257049"/>
                  </a:moveTo>
                  <a:lnTo>
                    <a:pt x="4816177" y="3282449"/>
                  </a:lnTo>
                  <a:lnTo>
                    <a:pt x="4791361" y="3295149"/>
                  </a:lnTo>
                  <a:lnTo>
                    <a:pt x="4777034" y="3282449"/>
                  </a:lnTo>
                  <a:lnTo>
                    <a:pt x="4801850" y="3257049"/>
                  </a:lnTo>
                  <a:close/>
                </a:path>
                <a:path w="6537959" h="5924550">
                  <a:moveTo>
                    <a:pt x="3864837" y="3269749"/>
                  </a:moveTo>
                  <a:lnTo>
                    <a:pt x="3873708" y="3282449"/>
                  </a:lnTo>
                  <a:lnTo>
                    <a:pt x="3858345" y="3295149"/>
                  </a:lnTo>
                  <a:lnTo>
                    <a:pt x="3849474" y="3282449"/>
                  </a:lnTo>
                  <a:lnTo>
                    <a:pt x="3864837" y="3269749"/>
                  </a:lnTo>
                  <a:close/>
                </a:path>
                <a:path w="6537959" h="5924550">
                  <a:moveTo>
                    <a:pt x="2921917" y="3282449"/>
                  </a:moveTo>
                  <a:lnTo>
                    <a:pt x="2927826" y="3282449"/>
                  </a:lnTo>
                  <a:lnTo>
                    <a:pt x="2931238" y="3295149"/>
                  </a:lnTo>
                  <a:lnTo>
                    <a:pt x="2925328" y="3295149"/>
                  </a:lnTo>
                  <a:lnTo>
                    <a:pt x="2921917" y="3282449"/>
                  </a:lnTo>
                  <a:close/>
                </a:path>
                <a:path w="6537959" h="5924550">
                  <a:moveTo>
                    <a:pt x="5061210" y="3244349"/>
                  </a:moveTo>
                  <a:lnTo>
                    <a:pt x="5076903" y="3269749"/>
                  </a:lnTo>
                  <a:lnTo>
                    <a:pt x="5049726" y="3282449"/>
                  </a:lnTo>
                  <a:lnTo>
                    <a:pt x="5034033" y="3257049"/>
                  </a:lnTo>
                  <a:lnTo>
                    <a:pt x="5061210" y="3244349"/>
                  </a:lnTo>
                  <a:close/>
                </a:path>
                <a:path w="6537959" h="5924550">
                  <a:moveTo>
                    <a:pt x="4124196" y="3257049"/>
                  </a:moveTo>
                  <a:lnTo>
                    <a:pt x="4134429" y="3269749"/>
                  </a:lnTo>
                  <a:lnTo>
                    <a:pt x="4116709" y="3282449"/>
                  </a:lnTo>
                  <a:lnTo>
                    <a:pt x="4106476" y="3269749"/>
                  </a:lnTo>
                  <a:lnTo>
                    <a:pt x="4124196" y="3257049"/>
                  </a:lnTo>
                  <a:close/>
                </a:path>
                <a:path w="6537959" h="5924550">
                  <a:moveTo>
                    <a:pt x="3178915" y="3269749"/>
                  </a:moveTo>
                  <a:lnTo>
                    <a:pt x="3191962" y="3269749"/>
                  </a:lnTo>
                  <a:lnTo>
                    <a:pt x="3183692" y="3282449"/>
                  </a:lnTo>
                  <a:lnTo>
                    <a:pt x="3178915" y="3269749"/>
                  </a:lnTo>
                  <a:close/>
                </a:path>
                <a:path w="6537959" h="5924550">
                  <a:moveTo>
                    <a:pt x="5320575" y="3231649"/>
                  </a:moveTo>
                  <a:lnTo>
                    <a:pt x="5337630" y="3257049"/>
                  </a:lnTo>
                  <a:lnTo>
                    <a:pt x="5308091" y="3269749"/>
                  </a:lnTo>
                  <a:lnTo>
                    <a:pt x="5291036" y="3244349"/>
                  </a:lnTo>
                  <a:lnTo>
                    <a:pt x="5320575" y="3231649"/>
                  </a:lnTo>
                  <a:close/>
                </a:path>
                <a:path w="6537959" h="5924550">
                  <a:moveTo>
                    <a:pt x="4363475" y="3244349"/>
                  </a:moveTo>
                  <a:lnTo>
                    <a:pt x="4383560" y="3244349"/>
                  </a:lnTo>
                  <a:lnTo>
                    <a:pt x="4395155" y="3257049"/>
                  </a:lnTo>
                  <a:lnTo>
                    <a:pt x="4375070" y="3269749"/>
                  </a:lnTo>
                  <a:lnTo>
                    <a:pt x="4363475" y="3244349"/>
                  </a:lnTo>
                  <a:close/>
                </a:path>
                <a:path w="6537959" h="5924550">
                  <a:moveTo>
                    <a:pt x="3446548" y="3244349"/>
                  </a:moveTo>
                  <a:lnTo>
                    <a:pt x="3452687" y="3257049"/>
                  </a:lnTo>
                  <a:lnTo>
                    <a:pt x="3442055" y="3269749"/>
                  </a:lnTo>
                  <a:lnTo>
                    <a:pt x="3435916" y="3257049"/>
                  </a:lnTo>
                  <a:lnTo>
                    <a:pt x="3446548" y="3244349"/>
                  </a:lnTo>
                  <a:close/>
                </a:path>
                <a:path w="6537959" h="5924550">
                  <a:moveTo>
                    <a:pt x="2508047" y="3257049"/>
                  </a:moveTo>
                  <a:lnTo>
                    <a:pt x="2510532" y="3257049"/>
                  </a:lnTo>
                  <a:lnTo>
                    <a:pt x="2508955" y="3269749"/>
                  </a:lnTo>
                  <a:lnTo>
                    <a:pt x="2508047" y="3257049"/>
                  </a:lnTo>
                  <a:close/>
                </a:path>
                <a:path w="6537959" h="5924550">
                  <a:moveTo>
                    <a:pt x="4642920" y="3218949"/>
                  </a:moveTo>
                  <a:lnTo>
                    <a:pt x="4655886" y="3244349"/>
                  </a:lnTo>
                  <a:lnTo>
                    <a:pt x="4633435" y="3257049"/>
                  </a:lnTo>
                  <a:lnTo>
                    <a:pt x="4620474" y="3231649"/>
                  </a:lnTo>
                  <a:lnTo>
                    <a:pt x="4642920" y="3218949"/>
                  </a:lnTo>
                  <a:close/>
                </a:path>
                <a:path w="6537959" h="5924550">
                  <a:moveTo>
                    <a:pt x="3705912" y="3231649"/>
                  </a:moveTo>
                  <a:lnTo>
                    <a:pt x="3713417" y="3244349"/>
                  </a:lnTo>
                  <a:lnTo>
                    <a:pt x="3700419" y="3257049"/>
                  </a:lnTo>
                  <a:lnTo>
                    <a:pt x="3692914" y="3244349"/>
                  </a:lnTo>
                  <a:lnTo>
                    <a:pt x="3705912" y="3231649"/>
                  </a:lnTo>
                  <a:close/>
                </a:path>
                <a:path w="6537959" h="5924550">
                  <a:moveTo>
                    <a:pt x="4902290" y="3206249"/>
                  </a:moveTo>
                  <a:lnTo>
                    <a:pt x="4916617" y="3231649"/>
                  </a:lnTo>
                  <a:lnTo>
                    <a:pt x="4891800" y="3244349"/>
                  </a:lnTo>
                  <a:lnTo>
                    <a:pt x="4877473" y="3218949"/>
                  </a:lnTo>
                  <a:lnTo>
                    <a:pt x="4902290" y="3206249"/>
                  </a:lnTo>
                  <a:close/>
                </a:path>
                <a:path w="6537959" h="5924550">
                  <a:moveTo>
                    <a:pt x="3949601" y="3218949"/>
                  </a:moveTo>
                  <a:lnTo>
                    <a:pt x="3965353" y="3218949"/>
                  </a:lnTo>
                  <a:lnTo>
                    <a:pt x="3974449" y="3231649"/>
                  </a:lnTo>
                  <a:lnTo>
                    <a:pt x="3958697" y="3244349"/>
                  </a:lnTo>
                  <a:lnTo>
                    <a:pt x="3949601" y="3218949"/>
                  </a:lnTo>
                  <a:close/>
                </a:path>
                <a:path w="6537959" h="5924550">
                  <a:moveTo>
                    <a:pt x="5161732" y="3180849"/>
                  </a:moveTo>
                  <a:lnTo>
                    <a:pt x="5177650" y="3218949"/>
                  </a:lnTo>
                  <a:lnTo>
                    <a:pt x="5150078" y="3231649"/>
                  </a:lnTo>
                  <a:lnTo>
                    <a:pt x="5134160" y="3206249"/>
                  </a:lnTo>
                  <a:lnTo>
                    <a:pt x="5161732" y="3180849"/>
                  </a:lnTo>
                  <a:close/>
                </a:path>
                <a:path w="6537959" h="5924550">
                  <a:moveTo>
                    <a:pt x="4224635" y="3193549"/>
                  </a:moveTo>
                  <a:lnTo>
                    <a:pt x="4234868" y="3218949"/>
                  </a:lnTo>
                  <a:lnTo>
                    <a:pt x="4217144" y="3231649"/>
                  </a:lnTo>
                  <a:lnTo>
                    <a:pt x="4206911" y="3206249"/>
                  </a:lnTo>
                  <a:lnTo>
                    <a:pt x="4224635" y="3193549"/>
                  </a:lnTo>
                  <a:close/>
                </a:path>
                <a:path w="6537959" h="5924550">
                  <a:moveTo>
                    <a:pt x="4484082" y="3180849"/>
                  </a:moveTo>
                  <a:lnTo>
                    <a:pt x="4495910" y="3206249"/>
                  </a:lnTo>
                  <a:lnTo>
                    <a:pt x="4475426" y="3218949"/>
                  </a:lnTo>
                  <a:lnTo>
                    <a:pt x="4463598" y="3193549"/>
                  </a:lnTo>
                  <a:lnTo>
                    <a:pt x="4484082" y="3180849"/>
                  </a:lnTo>
                  <a:close/>
                </a:path>
                <a:path w="6537959" h="5924550">
                  <a:moveTo>
                    <a:pt x="3287711" y="3206249"/>
                  </a:moveTo>
                  <a:lnTo>
                    <a:pt x="3292712" y="3218949"/>
                  </a:lnTo>
                  <a:lnTo>
                    <a:pt x="3279041" y="3218949"/>
                  </a:lnTo>
                  <a:lnTo>
                    <a:pt x="3287711" y="3206249"/>
                  </a:lnTo>
                  <a:close/>
                </a:path>
                <a:path w="6537959" h="5924550">
                  <a:moveTo>
                    <a:pt x="3536044" y="3193549"/>
                  </a:moveTo>
                  <a:lnTo>
                    <a:pt x="3547069" y="3193549"/>
                  </a:lnTo>
                  <a:lnTo>
                    <a:pt x="3553438" y="3206249"/>
                  </a:lnTo>
                  <a:lnTo>
                    <a:pt x="3542407" y="3206249"/>
                  </a:lnTo>
                  <a:lnTo>
                    <a:pt x="3536044" y="3193549"/>
                  </a:lnTo>
                  <a:close/>
                </a:path>
                <a:path w="6537959" h="5924550">
                  <a:moveTo>
                    <a:pt x="4743443" y="3168149"/>
                  </a:moveTo>
                  <a:lnTo>
                    <a:pt x="4756632" y="3180849"/>
                  </a:lnTo>
                  <a:lnTo>
                    <a:pt x="4733787" y="3193549"/>
                  </a:lnTo>
                  <a:lnTo>
                    <a:pt x="4720597" y="3180849"/>
                  </a:lnTo>
                  <a:lnTo>
                    <a:pt x="4743443" y="3168149"/>
                  </a:lnTo>
                  <a:close/>
                </a:path>
                <a:path w="6537959" h="5924550">
                  <a:moveTo>
                    <a:pt x="3793042" y="3180849"/>
                  </a:moveTo>
                  <a:lnTo>
                    <a:pt x="3806433" y="3180849"/>
                  </a:lnTo>
                  <a:lnTo>
                    <a:pt x="3814163" y="3193549"/>
                  </a:lnTo>
                  <a:lnTo>
                    <a:pt x="3800771" y="3193549"/>
                  </a:lnTo>
                  <a:lnTo>
                    <a:pt x="3793042" y="3180849"/>
                  </a:lnTo>
                  <a:close/>
                </a:path>
                <a:path w="6537959" h="5924550">
                  <a:moveTo>
                    <a:pt x="2869423" y="3180849"/>
                  </a:moveTo>
                  <a:lnTo>
                    <a:pt x="2871697" y="3193549"/>
                  </a:lnTo>
                  <a:lnTo>
                    <a:pt x="2865485" y="3193549"/>
                  </a:lnTo>
                  <a:lnTo>
                    <a:pt x="2869423" y="3180849"/>
                  </a:lnTo>
                  <a:close/>
                </a:path>
                <a:path w="6537959" h="5924550">
                  <a:moveTo>
                    <a:pt x="5002807" y="3142749"/>
                  </a:moveTo>
                  <a:lnTo>
                    <a:pt x="5017363" y="3168149"/>
                  </a:lnTo>
                  <a:lnTo>
                    <a:pt x="4992153" y="3180849"/>
                  </a:lnTo>
                  <a:lnTo>
                    <a:pt x="4977601" y="3155449"/>
                  </a:lnTo>
                  <a:lnTo>
                    <a:pt x="5002807" y="3142749"/>
                  </a:lnTo>
                  <a:close/>
                </a:path>
                <a:path w="6537959" h="5924550">
                  <a:moveTo>
                    <a:pt x="4065880" y="3155449"/>
                  </a:moveTo>
                  <a:lnTo>
                    <a:pt x="4075205" y="3168149"/>
                  </a:lnTo>
                  <a:lnTo>
                    <a:pt x="4059053" y="3180849"/>
                  </a:lnTo>
                  <a:lnTo>
                    <a:pt x="4049728" y="3168149"/>
                  </a:lnTo>
                  <a:lnTo>
                    <a:pt x="4065880" y="3155449"/>
                  </a:lnTo>
                  <a:close/>
                </a:path>
                <a:path w="6537959" h="5924550">
                  <a:moveTo>
                    <a:pt x="3122171" y="3168149"/>
                  </a:moveTo>
                  <a:lnTo>
                    <a:pt x="3128869" y="3168149"/>
                  </a:lnTo>
                  <a:lnTo>
                    <a:pt x="3132734" y="3180849"/>
                  </a:lnTo>
                  <a:lnTo>
                    <a:pt x="3126036" y="3180849"/>
                  </a:lnTo>
                  <a:lnTo>
                    <a:pt x="3122171" y="3168149"/>
                  </a:lnTo>
                  <a:close/>
                </a:path>
                <a:path w="6537959" h="5924550">
                  <a:moveTo>
                    <a:pt x="5262254" y="3130049"/>
                  </a:moveTo>
                  <a:lnTo>
                    <a:pt x="5278401" y="3155449"/>
                  </a:lnTo>
                  <a:lnTo>
                    <a:pt x="5250435" y="3168149"/>
                  </a:lnTo>
                  <a:lnTo>
                    <a:pt x="5234288" y="3142749"/>
                  </a:lnTo>
                  <a:lnTo>
                    <a:pt x="5262254" y="3130049"/>
                  </a:lnTo>
                  <a:close/>
                </a:path>
                <a:path w="6537959" h="5924550">
                  <a:moveTo>
                    <a:pt x="4325157" y="3142749"/>
                  </a:moveTo>
                  <a:lnTo>
                    <a:pt x="4335615" y="3155449"/>
                  </a:lnTo>
                  <a:lnTo>
                    <a:pt x="4317496" y="3168149"/>
                  </a:lnTo>
                  <a:lnTo>
                    <a:pt x="4307039" y="3155449"/>
                  </a:lnTo>
                  <a:lnTo>
                    <a:pt x="4325157" y="3142749"/>
                  </a:lnTo>
                  <a:close/>
                </a:path>
                <a:path w="6537959" h="5924550">
                  <a:moveTo>
                    <a:pt x="3379480" y="3155449"/>
                  </a:moveTo>
                  <a:lnTo>
                    <a:pt x="3393147" y="3155449"/>
                  </a:lnTo>
                  <a:lnTo>
                    <a:pt x="3384482" y="3168149"/>
                  </a:lnTo>
                  <a:lnTo>
                    <a:pt x="3379480" y="3155449"/>
                  </a:lnTo>
                  <a:close/>
                </a:path>
                <a:path w="6537959" h="5924550">
                  <a:moveTo>
                    <a:pt x="4584604" y="3117349"/>
                  </a:moveTo>
                  <a:lnTo>
                    <a:pt x="4596653" y="3142749"/>
                  </a:lnTo>
                  <a:lnTo>
                    <a:pt x="4575779" y="3155449"/>
                  </a:lnTo>
                  <a:lnTo>
                    <a:pt x="4563726" y="3130049"/>
                  </a:lnTo>
                  <a:lnTo>
                    <a:pt x="4584604" y="3117349"/>
                  </a:lnTo>
                  <a:close/>
                </a:path>
                <a:path w="6537959" h="5924550">
                  <a:moveTo>
                    <a:pt x="3647591" y="3130049"/>
                  </a:moveTo>
                  <a:lnTo>
                    <a:pt x="3654183" y="3142749"/>
                  </a:lnTo>
                  <a:lnTo>
                    <a:pt x="3642763" y="3155449"/>
                  </a:lnTo>
                  <a:lnTo>
                    <a:pt x="3636166" y="3142749"/>
                  </a:lnTo>
                  <a:lnTo>
                    <a:pt x="3647591" y="3130049"/>
                  </a:lnTo>
                  <a:close/>
                </a:path>
                <a:path w="6537959" h="5924550">
                  <a:moveTo>
                    <a:pt x="4843964" y="3104649"/>
                  </a:moveTo>
                  <a:lnTo>
                    <a:pt x="4857383" y="3130049"/>
                  </a:lnTo>
                  <a:lnTo>
                    <a:pt x="4834144" y="3142749"/>
                  </a:lnTo>
                  <a:lnTo>
                    <a:pt x="4820725" y="3117349"/>
                  </a:lnTo>
                  <a:lnTo>
                    <a:pt x="4843964" y="3104649"/>
                  </a:lnTo>
                  <a:close/>
                </a:path>
                <a:path w="6537959" h="5924550">
                  <a:moveTo>
                    <a:pt x="3906950" y="3117349"/>
                  </a:moveTo>
                  <a:lnTo>
                    <a:pt x="3914909" y="3130049"/>
                  </a:lnTo>
                  <a:lnTo>
                    <a:pt x="3901123" y="3142749"/>
                  </a:lnTo>
                  <a:lnTo>
                    <a:pt x="3893164" y="3130049"/>
                  </a:lnTo>
                  <a:lnTo>
                    <a:pt x="3906950" y="3117349"/>
                  </a:lnTo>
                  <a:close/>
                </a:path>
                <a:path w="6537959" h="5924550">
                  <a:moveTo>
                    <a:pt x="5103329" y="3091949"/>
                  </a:moveTo>
                  <a:lnTo>
                    <a:pt x="5118109" y="3117349"/>
                  </a:lnTo>
                  <a:lnTo>
                    <a:pt x="5092504" y="3130049"/>
                  </a:lnTo>
                  <a:lnTo>
                    <a:pt x="5077724" y="3104649"/>
                  </a:lnTo>
                  <a:lnTo>
                    <a:pt x="5103329" y="3091949"/>
                  </a:lnTo>
                  <a:close/>
                </a:path>
                <a:path w="6537959" h="5924550">
                  <a:moveTo>
                    <a:pt x="4150162" y="3104649"/>
                  </a:moveTo>
                  <a:lnTo>
                    <a:pt x="4166310" y="3104649"/>
                  </a:lnTo>
                  <a:lnTo>
                    <a:pt x="4175635" y="3117349"/>
                  </a:lnTo>
                  <a:lnTo>
                    <a:pt x="4159487" y="3130049"/>
                  </a:lnTo>
                  <a:lnTo>
                    <a:pt x="4150162" y="3104649"/>
                  </a:lnTo>
                  <a:close/>
                </a:path>
                <a:path w="6537959" h="5924550">
                  <a:moveTo>
                    <a:pt x="3229385" y="3104649"/>
                  </a:moveTo>
                  <a:lnTo>
                    <a:pt x="3233479" y="3117349"/>
                  </a:lnTo>
                  <a:lnTo>
                    <a:pt x="3222297" y="3117349"/>
                  </a:lnTo>
                  <a:lnTo>
                    <a:pt x="3229385" y="3104649"/>
                  </a:lnTo>
                  <a:close/>
                </a:path>
                <a:path w="6537959" h="5924550">
                  <a:moveTo>
                    <a:pt x="4425679" y="3079249"/>
                  </a:moveTo>
                  <a:lnTo>
                    <a:pt x="4436366" y="3104649"/>
                  </a:lnTo>
                  <a:lnTo>
                    <a:pt x="4417853" y="3104649"/>
                  </a:lnTo>
                  <a:lnTo>
                    <a:pt x="4407166" y="3091949"/>
                  </a:lnTo>
                  <a:lnTo>
                    <a:pt x="4425679" y="3079249"/>
                  </a:lnTo>
                  <a:close/>
                </a:path>
                <a:path w="6537959" h="5924550">
                  <a:moveTo>
                    <a:pt x="3479607" y="3091949"/>
                  </a:moveTo>
                  <a:lnTo>
                    <a:pt x="3488666" y="3091949"/>
                  </a:lnTo>
                  <a:lnTo>
                    <a:pt x="3493897" y="3104649"/>
                  </a:lnTo>
                  <a:lnTo>
                    <a:pt x="3484838" y="3104649"/>
                  </a:lnTo>
                  <a:lnTo>
                    <a:pt x="3479607" y="3091949"/>
                  </a:lnTo>
                  <a:close/>
                </a:path>
                <a:path w="6537959" h="5924550">
                  <a:moveTo>
                    <a:pt x="4685122" y="3066549"/>
                  </a:moveTo>
                  <a:lnTo>
                    <a:pt x="4697404" y="3079249"/>
                  </a:lnTo>
                  <a:lnTo>
                    <a:pt x="4676132" y="3091949"/>
                  </a:lnTo>
                  <a:lnTo>
                    <a:pt x="4663854" y="3079249"/>
                  </a:lnTo>
                  <a:lnTo>
                    <a:pt x="4685122" y="3066549"/>
                  </a:lnTo>
                  <a:close/>
                </a:path>
                <a:path w="6537959" h="5924550">
                  <a:moveTo>
                    <a:pt x="3736605" y="3079249"/>
                  </a:moveTo>
                  <a:lnTo>
                    <a:pt x="3748030" y="3079249"/>
                  </a:lnTo>
                  <a:lnTo>
                    <a:pt x="3754623" y="3091949"/>
                  </a:lnTo>
                  <a:lnTo>
                    <a:pt x="3743198" y="3091949"/>
                  </a:lnTo>
                  <a:lnTo>
                    <a:pt x="3736605" y="3079249"/>
                  </a:lnTo>
                  <a:close/>
                </a:path>
                <a:path w="6537959" h="5924550">
                  <a:moveTo>
                    <a:pt x="4944404" y="3041149"/>
                  </a:moveTo>
                  <a:lnTo>
                    <a:pt x="4957823" y="3066549"/>
                  </a:lnTo>
                  <a:lnTo>
                    <a:pt x="4934584" y="3079249"/>
                  </a:lnTo>
                  <a:lnTo>
                    <a:pt x="4921165" y="3053849"/>
                  </a:lnTo>
                  <a:lnTo>
                    <a:pt x="4944404" y="3041149"/>
                  </a:lnTo>
                  <a:close/>
                </a:path>
                <a:path w="6537959" h="5924550">
                  <a:moveTo>
                    <a:pt x="4007476" y="3053849"/>
                  </a:moveTo>
                  <a:lnTo>
                    <a:pt x="4015660" y="3066549"/>
                  </a:lnTo>
                  <a:lnTo>
                    <a:pt x="4001480" y="3079249"/>
                  </a:lnTo>
                  <a:lnTo>
                    <a:pt x="3993292" y="3066549"/>
                  </a:lnTo>
                  <a:lnTo>
                    <a:pt x="4007476" y="3053849"/>
                  </a:lnTo>
                  <a:close/>
                </a:path>
                <a:path w="6537959" h="5924550">
                  <a:moveTo>
                    <a:pt x="3065734" y="3066549"/>
                  </a:moveTo>
                  <a:lnTo>
                    <a:pt x="3070466" y="3066549"/>
                  </a:lnTo>
                  <a:lnTo>
                    <a:pt x="3073194" y="3079249"/>
                  </a:lnTo>
                  <a:lnTo>
                    <a:pt x="3068462" y="3079249"/>
                  </a:lnTo>
                  <a:lnTo>
                    <a:pt x="3065734" y="3066549"/>
                  </a:lnTo>
                  <a:close/>
                </a:path>
                <a:path w="6537959" h="5924550">
                  <a:moveTo>
                    <a:pt x="5203851" y="3028449"/>
                  </a:moveTo>
                  <a:lnTo>
                    <a:pt x="5218861" y="3053849"/>
                  </a:lnTo>
                  <a:lnTo>
                    <a:pt x="5192862" y="3066549"/>
                  </a:lnTo>
                  <a:lnTo>
                    <a:pt x="5177852" y="3041149"/>
                  </a:lnTo>
                  <a:lnTo>
                    <a:pt x="5203851" y="3028449"/>
                  </a:lnTo>
                  <a:close/>
                </a:path>
                <a:path w="6537959" h="5924550">
                  <a:moveTo>
                    <a:pt x="4266837" y="3041149"/>
                  </a:moveTo>
                  <a:lnTo>
                    <a:pt x="4276386" y="3053849"/>
                  </a:lnTo>
                  <a:lnTo>
                    <a:pt x="4259840" y="3066549"/>
                  </a:lnTo>
                  <a:lnTo>
                    <a:pt x="4250291" y="3053849"/>
                  </a:lnTo>
                  <a:lnTo>
                    <a:pt x="4266837" y="3041149"/>
                  </a:lnTo>
                  <a:close/>
                </a:path>
                <a:path w="6537959" h="5924550">
                  <a:moveTo>
                    <a:pt x="3322424" y="3053849"/>
                  </a:moveTo>
                  <a:lnTo>
                    <a:pt x="3334230" y="3053849"/>
                  </a:lnTo>
                  <a:lnTo>
                    <a:pt x="3326743" y="3066549"/>
                  </a:lnTo>
                  <a:lnTo>
                    <a:pt x="3322424" y="3053849"/>
                  </a:lnTo>
                  <a:close/>
                </a:path>
                <a:path w="6537959" h="5924550">
                  <a:moveTo>
                    <a:pt x="4507294" y="3028449"/>
                  </a:moveTo>
                  <a:lnTo>
                    <a:pt x="4526201" y="3028449"/>
                  </a:lnTo>
                  <a:lnTo>
                    <a:pt x="4537117" y="3041149"/>
                  </a:lnTo>
                  <a:lnTo>
                    <a:pt x="4518210" y="3053849"/>
                  </a:lnTo>
                  <a:lnTo>
                    <a:pt x="4507294" y="3028449"/>
                  </a:lnTo>
                  <a:close/>
                </a:path>
                <a:path w="6537959" h="5924550">
                  <a:moveTo>
                    <a:pt x="3589183" y="3028449"/>
                  </a:moveTo>
                  <a:lnTo>
                    <a:pt x="3594643" y="3041149"/>
                  </a:lnTo>
                  <a:lnTo>
                    <a:pt x="3585190" y="3053849"/>
                  </a:lnTo>
                  <a:lnTo>
                    <a:pt x="3579730" y="3041149"/>
                  </a:lnTo>
                  <a:lnTo>
                    <a:pt x="3589183" y="3028449"/>
                  </a:lnTo>
                  <a:close/>
                </a:path>
                <a:path w="6537959" h="5924550">
                  <a:moveTo>
                    <a:pt x="4785648" y="3003049"/>
                  </a:moveTo>
                  <a:lnTo>
                    <a:pt x="4798155" y="3028449"/>
                  </a:lnTo>
                  <a:lnTo>
                    <a:pt x="4776493" y="3041149"/>
                  </a:lnTo>
                  <a:lnTo>
                    <a:pt x="4763986" y="3015749"/>
                  </a:lnTo>
                  <a:lnTo>
                    <a:pt x="4785648" y="3003049"/>
                  </a:lnTo>
                  <a:close/>
                </a:path>
                <a:path w="6537959" h="5924550">
                  <a:moveTo>
                    <a:pt x="3848547" y="3015749"/>
                  </a:moveTo>
                  <a:lnTo>
                    <a:pt x="3855369" y="3028449"/>
                  </a:lnTo>
                  <a:lnTo>
                    <a:pt x="3843554" y="3041149"/>
                  </a:lnTo>
                  <a:lnTo>
                    <a:pt x="3836732" y="3028449"/>
                  </a:lnTo>
                  <a:lnTo>
                    <a:pt x="3848547" y="3015749"/>
                  </a:lnTo>
                  <a:close/>
                </a:path>
                <a:path w="6537959" h="5924550">
                  <a:moveTo>
                    <a:pt x="5044921" y="2990349"/>
                  </a:moveTo>
                  <a:lnTo>
                    <a:pt x="5058565" y="3015749"/>
                  </a:lnTo>
                  <a:lnTo>
                    <a:pt x="5034936" y="3028449"/>
                  </a:lnTo>
                  <a:lnTo>
                    <a:pt x="5021292" y="3003049"/>
                  </a:lnTo>
                  <a:lnTo>
                    <a:pt x="5044921" y="2990349"/>
                  </a:lnTo>
                  <a:close/>
                </a:path>
                <a:path w="6537959" h="5924550">
                  <a:moveTo>
                    <a:pt x="4093731" y="3003049"/>
                  </a:moveTo>
                  <a:lnTo>
                    <a:pt x="4107911" y="3003049"/>
                  </a:lnTo>
                  <a:lnTo>
                    <a:pt x="4116095" y="3015749"/>
                  </a:lnTo>
                  <a:lnTo>
                    <a:pt x="4101919" y="3028449"/>
                  </a:lnTo>
                  <a:lnTo>
                    <a:pt x="4093731" y="3003049"/>
                  </a:lnTo>
                  <a:close/>
                </a:path>
                <a:path w="6537959" h="5924550">
                  <a:moveTo>
                    <a:pt x="4367354" y="2977649"/>
                  </a:moveTo>
                  <a:lnTo>
                    <a:pt x="4377133" y="3003049"/>
                  </a:lnTo>
                  <a:lnTo>
                    <a:pt x="4360197" y="3003049"/>
                  </a:lnTo>
                  <a:lnTo>
                    <a:pt x="4350418" y="2990349"/>
                  </a:lnTo>
                  <a:lnTo>
                    <a:pt x="4367354" y="2977649"/>
                  </a:lnTo>
                  <a:close/>
                </a:path>
                <a:path w="6537959" h="5924550">
                  <a:moveTo>
                    <a:pt x="3430346" y="2990349"/>
                  </a:moveTo>
                  <a:lnTo>
                    <a:pt x="3434664" y="3003049"/>
                  </a:lnTo>
                  <a:lnTo>
                    <a:pt x="3422864" y="3003049"/>
                  </a:lnTo>
                  <a:lnTo>
                    <a:pt x="3430346" y="2990349"/>
                  </a:lnTo>
                  <a:close/>
                </a:path>
                <a:path w="6537959" h="5924550">
                  <a:moveTo>
                    <a:pt x="4626719" y="2964949"/>
                  </a:moveTo>
                  <a:lnTo>
                    <a:pt x="4637859" y="2990349"/>
                  </a:lnTo>
                  <a:lnTo>
                    <a:pt x="4618563" y="2990349"/>
                  </a:lnTo>
                  <a:lnTo>
                    <a:pt x="4607417" y="2977649"/>
                  </a:lnTo>
                  <a:lnTo>
                    <a:pt x="4626719" y="2964949"/>
                  </a:lnTo>
                  <a:close/>
                </a:path>
                <a:path w="6537959" h="5924550">
                  <a:moveTo>
                    <a:pt x="3679857" y="2977649"/>
                  </a:moveTo>
                  <a:lnTo>
                    <a:pt x="3689709" y="2977649"/>
                  </a:lnTo>
                  <a:lnTo>
                    <a:pt x="3695394" y="2990349"/>
                  </a:lnTo>
                  <a:lnTo>
                    <a:pt x="3685542" y="2990349"/>
                  </a:lnTo>
                  <a:lnTo>
                    <a:pt x="3679857" y="2977649"/>
                  </a:lnTo>
                  <a:close/>
                </a:path>
                <a:path w="6537959" h="5924550">
                  <a:moveTo>
                    <a:pt x="4886088" y="2952249"/>
                  </a:moveTo>
                  <a:lnTo>
                    <a:pt x="4898594" y="2964949"/>
                  </a:lnTo>
                  <a:lnTo>
                    <a:pt x="4876928" y="2977649"/>
                  </a:lnTo>
                  <a:lnTo>
                    <a:pt x="4864421" y="2964949"/>
                  </a:lnTo>
                  <a:lnTo>
                    <a:pt x="4886088" y="2952249"/>
                  </a:lnTo>
                  <a:close/>
                </a:path>
                <a:path w="6537959" h="5924550">
                  <a:moveTo>
                    <a:pt x="3936860" y="2964949"/>
                  </a:moveTo>
                  <a:lnTo>
                    <a:pt x="3956120" y="2964949"/>
                  </a:lnTo>
                  <a:lnTo>
                    <a:pt x="3943906" y="2977649"/>
                  </a:lnTo>
                  <a:lnTo>
                    <a:pt x="3936860" y="2964949"/>
                  </a:lnTo>
                  <a:close/>
                </a:path>
                <a:path w="6537959" h="5924550">
                  <a:moveTo>
                    <a:pt x="3012058" y="2964949"/>
                  </a:moveTo>
                  <a:lnTo>
                    <a:pt x="3013653" y="2977649"/>
                  </a:lnTo>
                  <a:lnTo>
                    <a:pt x="3009298" y="2977649"/>
                  </a:lnTo>
                  <a:lnTo>
                    <a:pt x="3012058" y="2964949"/>
                  </a:lnTo>
                  <a:close/>
                </a:path>
                <a:path w="6537959" h="5924550">
                  <a:moveTo>
                    <a:pt x="5145448" y="2926849"/>
                  </a:moveTo>
                  <a:lnTo>
                    <a:pt x="5159316" y="2952249"/>
                  </a:lnTo>
                  <a:lnTo>
                    <a:pt x="5135289" y="2964949"/>
                  </a:lnTo>
                  <a:lnTo>
                    <a:pt x="5121420" y="2939549"/>
                  </a:lnTo>
                  <a:lnTo>
                    <a:pt x="5145448" y="2926849"/>
                  </a:lnTo>
                  <a:close/>
                </a:path>
                <a:path w="6537959" h="5924550">
                  <a:moveTo>
                    <a:pt x="4208433" y="2939549"/>
                  </a:moveTo>
                  <a:lnTo>
                    <a:pt x="4216846" y="2952249"/>
                  </a:lnTo>
                  <a:lnTo>
                    <a:pt x="4202272" y="2964949"/>
                  </a:lnTo>
                  <a:lnTo>
                    <a:pt x="4193859" y="2952249"/>
                  </a:lnTo>
                  <a:lnTo>
                    <a:pt x="4208433" y="2939549"/>
                  </a:lnTo>
                  <a:close/>
                </a:path>
                <a:path w="6537959" h="5924550">
                  <a:moveTo>
                    <a:pt x="3265993" y="2952249"/>
                  </a:moveTo>
                  <a:lnTo>
                    <a:pt x="3274689" y="2952249"/>
                  </a:lnTo>
                  <a:lnTo>
                    <a:pt x="3269174" y="2964949"/>
                  </a:lnTo>
                  <a:lnTo>
                    <a:pt x="3265993" y="2952249"/>
                  </a:lnTo>
                  <a:close/>
                </a:path>
                <a:path w="6537959" h="5924550">
                  <a:moveTo>
                    <a:pt x="4467793" y="2926849"/>
                  </a:moveTo>
                  <a:lnTo>
                    <a:pt x="4477572" y="2939549"/>
                  </a:lnTo>
                  <a:lnTo>
                    <a:pt x="4460637" y="2952249"/>
                  </a:lnTo>
                  <a:lnTo>
                    <a:pt x="4450858" y="2939549"/>
                  </a:lnTo>
                  <a:lnTo>
                    <a:pt x="4467793" y="2926849"/>
                  </a:lnTo>
                  <a:close/>
                </a:path>
                <a:path w="6537959" h="5924550">
                  <a:moveTo>
                    <a:pt x="3522990" y="2939549"/>
                  </a:moveTo>
                  <a:lnTo>
                    <a:pt x="3535415" y="2939549"/>
                  </a:lnTo>
                  <a:lnTo>
                    <a:pt x="3527538" y="2952249"/>
                  </a:lnTo>
                  <a:lnTo>
                    <a:pt x="3522990" y="2939549"/>
                  </a:lnTo>
                  <a:close/>
                </a:path>
                <a:path w="6537959" h="5924550">
                  <a:moveTo>
                    <a:pt x="4727240" y="2901449"/>
                  </a:moveTo>
                  <a:lnTo>
                    <a:pt x="4738610" y="2926849"/>
                  </a:lnTo>
                  <a:lnTo>
                    <a:pt x="4718919" y="2939549"/>
                  </a:lnTo>
                  <a:lnTo>
                    <a:pt x="4707549" y="2914149"/>
                  </a:lnTo>
                  <a:lnTo>
                    <a:pt x="4727240" y="2901449"/>
                  </a:lnTo>
                  <a:close/>
                </a:path>
                <a:path w="6537959" h="5924550">
                  <a:moveTo>
                    <a:pt x="3790226" y="2914149"/>
                  </a:moveTo>
                  <a:lnTo>
                    <a:pt x="3796140" y="2926849"/>
                  </a:lnTo>
                  <a:lnTo>
                    <a:pt x="3785898" y="2939549"/>
                  </a:lnTo>
                  <a:lnTo>
                    <a:pt x="3779989" y="2926849"/>
                  </a:lnTo>
                  <a:lnTo>
                    <a:pt x="3790226" y="2914149"/>
                  </a:lnTo>
                  <a:close/>
                </a:path>
                <a:path w="6537959" h="5924550">
                  <a:moveTo>
                    <a:pt x="4986605" y="2888749"/>
                  </a:moveTo>
                  <a:lnTo>
                    <a:pt x="4999336" y="2914149"/>
                  </a:lnTo>
                  <a:lnTo>
                    <a:pt x="4977284" y="2926849"/>
                  </a:lnTo>
                  <a:lnTo>
                    <a:pt x="4964548" y="2901449"/>
                  </a:lnTo>
                  <a:lnTo>
                    <a:pt x="4986605" y="2888749"/>
                  </a:lnTo>
                  <a:close/>
                </a:path>
                <a:path w="6537959" h="5924550">
                  <a:moveTo>
                    <a:pt x="4049590" y="2901449"/>
                  </a:moveTo>
                  <a:lnTo>
                    <a:pt x="4056866" y="2914149"/>
                  </a:lnTo>
                  <a:lnTo>
                    <a:pt x="4044263" y="2926849"/>
                  </a:lnTo>
                  <a:lnTo>
                    <a:pt x="4036987" y="2914149"/>
                  </a:lnTo>
                  <a:lnTo>
                    <a:pt x="4049590" y="2901449"/>
                  </a:lnTo>
                  <a:close/>
                </a:path>
                <a:path w="6537959" h="5924550">
                  <a:moveTo>
                    <a:pt x="4293986" y="2888749"/>
                  </a:moveTo>
                  <a:lnTo>
                    <a:pt x="4308950" y="2888749"/>
                  </a:lnTo>
                  <a:lnTo>
                    <a:pt x="4317592" y="2901449"/>
                  </a:lnTo>
                  <a:lnTo>
                    <a:pt x="4302628" y="2901449"/>
                  </a:lnTo>
                  <a:lnTo>
                    <a:pt x="4293986" y="2888749"/>
                  </a:lnTo>
                  <a:close/>
                </a:path>
                <a:path w="6537959" h="5924550">
                  <a:moveTo>
                    <a:pt x="3371942" y="2888749"/>
                  </a:moveTo>
                  <a:lnTo>
                    <a:pt x="3375124" y="2901449"/>
                  </a:lnTo>
                  <a:lnTo>
                    <a:pt x="3366427" y="2901449"/>
                  </a:lnTo>
                  <a:lnTo>
                    <a:pt x="3371942" y="2888749"/>
                  </a:lnTo>
                  <a:close/>
                </a:path>
                <a:path w="6537959" h="5924550">
                  <a:moveTo>
                    <a:pt x="4568315" y="2863349"/>
                  </a:moveTo>
                  <a:lnTo>
                    <a:pt x="4578324" y="2888749"/>
                  </a:lnTo>
                  <a:lnTo>
                    <a:pt x="4560989" y="2888749"/>
                  </a:lnTo>
                  <a:lnTo>
                    <a:pt x="4550986" y="2876049"/>
                  </a:lnTo>
                  <a:lnTo>
                    <a:pt x="4568315" y="2863349"/>
                  </a:lnTo>
                  <a:close/>
                </a:path>
                <a:path w="6537959" h="5924550">
                  <a:moveTo>
                    <a:pt x="3623113" y="2876049"/>
                  </a:moveTo>
                  <a:lnTo>
                    <a:pt x="3631384" y="2876049"/>
                  </a:lnTo>
                  <a:lnTo>
                    <a:pt x="3636161" y="2888749"/>
                  </a:lnTo>
                  <a:lnTo>
                    <a:pt x="3627890" y="2888749"/>
                  </a:lnTo>
                  <a:lnTo>
                    <a:pt x="3623113" y="2876049"/>
                  </a:lnTo>
                  <a:close/>
                </a:path>
                <a:path w="6537959" h="5924550">
                  <a:moveTo>
                    <a:pt x="4827762" y="2850649"/>
                  </a:moveTo>
                  <a:lnTo>
                    <a:pt x="4839361" y="2863349"/>
                  </a:lnTo>
                  <a:lnTo>
                    <a:pt x="4819276" y="2876049"/>
                  </a:lnTo>
                  <a:lnTo>
                    <a:pt x="4807677" y="2863349"/>
                  </a:lnTo>
                  <a:lnTo>
                    <a:pt x="4827762" y="2850649"/>
                  </a:lnTo>
                  <a:close/>
                </a:path>
                <a:path w="6537959" h="5924550">
                  <a:moveTo>
                    <a:pt x="3880116" y="2863349"/>
                  </a:moveTo>
                  <a:lnTo>
                    <a:pt x="3890748" y="2863349"/>
                  </a:lnTo>
                  <a:lnTo>
                    <a:pt x="3896887" y="2876049"/>
                  </a:lnTo>
                  <a:lnTo>
                    <a:pt x="3886255" y="2876049"/>
                  </a:lnTo>
                  <a:lnTo>
                    <a:pt x="3880116" y="2863349"/>
                  </a:lnTo>
                  <a:close/>
                </a:path>
                <a:path w="6537959" h="5924550">
                  <a:moveTo>
                    <a:pt x="5087123" y="2825249"/>
                  </a:moveTo>
                  <a:lnTo>
                    <a:pt x="5100088" y="2850649"/>
                  </a:lnTo>
                  <a:lnTo>
                    <a:pt x="5077637" y="2863349"/>
                  </a:lnTo>
                  <a:lnTo>
                    <a:pt x="5064676" y="2837949"/>
                  </a:lnTo>
                  <a:lnTo>
                    <a:pt x="5087123" y="2825249"/>
                  </a:lnTo>
                  <a:close/>
                </a:path>
                <a:path w="6537959" h="5924550">
                  <a:moveTo>
                    <a:pt x="4150030" y="2837949"/>
                  </a:moveTo>
                  <a:lnTo>
                    <a:pt x="4157306" y="2850649"/>
                  </a:lnTo>
                  <a:lnTo>
                    <a:pt x="4144698" y="2863349"/>
                  </a:lnTo>
                  <a:lnTo>
                    <a:pt x="4137422" y="2850649"/>
                  </a:lnTo>
                  <a:lnTo>
                    <a:pt x="4150030" y="2837949"/>
                  </a:lnTo>
                  <a:close/>
                </a:path>
                <a:path w="6537959" h="5924550">
                  <a:moveTo>
                    <a:pt x="3209556" y="2850649"/>
                  </a:moveTo>
                  <a:lnTo>
                    <a:pt x="3213100" y="2850649"/>
                  </a:lnTo>
                  <a:lnTo>
                    <a:pt x="3215149" y="2863349"/>
                  </a:lnTo>
                  <a:lnTo>
                    <a:pt x="3211601" y="2863349"/>
                  </a:lnTo>
                  <a:lnTo>
                    <a:pt x="3209556" y="2850649"/>
                  </a:lnTo>
                  <a:close/>
                </a:path>
                <a:path w="6537959" h="5924550">
                  <a:moveTo>
                    <a:pt x="4409477" y="2825249"/>
                  </a:moveTo>
                  <a:lnTo>
                    <a:pt x="4418344" y="2837949"/>
                  </a:lnTo>
                  <a:lnTo>
                    <a:pt x="4402985" y="2850649"/>
                  </a:lnTo>
                  <a:lnTo>
                    <a:pt x="4394114" y="2837949"/>
                  </a:lnTo>
                  <a:lnTo>
                    <a:pt x="4409477" y="2825249"/>
                  </a:lnTo>
                  <a:close/>
                </a:path>
                <a:path w="6537959" h="5924550">
                  <a:moveTo>
                    <a:pt x="3466554" y="2837949"/>
                  </a:moveTo>
                  <a:lnTo>
                    <a:pt x="3475875" y="2837949"/>
                  </a:lnTo>
                  <a:lnTo>
                    <a:pt x="3469965" y="2850649"/>
                  </a:lnTo>
                  <a:lnTo>
                    <a:pt x="3466554" y="2837949"/>
                  </a:lnTo>
                  <a:close/>
                </a:path>
                <a:path w="6537959" h="5924550">
                  <a:moveTo>
                    <a:pt x="4651113" y="2812549"/>
                  </a:moveTo>
                  <a:lnTo>
                    <a:pt x="4668837" y="2812549"/>
                  </a:lnTo>
                  <a:lnTo>
                    <a:pt x="4679070" y="2825249"/>
                  </a:lnTo>
                  <a:lnTo>
                    <a:pt x="4661346" y="2837949"/>
                  </a:lnTo>
                  <a:lnTo>
                    <a:pt x="4651113" y="2812549"/>
                  </a:lnTo>
                  <a:close/>
                </a:path>
                <a:path w="6537959" h="5924550">
                  <a:moveTo>
                    <a:pt x="3723552" y="2825249"/>
                  </a:moveTo>
                  <a:lnTo>
                    <a:pt x="3736600" y="2825249"/>
                  </a:lnTo>
                  <a:lnTo>
                    <a:pt x="3728329" y="2837949"/>
                  </a:lnTo>
                  <a:lnTo>
                    <a:pt x="3723552" y="2825249"/>
                  </a:lnTo>
                  <a:close/>
                </a:path>
                <a:path w="6537959" h="5924550">
                  <a:moveTo>
                    <a:pt x="4928202" y="2787149"/>
                  </a:moveTo>
                  <a:lnTo>
                    <a:pt x="4939801" y="2812549"/>
                  </a:lnTo>
                  <a:lnTo>
                    <a:pt x="4919711" y="2825249"/>
                  </a:lnTo>
                  <a:lnTo>
                    <a:pt x="4908112" y="2799849"/>
                  </a:lnTo>
                  <a:lnTo>
                    <a:pt x="4928202" y="2787149"/>
                  </a:lnTo>
                  <a:close/>
                </a:path>
                <a:path w="6537959" h="5924550">
                  <a:moveTo>
                    <a:pt x="3991270" y="2799849"/>
                  </a:moveTo>
                  <a:lnTo>
                    <a:pt x="3997638" y="2812549"/>
                  </a:lnTo>
                  <a:lnTo>
                    <a:pt x="3986607" y="2825249"/>
                  </a:lnTo>
                  <a:lnTo>
                    <a:pt x="3980239" y="2812549"/>
                  </a:lnTo>
                  <a:lnTo>
                    <a:pt x="3991270" y="2799849"/>
                  </a:lnTo>
                  <a:close/>
                </a:path>
                <a:path w="6537959" h="5924550">
                  <a:moveTo>
                    <a:pt x="4237554" y="2787149"/>
                  </a:moveTo>
                  <a:lnTo>
                    <a:pt x="4250547" y="2787149"/>
                  </a:lnTo>
                  <a:lnTo>
                    <a:pt x="4258052" y="2799849"/>
                  </a:lnTo>
                  <a:lnTo>
                    <a:pt x="4245055" y="2799849"/>
                  </a:lnTo>
                  <a:lnTo>
                    <a:pt x="4237554" y="2787149"/>
                  </a:lnTo>
                  <a:close/>
                </a:path>
                <a:path w="6537959" h="5924550">
                  <a:moveTo>
                    <a:pt x="4509995" y="2761749"/>
                  </a:moveTo>
                  <a:lnTo>
                    <a:pt x="4519090" y="2787149"/>
                  </a:lnTo>
                  <a:lnTo>
                    <a:pt x="4503338" y="2787149"/>
                  </a:lnTo>
                  <a:lnTo>
                    <a:pt x="4494242" y="2774449"/>
                  </a:lnTo>
                  <a:lnTo>
                    <a:pt x="4509995" y="2761749"/>
                  </a:lnTo>
                  <a:close/>
                </a:path>
                <a:path w="6537959" h="5924550">
                  <a:moveTo>
                    <a:pt x="3572981" y="2774449"/>
                  </a:moveTo>
                  <a:lnTo>
                    <a:pt x="3576621" y="2787149"/>
                  </a:lnTo>
                  <a:lnTo>
                    <a:pt x="3566681" y="2787149"/>
                  </a:lnTo>
                  <a:lnTo>
                    <a:pt x="3572981" y="2774449"/>
                  </a:lnTo>
                  <a:close/>
                </a:path>
                <a:path w="6537959" h="5924550">
                  <a:moveTo>
                    <a:pt x="4769355" y="2749049"/>
                  </a:moveTo>
                  <a:lnTo>
                    <a:pt x="4779817" y="2761749"/>
                  </a:lnTo>
                  <a:lnTo>
                    <a:pt x="4761703" y="2774449"/>
                  </a:lnTo>
                  <a:lnTo>
                    <a:pt x="4751241" y="2761749"/>
                  </a:lnTo>
                  <a:lnTo>
                    <a:pt x="4769355" y="2749049"/>
                  </a:lnTo>
                  <a:close/>
                </a:path>
                <a:path w="6537959" h="5924550">
                  <a:moveTo>
                    <a:pt x="3823680" y="2761749"/>
                  </a:moveTo>
                  <a:lnTo>
                    <a:pt x="3832345" y="2761749"/>
                  </a:lnTo>
                  <a:lnTo>
                    <a:pt x="3837347" y="2774449"/>
                  </a:lnTo>
                  <a:lnTo>
                    <a:pt x="3828682" y="2774449"/>
                  </a:lnTo>
                  <a:lnTo>
                    <a:pt x="3823680" y="2761749"/>
                  </a:lnTo>
                  <a:close/>
                </a:path>
                <a:path w="6537959" h="5924550">
                  <a:moveTo>
                    <a:pt x="5028720" y="2736349"/>
                  </a:moveTo>
                  <a:lnTo>
                    <a:pt x="5040543" y="2749049"/>
                  </a:lnTo>
                  <a:lnTo>
                    <a:pt x="5020064" y="2761749"/>
                  </a:lnTo>
                  <a:lnTo>
                    <a:pt x="5008240" y="2749049"/>
                  </a:lnTo>
                  <a:lnTo>
                    <a:pt x="5028720" y="2736349"/>
                  </a:lnTo>
                  <a:close/>
                </a:path>
                <a:path w="6537959" h="5924550">
                  <a:moveTo>
                    <a:pt x="4080679" y="2749049"/>
                  </a:moveTo>
                  <a:lnTo>
                    <a:pt x="4098073" y="2749049"/>
                  </a:lnTo>
                  <a:lnTo>
                    <a:pt x="4087047" y="2761749"/>
                  </a:lnTo>
                  <a:lnTo>
                    <a:pt x="4080679" y="2749049"/>
                  </a:lnTo>
                  <a:close/>
                </a:path>
                <a:path w="6537959" h="5924550">
                  <a:moveTo>
                    <a:pt x="3154779" y="2749049"/>
                  </a:moveTo>
                  <a:lnTo>
                    <a:pt x="3155916" y="2761749"/>
                  </a:lnTo>
                  <a:lnTo>
                    <a:pt x="3152808" y="2761749"/>
                  </a:lnTo>
                  <a:lnTo>
                    <a:pt x="3154779" y="2749049"/>
                  </a:lnTo>
                  <a:close/>
                </a:path>
                <a:path w="6537959" h="5924550">
                  <a:moveTo>
                    <a:pt x="4351074" y="2723649"/>
                  </a:moveTo>
                  <a:lnTo>
                    <a:pt x="4358803" y="2736349"/>
                  </a:lnTo>
                  <a:lnTo>
                    <a:pt x="4345412" y="2749049"/>
                  </a:lnTo>
                  <a:lnTo>
                    <a:pt x="4337677" y="2736349"/>
                  </a:lnTo>
                  <a:lnTo>
                    <a:pt x="4351074" y="2723649"/>
                  </a:lnTo>
                  <a:close/>
                </a:path>
                <a:path w="6537959" h="5924550">
                  <a:moveTo>
                    <a:pt x="3410118" y="2736349"/>
                  </a:moveTo>
                  <a:lnTo>
                    <a:pt x="3416330" y="2736349"/>
                  </a:lnTo>
                  <a:lnTo>
                    <a:pt x="3412392" y="2749049"/>
                  </a:lnTo>
                  <a:lnTo>
                    <a:pt x="3410118" y="2736349"/>
                  </a:lnTo>
                  <a:close/>
                </a:path>
                <a:path w="6537959" h="5924550">
                  <a:moveTo>
                    <a:pt x="4610516" y="2710949"/>
                  </a:moveTo>
                  <a:lnTo>
                    <a:pt x="4619837" y="2723649"/>
                  </a:lnTo>
                  <a:lnTo>
                    <a:pt x="4603690" y="2736349"/>
                  </a:lnTo>
                  <a:lnTo>
                    <a:pt x="4594369" y="2723649"/>
                  </a:lnTo>
                  <a:lnTo>
                    <a:pt x="4610516" y="2710949"/>
                  </a:lnTo>
                  <a:close/>
                </a:path>
                <a:path w="6537959" h="5924550">
                  <a:moveTo>
                    <a:pt x="3666809" y="2723649"/>
                  </a:moveTo>
                  <a:lnTo>
                    <a:pt x="3677372" y="2723649"/>
                  </a:lnTo>
                  <a:lnTo>
                    <a:pt x="3670674" y="2736349"/>
                  </a:lnTo>
                  <a:lnTo>
                    <a:pt x="3666809" y="2723649"/>
                  </a:lnTo>
                  <a:close/>
                </a:path>
                <a:path w="6537959" h="5924550">
                  <a:moveTo>
                    <a:pt x="4869794" y="2685549"/>
                  </a:moveTo>
                  <a:lnTo>
                    <a:pt x="4880256" y="2710949"/>
                  </a:lnTo>
                  <a:lnTo>
                    <a:pt x="4862142" y="2723649"/>
                  </a:lnTo>
                  <a:lnTo>
                    <a:pt x="4851680" y="2698249"/>
                  </a:lnTo>
                  <a:lnTo>
                    <a:pt x="4869794" y="2685549"/>
                  </a:lnTo>
                  <a:close/>
                </a:path>
                <a:path w="6537959" h="5924550">
                  <a:moveTo>
                    <a:pt x="3932866" y="2698249"/>
                  </a:moveTo>
                  <a:lnTo>
                    <a:pt x="3938097" y="2710949"/>
                  </a:lnTo>
                  <a:lnTo>
                    <a:pt x="3923807" y="2710949"/>
                  </a:lnTo>
                  <a:lnTo>
                    <a:pt x="3932866" y="2698249"/>
                  </a:lnTo>
                  <a:close/>
                </a:path>
                <a:path w="6537959" h="5924550">
                  <a:moveTo>
                    <a:pt x="4180806" y="2685549"/>
                  </a:moveTo>
                  <a:lnTo>
                    <a:pt x="4192226" y="2685549"/>
                  </a:lnTo>
                  <a:lnTo>
                    <a:pt x="4198824" y="2698249"/>
                  </a:lnTo>
                  <a:lnTo>
                    <a:pt x="4187399" y="2698249"/>
                  </a:lnTo>
                  <a:lnTo>
                    <a:pt x="4180806" y="2685549"/>
                  </a:lnTo>
                  <a:close/>
                </a:path>
                <a:path w="6537959" h="5924550">
                  <a:moveTo>
                    <a:pt x="4437806" y="2672849"/>
                  </a:moveTo>
                  <a:lnTo>
                    <a:pt x="4451591" y="2672849"/>
                  </a:lnTo>
                  <a:lnTo>
                    <a:pt x="4459550" y="2685549"/>
                  </a:lnTo>
                  <a:lnTo>
                    <a:pt x="4445764" y="2685549"/>
                  </a:lnTo>
                  <a:lnTo>
                    <a:pt x="4437806" y="2672849"/>
                  </a:lnTo>
                  <a:close/>
                </a:path>
                <a:path w="6537959" h="5924550">
                  <a:moveTo>
                    <a:pt x="4711038" y="2647449"/>
                  </a:moveTo>
                  <a:lnTo>
                    <a:pt x="4720588" y="2672849"/>
                  </a:lnTo>
                  <a:lnTo>
                    <a:pt x="4704047" y="2672849"/>
                  </a:lnTo>
                  <a:lnTo>
                    <a:pt x="4694493" y="2660149"/>
                  </a:lnTo>
                  <a:lnTo>
                    <a:pt x="4711038" y="2647449"/>
                  </a:lnTo>
                  <a:close/>
                </a:path>
                <a:path w="6537959" h="5924550">
                  <a:moveTo>
                    <a:pt x="3766932" y="2660149"/>
                  </a:moveTo>
                  <a:lnTo>
                    <a:pt x="3774024" y="2660149"/>
                  </a:lnTo>
                  <a:lnTo>
                    <a:pt x="3778118" y="2672849"/>
                  </a:lnTo>
                  <a:lnTo>
                    <a:pt x="3771026" y="2672849"/>
                  </a:lnTo>
                  <a:lnTo>
                    <a:pt x="3766932" y="2660149"/>
                  </a:lnTo>
                  <a:close/>
                </a:path>
                <a:path w="6537959" h="5924550">
                  <a:moveTo>
                    <a:pt x="4970316" y="2634749"/>
                  </a:moveTo>
                  <a:lnTo>
                    <a:pt x="4981003" y="2647449"/>
                  </a:lnTo>
                  <a:lnTo>
                    <a:pt x="4962495" y="2660149"/>
                  </a:lnTo>
                  <a:lnTo>
                    <a:pt x="4951808" y="2647449"/>
                  </a:lnTo>
                  <a:lnTo>
                    <a:pt x="4970316" y="2634749"/>
                  </a:lnTo>
                  <a:close/>
                </a:path>
                <a:path w="6537959" h="5924550">
                  <a:moveTo>
                    <a:pt x="4024247" y="2647449"/>
                  </a:moveTo>
                  <a:lnTo>
                    <a:pt x="4038532" y="2647449"/>
                  </a:lnTo>
                  <a:lnTo>
                    <a:pt x="4029478" y="2660149"/>
                  </a:lnTo>
                  <a:lnTo>
                    <a:pt x="4024247" y="2647449"/>
                  </a:lnTo>
                  <a:close/>
                </a:path>
                <a:path w="6537959" h="5924550">
                  <a:moveTo>
                    <a:pt x="4292748" y="2622049"/>
                  </a:moveTo>
                  <a:lnTo>
                    <a:pt x="4299570" y="2634749"/>
                  </a:lnTo>
                  <a:lnTo>
                    <a:pt x="4287756" y="2647449"/>
                  </a:lnTo>
                  <a:lnTo>
                    <a:pt x="4280934" y="2634749"/>
                  </a:lnTo>
                  <a:lnTo>
                    <a:pt x="4292748" y="2622049"/>
                  </a:lnTo>
                  <a:close/>
                </a:path>
                <a:path w="6537959" h="5924550">
                  <a:moveTo>
                    <a:pt x="3353374" y="2634749"/>
                  </a:moveTo>
                  <a:lnTo>
                    <a:pt x="3357101" y="2634749"/>
                  </a:lnTo>
                  <a:lnTo>
                    <a:pt x="3354736" y="2647449"/>
                  </a:lnTo>
                  <a:lnTo>
                    <a:pt x="3353374" y="2634749"/>
                  </a:lnTo>
                  <a:close/>
                </a:path>
                <a:path w="6537959" h="5924550">
                  <a:moveTo>
                    <a:pt x="4552113" y="2609349"/>
                  </a:moveTo>
                  <a:lnTo>
                    <a:pt x="4560297" y="2622049"/>
                  </a:lnTo>
                  <a:lnTo>
                    <a:pt x="4546116" y="2634749"/>
                  </a:lnTo>
                  <a:lnTo>
                    <a:pt x="4537933" y="2622049"/>
                  </a:lnTo>
                  <a:lnTo>
                    <a:pt x="4552113" y="2609349"/>
                  </a:lnTo>
                  <a:close/>
                </a:path>
                <a:path w="6537959" h="5924550">
                  <a:moveTo>
                    <a:pt x="3610372" y="2622049"/>
                  </a:moveTo>
                  <a:lnTo>
                    <a:pt x="3617831" y="2622049"/>
                  </a:lnTo>
                  <a:lnTo>
                    <a:pt x="3613100" y="2634749"/>
                  </a:lnTo>
                  <a:lnTo>
                    <a:pt x="3610372" y="2622049"/>
                  </a:lnTo>
                  <a:close/>
                </a:path>
                <a:path w="6537959" h="5924550">
                  <a:moveTo>
                    <a:pt x="4794932" y="2596649"/>
                  </a:moveTo>
                  <a:lnTo>
                    <a:pt x="4811473" y="2596649"/>
                  </a:lnTo>
                  <a:lnTo>
                    <a:pt x="4821023" y="2609349"/>
                  </a:lnTo>
                  <a:lnTo>
                    <a:pt x="4804486" y="2622049"/>
                  </a:lnTo>
                  <a:lnTo>
                    <a:pt x="4794932" y="2596649"/>
                  </a:lnTo>
                  <a:close/>
                </a:path>
                <a:path w="6537959" h="5924550">
                  <a:moveTo>
                    <a:pt x="4133828" y="2583949"/>
                  </a:moveTo>
                  <a:lnTo>
                    <a:pt x="4139283" y="2596649"/>
                  </a:lnTo>
                  <a:lnTo>
                    <a:pt x="4124374" y="2596649"/>
                  </a:lnTo>
                  <a:lnTo>
                    <a:pt x="4133828" y="2583949"/>
                  </a:lnTo>
                  <a:close/>
                </a:path>
                <a:path w="6537959" h="5924550">
                  <a:moveTo>
                    <a:pt x="4381374" y="2571249"/>
                  </a:moveTo>
                  <a:lnTo>
                    <a:pt x="4393188" y="2571249"/>
                  </a:lnTo>
                  <a:lnTo>
                    <a:pt x="4400010" y="2583949"/>
                  </a:lnTo>
                  <a:lnTo>
                    <a:pt x="4388195" y="2583949"/>
                  </a:lnTo>
                  <a:lnTo>
                    <a:pt x="4381374" y="2571249"/>
                  </a:lnTo>
                  <a:close/>
                </a:path>
                <a:path w="6537959" h="5924550">
                  <a:moveTo>
                    <a:pt x="4652635" y="2545849"/>
                  </a:moveTo>
                  <a:lnTo>
                    <a:pt x="4661048" y="2571249"/>
                  </a:lnTo>
                  <a:lnTo>
                    <a:pt x="4646474" y="2571249"/>
                  </a:lnTo>
                  <a:lnTo>
                    <a:pt x="4638061" y="2558549"/>
                  </a:lnTo>
                  <a:lnTo>
                    <a:pt x="4652635" y="2545849"/>
                  </a:lnTo>
                  <a:close/>
                </a:path>
                <a:path w="6537959" h="5924550">
                  <a:moveTo>
                    <a:pt x="3715621" y="2558549"/>
                  </a:moveTo>
                  <a:lnTo>
                    <a:pt x="3718578" y="2571249"/>
                  </a:lnTo>
                  <a:lnTo>
                    <a:pt x="3710500" y="2571249"/>
                  </a:lnTo>
                  <a:lnTo>
                    <a:pt x="3715621" y="2558549"/>
                  </a:lnTo>
                  <a:close/>
                </a:path>
                <a:path w="6537959" h="5924550">
                  <a:moveTo>
                    <a:pt x="4911996" y="2533149"/>
                  </a:moveTo>
                  <a:lnTo>
                    <a:pt x="4921775" y="2545849"/>
                  </a:lnTo>
                  <a:lnTo>
                    <a:pt x="4904839" y="2558549"/>
                  </a:lnTo>
                  <a:lnTo>
                    <a:pt x="4895060" y="2545849"/>
                  </a:lnTo>
                  <a:lnTo>
                    <a:pt x="4911996" y="2533149"/>
                  </a:lnTo>
                  <a:close/>
                </a:path>
                <a:path w="6537959" h="5924550">
                  <a:moveTo>
                    <a:pt x="3967499" y="2545849"/>
                  </a:moveTo>
                  <a:lnTo>
                    <a:pt x="3974981" y="2545849"/>
                  </a:lnTo>
                  <a:lnTo>
                    <a:pt x="3979304" y="2558549"/>
                  </a:lnTo>
                  <a:lnTo>
                    <a:pt x="3971822" y="2558549"/>
                  </a:lnTo>
                  <a:lnTo>
                    <a:pt x="3967499" y="2545849"/>
                  </a:lnTo>
                  <a:close/>
                </a:path>
                <a:path w="6537959" h="5924550">
                  <a:moveTo>
                    <a:pt x="4224497" y="2533149"/>
                  </a:moveTo>
                  <a:lnTo>
                    <a:pt x="4240030" y="2533149"/>
                  </a:lnTo>
                  <a:lnTo>
                    <a:pt x="4230182" y="2545849"/>
                  </a:lnTo>
                  <a:lnTo>
                    <a:pt x="4224497" y="2533149"/>
                  </a:lnTo>
                  <a:close/>
                </a:path>
                <a:path w="6537959" h="5924550">
                  <a:moveTo>
                    <a:pt x="4493705" y="2507749"/>
                  </a:moveTo>
                  <a:lnTo>
                    <a:pt x="4500756" y="2520449"/>
                  </a:lnTo>
                  <a:lnTo>
                    <a:pt x="4488548" y="2533149"/>
                  </a:lnTo>
                  <a:lnTo>
                    <a:pt x="4481497" y="2520449"/>
                  </a:lnTo>
                  <a:lnTo>
                    <a:pt x="4493705" y="2507749"/>
                  </a:lnTo>
                  <a:close/>
                </a:path>
                <a:path w="6537959" h="5924550">
                  <a:moveTo>
                    <a:pt x="4753070" y="2495049"/>
                  </a:moveTo>
                  <a:lnTo>
                    <a:pt x="4761483" y="2507749"/>
                  </a:lnTo>
                  <a:lnTo>
                    <a:pt x="4746913" y="2520449"/>
                  </a:lnTo>
                  <a:lnTo>
                    <a:pt x="4738496" y="2507749"/>
                  </a:lnTo>
                  <a:lnTo>
                    <a:pt x="4753070" y="2495049"/>
                  </a:lnTo>
                  <a:close/>
                </a:path>
                <a:path w="6537959" h="5924550">
                  <a:moveTo>
                    <a:pt x="4075502" y="2482349"/>
                  </a:moveTo>
                  <a:lnTo>
                    <a:pt x="4080050" y="2495049"/>
                  </a:lnTo>
                  <a:lnTo>
                    <a:pt x="4067626" y="2495049"/>
                  </a:lnTo>
                  <a:lnTo>
                    <a:pt x="4075502" y="2482349"/>
                  </a:lnTo>
                  <a:close/>
                </a:path>
                <a:path w="6537959" h="5924550">
                  <a:moveTo>
                    <a:pt x="4445017" y="1735498"/>
                  </a:moveTo>
                  <a:lnTo>
                    <a:pt x="4446379" y="1737864"/>
                  </a:lnTo>
                  <a:lnTo>
                    <a:pt x="4444013" y="1739230"/>
                  </a:lnTo>
                  <a:lnTo>
                    <a:pt x="4442652" y="1736864"/>
                  </a:lnTo>
                  <a:lnTo>
                    <a:pt x="4445017" y="1735498"/>
                  </a:lnTo>
                  <a:close/>
                </a:path>
                <a:path w="6537959" h="5924550">
                  <a:moveTo>
                    <a:pt x="4503421" y="1834384"/>
                  </a:moveTo>
                  <a:lnTo>
                    <a:pt x="4505924" y="1838716"/>
                  </a:lnTo>
                  <a:lnTo>
                    <a:pt x="4501587" y="1841219"/>
                  </a:lnTo>
                  <a:lnTo>
                    <a:pt x="4499084" y="1836887"/>
                  </a:lnTo>
                  <a:lnTo>
                    <a:pt x="4503421" y="1834384"/>
                  </a:lnTo>
                  <a:close/>
                </a:path>
                <a:path w="6537959" h="5924550">
                  <a:moveTo>
                    <a:pt x="4561824" y="1933269"/>
                  </a:moveTo>
                  <a:lnTo>
                    <a:pt x="4565464" y="1939568"/>
                  </a:lnTo>
                  <a:lnTo>
                    <a:pt x="4559156" y="1943209"/>
                  </a:lnTo>
                  <a:lnTo>
                    <a:pt x="4555520" y="1936909"/>
                  </a:lnTo>
                  <a:lnTo>
                    <a:pt x="4561824" y="1933269"/>
                  </a:lnTo>
                  <a:close/>
                </a:path>
                <a:path w="6537959" h="5924550">
                  <a:moveTo>
                    <a:pt x="4620140" y="2032461"/>
                  </a:moveTo>
                  <a:lnTo>
                    <a:pt x="4624688" y="2040338"/>
                  </a:lnTo>
                  <a:lnTo>
                    <a:pt x="4616812" y="2044885"/>
                  </a:lnTo>
                  <a:lnTo>
                    <a:pt x="4612264" y="2037009"/>
                  </a:lnTo>
                  <a:lnTo>
                    <a:pt x="4620140" y="2032461"/>
                  </a:lnTo>
                  <a:close/>
                </a:path>
                <a:path w="6537959" h="5924550">
                  <a:moveTo>
                    <a:pt x="4678461" y="2131663"/>
                  </a:moveTo>
                  <a:lnTo>
                    <a:pt x="4683921" y="2141116"/>
                  </a:lnTo>
                  <a:lnTo>
                    <a:pt x="4674472" y="2146572"/>
                  </a:lnTo>
                  <a:lnTo>
                    <a:pt x="4669012" y="2137119"/>
                  </a:lnTo>
                  <a:lnTo>
                    <a:pt x="4678461" y="2131663"/>
                  </a:lnTo>
                  <a:close/>
                </a:path>
                <a:path w="6537959" h="5924550">
                  <a:moveTo>
                    <a:pt x="4736868" y="2230548"/>
                  </a:moveTo>
                  <a:lnTo>
                    <a:pt x="4743461" y="2241964"/>
                  </a:lnTo>
                  <a:lnTo>
                    <a:pt x="4732041" y="2248557"/>
                  </a:lnTo>
                  <a:lnTo>
                    <a:pt x="4725448" y="2237141"/>
                  </a:lnTo>
                  <a:lnTo>
                    <a:pt x="4736868" y="2230548"/>
                  </a:lnTo>
                  <a:close/>
                </a:path>
                <a:path w="6537959" h="5924550">
                  <a:moveTo>
                    <a:pt x="4795189" y="2329741"/>
                  </a:moveTo>
                  <a:lnTo>
                    <a:pt x="4802694" y="2342738"/>
                  </a:lnTo>
                  <a:lnTo>
                    <a:pt x="4789697" y="2350243"/>
                  </a:lnTo>
                  <a:lnTo>
                    <a:pt x="4782192" y="2337246"/>
                  </a:lnTo>
                  <a:lnTo>
                    <a:pt x="4795189" y="2329741"/>
                  </a:lnTo>
                  <a:close/>
                </a:path>
                <a:path w="6537959" h="5924550">
                  <a:moveTo>
                    <a:pt x="4853592" y="2428626"/>
                  </a:moveTo>
                  <a:lnTo>
                    <a:pt x="4862234" y="2443590"/>
                  </a:lnTo>
                  <a:lnTo>
                    <a:pt x="4847266" y="2452232"/>
                  </a:lnTo>
                  <a:lnTo>
                    <a:pt x="4838624" y="2437268"/>
                  </a:lnTo>
                  <a:lnTo>
                    <a:pt x="4853592" y="2428626"/>
                  </a:lnTo>
                  <a:close/>
                </a:path>
                <a:path w="6537959" h="5924550">
                  <a:moveTo>
                    <a:pt x="4344577" y="1793490"/>
                  </a:moveTo>
                  <a:lnTo>
                    <a:pt x="4345944" y="1795850"/>
                  </a:lnTo>
                  <a:lnTo>
                    <a:pt x="4343578" y="1797217"/>
                  </a:lnTo>
                  <a:lnTo>
                    <a:pt x="4342216" y="1794851"/>
                  </a:lnTo>
                  <a:lnTo>
                    <a:pt x="4344577" y="1793490"/>
                  </a:lnTo>
                  <a:close/>
                </a:path>
                <a:path w="6537959" h="5924550">
                  <a:moveTo>
                    <a:pt x="4402898" y="1892682"/>
                  </a:moveTo>
                  <a:lnTo>
                    <a:pt x="4405172" y="1896624"/>
                  </a:lnTo>
                  <a:lnTo>
                    <a:pt x="4401229" y="1898898"/>
                  </a:lnTo>
                  <a:lnTo>
                    <a:pt x="4398955" y="1894956"/>
                  </a:lnTo>
                  <a:lnTo>
                    <a:pt x="4402898" y="1892682"/>
                  </a:lnTo>
                  <a:close/>
                </a:path>
                <a:path w="6537959" h="5924550">
                  <a:moveTo>
                    <a:pt x="4461301" y="1991572"/>
                  </a:moveTo>
                  <a:lnTo>
                    <a:pt x="4464712" y="1997477"/>
                  </a:lnTo>
                  <a:lnTo>
                    <a:pt x="4458803" y="2000888"/>
                  </a:lnTo>
                  <a:lnTo>
                    <a:pt x="4455392" y="1994983"/>
                  </a:lnTo>
                  <a:lnTo>
                    <a:pt x="4461301" y="1991572"/>
                  </a:lnTo>
                  <a:close/>
                </a:path>
                <a:path w="6537959" h="5924550">
                  <a:moveTo>
                    <a:pt x="4519622" y="2090764"/>
                  </a:moveTo>
                  <a:lnTo>
                    <a:pt x="4523945" y="2098246"/>
                  </a:lnTo>
                  <a:lnTo>
                    <a:pt x="4516459" y="2102565"/>
                  </a:lnTo>
                  <a:lnTo>
                    <a:pt x="4512140" y="2095083"/>
                  </a:lnTo>
                  <a:lnTo>
                    <a:pt x="4519622" y="2090764"/>
                  </a:lnTo>
                  <a:close/>
                </a:path>
                <a:path w="6537959" h="5924550">
                  <a:moveTo>
                    <a:pt x="4578025" y="2189650"/>
                  </a:moveTo>
                  <a:lnTo>
                    <a:pt x="4583486" y="2199103"/>
                  </a:lnTo>
                  <a:lnTo>
                    <a:pt x="4574032" y="2204559"/>
                  </a:lnTo>
                  <a:lnTo>
                    <a:pt x="4568572" y="2195105"/>
                  </a:lnTo>
                  <a:lnTo>
                    <a:pt x="4578025" y="2189650"/>
                  </a:lnTo>
                  <a:close/>
                </a:path>
                <a:path w="6537959" h="5924550">
                  <a:moveTo>
                    <a:pt x="4636346" y="2288842"/>
                  </a:moveTo>
                  <a:lnTo>
                    <a:pt x="4642714" y="2299873"/>
                  </a:lnTo>
                  <a:lnTo>
                    <a:pt x="4631684" y="2306240"/>
                  </a:lnTo>
                  <a:lnTo>
                    <a:pt x="4625315" y="2295210"/>
                  </a:lnTo>
                  <a:lnTo>
                    <a:pt x="4636346" y="2288842"/>
                  </a:lnTo>
                  <a:close/>
                </a:path>
                <a:path w="6537959" h="5924550">
                  <a:moveTo>
                    <a:pt x="4694667" y="2388039"/>
                  </a:moveTo>
                  <a:lnTo>
                    <a:pt x="4701942" y="2400642"/>
                  </a:lnTo>
                  <a:lnTo>
                    <a:pt x="4689339" y="2407918"/>
                  </a:lnTo>
                  <a:lnTo>
                    <a:pt x="4682063" y="2395315"/>
                  </a:lnTo>
                  <a:lnTo>
                    <a:pt x="4694667" y="2388039"/>
                  </a:lnTo>
                  <a:close/>
                </a:path>
                <a:path w="6537959" h="5924550">
                  <a:moveTo>
                    <a:pt x="4244051" y="1851788"/>
                  </a:moveTo>
                  <a:lnTo>
                    <a:pt x="4245188" y="1853755"/>
                  </a:lnTo>
                  <a:lnTo>
                    <a:pt x="4243221" y="1854892"/>
                  </a:lnTo>
                  <a:lnTo>
                    <a:pt x="4242084" y="1852925"/>
                  </a:lnTo>
                  <a:lnTo>
                    <a:pt x="4244051" y="1851788"/>
                  </a:lnTo>
                  <a:close/>
                </a:path>
                <a:path w="6537959" h="5924550">
                  <a:moveTo>
                    <a:pt x="4302375" y="1950985"/>
                  </a:moveTo>
                  <a:lnTo>
                    <a:pt x="4304421" y="1954524"/>
                  </a:lnTo>
                  <a:lnTo>
                    <a:pt x="4300877" y="1956573"/>
                  </a:lnTo>
                  <a:lnTo>
                    <a:pt x="4298832" y="1953029"/>
                  </a:lnTo>
                  <a:lnTo>
                    <a:pt x="4302375" y="1950985"/>
                  </a:lnTo>
                  <a:close/>
                </a:path>
                <a:path w="6537959" h="5924550">
                  <a:moveTo>
                    <a:pt x="4360779" y="2049865"/>
                  </a:moveTo>
                  <a:lnTo>
                    <a:pt x="4363966" y="2055381"/>
                  </a:lnTo>
                  <a:lnTo>
                    <a:pt x="4358451" y="2058563"/>
                  </a:lnTo>
                  <a:lnTo>
                    <a:pt x="4355264" y="2053047"/>
                  </a:lnTo>
                  <a:lnTo>
                    <a:pt x="4360779" y="2049865"/>
                  </a:lnTo>
                  <a:close/>
                </a:path>
                <a:path w="6537959" h="5924550">
                  <a:moveTo>
                    <a:pt x="4419183" y="2148751"/>
                  </a:moveTo>
                  <a:lnTo>
                    <a:pt x="4423506" y="2156233"/>
                  </a:lnTo>
                  <a:lnTo>
                    <a:pt x="4416019" y="2160556"/>
                  </a:lnTo>
                  <a:lnTo>
                    <a:pt x="4411701" y="2153074"/>
                  </a:lnTo>
                  <a:lnTo>
                    <a:pt x="4419183" y="2148751"/>
                  </a:lnTo>
                  <a:close/>
                </a:path>
                <a:path w="6537959" h="5924550">
                  <a:moveTo>
                    <a:pt x="4477503" y="2247948"/>
                  </a:moveTo>
                  <a:lnTo>
                    <a:pt x="4482734" y="2257007"/>
                  </a:lnTo>
                  <a:lnTo>
                    <a:pt x="4473675" y="2262234"/>
                  </a:lnTo>
                  <a:lnTo>
                    <a:pt x="4468444" y="2253175"/>
                  </a:lnTo>
                  <a:lnTo>
                    <a:pt x="4477503" y="2247948"/>
                  </a:lnTo>
                  <a:close/>
                </a:path>
                <a:path w="6537959" h="5924550">
                  <a:moveTo>
                    <a:pt x="4535907" y="2346833"/>
                  </a:moveTo>
                  <a:lnTo>
                    <a:pt x="4542275" y="2357859"/>
                  </a:lnTo>
                  <a:lnTo>
                    <a:pt x="4531249" y="2364227"/>
                  </a:lnTo>
                  <a:lnTo>
                    <a:pt x="4524881" y="2353197"/>
                  </a:lnTo>
                  <a:lnTo>
                    <a:pt x="4535907" y="2346833"/>
                  </a:lnTo>
                  <a:close/>
                </a:path>
                <a:path w="6537959" h="5924550">
                  <a:moveTo>
                    <a:pt x="4594232" y="2446026"/>
                  </a:moveTo>
                  <a:lnTo>
                    <a:pt x="4601508" y="2458629"/>
                  </a:lnTo>
                  <a:lnTo>
                    <a:pt x="4588900" y="2465909"/>
                  </a:lnTo>
                  <a:lnTo>
                    <a:pt x="4581624" y="2453306"/>
                  </a:lnTo>
                  <a:lnTo>
                    <a:pt x="4594232" y="2446026"/>
                  </a:lnTo>
                  <a:close/>
                </a:path>
                <a:path w="6537959" h="5924550">
                  <a:moveTo>
                    <a:pt x="4143533" y="1910087"/>
                  </a:moveTo>
                  <a:lnTo>
                    <a:pt x="4144446" y="1911664"/>
                  </a:lnTo>
                  <a:lnTo>
                    <a:pt x="4142869" y="1912572"/>
                  </a:lnTo>
                  <a:lnTo>
                    <a:pt x="4141956" y="1911000"/>
                  </a:lnTo>
                  <a:lnTo>
                    <a:pt x="4143533" y="1910087"/>
                  </a:lnTo>
                  <a:close/>
                </a:path>
                <a:path w="6537959" h="5924550">
                  <a:moveTo>
                    <a:pt x="4201854" y="2009284"/>
                  </a:moveTo>
                  <a:lnTo>
                    <a:pt x="4203674" y="2012433"/>
                  </a:lnTo>
                  <a:lnTo>
                    <a:pt x="4200525" y="2014253"/>
                  </a:lnTo>
                  <a:lnTo>
                    <a:pt x="4198704" y="2011099"/>
                  </a:lnTo>
                  <a:lnTo>
                    <a:pt x="4201854" y="2009284"/>
                  </a:lnTo>
                  <a:close/>
                </a:path>
                <a:path w="6537959" h="5924550">
                  <a:moveTo>
                    <a:pt x="4260257" y="2108169"/>
                  </a:moveTo>
                  <a:lnTo>
                    <a:pt x="4263214" y="2113290"/>
                  </a:lnTo>
                  <a:lnTo>
                    <a:pt x="4258098" y="2116243"/>
                  </a:lnTo>
                  <a:lnTo>
                    <a:pt x="4255141" y="2111122"/>
                  </a:lnTo>
                  <a:lnTo>
                    <a:pt x="4260257" y="2108169"/>
                  </a:lnTo>
                  <a:close/>
                </a:path>
                <a:path w="6537959" h="5924550">
                  <a:moveTo>
                    <a:pt x="4318661" y="2207055"/>
                  </a:moveTo>
                  <a:lnTo>
                    <a:pt x="4322755" y="2214142"/>
                  </a:lnTo>
                  <a:lnTo>
                    <a:pt x="4315667" y="2218232"/>
                  </a:lnTo>
                  <a:lnTo>
                    <a:pt x="4311573" y="2211144"/>
                  </a:lnTo>
                  <a:lnTo>
                    <a:pt x="4318661" y="2207055"/>
                  </a:lnTo>
                  <a:close/>
                </a:path>
                <a:path w="6537959" h="5924550">
                  <a:moveTo>
                    <a:pt x="4376985" y="2306247"/>
                  </a:moveTo>
                  <a:lnTo>
                    <a:pt x="4381988" y="2314907"/>
                  </a:lnTo>
                  <a:lnTo>
                    <a:pt x="4373318" y="2319914"/>
                  </a:lnTo>
                  <a:lnTo>
                    <a:pt x="4368316" y="2311248"/>
                  </a:lnTo>
                  <a:lnTo>
                    <a:pt x="4376985" y="2306247"/>
                  </a:lnTo>
                  <a:close/>
                </a:path>
                <a:path w="6537959" h="5924550">
                  <a:moveTo>
                    <a:pt x="4435389" y="2405133"/>
                  </a:moveTo>
                  <a:lnTo>
                    <a:pt x="4441528" y="2415764"/>
                  </a:lnTo>
                  <a:lnTo>
                    <a:pt x="4430892" y="2421908"/>
                  </a:lnTo>
                  <a:lnTo>
                    <a:pt x="4424753" y="2411272"/>
                  </a:lnTo>
                  <a:lnTo>
                    <a:pt x="4435389" y="2405133"/>
                  </a:lnTo>
                  <a:close/>
                </a:path>
                <a:path w="6537959" h="5924550">
                  <a:moveTo>
                    <a:pt x="4041829" y="1969069"/>
                  </a:moveTo>
                  <a:lnTo>
                    <a:pt x="4043406" y="1969069"/>
                  </a:lnTo>
                  <a:lnTo>
                    <a:pt x="4043695" y="1969568"/>
                  </a:lnTo>
                  <a:lnTo>
                    <a:pt x="4042117" y="1969568"/>
                  </a:lnTo>
                  <a:lnTo>
                    <a:pt x="4041829" y="1969069"/>
                  </a:lnTo>
                  <a:close/>
                </a:path>
                <a:path w="6537959" h="5924550">
                  <a:moveTo>
                    <a:pt x="4101332" y="2067582"/>
                  </a:moveTo>
                  <a:lnTo>
                    <a:pt x="4102923" y="2070338"/>
                  </a:lnTo>
                  <a:lnTo>
                    <a:pt x="4100168" y="2071928"/>
                  </a:lnTo>
                  <a:lnTo>
                    <a:pt x="4098577" y="2069173"/>
                  </a:lnTo>
                  <a:lnTo>
                    <a:pt x="4101332" y="2067582"/>
                  </a:lnTo>
                  <a:close/>
                </a:path>
                <a:path w="6537959" h="5924550">
                  <a:moveTo>
                    <a:pt x="4159735" y="2166463"/>
                  </a:moveTo>
                  <a:lnTo>
                    <a:pt x="4162468" y="2171194"/>
                  </a:lnTo>
                  <a:lnTo>
                    <a:pt x="4157741" y="2173922"/>
                  </a:lnTo>
                  <a:lnTo>
                    <a:pt x="4155013" y="2169191"/>
                  </a:lnTo>
                  <a:lnTo>
                    <a:pt x="4159735" y="2166463"/>
                  </a:lnTo>
                  <a:close/>
                </a:path>
                <a:path w="6537959" h="5924550">
                  <a:moveTo>
                    <a:pt x="4218139" y="2265348"/>
                  </a:moveTo>
                  <a:lnTo>
                    <a:pt x="4222008" y="2272047"/>
                  </a:lnTo>
                  <a:lnTo>
                    <a:pt x="4215315" y="2275911"/>
                  </a:lnTo>
                  <a:lnTo>
                    <a:pt x="4211445" y="2269213"/>
                  </a:lnTo>
                  <a:lnTo>
                    <a:pt x="4218139" y="2265348"/>
                  </a:lnTo>
                  <a:close/>
                </a:path>
                <a:path w="6537959" h="5924550">
                  <a:moveTo>
                    <a:pt x="4276464" y="2364545"/>
                  </a:moveTo>
                  <a:lnTo>
                    <a:pt x="4281241" y="2372816"/>
                  </a:lnTo>
                  <a:lnTo>
                    <a:pt x="4272966" y="2377593"/>
                  </a:lnTo>
                  <a:lnTo>
                    <a:pt x="4268189" y="2369322"/>
                  </a:lnTo>
                  <a:lnTo>
                    <a:pt x="4276464" y="2364545"/>
                  </a:lnTo>
                  <a:close/>
                </a:path>
                <a:path w="6537959" h="5924550">
                  <a:moveTo>
                    <a:pt x="4334867" y="2463426"/>
                  </a:moveTo>
                  <a:lnTo>
                    <a:pt x="4340782" y="2473672"/>
                  </a:lnTo>
                  <a:lnTo>
                    <a:pt x="4330540" y="2479587"/>
                  </a:lnTo>
                  <a:lnTo>
                    <a:pt x="4324626" y="2469340"/>
                  </a:lnTo>
                  <a:lnTo>
                    <a:pt x="4334867" y="2463426"/>
                  </a:lnTo>
                  <a:close/>
                </a:path>
                <a:path w="6537959" h="5924550">
                  <a:moveTo>
                    <a:pt x="4000897" y="2125569"/>
                  </a:moveTo>
                  <a:lnTo>
                    <a:pt x="4002488" y="2128324"/>
                  </a:lnTo>
                  <a:lnTo>
                    <a:pt x="3999733" y="2129915"/>
                  </a:lnTo>
                  <a:lnTo>
                    <a:pt x="3998142" y="2127159"/>
                  </a:lnTo>
                  <a:lnTo>
                    <a:pt x="4000897" y="2125569"/>
                  </a:lnTo>
                  <a:close/>
                </a:path>
                <a:path w="6537959" h="5924550">
                  <a:moveTo>
                    <a:pt x="4059218" y="2224761"/>
                  </a:moveTo>
                  <a:lnTo>
                    <a:pt x="4061717" y="2229094"/>
                  </a:lnTo>
                  <a:lnTo>
                    <a:pt x="4057389" y="2231597"/>
                  </a:lnTo>
                  <a:lnTo>
                    <a:pt x="4054886" y="2227264"/>
                  </a:lnTo>
                  <a:lnTo>
                    <a:pt x="4059218" y="2224761"/>
                  </a:lnTo>
                  <a:close/>
                </a:path>
                <a:path w="6537959" h="5924550">
                  <a:moveTo>
                    <a:pt x="4117621" y="2323651"/>
                  </a:moveTo>
                  <a:lnTo>
                    <a:pt x="4121261" y="2329950"/>
                  </a:lnTo>
                  <a:lnTo>
                    <a:pt x="4114953" y="2333591"/>
                  </a:lnTo>
                  <a:lnTo>
                    <a:pt x="4111317" y="2327291"/>
                  </a:lnTo>
                  <a:lnTo>
                    <a:pt x="4117621" y="2323651"/>
                  </a:lnTo>
                  <a:close/>
                </a:path>
                <a:path w="6537959" h="5924550">
                  <a:moveTo>
                    <a:pt x="4176024" y="2422536"/>
                  </a:moveTo>
                  <a:lnTo>
                    <a:pt x="4180802" y="2430807"/>
                  </a:lnTo>
                  <a:lnTo>
                    <a:pt x="4172527" y="2435584"/>
                  </a:lnTo>
                  <a:lnTo>
                    <a:pt x="4167754" y="2427314"/>
                  </a:lnTo>
                  <a:lnTo>
                    <a:pt x="4176024" y="2422536"/>
                  </a:lnTo>
                  <a:close/>
                </a:path>
                <a:path w="6537959" h="5924550">
                  <a:moveTo>
                    <a:pt x="3900375" y="2183867"/>
                  </a:moveTo>
                  <a:lnTo>
                    <a:pt x="3901741" y="2186233"/>
                  </a:lnTo>
                  <a:lnTo>
                    <a:pt x="3899376" y="2187599"/>
                  </a:lnTo>
                  <a:lnTo>
                    <a:pt x="3898010" y="2185229"/>
                  </a:lnTo>
                  <a:lnTo>
                    <a:pt x="3900375" y="2183867"/>
                  </a:lnTo>
                  <a:close/>
                </a:path>
                <a:path w="6537959" h="5924550">
                  <a:moveTo>
                    <a:pt x="3958696" y="2283064"/>
                  </a:moveTo>
                  <a:lnTo>
                    <a:pt x="3960970" y="2287002"/>
                  </a:lnTo>
                  <a:lnTo>
                    <a:pt x="3957032" y="2289276"/>
                  </a:lnTo>
                  <a:lnTo>
                    <a:pt x="3954758" y="2285338"/>
                  </a:lnTo>
                  <a:lnTo>
                    <a:pt x="3958696" y="2283064"/>
                  </a:lnTo>
                  <a:close/>
                </a:path>
                <a:path w="6537959" h="5924550">
                  <a:moveTo>
                    <a:pt x="4017099" y="2381944"/>
                  </a:moveTo>
                  <a:lnTo>
                    <a:pt x="4020510" y="2387854"/>
                  </a:lnTo>
                  <a:lnTo>
                    <a:pt x="4014601" y="2391265"/>
                  </a:lnTo>
                  <a:lnTo>
                    <a:pt x="4011190" y="2385356"/>
                  </a:lnTo>
                  <a:lnTo>
                    <a:pt x="4017099" y="2381944"/>
                  </a:lnTo>
                  <a:close/>
                </a:path>
                <a:path w="6537959" h="5924550">
                  <a:moveTo>
                    <a:pt x="3799853" y="2242165"/>
                  </a:moveTo>
                  <a:lnTo>
                    <a:pt x="3800990" y="2244136"/>
                  </a:lnTo>
                  <a:lnTo>
                    <a:pt x="3799024" y="2245273"/>
                  </a:lnTo>
                  <a:lnTo>
                    <a:pt x="3797887" y="2243302"/>
                  </a:lnTo>
                  <a:lnTo>
                    <a:pt x="3799853" y="2242165"/>
                  </a:lnTo>
                  <a:close/>
                </a:path>
                <a:path w="6537959" h="5924550">
                  <a:moveTo>
                    <a:pt x="3858261" y="2341050"/>
                  </a:moveTo>
                  <a:lnTo>
                    <a:pt x="3860535" y="2344988"/>
                  </a:lnTo>
                  <a:lnTo>
                    <a:pt x="3856597" y="2347262"/>
                  </a:lnTo>
                  <a:lnTo>
                    <a:pt x="3854323" y="2343324"/>
                  </a:lnTo>
                  <a:lnTo>
                    <a:pt x="3858261" y="2341050"/>
                  </a:lnTo>
                  <a:close/>
                </a:path>
                <a:path w="6537959" h="5924550">
                  <a:moveTo>
                    <a:pt x="3916577" y="2440247"/>
                  </a:moveTo>
                  <a:lnTo>
                    <a:pt x="3919764" y="2445763"/>
                  </a:lnTo>
                  <a:lnTo>
                    <a:pt x="3914249" y="2448944"/>
                  </a:lnTo>
                  <a:lnTo>
                    <a:pt x="3911062" y="2443429"/>
                  </a:lnTo>
                  <a:lnTo>
                    <a:pt x="3916577" y="2440247"/>
                  </a:lnTo>
                  <a:close/>
                </a:path>
                <a:path w="6537959" h="5924550">
                  <a:moveTo>
                    <a:pt x="3699419" y="2300156"/>
                  </a:moveTo>
                  <a:lnTo>
                    <a:pt x="3700556" y="2302123"/>
                  </a:lnTo>
                  <a:lnTo>
                    <a:pt x="3698584" y="2303260"/>
                  </a:lnTo>
                  <a:lnTo>
                    <a:pt x="3697447" y="2301293"/>
                  </a:lnTo>
                  <a:lnTo>
                    <a:pt x="3699419" y="2300156"/>
                  </a:lnTo>
                  <a:close/>
                </a:path>
                <a:path w="6537959" h="5924550">
                  <a:moveTo>
                    <a:pt x="3757735" y="2399348"/>
                  </a:moveTo>
                  <a:lnTo>
                    <a:pt x="3759784" y="2402897"/>
                  </a:lnTo>
                  <a:lnTo>
                    <a:pt x="3756236" y="2404942"/>
                  </a:lnTo>
                  <a:lnTo>
                    <a:pt x="3754191" y="2401398"/>
                  </a:lnTo>
                  <a:lnTo>
                    <a:pt x="3757735" y="2399348"/>
                  </a:lnTo>
                  <a:close/>
                </a:path>
                <a:path w="6537959" h="5924550">
                  <a:moveTo>
                    <a:pt x="3598892" y="2358459"/>
                  </a:moveTo>
                  <a:lnTo>
                    <a:pt x="3599800" y="2360027"/>
                  </a:lnTo>
                  <a:lnTo>
                    <a:pt x="3598232" y="2360935"/>
                  </a:lnTo>
                  <a:lnTo>
                    <a:pt x="3597324" y="2359367"/>
                  </a:lnTo>
                  <a:lnTo>
                    <a:pt x="3598892" y="2358459"/>
                  </a:lnTo>
                  <a:close/>
                </a:path>
                <a:path w="6537959" h="5924550">
                  <a:moveTo>
                    <a:pt x="3657218" y="2457652"/>
                  </a:moveTo>
                  <a:lnTo>
                    <a:pt x="3659038" y="2460801"/>
                  </a:lnTo>
                  <a:lnTo>
                    <a:pt x="3655884" y="2462621"/>
                  </a:lnTo>
                  <a:lnTo>
                    <a:pt x="3654063" y="2459472"/>
                  </a:lnTo>
                  <a:lnTo>
                    <a:pt x="3657218" y="2457652"/>
                  </a:lnTo>
                  <a:close/>
                </a:path>
                <a:path w="6537959" h="5924550">
                  <a:moveTo>
                    <a:pt x="3497192" y="2417435"/>
                  </a:moveTo>
                  <a:lnTo>
                    <a:pt x="3498770" y="2417435"/>
                  </a:lnTo>
                  <a:lnTo>
                    <a:pt x="3499058" y="2417935"/>
                  </a:lnTo>
                  <a:lnTo>
                    <a:pt x="3497481" y="2417935"/>
                  </a:lnTo>
                  <a:lnTo>
                    <a:pt x="3497192" y="2417435"/>
                  </a:lnTo>
                  <a:close/>
                </a:path>
                <a:path w="6537959" h="5924550">
                  <a:moveTo>
                    <a:pt x="976132" y="4542284"/>
                  </a:moveTo>
                  <a:lnTo>
                    <a:pt x="977041" y="4543861"/>
                  </a:lnTo>
                  <a:lnTo>
                    <a:pt x="975463" y="4544769"/>
                  </a:lnTo>
                  <a:lnTo>
                    <a:pt x="974555" y="4543196"/>
                  </a:lnTo>
                  <a:lnTo>
                    <a:pt x="976132" y="4542284"/>
                  </a:lnTo>
                  <a:close/>
                </a:path>
                <a:path w="6537959" h="5924550">
                  <a:moveTo>
                    <a:pt x="874426" y="4601265"/>
                  </a:moveTo>
                  <a:lnTo>
                    <a:pt x="876004" y="4601265"/>
                  </a:lnTo>
                  <a:lnTo>
                    <a:pt x="876292" y="4601765"/>
                  </a:lnTo>
                  <a:lnTo>
                    <a:pt x="874715" y="4601765"/>
                  </a:lnTo>
                  <a:lnTo>
                    <a:pt x="874426" y="4601265"/>
                  </a:lnTo>
                  <a:close/>
                </a:path>
                <a:path w="6537959" h="5924550">
                  <a:moveTo>
                    <a:pt x="933930" y="4699779"/>
                  </a:moveTo>
                  <a:lnTo>
                    <a:pt x="935521" y="4702539"/>
                  </a:lnTo>
                  <a:lnTo>
                    <a:pt x="932765" y="4704130"/>
                  </a:lnTo>
                  <a:lnTo>
                    <a:pt x="931175" y="4701370"/>
                  </a:lnTo>
                  <a:lnTo>
                    <a:pt x="933930" y="4699779"/>
                  </a:lnTo>
                  <a:close/>
                </a:path>
                <a:path w="6537959" h="5924550">
                  <a:moveTo>
                    <a:pt x="992333" y="4798664"/>
                  </a:moveTo>
                  <a:lnTo>
                    <a:pt x="995065" y="4803391"/>
                  </a:lnTo>
                  <a:lnTo>
                    <a:pt x="990339" y="4806119"/>
                  </a:lnTo>
                  <a:lnTo>
                    <a:pt x="987606" y="4801392"/>
                  </a:lnTo>
                  <a:lnTo>
                    <a:pt x="992333" y="4798664"/>
                  </a:lnTo>
                  <a:close/>
                </a:path>
                <a:path w="6537959" h="5924550">
                  <a:moveTo>
                    <a:pt x="833493" y="4757765"/>
                  </a:moveTo>
                  <a:lnTo>
                    <a:pt x="835084" y="4760525"/>
                  </a:lnTo>
                  <a:lnTo>
                    <a:pt x="832324" y="4762116"/>
                  </a:lnTo>
                  <a:lnTo>
                    <a:pt x="830734" y="4759356"/>
                  </a:lnTo>
                  <a:lnTo>
                    <a:pt x="833493" y="4757765"/>
                  </a:lnTo>
                  <a:close/>
                </a:path>
                <a:path w="6537959" h="5924550">
                  <a:moveTo>
                    <a:pt x="891814" y="4856962"/>
                  </a:moveTo>
                  <a:lnTo>
                    <a:pt x="894313" y="4861294"/>
                  </a:lnTo>
                  <a:lnTo>
                    <a:pt x="889980" y="4863797"/>
                  </a:lnTo>
                  <a:lnTo>
                    <a:pt x="887482" y="4859465"/>
                  </a:lnTo>
                  <a:lnTo>
                    <a:pt x="891814" y="4856962"/>
                  </a:lnTo>
                  <a:close/>
                </a:path>
                <a:path w="6537959" h="5924550">
                  <a:moveTo>
                    <a:pt x="950217" y="4955842"/>
                  </a:moveTo>
                  <a:lnTo>
                    <a:pt x="953858" y="4962151"/>
                  </a:lnTo>
                  <a:lnTo>
                    <a:pt x="947554" y="4965786"/>
                  </a:lnTo>
                  <a:lnTo>
                    <a:pt x="943913" y="4959482"/>
                  </a:lnTo>
                  <a:lnTo>
                    <a:pt x="950217" y="4955842"/>
                  </a:lnTo>
                  <a:close/>
                </a:path>
                <a:path w="6537959" h="5924550">
                  <a:moveTo>
                    <a:pt x="1008620" y="5054727"/>
                  </a:moveTo>
                  <a:lnTo>
                    <a:pt x="1013393" y="5062998"/>
                  </a:lnTo>
                  <a:lnTo>
                    <a:pt x="1005122" y="5067775"/>
                  </a:lnTo>
                  <a:lnTo>
                    <a:pt x="1000350" y="5059505"/>
                  </a:lnTo>
                  <a:lnTo>
                    <a:pt x="1008620" y="5054727"/>
                  </a:lnTo>
                  <a:close/>
                </a:path>
                <a:path w="6537959" h="5924550">
                  <a:moveTo>
                    <a:pt x="732969" y="4816067"/>
                  </a:moveTo>
                  <a:lnTo>
                    <a:pt x="734331" y="4818428"/>
                  </a:lnTo>
                  <a:lnTo>
                    <a:pt x="731970" y="4819790"/>
                  </a:lnTo>
                  <a:lnTo>
                    <a:pt x="730604" y="4817429"/>
                  </a:lnTo>
                  <a:lnTo>
                    <a:pt x="732969" y="4816067"/>
                  </a:lnTo>
                  <a:close/>
                </a:path>
                <a:path w="6537959" h="5924550">
                  <a:moveTo>
                    <a:pt x="791291" y="4915259"/>
                  </a:moveTo>
                  <a:lnTo>
                    <a:pt x="793565" y="4919198"/>
                  </a:lnTo>
                  <a:lnTo>
                    <a:pt x="789626" y="4921472"/>
                  </a:lnTo>
                  <a:lnTo>
                    <a:pt x="787352" y="4917533"/>
                  </a:lnTo>
                  <a:lnTo>
                    <a:pt x="791291" y="4915259"/>
                  </a:lnTo>
                  <a:close/>
                </a:path>
                <a:path w="6537959" h="5924550">
                  <a:moveTo>
                    <a:pt x="849694" y="5014145"/>
                  </a:moveTo>
                  <a:lnTo>
                    <a:pt x="853105" y="5020049"/>
                  </a:lnTo>
                  <a:lnTo>
                    <a:pt x="847200" y="5023460"/>
                  </a:lnTo>
                  <a:lnTo>
                    <a:pt x="843789" y="5017556"/>
                  </a:lnTo>
                  <a:lnTo>
                    <a:pt x="849694" y="5014145"/>
                  </a:lnTo>
                  <a:close/>
                </a:path>
                <a:path w="6537959" h="5924550">
                  <a:moveTo>
                    <a:pt x="908102" y="5113030"/>
                  </a:moveTo>
                  <a:lnTo>
                    <a:pt x="912649" y="5120906"/>
                  </a:lnTo>
                  <a:lnTo>
                    <a:pt x="904768" y="5125454"/>
                  </a:lnTo>
                  <a:lnTo>
                    <a:pt x="900220" y="5117578"/>
                  </a:lnTo>
                  <a:lnTo>
                    <a:pt x="908102" y="5113030"/>
                  </a:lnTo>
                  <a:close/>
                </a:path>
                <a:path w="6537959" h="5924550">
                  <a:moveTo>
                    <a:pt x="966418" y="5212222"/>
                  </a:moveTo>
                  <a:lnTo>
                    <a:pt x="971874" y="5221676"/>
                  </a:lnTo>
                  <a:lnTo>
                    <a:pt x="962420" y="5227136"/>
                  </a:lnTo>
                  <a:lnTo>
                    <a:pt x="956964" y="5217682"/>
                  </a:lnTo>
                  <a:lnTo>
                    <a:pt x="966418" y="5212222"/>
                  </a:lnTo>
                  <a:close/>
                </a:path>
                <a:path w="6537959" h="5924550">
                  <a:moveTo>
                    <a:pt x="632447" y="4874365"/>
                  </a:moveTo>
                  <a:lnTo>
                    <a:pt x="633584" y="4876332"/>
                  </a:lnTo>
                  <a:lnTo>
                    <a:pt x="631618" y="4877469"/>
                  </a:lnTo>
                  <a:lnTo>
                    <a:pt x="630480" y="4875502"/>
                  </a:lnTo>
                  <a:lnTo>
                    <a:pt x="632447" y="4874365"/>
                  </a:lnTo>
                  <a:close/>
                </a:path>
                <a:path w="6537959" h="5924550">
                  <a:moveTo>
                    <a:pt x="690768" y="4973557"/>
                  </a:moveTo>
                  <a:lnTo>
                    <a:pt x="692813" y="4977106"/>
                  </a:lnTo>
                  <a:lnTo>
                    <a:pt x="689268" y="4979150"/>
                  </a:lnTo>
                  <a:lnTo>
                    <a:pt x="687219" y="4975607"/>
                  </a:lnTo>
                  <a:lnTo>
                    <a:pt x="690768" y="4973557"/>
                  </a:lnTo>
                  <a:close/>
                </a:path>
                <a:path w="6537959" h="5924550">
                  <a:moveTo>
                    <a:pt x="749171" y="5072442"/>
                  </a:moveTo>
                  <a:lnTo>
                    <a:pt x="752353" y="5077958"/>
                  </a:lnTo>
                  <a:lnTo>
                    <a:pt x="746837" y="5081139"/>
                  </a:lnTo>
                  <a:lnTo>
                    <a:pt x="743656" y="5075629"/>
                  </a:lnTo>
                  <a:lnTo>
                    <a:pt x="749171" y="5072442"/>
                  </a:lnTo>
                  <a:close/>
                </a:path>
                <a:path w="6537959" h="5924550">
                  <a:moveTo>
                    <a:pt x="807574" y="5171328"/>
                  </a:moveTo>
                  <a:lnTo>
                    <a:pt x="811893" y="5178810"/>
                  </a:lnTo>
                  <a:lnTo>
                    <a:pt x="804410" y="5183133"/>
                  </a:lnTo>
                  <a:lnTo>
                    <a:pt x="800087" y="5175646"/>
                  </a:lnTo>
                  <a:lnTo>
                    <a:pt x="807574" y="5171328"/>
                  </a:lnTo>
                  <a:close/>
                </a:path>
                <a:path w="6537959" h="5924550">
                  <a:moveTo>
                    <a:pt x="865899" y="5270525"/>
                  </a:moveTo>
                  <a:lnTo>
                    <a:pt x="871126" y="5279579"/>
                  </a:lnTo>
                  <a:lnTo>
                    <a:pt x="862067" y="5284810"/>
                  </a:lnTo>
                  <a:lnTo>
                    <a:pt x="856836" y="5275755"/>
                  </a:lnTo>
                  <a:lnTo>
                    <a:pt x="865899" y="5270525"/>
                  </a:lnTo>
                  <a:close/>
                </a:path>
                <a:path w="6537959" h="5924550">
                  <a:moveTo>
                    <a:pt x="924302" y="5369410"/>
                  </a:moveTo>
                  <a:lnTo>
                    <a:pt x="930665" y="5380436"/>
                  </a:lnTo>
                  <a:lnTo>
                    <a:pt x="919640" y="5386804"/>
                  </a:lnTo>
                  <a:lnTo>
                    <a:pt x="913272" y="5375778"/>
                  </a:lnTo>
                  <a:lnTo>
                    <a:pt x="924302" y="5369410"/>
                  </a:lnTo>
                  <a:close/>
                </a:path>
                <a:path w="6537959" h="5924550">
                  <a:moveTo>
                    <a:pt x="982618" y="5468602"/>
                  </a:moveTo>
                  <a:lnTo>
                    <a:pt x="989894" y="5481205"/>
                  </a:lnTo>
                  <a:lnTo>
                    <a:pt x="977295" y="5488481"/>
                  </a:lnTo>
                  <a:lnTo>
                    <a:pt x="970020" y="5475878"/>
                  </a:lnTo>
                  <a:lnTo>
                    <a:pt x="982618" y="5468602"/>
                  </a:lnTo>
                  <a:close/>
                </a:path>
                <a:path w="6537959" h="5924550">
                  <a:moveTo>
                    <a:pt x="532007" y="4932351"/>
                  </a:moveTo>
                  <a:lnTo>
                    <a:pt x="533144" y="4934322"/>
                  </a:lnTo>
                  <a:lnTo>
                    <a:pt x="531177" y="4935459"/>
                  </a:lnTo>
                  <a:lnTo>
                    <a:pt x="530040" y="4933488"/>
                  </a:lnTo>
                  <a:lnTo>
                    <a:pt x="532007" y="4932351"/>
                  </a:lnTo>
                  <a:close/>
                </a:path>
                <a:path w="6537959" h="5924550">
                  <a:moveTo>
                    <a:pt x="590328" y="5031548"/>
                  </a:moveTo>
                  <a:lnTo>
                    <a:pt x="592372" y="5035091"/>
                  </a:lnTo>
                  <a:lnTo>
                    <a:pt x="588833" y="5037136"/>
                  </a:lnTo>
                  <a:lnTo>
                    <a:pt x="586784" y="5033592"/>
                  </a:lnTo>
                  <a:lnTo>
                    <a:pt x="590328" y="5031548"/>
                  </a:lnTo>
                  <a:close/>
                </a:path>
                <a:path w="6537959" h="5924550">
                  <a:moveTo>
                    <a:pt x="648731" y="5130433"/>
                  </a:moveTo>
                  <a:lnTo>
                    <a:pt x="651912" y="5135943"/>
                  </a:lnTo>
                  <a:lnTo>
                    <a:pt x="646402" y="5139125"/>
                  </a:lnTo>
                  <a:lnTo>
                    <a:pt x="643220" y="5133614"/>
                  </a:lnTo>
                  <a:lnTo>
                    <a:pt x="648731" y="5130433"/>
                  </a:lnTo>
                  <a:close/>
                </a:path>
                <a:path w="6537959" h="5924550">
                  <a:moveTo>
                    <a:pt x="707134" y="5229313"/>
                  </a:moveTo>
                  <a:lnTo>
                    <a:pt x="711457" y="5236800"/>
                  </a:lnTo>
                  <a:lnTo>
                    <a:pt x="703975" y="5241119"/>
                  </a:lnTo>
                  <a:lnTo>
                    <a:pt x="699651" y="5233632"/>
                  </a:lnTo>
                  <a:lnTo>
                    <a:pt x="707134" y="5229313"/>
                  </a:lnTo>
                  <a:close/>
                </a:path>
                <a:path w="6537959" h="5924550">
                  <a:moveTo>
                    <a:pt x="765459" y="5328510"/>
                  </a:moveTo>
                  <a:lnTo>
                    <a:pt x="770685" y="5337565"/>
                  </a:lnTo>
                  <a:lnTo>
                    <a:pt x="761626" y="5342796"/>
                  </a:lnTo>
                  <a:lnTo>
                    <a:pt x="756400" y="5333741"/>
                  </a:lnTo>
                  <a:lnTo>
                    <a:pt x="765459" y="5328510"/>
                  </a:lnTo>
                  <a:close/>
                </a:path>
                <a:path w="6537959" h="5924550">
                  <a:moveTo>
                    <a:pt x="823775" y="5427707"/>
                  </a:moveTo>
                  <a:lnTo>
                    <a:pt x="829919" y="5438344"/>
                  </a:lnTo>
                  <a:lnTo>
                    <a:pt x="819287" y="5444482"/>
                  </a:lnTo>
                  <a:lnTo>
                    <a:pt x="813143" y="5433846"/>
                  </a:lnTo>
                  <a:lnTo>
                    <a:pt x="823775" y="5427707"/>
                  </a:lnTo>
                  <a:close/>
                </a:path>
                <a:path w="6537959" h="5924550">
                  <a:moveTo>
                    <a:pt x="882100" y="5526900"/>
                  </a:moveTo>
                  <a:lnTo>
                    <a:pt x="889151" y="5539108"/>
                  </a:lnTo>
                  <a:lnTo>
                    <a:pt x="876938" y="5546160"/>
                  </a:lnTo>
                  <a:lnTo>
                    <a:pt x="869887" y="5533951"/>
                  </a:lnTo>
                  <a:lnTo>
                    <a:pt x="882100" y="5526900"/>
                  </a:lnTo>
                  <a:close/>
                </a:path>
                <a:path w="6537959" h="5924550">
                  <a:moveTo>
                    <a:pt x="940503" y="5625785"/>
                  </a:moveTo>
                  <a:lnTo>
                    <a:pt x="948691" y="5639965"/>
                  </a:lnTo>
                  <a:lnTo>
                    <a:pt x="934511" y="5648153"/>
                  </a:lnTo>
                  <a:lnTo>
                    <a:pt x="926323" y="5633973"/>
                  </a:lnTo>
                  <a:lnTo>
                    <a:pt x="940503" y="5625785"/>
                  </a:lnTo>
                  <a:close/>
                </a:path>
                <a:path w="6537959" h="5924550">
                  <a:moveTo>
                    <a:pt x="998906" y="5724670"/>
                  </a:moveTo>
                  <a:lnTo>
                    <a:pt x="1008231" y="5740817"/>
                  </a:lnTo>
                  <a:lnTo>
                    <a:pt x="992079" y="5750142"/>
                  </a:lnTo>
                  <a:lnTo>
                    <a:pt x="982754" y="5733995"/>
                  </a:lnTo>
                  <a:lnTo>
                    <a:pt x="998906" y="5724670"/>
                  </a:lnTo>
                  <a:close/>
                </a:path>
                <a:path w="6537959" h="5924550">
                  <a:moveTo>
                    <a:pt x="431488" y="4990648"/>
                  </a:moveTo>
                  <a:lnTo>
                    <a:pt x="432396" y="4992225"/>
                  </a:lnTo>
                  <a:lnTo>
                    <a:pt x="430819" y="4993133"/>
                  </a:lnTo>
                  <a:lnTo>
                    <a:pt x="429911" y="4991556"/>
                  </a:lnTo>
                  <a:lnTo>
                    <a:pt x="431488" y="4990648"/>
                  </a:lnTo>
                  <a:close/>
                </a:path>
                <a:path w="6537959" h="5924550">
                  <a:moveTo>
                    <a:pt x="489804" y="5089841"/>
                  </a:moveTo>
                  <a:lnTo>
                    <a:pt x="491624" y="5092995"/>
                  </a:lnTo>
                  <a:lnTo>
                    <a:pt x="488475" y="5094815"/>
                  </a:lnTo>
                  <a:lnTo>
                    <a:pt x="486655" y="5091661"/>
                  </a:lnTo>
                  <a:lnTo>
                    <a:pt x="489804" y="5089841"/>
                  </a:lnTo>
                  <a:close/>
                </a:path>
                <a:path w="6537959" h="5924550">
                  <a:moveTo>
                    <a:pt x="548207" y="5188726"/>
                  </a:moveTo>
                  <a:lnTo>
                    <a:pt x="551165" y="5193851"/>
                  </a:lnTo>
                  <a:lnTo>
                    <a:pt x="546044" y="5196809"/>
                  </a:lnTo>
                  <a:lnTo>
                    <a:pt x="543086" y="5191683"/>
                  </a:lnTo>
                  <a:lnTo>
                    <a:pt x="548207" y="5188726"/>
                  </a:lnTo>
                  <a:close/>
                </a:path>
                <a:path w="6537959" h="5924550">
                  <a:moveTo>
                    <a:pt x="606615" y="5287611"/>
                  </a:moveTo>
                  <a:lnTo>
                    <a:pt x="610709" y="5294703"/>
                  </a:lnTo>
                  <a:lnTo>
                    <a:pt x="603617" y="5298797"/>
                  </a:lnTo>
                  <a:lnTo>
                    <a:pt x="599523" y="5291705"/>
                  </a:lnTo>
                  <a:lnTo>
                    <a:pt x="606615" y="5287611"/>
                  </a:lnTo>
                  <a:close/>
                </a:path>
                <a:path w="6537959" h="5924550">
                  <a:moveTo>
                    <a:pt x="664936" y="5386808"/>
                  </a:moveTo>
                  <a:lnTo>
                    <a:pt x="669942" y="5395473"/>
                  </a:lnTo>
                  <a:lnTo>
                    <a:pt x="661273" y="5400479"/>
                  </a:lnTo>
                  <a:lnTo>
                    <a:pt x="656271" y="5391810"/>
                  </a:lnTo>
                  <a:lnTo>
                    <a:pt x="664936" y="5386808"/>
                  </a:lnTo>
                  <a:close/>
                </a:path>
                <a:path w="6537959" h="5924550">
                  <a:moveTo>
                    <a:pt x="723339" y="5485693"/>
                  </a:moveTo>
                  <a:lnTo>
                    <a:pt x="729483" y="5496330"/>
                  </a:lnTo>
                  <a:lnTo>
                    <a:pt x="718846" y="5502468"/>
                  </a:lnTo>
                  <a:lnTo>
                    <a:pt x="712703" y="5491832"/>
                  </a:lnTo>
                  <a:lnTo>
                    <a:pt x="723339" y="5485693"/>
                  </a:lnTo>
                  <a:close/>
                </a:path>
                <a:path w="6537959" h="5924550">
                  <a:moveTo>
                    <a:pt x="781660" y="5584886"/>
                  </a:moveTo>
                  <a:lnTo>
                    <a:pt x="788711" y="5597099"/>
                  </a:lnTo>
                  <a:lnTo>
                    <a:pt x="776502" y="5604146"/>
                  </a:lnTo>
                  <a:lnTo>
                    <a:pt x="769451" y="5591937"/>
                  </a:lnTo>
                  <a:lnTo>
                    <a:pt x="781660" y="5584886"/>
                  </a:lnTo>
                  <a:close/>
                </a:path>
                <a:path w="6537959" h="5924550">
                  <a:moveTo>
                    <a:pt x="839980" y="5684083"/>
                  </a:moveTo>
                  <a:lnTo>
                    <a:pt x="847939" y="5697868"/>
                  </a:lnTo>
                  <a:lnTo>
                    <a:pt x="834153" y="5705827"/>
                  </a:lnTo>
                  <a:lnTo>
                    <a:pt x="826194" y="5692041"/>
                  </a:lnTo>
                  <a:lnTo>
                    <a:pt x="839980" y="5684083"/>
                  </a:lnTo>
                  <a:close/>
                </a:path>
                <a:path w="6537959" h="5924550">
                  <a:moveTo>
                    <a:pt x="898383" y="5782972"/>
                  </a:moveTo>
                  <a:lnTo>
                    <a:pt x="907479" y="5798725"/>
                  </a:lnTo>
                  <a:lnTo>
                    <a:pt x="891726" y="5807821"/>
                  </a:lnTo>
                  <a:lnTo>
                    <a:pt x="882631" y="5792068"/>
                  </a:lnTo>
                  <a:lnTo>
                    <a:pt x="898383" y="5782972"/>
                  </a:lnTo>
                  <a:close/>
                </a:path>
                <a:path w="6537959" h="5924550">
                  <a:moveTo>
                    <a:pt x="956787" y="5881853"/>
                  </a:moveTo>
                  <a:lnTo>
                    <a:pt x="967019" y="5899577"/>
                  </a:lnTo>
                  <a:lnTo>
                    <a:pt x="949295" y="5909810"/>
                  </a:lnTo>
                  <a:lnTo>
                    <a:pt x="939062" y="5892086"/>
                  </a:lnTo>
                  <a:lnTo>
                    <a:pt x="956787" y="5881853"/>
                  </a:lnTo>
                  <a:close/>
                </a:path>
                <a:path w="6537959" h="5924550">
                  <a:moveTo>
                    <a:pt x="329783" y="5049629"/>
                  </a:moveTo>
                  <a:lnTo>
                    <a:pt x="331357" y="5049629"/>
                  </a:lnTo>
                  <a:lnTo>
                    <a:pt x="331645" y="5050129"/>
                  </a:lnTo>
                  <a:lnTo>
                    <a:pt x="330073" y="5050129"/>
                  </a:lnTo>
                  <a:lnTo>
                    <a:pt x="329783" y="5049629"/>
                  </a:lnTo>
                  <a:close/>
                </a:path>
                <a:path w="6537959" h="5924550">
                  <a:moveTo>
                    <a:pt x="389286" y="5148143"/>
                  </a:moveTo>
                  <a:lnTo>
                    <a:pt x="390877" y="5150903"/>
                  </a:lnTo>
                  <a:lnTo>
                    <a:pt x="388122" y="5152494"/>
                  </a:lnTo>
                  <a:lnTo>
                    <a:pt x="386526" y="5149734"/>
                  </a:lnTo>
                  <a:lnTo>
                    <a:pt x="389286" y="5148143"/>
                  </a:lnTo>
                  <a:close/>
                </a:path>
                <a:path w="6537959" h="5924550">
                  <a:moveTo>
                    <a:pt x="447690" y="5247028"/>
                  </a:moveTo>
                  <a:lnTo>
                    <a:pt x="450418" y="5251750"/>
                  </a:lnTo>
                  <a:lnTo>
                    <a:pt x="445691" y="5254483"/>
                  </a:lnTo>
                  <a:lnTo>
                    <a:pt x="442963" y="5249756"/>
                  </a:lnTo>
                  <a:lnTo>
                    <a:pt x="447690" y="5247028"/>
                  </a:lnTo>
                  <a:close/>
                </a:path>
                <a:path w="6537959" h="5924550">
                  <a:moveTo>
                    <a:pt x="506093" y="5345913"/>
                  </a:moveTo>
                  <a:lnTo>
                    <a:pt x="509957" y="5352607"/>
                  </a:lnTo>
                  <a:lnTo>
                    <a:pt x="503259" y="5356472"/>
                  </a:lnTo>
                  <a:lnTo>
                    <a:pt x="499394" y="5349778"/>
                  </a:lnTo>
                  <a:lnTo>
                    <a:pt x="506093" y="5345913"/>
                  </a:lnTo>
                  <a:close/>
                </a:path>
                <a:path w="6537959" h="5924550">
                  <a:moveTo>
                    <a:pt x="564413" y="5445106"/>
                  </a:moveTo>
                  <a:lnTo>
                    <a:pt x="569186" y="5453376"/>
                  </a:lnTo>
                  <a:lnTo>
                    <a:pt x="560920" y="5458154"/>
                  </a:lnTo>
                  <a:lnTo>
                    <a:pt x="556143" y="5449883"/>
                  </a:lnTo>
                  <a:lnTo>
                    <a:pt x="564413" y="5445106"/>
                  </a:lnTo>
                  <a:close/>
                </a:path>
                <a:path w="6537959" h="5924550">
                  <a:moveTo>
                    <a:pt x="622817" y="5543991"/>
                  </a:moveTo>
                  <a:lnTo>
                    <a:pt x="628731" y="5554233"/>
                  </a:lnTo>
                  <a:lnTo>
                    <a:pt x="618489" y="5560143"/>
                  </a:lnTo>
                  <a:lnTo>
                    <a:pt x="612579" y="5549905"/>
                  </a:lnTo>
                  <a:lnTo>
                    <a:pt x="622817" y="5543991"/>
                  </a:lnTo>
                  <a:close/>
                </a:path>
                <a:path w="6537959" h="5924550">
                  <a:moveTo>
                    <a:pt x="681142" y="5643183"/>
                  </a:moveTo>
                  <a:lnTo>
                    <a:pt x="687963" y="5655002"/>
                  </a:lnTo>
                  <a:lnTo>
                    <a:pt x="676140" y="5661824"/>
                  </a:lnTo>
                  <a:lnTo>
                    <a:pt x="669318" y="5650010"/>
                  </a:lnTo>
                  <a:lnTo>
                    <a:pt x="681142" y="5643183"/>
                  </a:lnTo>
                  <a:close/>
                </a:path>
                <a:path w="6537959" h="5924550">
                  <a:moveTo>
                    <a:pt x="739545" y="5742069"/>
                  </a:moveTo>
                  <a:lnTo>
                    <a:pt x="747504" y="5755854"/>
                  </a:lnTo>
                  <a:lnTo>
                    <a:pt x="733713" y="5763818"/>
                  </a:lnTo>
                  <a:lnTo>
                    <a:pt x="725754" y="5750032"/>
                  </a:lnTo>
                  <a:lnTo>
                    <a:pt x="739545" y="5742069"/>
                  </a:lnTo>
                  <a:close/>
                </a:path>
                <a:path w="6537959" h="5924550">
                  <a:moveTo>
                    <a:pt x="797948" y="5840958"/>
                  </a:moveTo>
                  <a:lnTo>
                    <a:pt x="807043" y="5856711"/>
                  </a:lnTo>
                  <a:lnTo>
                    <a:pt x="791286" y="5865807"/>
                  </a:lnTo>
                  <a:lnTo>
                    <a:pt x="782190" y="5850054"/>
                  </a:lnTo>
                  <a:lnTo>
                    <a:pt x="797948" y="5840958"/>
                  </a:lnTo>
                  <a:close/>
                </a:path>
                <a:path w="6537959" h="5924550">
                  <a:moveTo>
                    <a:pt x="288846" y="5206129"/>
                  </a:moveTo>
                  <a:lnTo>
                    <a:pt x="290441" y="5208889"/>
                  </a:lnTo>
                  <a:lnTo>
                    <a:pt x="287686" y="5210480"/>
                  </a:lnTo>
                  <a:lnTo>
                    <a:pt x="286091" y="5207720"/>
                  </a:lnTo>
                  <a:lnTo>
                    <a:pt x="288846" y="5206129"/>
                  </a:lnTo>
                  <a:close/>
                </a:path>
                <a:path w="6537959" h="5924550">
                  <a:moveTo>
                    <a:pt x="347166" y="5305326"/>
                  </a:moveTo>
                  <a:lnTo>
                    <a:pt x="349670" y="5309658"/>
                  </a:lnTo>
                  <a:lnTo>
                    <a:pt x="345337" y="5312162"/>
                  </a:lnTo>
                  <a:lnTo>
                    <a:pt x="342834" y="5307825"/>
                  </a:lnTo>
                  <a:lnTo>
                    <a:pt x="347166" y="5305326"/>
                  </a:lnTo>
                  <a:close/>
                </a:path>
                <a:path w="6537959" h="5924550">
                  <a:moveTo>
                    <a:pt x="405569" y="5404211"/>
                  </a:moveTo>
                  <a:lnTo>
                    <a:pt x="409205" y="5410510"/>
                  </a:lnTo>
                  <a:lnTo>
                    <a:pt x="402906" y="5414151"/>
                  </a:lnTo>
                  <a:lnTo>
                    <a:pt x="399265" y="5407847"/>
                  </a:lnTo>
                  <a:lnTo>
                    <a:pt x="405569" y="5404211"/>
                  </a:lnTo>
                  <a:close/>
                </a:path>
                <a:path w="6537959" h="5924550">
                  <a:moveTo>
                    <a:pt x="463895" y="5503408"/>
                  </a:moveTo>
                  <a:lnTo>
                    <a:pt x="468443" y="5511285"/>
                  </a:lnTo>
                  <a:lnTo>
                    <a:pt x="460561" y="5515833"/>
                  </a:lnTo>
                  <a:lnTo>
                    <a:pt x="456014" y="5507956"/>
                  </a:lnTo>
                  <a:lnTo>
                    <a:pt x="463895" y="5503408"/>
                  </a:lnTo>
                  <a:close/>
                </a:path>
                <a:path w="6537959" h="5924550">
                  <a:moveTo>
                    <a:pt x="522293" y="5602289"/>
                  </a:moveTo>
                  <a:lnTo>
                    <a:pt x="527978" y="5612137"/>
                  </a:lnTo>
                  <a:lnTo>
                    <a:pt x="518135" y="5617821"/>
                  </a:lnTo>
                  <a:lnTo>
                    <a:pt x="512450" y="5607974"/>
                  </a:lnTo>
                  <a:lnTo>
                    <a:pt x="522293" y="5602289"/>
                  </a:lnTo>
                  <a:close/>
                </a:path>
                <a:path w="6537959" h="5924550">
                  <a:moveTo>
                    <a:pt x="580614" y="5701486"/>
                  </a:moveTo>
                  <a:lnTo>
                    <a:pt x="587211" y="5712911"/>
                  </a:lnTo>
                  <a:lnTo>
                    <a:pt x="575786" y="5719503"/>
                  </a:lnTo>
                  <a:lnTo>
                    <a:pt x="569194" y="5708083"/>
                  </a:lnTo>
                  <a:lnTo>
                    <a:pt x="580614" y="5701486"/>
                  </a:lnTo>
                  <a:close/>
                </a:path>
                <a:path w="6537959" h="5924550">
                  <a:moveTo>
                    <a:pt x="639017" y="5800366"/>
                  </a:moveTo>
                  <a:lnTo>
                    <a:pt x="646751" y="5813758"/>
                  </a:lnTo>
                  <a:lnTo>
                    <a:pt x="633360" y="5821492"/>
                  </a:lnTo>
                  <a:lnTo>
                    <a:pt x="625625" y="5808101"/>
                  </a:lnTo>
                  <a:lnTo>
                    <a:pt x="639017" y="5800366"/>
                  </a:lnTo>
                  <a:close/>
                </a:path>
                <a:path w="6537959" h="5924550">
                  <a:moveTo>
                    <a:pt x="697420" y="5899252"/>
                  </a:moveTo>
                  <a:lnTo>
                    <a:pt x="706291" y="5914615"/>
                  </a:lnTo>
                  <a:lnTo>
                    <a:pt x="690928" y="5923486"/>
                  </a:lnTo>
                  <a:lnTo>
                    <a:pt x="682062" y="5908123"/>
                  </a:lnTo>
                  <a:lnTo>
                    <a:pt x="697420" y="5899252"/>
                  </a:lnTo>
                  <a:close/>
                </a:path>
                <a:path w="6537959" h="5924550">
                  <a:moveTo>
                    <a:pt x="188328" y="5264427"/>
                  </a:moveTo>
                  <a:lnTo>
                    <a:pt x="189689" y="5266792"/>
                  </a:lnTo>
                  <a:lnTo>
                    <a:pt x="187323" y="5268159"/>
                  </a:lnTo>
                  <a:lnTo>
                    <a:pt x="185962" y="5265793"/>
                  </a:lnTo>
                  <a:lnTo>
                    <a:pt x="188328" y="5264427"/>
                  </a:lnTo>
                  <a:close/>
                </a:path>
                <a:path w="6537959" h="5924550">
                  <a:moveTo>
                    <a:pt x="246644" y="5363624"/>
                  </a:moveTo>
                  <a:lnTo>
                    <a:pt x="248918" y="5367562"/>
                  </a:lnTo>
                  <a:lnTo>
                    <a:pt x="244980" y="5369836"/>
                  </a:lnTo>
                  <a:lnTo>
                    <a:pt x="242706" y="5365898"/>
                  </a:lnTo>
                  <a:lnTo>
                    <a:pt x="246644" y="5363624"/>
                  </a:lnTo>
                  <a:close/>
                </a:path>
                <a:path w="6537959" h="5924550">
                  <a:moveTo>
                    <a:pt x="305052" y="5462509"/>
                  </a:moveTo>
                  <a:lnTo>
                    <a:pt x="308463" y="5468418"/>
                  </a:lnTo>
                  <a:lnTo>
                    <a:pt x="302554" y="5471829"/>
                  </a:lnTo>
                  <a:lnTo>
                    <a:pt x="299142" y="5465920"/>
                  </a:lnTo>
                  <a:lnTo>
                    <a:pt x="305052" y="5462509"/>
                  </a:lnTo>
                  <a:close/>
                </a:path>
                <a:path w="6537959" h="5924550">
                  <a:moveTo>
                    <a:pt x="363455" y="5561394"/>
                  </a:moveTo>
                  <a:lnTo>
                    <a:pt x="368003" y="5569270"/>
                  </a:lnTo>
                  <a:lnTo>
                    <a:pt x="360126" y="5573818"/>
                  </a:lnTo>
                  <a:lnTo>
                    <a:pt x="355579" y="5565942"/>
                  </a:lnTo>
                  <a:lnTo>
                    <a:pt x="363455" y="5561394"/>
                  </a:lnTo>
                  <a:close/>
                </a:path>
                <a:path w="6537959" h="5924550">
                  <a:moveTo>
                    <a:pt x="421771" y="5660591"/>
                  </a:moveTo>
                  <a:lnTo>
                    <a:pt x="427231" y="5670044"/>
                  </a:lnTo>
                  <a:lnTo>
                    <a:pt x="417782" y="5675500"/>
                  </a:lnTo>
                  <a:lnTo>
                    <a:pt x="412322" y="5666047"/>
                  </a:lnTo>
                  <a:lnTo>
                    <a:pt x="421771" y="5660591"/>
                  </a:lnTo>
                  <a:close/>
                </a:path>
                <a:path w="6537959" h="5924550">
                  <a:moveTo>
                    <a:pt x="480179" y="5759476"/>
                  </a:moveTo>
                  <a:lnTo>
                    <a:pt x="486772" y="5770896"/>
                  </a:lnTo>
                  <a:lnTo>
                    <a:pt x="475351" y="5777489"/>
                  </a:lnTo>
                  <a:lnTo>
                    <a:pt x="468759" y="5766069"/>
                  </a:lnTo>
                  <a:lnTo>
                    <a:pt x="480179" y="5759476"/>
                  </a:lnTo>
                  <a:close/>
                </a:path>
                <a:path w="6537959" h="5924550">
                  <a:moveTo>
                    <a:pt x="538500" y="5858669"/>
                  </a:moveTo>
                  <a:lnTo>
                    <a:pt x="546005" y="5871666"/>
                  </a:lnTo>
                  <a:lnTo>
                    <a:pt x="533007" y="5879171"/>
                  </a:lnTo>
                  <a:lnTo>
                    <a:pt x="525502" y="5866174"/>
                  </a:lnTo>
                  <a:lnTo>
                    <a:pt x="538500" y="5858669"/>
                  </a:lnTo>
                  <a:close/>
                </a:path>
                <a:path w="6537959" h="5924550">
                  <a:moveTo>
                    <a:pt x="87801" y="5322724"/>
                  </a:moveTo>
                  <a:lnTo>
                    <a:pt x="88938" y="5324696"/>
                  </a:lnTo>
                  <a:lnTo>
                    <a:pt x="86971" y="5325833"/>
                  </a:lnTo>
                  <a:lnTo>
                    <a:pt x="85834" y="5323861"/>
                  </a:lnTo>
                  <a:lnTo>
                    <a:pt x="87801" y="5322724"/>
                  </a:lnTo>
                  <a:close/>
                </a:path>
                <a:path w="6537959" h="5924550">
                  <a:moveTo>
                    <a:pt x="146126" y="5421921"/>
                  </a:moveTo>
                  <a:lnTo>
                    <a:pt x="148171" y="5425465"/>
                  </a:lnTo>
                  <a:lnTo>
                    <a:pt x="144627" y="5427510"/>
                  </a:lnTo>
                  <a:lnTo>
                    <a:pt x="142582" y="5423971"/>
                  </a:lnTo>
                  <a:lnTo>
                    <a:pt x="146126" y="5421921"/>
                  </a:lnTo>
                  <a:close/>
                </a:path>
                <a:path w="6537959" h="5924550">
                  <a:moveTo>
                    <a:pt x="204529" y="5520802"/>
                  </a:moveTo>
                  <a:lnTo>
                    <a:pt x="207711" y="5526317"/>
                  </a:lnTo>
                  <a:lnTo>
                    <a:pt x="202196" y="5529504"/>
                  </a:lnTo>
                  <a:lnTo>
                    <a:pt x="199014" y="5523988"/>
                  </a:lnTo>
                  <a:lnTo>
                    <a:pt x="204529" y="5520802"/>
                  </a:lnTo>
                  <a:close/>
                </a:path>
                <a:path w="6537959" h="5924550">
                  <a:moveTo>
                    <a:pt x="262932" y="5619692"/>
                  </a:moveTo>
                  <a:lnTo>
                    <a:pt x="267255" y="5627174"/>
                  </a:lnTo>
                  <a:lnTo>
                    <a:pt x="259769" y="5631493"/>
                  </a:lnTo>
                  <a:lnTo>
                    <a:pt x="255450" y="5624011"/>
                  </a:lnTo>
                  <a:lnTo>
                    <a:pt x="262932" y="5619692"/>
                  </a:lnTo>
                  <a:close/>
                </a:path>
                <a:path w="6537959" h="5924550">
                  <a:moveTo>
                    <a:pt x="321253" y="5718889"/>
                  </a:moveTo>
                  <a:lnTo>
                    <a:pt x="326484" y="5727943"/>
                  </a:lnTo>
                  <a:lnTo>
                    <a:pt x="317420" y="5733174"/>
                  </a:lnTo>
                  <a:lnTo>
                    <a:pt x="312194" y="5724120"/>
                  </a:lnTo>
                  <a:lnTo>
                    <a:pt x="321253" y="5718889"/>
                  </a:lnTo>
                  <a:close/>
                </a:path>
                <a:path w="6537959" h="5924550">
                  <a:moveTo>
                    <a:pt x="379656" y="5817769"/>
                  </a:moveTo>
                  <a:lnTo>
                    <a:pt x="386024" y="5828800"/>
                  </a:lnTo>
                  <a:lnTo>
                    <a:pt x="374993" y="5835168"/>
                  </a:lnTo>
                  <a:lnTo>
                    <a:pt x="368625" y="5824137"/>
                  </a:lnTo>
                  <a:lnTo>
                    <a:pt x="379656" y="5817769"/>
                  </a:lnTo>
                  <a:close/>
                </a:path>
                <a:path w="6537959" h="5924550">
                  <a:moveTo>
                    <a:pt x="437976" y="5916966"/>
                  </a:moveTo>
                  <a:lnTo>
                    <a:pt x="442065" y="5924049"/>
                  </a:lnTo>
                  <a:lnTo>
                    <a:pt x="425707" y="5924049"/>
                  </a:lnTo>
                  <a:lnTo>
                    <a:pt x="437976" y="5916966"/>
                  </a:lnTo>
                  <a:close/>
                </a:path>
                <a:path w="6537959" h="5924550">
                  <a:moveTo>
                    <a:pt x="45598" y="5480219"/>
                  </a:moveTo>
                  <a:lnTo>
                    <a:pt x="47418" y="5483373"/>
                  </a:lnTo>
                  <a:lnTo>
                    <a:pt x="44273" y="5485189"/>
                  </a:lnTo>
                  <a:lnTo>
                    <a:pt x="42453" y="5482039"/>
                  </a:lnTo>
                  <a:lnTo>
                    <a:pt x="45598" y="5480219"/>
                  </a:lnTo>
                  <a:close/>
                </a:path>
                <a:path w="6537959" h="5924550">
                  <a:moveTo>
                    <a:pt x="104006" y="5579104"/>
                  </a:moveTo>
                  <a:lnTo>
                    <a:pt x="106963" y="5584225"/>
                  </a:lnTo>
                  <a:lnTo>
                    <a:pt x="101842" y="5587182"/>
                  </a:lnTo>
                  <a:lnTo>
                    <a:pt x="98885" y="5582061"/>
                  </a:lnTo>
                  <a:lnTo>
                    <a:pt x="104006" y="5579104"/>
                  </a:lnTo>
                  <a:close/>
                </a:path>
                <a:path w="6537959" h="5924550">
                  <a:moveTo>
                    <a:pt x="162409" y="5677990"/>
                  </a:moveTo>
                  <a:lnTo>
                    <a:pt x="166498" y="5685077"/>
                  </a:lnTo>
                  <a:lnTo>
                    <a:pt x="159415" y="5689171"/>
                  </a:lnTo>
                  <a:lnTo>
                    <a:pt x="155321" y="5682084"/>
                  </a:lnTo>
                  <a:lnTo>
                    <a:pt x="162409" y="5677990"/>
                  </a:lnTo>
                  <a:close/>
                </a:path>
                <a:path w="6537959" h="5924550">
                  <a:moveTo>
                    <a:pt x="220730" y="5777182"/>
                  </a:moveTo>
                  <a:lnTo>
                    <a:pt x="225736" y="5785851"/>
                  </a:lnTo>
                  <a:lnTo>
                    <a:pt x="217066" y="5790853"/>
                  </a:lnTo>
                  <a:lnTo>
                    <a:pt x="212065" y="5782188"/>
                  </a:lnTo>
                  <a:lnTo>
                    <a:pt x="220730" y="5777182"/>
                  </a:lnTo>
                  <a:close/>
                </a:path>
                <a:path w="6537959" h="5924550">
                  <a:moveTo>
                    <a:pt x="279133" y="5876067"/>
                  </a:moveTo>
                  <a:lnTo>
                    <a:pt x="285271" y="5886703"/>
                  </a:lnTo>
                  <a:lnTo>
                    <a:pt x="274635" y="5892842"/>
                  </a:lnTo>
                  <a:lnTo>
                    <a:pt x="268496" y="5882211"/>
                  </a:lnTo>
                  <a:lnTo>
                    <a:pt x="279133" y="5876067"/>
                  </a:lnTo>
                  <a:close/>
                </a:path>
                <a:path w="6537959" h="5924550">
                  <a:moveTo>
                    <a:pt x="3149" y="5638649"/>
                  </a:moveTo>
                  <a:lnTo>
                    <a:pt x="4969" y="5641799"/>
                  </a:lnTo>
                  <a:lnTo>
                    <a:pt x="1819" y="5643619"/>
                  </a:lnTo>
                  <a:lnTo>
                    <a:pt x="0" y="5640465"/>
                  </a:lnTo>
                  <a:lnTo>
                    <a:pt x="3149" y="5638649"/>
                  </a:lnTo>
                  <a:close/>
                </a:path>
                <a:path w="6537959" h="5924550">
                  <a:moveTo>
                    <a:pt x="61887" y="5736287"/>
                  </a:moveTo>
                  <a:lnTo>
                    <a:pt x="65757" y="5742985"/>
                  </a:lnTo>
                  <a:lnTo>
                    <a:pt x="59058" y="5746850"/>
                  </a:lnTo>
                  <a:lnTo>
                    <a:pt x="55189" y="5740152"/>
                  </a:lnTo>
                  <a:lnTo>
                    <a:pt x="61887" y="5736287"/>
                  </a:lnTo>
                  <a:close/>
                </a:path>
                <a:path w="6537959" h="5924550">
                  <a:moveTo>
                    <a:pt x="120290" y="5835173"/>
                  </a:moveTo>
                  <a:lnTo>
                    <a:pt x="125296" y="5843837"/>
                  </a:lnTo>
                  <a:lnTo>
                    <a:pt x="116627" y="5848844"/>
                  </a:lnTo>
                  <a:lnTo>
                    <a:pt x="111625" y="5840174"/>
                  </a:lnTo>
                  <a:lnTo>
                    <a:pt x="120290" y="5835173"/>
                  </a:lnTo>
                  <a:close/>
                </a:path>
                <a:path w="6537959" h="5924550">
                  <a:moveTo>
                    <a:pt x="19355" y="5895024"/>
                  </a:moveTo>
                  <a:lnTo>
                    <a:pt x="22995" y="5901324"/>
                  </a:lnTo>
                  <a:lnTo>
                    <a:pt x="16692" y="5904964"/>
                  </a:lnTo>
                  <a:lnTo>
                    <a:pt x="13051" y="5898665"/>
                  </a:lnTo>
                  <a:lnTo>
                    <a:pt x="19355" y="5895024"/>
                  </a:lnTo>
                  <a:close/>
                </a:path>
              </a:pathLst>
            </a:custGeom>
            <a:solidFill>
              <a:srgbClr val="DBC2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68850" y="3334730"/>
              <a:ext cx="8486774" cy="5924549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797445" y="651496"/>
            <a:ext cx="8662035" cy="4686300"/>
          </a:xfrm>
          <a:custGeom>
            <a:avLst/>
            <a:gdLst/>
            <a:ahLst/>
            <a:cxnLst/>
            <a:rect l="l" t="t" r="r" b="b"/>
            <a:pathLst>
              <a:path w="8662035" h="4686300">
                <a:moveTo>
                  <a:pt x="7313739" y="4187520"/>
                </a:moveTo>
                <a:lnTo>
                  <a:pt x="7257174" y="3390684"/>
                </a:lnTo>
                <a:lnTo>
                  <a:pt x="5698261" y="3501352"/>
                </a:lnTo>
                <a:lnTo>
                  <a:pt x="5651678" y="2845143"/>
                </a:lnTo>
                <a:lnTo>
                  <a:pt x="186131" y="3233102"/>
                </a:lnTo>
                <a:lnTo>
                  <a:pt x="232714" y="3889311"/>
                </a:lnTo>
                <a:lnTo>
                  <a:pt x="289280" y="4686135"/>
                </a:lnTo>
                <a:lnTo>
                  <a:pt x="7313739" y="4187520"/>
                </a:lnTo>
                <a:close/>
              </a:path>
              <a:path w="8662035" h="4686300">
                <a:moveTo>
                  <a:pt x="8661476" y="796823"/>
                </a:moveTo>
                <a:lnTo>
                  <a:pt x="8604910" y="0"/>
                </a:lnTo>
                <a:lnTo>
                  <a:pt x="0" y="610793"/>
                </a:lnTo>
                <a:lnTo>
                  <a:pt x="56553" y="1407617"/>
                </a:lnTo>
                <a:lnTo>
                  <a:pt x="103136" y="2063826"/>
                </a:lnTo>
                <a:lnTo>
                  <a:pt x="149631" y="2718765"/>
                </a:lnTo>
                <a:lnTo>
                  <a:pt x="186131" y="3233102"/>
                </a:lnTo>
                <a:lnTo>
                  <a:pt x="5001298" y="2891307"/>
                </a:lnTo>
                <a:lnTo>
                  <a:pt x="4964785" y="2376982"/>
                </a:lnTo>
                <a:lnTo>
                  <a:pt x="7119163" y="2224049"/>
                </a:lnTo>
                <a:lnTo>
                  <a:pt x="7072681" y="1569123"/>
                </a:lnTo>
                <a:lnTo>
                  <a:pt x="7262254" y="1555661"/>
                </a:lnTo>
                <a:lnTo>
                  <a:pt x="7215670" y="899452"/>
                </a:lnTo>
                <a:lnTo>
                  <a:pt x="8661476" y="796823"/>
                </a:lnTo>
                <a:close/>
              </a:path>
            </a:pathLst>
          </a:custGeom>
          <a:solidFill>
            <a:srgbClr val="3B0A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 rot="21360000">
            <a:off x="1031958" y="1074768"/>
            <a:ext cx="8192776" cy="565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420"/>
              </a:lnSpc>
            </a:pPr>
            <a:r>
              <a:rPr sz="4450" dirty="0">
                <a:solidFill>
                  <a:srgbClr val="D0C2F5"/>
                </a:solidFill>
                <a:latin typeface="Arial MT"/>
                <a:cs typeface="Arial MT"/>
              </a:rPr>
              <a:t>CITIZEN</a:t>
            </a:r>
            <a:r>
              <a:rPr sz="4450" spc="-50" dirty="0">
                <a:solidFill>
                  <a:srgbClr val="D0C2F5"/>
                </a:solidFill>
                <a:latin typeface="Arial MT"/>
                <a:cs typeface="Arial MT"/>
              </a:rPr>
              <a:t> </a:t>
            </a:r>
            <a:r>
              <a:rPr sz="4450" spc="-65" dirty="0">
                <a:solidFill>
                  <a:srgbClr val="D0C2F5"/>
                </a:solidFill>
                <a:latin typeface="Arial MT"/>
                <a:cs typeface="Arial MT"/>
              </a:rPr>
              <a:t>SCIENCE</a:t>
            </a:r>
            <a:r>
              <a:rPr sz="4450" spc="-50" dirty="0">
                <a:solidFill>
                  <a:srgbClr val="D0C2F5"/>
                </a:solidFill>
                <a:latin typeface="Arial MT"/>
                <a:cs typeface="Arial MT"/>
              </a:rPr>
              <a:t> </a:t>
            </a:r>
            <a:r>
              <a:rPr sz="4450" spc="-45" dirty="0">
                <a:solidFill>
                  <a:srgbClr val="D0C2F5"/>
                </a:solidFill>
                <a:latin typeface="Arial MT"/>
                <a:cs typeface="Arial MT"/>
              </a:rPr>
              <a:t>DESCRIBES</a:t>
            </a:r>
            <a:endParaRPr sz="445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 rot="21360000">
            <a:off x="1078169" y="1781274"/>
            <a:ext cx="6747936" cy="565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415"/>
              </a:lnSpc>
            </a:pPr>
            <a:r>
              <a:rPr sz="4450" dirty="0">
                <a:solidFill>
                  <a:srgbClr val="D0C2F5"/>
                </a:solidFill>
                <a:latin typeface="Arial MT"/>
                <a:cs typeface="Arial MT"/>
              </a:rPr>
              <a:t>THE</a:t>
            </a:r>
            <a:r>
              <a:rPr sz="4450" spc="40" dirty="0">
                <a:solidFill>
                  <a:srgbClr val="D0C2F5"/>
                </a:solidFill>
                <a:latin typeface="Arial MT"/>
                <a:cs typeface="Arial MT"/>
              </a:rPr>
              <a:t> </a:t>
            </a:r>
            <a:r>
              <a:rPr sz="4450" spc="85" dirty="0">
                <a:solidFill>
                  <a:srgbClr val="D0C2F5"/>
                </a:solidFill>
                <a:latin typeface="Arial MT"/>
                <a:cs typeface="Arial MT"/>
              </a:rPr>
              <a:t>PARTICIPATION</a:t>
            </a:r>
            <a:r>
              <a:rPr sz="4450" spc="45" dirty="0">
                <a:solidFill>
                  <a:srgbClr val="D0C2F5"/>
                </a:solidFill>
                <a:latin typeface="Arial MT"/>
                <a:cs typeface="Arial MT"/>
              </a:rPr>
              <a:t> </a:t>
            </a:r>
            <a:r>
              <a:rPr sz="4450" spc="-25" dirty="0">
                <a:solidFill>
                  <a:srgbClr val="D0C2F5"/>
                </a:solidFill>
                <a:latin typeface="Arial MT"/>
                <a:cs typeface="Arial MT"/>
              </a:rPr>
              <a:t>OF</a:t>
            </a:r>
            <a:endParaRPr sz="445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 rot="21360000">
            <a:off x="1124591" y="2443530"/>
            <a:ext cx="6558131" cy="565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415"/>
              </a:lnSpc>
            </a:pPr>
            <a:r>
              <a:rPr sz="4450" spc="-25" dirty="0">
                <a:solidFill>
                  <a:srgbClr val="D0C2F5"/>
                </a:solidFill>
                <a:latin typeface="Arial MT"/>
                <a:cs typeface="Arial MT"/>
              </a:rPr>
              <a:t>PEOPLE</a:t>
            </a:r>
            <a:r>
              <a:rPr sz="4450" spc="40" dirty="0">
                <a:solidFill>
                  <a:srgbClr val="D0C2F5"/>
                </a:solidFill>
                <a:latin typeface="Arial MT"/>
                <a:cs typeface="Arial MT"/>
              </a:rPr>
              <a:t> </a:t>
            </a:r>
            <a:r>
              <a:rPr sz="4450" spc="75" dirty="0">
                <a:solidFill>
                  <a:srgbClr val="D0C2F5"/>
                </a:solidFill>
                <a:latin typeface="Arial MT"/>
                <a:cs typeface="Arial MT"/>
              </a:rPr>
              <a:t>WHO</a:t>
            </a:r>
            <a:r>
              <a:rPr sz="4450" spc="45" dirty="0">
                <a:solidFill>
                  <a:srgbClr val="D0C2F5"/>
                </a:solidFill>
                <a:latin typeface="Arial MT"/>
                <a:cs typeface="Arial MT"/>
              </a:rPr>
              <a:t> </a:t>
            </a:r>
            <a:r>
              <a:rPr sz="4450" spc="80" dirty="0">
                <a:solidFill>
                  <a:srgbClr val="D0C2F5"/>
                </a:solidFill>
                <a:latin typeface="Arial MT"/>
                <a:cs typeface="Arial MT"/>
              </a:rPr>
              <a:t>ARE</a:t>
            </a:r>
            <a:r>
              <a:rPr sz="4450" spc="45" dirty="0">
                <a:solidFill>
                  <a:srgbClr val="D0C2F5"/>
                </a:solidFill>
                <a:latin typeface="Arial MT"/>
                <a:cs typeface="Arial MT"/>
              </a:rPr>
              <a:t> </a:t>
            </a:r>
            <a:r>
              <a:rPr sz="4450" spc="-25" dirty="0">
                <a:solidFill>
                  <a:srgbClr val="D0C2F5"/>
                </a:solidFill>
                <a:latin typeface="Arial MT"/>
                <a:cs typeface="Arial MT"/>
              </a:rPr>
              <a:t>NOT</a:t>
            </a:r>
            <a:endParaRPr sz="445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 rot="21360000">
            <a:off x="1167761" y="3175003"/>
            <a:ext cx="4410566" cy="565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410"/>
              </a:lnSpc>
            </a:pPr>
            <a:r>
              <a:rPr sz="4450" spc="-25" dirty="0">
                <a:solidFill>
                  <a:srgbClr val="D0C2F5"/>
                </a:solidFill>
                <a:latin typeface="Arial MT"/>
                <a:cs typeface="Arial MT"/>
              </a:rPr>
              <a:t>PROFESSIONAL</a:t>
            </a:r>
            <a:endParaRPr sz="445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 rot="21360000">
            <a:off x="1215853" y="3807664"/>
            <a:ext cx="5057983" cy="565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415"/>
              </a:lnSpc>
            </a:pPr>
            <a:r>
              <a:rPr sz="4450" spc="-60" dirty="0">
                <a:solidFill>
                  <a:srgbClr val="D0C2F5"/>
                </a:solidFill>
                <a:latin typeface="Arial MT"/>
                <a:cs typeface="Arial MT"/>
              </a:rPr>
              <a:t>RESEARCHERS</a:t>
            </a:r>
            <a:r>
              <a:rPr sz="4450" spc="-204" dirty="0">
                <a:solidFill>
                  <a:srgbClr val="D0C2F5"/>
                </a:solidFill>
                <a:latin typeface="Arial MT"/>
                <a:cs typeface="Arial MT"/>
              </a:rPr>
              <a:t> </a:t>
            </a:r>
            <a:r>
              <a:rPr sz="4450" spc="285" dirty="0">
                <a:solidFill>
                  <a:srgbClr val="D0C2F5"/>
                </a:solidFill>
                <a:latin typeface="Arial MT"/>
                <a:cs typeface="Arial MT"/>
              </a:rPr>
              <a:t>IN</a:t>
            </a:r>
            <a:endParaRPr sz="445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 rot="21360000">
            <a:off x="1264229" y="4408323"/>
            <a:ext cx="6613170" cy="565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415"/>
              </a:lnSpc>
            </a:pPr>
            <a:r>
              <a:rPr sz="4450" dirty="0">
                <a:solidFill>
                  <a:srgbClr val="D0C2F5"/>
                </a:solidFill>
                <a:latin typeface="Arial MT"/>
                <a:cs typeface="Arial MT"/>
              </a:rPr>
              <a:t>SCIENTIFIC</a:t>
            </a:r>
            <a:r>
              <a:rPr sz="4450" spc="-30" dirty="0">
                <a:solidFill>
                  <a:srgbClr val="D0C2F5"/>
                </a:solidFill>
                <a:latin typeface="Arial MT"/>
                <a:cs typeface="Arial MT"/>
              </a:rPr>
              <a:t> </a:t>
            </a:r>
            <a:r>
              <a:rPr sz="4450" spc="-10" dirty="0">
                <a:solidFill>
                  <a:srgbClr val="D0C2F5"/>
                </a:solidFill>
                <a:latin typeface="Arial MT"/>
                <a:cs typeface="Arial MT"/>
              </a:rPr>
              <a:t>RESEARCH.</a:t>
            </a:r>
            <a:endParaRPr sz="4450">
              <a:latin typeface="Arial MT"/>
              <a:cs typeface="Arial M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387706" y="4653647"/>
            <a:ext cx="2640965" cy="1433830"/>
          </a:xfrm>
          <a:custGeom>
            <a:avLst/>
            <a:gdLst/>
            <a:ahLst/>
            <a:cxnLst/>
            <a:rect l="l" t="t" r="r" b="b"/>
            <a:pathLst>
              <a:path w="2640965" h="1433829">
                <a:moveTo>
                  <a:pt x="978115" y="958405"/>
                </a:moveTo>
                <a:lnTo>
                  <a:pt x="974420" y="954544"/>
                </a:lnTo>
                <a:lnTo>
                  <a:pt x="971308" y="956208"/>
                </a:lnTo>
                <a:lnTo>
                  <a:pt x="978115" y="958405"/>
                </a:lnTo>
                <a:close/>
              </a:path>
              <a:path w="2640965" h="1433829">
                <a:moveTo>
                  <a:pt x="994016" y="963574"/>
                </a:moveTo>
                <a:lnTo>
                  <a:pt x="991895" y="960208"/>
                </a:lnTo>
                <a:lnTo>
                  <a:pt x="985494" y="958138"/>
                </a:lnTo>
                <a:lnTo>
                  <a:pt x="978115" y="958405"/>
                </a:lnTo>
                <a:lnTo>
                  <a:pt x="994016" y="963574"/>
                </a:lnTo>
                <a:close/>
              </a:path>
              <a:path w="2640965" h="1433829">
                <a:moveTo>
                  <a:pt x="2640558" y="1121168"/>
                </a:moveTo>
                <a:lnTo>
                  <a:pt x="2634780" y="1072565"/>
                </a:lnTo>
                <a:lnTo>
                  <a:pt x="2624518" y="1031862"/>
                </a:lnTo>
                <a:lnTo>
                  <a:pt x="2605900" y="1004455"/>
                </a:lnTo>
                <a:lnTo>
                  <a:pt x="2600820" y="992124"/>
                </a:lnTo>
                <a:lnTo>
                  <a:pt x="2493556" y="951992"/>
                </a:lnTo>
                <a:lnTo>
                  <a:pt x="2418207" y="931557"/>
                </a:lnTo>
                <a:lnTo>
                  <a:pt x="2413762" y="927442"/>
                </a:lnTo>
                <a:lnTo>
                  <a:pt x="2411539" y="925385"/>
                </a:lnTo>
                <a:lnTo>
                  <a:pt x="2403589" y="922807"/>
                </a:lnTo>
                <a:lnTo>
                  <a:pt x="2387092" y="918794"/>
                </a:lnTo>
                <a:lnTo>
                  <a:pt x="2382329" y="915911"/>
                </a:lnTo>
                <a:lnTo>
                  <a:pt x="2380132" y="913866"/>
                </a:lnTo>
                <a:lnTo>
                  <a:pt x="2372601" y="910082"/>
                </a:lnTo>
                <a:lnTo>
                  <a:pt x="2355685" y="907262"/>
                </a:lnTo>
                <a:lnTo>
                  <a:pt x="2352916" y="901026"/>
                </a:lnTo>
                <a:lnTo>
                  <a:pt x="2351138" y="899121"/>
                </a:lnTo>
                <a:lnTo>
                  <a:pt x="2342616" y="897686"/>
                </a:lnTo>
                <a:lnTo>
                  <a:pt x="2335593" y="894080"/>
                </a:lnTo>
                <a:lnTo>
                  <a:pt x="2287968" y="870610"/>
                </a:lnTo>
                <a:lnTo>
                  <a:pt x="2241677" y="844918"/>
                </a:lnTo>
                <a:lnTo>
                  <a:pt x="2196757" y="816991"/>
                </a:lnTo>
                <a:lnTo>
                  <a:pt x="2111210" y="754532"/>
                </a:lnTo>
                <a:lnTo>
                  <a:pt x="2064842" y="714121"/>
                </a:lnTo>
                <a:lnTo>
                  <a:pt x="2058416" y="709358"/>
                </a:lnTo>
                <a:lnTo>
                  <a:pt x="2052472" y="703427"/>
                </a:lnTo>
                <a:lnTo>
                  <a:pt x="2040661" y="695591"/>
                </a:lnTo>
                <a:lnTo>
                  <a:pt x="2034070" y="694791"/>
                </a:lnTo>
                <a:lnTo>
                  <a:pt x="2027389" y="696633"/>
                </a:lnTo>
                <a:lnTo>
                  <a:pt x="2023186" y="700608"/>
                </a:lnTo>
                <a:lnTo>
                  <a:pt x="2020697" y="706475"/>
                </a:lnTo>
                <a:lnTo>
                  <a:pt x="2019604" y="714133"/>
                </a:lnTo>
                <a:lnTo>
                  <a:pt x="2021154" y="718642"/>
                </a:lnTo>
                <a:lnTo>
                  <a:pt x="2027402" y="740689"/>
                </a:lnTo>
                <a:lnTo>
                  <a:pt x="2029866" y="762863"/>
                </a:lnTo>
                <a:lnTo>
                  <a:pt x="2031479" y="786079"/>
                </a:lnTo>
                <a:lnTo>
                  <a:pt x="2036292" y="807669"/>
                </a:lnTo>
                <a:lnTo>
                  <a:pt x="2059520" y="839228"/>
                </a:lnTo>
                <a:lnTo>
                  <a:pt x="2096719" y="876668"/>
                </a:lnTo>
                <a:lnTo>
                  <a:pt x="2135632" y="911987"/>
                </a:lnTo>
                <a:lnTo>
                  <a:pt x="2176208" y="945184"/>
                </a:lnTo>
                <a:lnTo>
                  <a:pt x="2218359" y="976210"/>
                </a:lnTo>
                <a:lnTo>
                  <a:pt x="2262416" y="1003846"/>
                </a:lnTo>
                <a:lnTo>
                  <a:pt x="2306726" y="1032916"/>
                </a:lnTo>
                <a:lnTo>
                  <a:pt x="2334704" y="1056678"/>
                </a:lnTo>
                <a:lnTo>
                  <a:pt x="2331466" y="1062304"/>
                </a:lnTo>
                <a:lnTo>
                  <a:pt x="2326538" y="1067371"/>
                </a:lnTo>
                <a:lnTo>
                  <a:pt x="2319464" y="1065085"/>
                </a:lnTo>
                <a:lnTo>
                  <a:pt x="2313063" y="1064336"/>
                </a:lnTo>
                <a:lnTo>
                  <a:pt x="2306523" y="1067562"/>
                </a:lnTo>
                <a:lnTo>
                  <a:pt x="2300973" y="1071092"/>
                </a:lnTo>
                <a:lnTo>
                  <a:pt x="2293607" y="1070051"/>
                </a:lnTo>
                <a:lnTo>
                  <a:pt x="2286749" y="1069149"/>
                </a:lnTo>
                <a:lnTo>
                  <a:pt x="2279980" y="1070965"/>
                </a:lnTo>
                <a:lnTo>
                  <a:pt x="2273681" y="1075601"/>
                </a:lnTo>
                <a:lnTo>
                  <a:pt x="2271738" y="1073632"/>
                </a:lnTo>
                <a:lnTo>
                  <a:pt x="2269820" y="1074343"/>
                </a:lnTo>
                <a:lnTo>
                  <a:pt x="2268321" y="1076528"/>
                </a:lnTo>
                <a:lnTo>
                  <a:pt x="2267470" y="1076261"/>
                </a:lnTo>
                <a:lnTo>
                  <a:pt x="2267470" y="1082941"/>
                </a:lnTo>
                <a:lnTo>
                  <a:pt x="2267191" y="1084173"/>
                </a:lnTo>
                <a:lnTo>
                  <a:pt x="2267381" y="1082903"/>
                </a:lnTo>
                <a:lnTo>
                  <a:pt x="2267470" y="1076261"/>
                </a:lnTo>
                <a:lnTo>
                  <a:pt x="2261717" y="1074381"/>
                </a:lnTo>
                <a:lnTo>
                  <a:pt x="2255240" y="1073619"/>
                </a:lnTo>
                <a:lnTo>
                  <a:pt x="2248382" y="1076731"/>
                </a:lnTo>
                <a:lnTo>
                  <a:pt x="2242540" y="1080185"/>
                </a:lnTo>
                <a:lnTo>
                  <a:pt x="2235670" y="1080617"/>
                </a:lnTo>
                <a:lnTo>
                  <a:pt x="2229269" y="1078547"/>
                </a:lnTo>
                <a:lnTo>
                  <a:pt x="2007323" y="1105357"/>
                </a:lnTo>
                <a:lnTo>
                  <a:pt x="1811705" y="1122006"/>
                </a:lnTo>
                <a:lnTo>
                  <a:pt x="1785416" y="1121486"/>
                </a:lnTo>
                <a:lnTo>
                  <a:pt x="1759737" y="1119835"/>
                </a:lnTo>
                <a:lnTo>
                  <a:pt x="1708759" y="1120648"/>
                </a:lnTo>
                <a:lnTo>
                  <a:pt x="1608467" y="1114818"/>
                </a:lnTo>
                <a:lnTo>
                  <a:pt x="1558366" y="1110589"/>
                </a:lnTo>
                <a:lnTo>
                  <a:pt x="1508429" y="1105077"/>
                </a:lnTo>
                <a:lnTo>
                  <a:pt x="1409420" y="1088974"/>
                </a:lnTo>
                <a:lnTo>
                  <a:pt x="1311021" y="1067739"/>
                </a:lnTo>
                <a:lnTo>
                  <a:pt x="1262227" y="1054582"/>
                </a:lnTo>
                <a:lnTo>
                  <a:pt x="1218857" y="1041844"/>
                </a:lnTo>
                <a:lnTo>
                  <a:pt x="1175105" y="1030325"/>
                </a:lnTo>
                <a:lnTo>
                  <a:pt x="1132128" y="1016381"/>
                </a:lnTo>
                <a:lnTo>
                  <a:pt x="1088758" y="1003642"/>
                </a:lnTo>
                <a:lnTo>
                  <a:pt x="1086408" y="1001547"/>
                </a:lnTo>
                <a:lnTo>
                  <a:pt x="1081722" y="997356"/>
                </a:lnTo>
                <a:lnTo>
                  <a:pt x="1065047" y="991946"/>
                </a:lnTo>
                <a:lnTo>
                  <a:pt x="1055827" y="991628"/>
                </a:lnTo>
                <a:lnTo>
                  <a:pt x="1051433" y="987539"/>
                </a:lnTo>
                <a:lnTo>
                  <a:pt x="1049235" y="985481"/>
                </a:lnTo>
                <a:lnTo>
                  <a:pt x="1041336" y="982929"/>
                </a:lnTo>
                <a:lnTo>
                  <a:pt x="1024902" y="978928"/>
                </a:lnTo>
                <a:lnTo>
                  <a:pt x="1018540" y="974191"/>
                </a:lnTo>
                <a:lnTo>
                  <a:pt x="1011567" y="970597"/>
                </a:lnTo>
                <a:lnTo>
                  <a:pt x="1004062" y="968159"/>
                </a:lnTo>
                <a:lnTo>
                  <a:pt x="996162" y="966939"/>
                </a:lnTo>
                <a:lnTo>
                  <a:pt x="994016" y="963574"/>
                </a:lnTo>
                <a:lnTo>
                  <a:pt x="971308" y="956208"/>
                </a:lnTo>
                <a:lnTo>
                  <a:pt x="968578" y="951318"/>
                </a:lnTo>
                <a:lnTo>
                  <a:pt x="966368" y="949261"/>
                </a:lnTo>
                <a:lnTo>
                  <a:pt x="957948" y="947864"/>
                </a:lnTo>
                <a:lnTo>
                  <a:pt x="951026" y="944283"/>
                </a:lnTo>
                <a:lnTo>
                  <a:pt x="898359" y="920521"/>
                </a:lnTo>
                <a:lnTo>
                  <a:pt x="872705" y="906856"/>
                </a:lnTo>
                <a:lnTo>
                  <a:pt x="847801" y="892111"/>
                </a:lnTo>
                <a:lnTo>
                  <a:pt x="843762" y="893470"/>
                </a:lnTo>
                <a:lnTo>
                  <a:pt x="839851" y="894867"/>
                </a:lnTo>
                <a:lnTo>
                  <a:pt x="839317" y="896035"/>
                </a:lnTo>
                <a:lnTo>
                  <a:pt x="843457" y="902716"/>
                </a:lnTo>
                <a:lnTo>
                  <a:pt x="851217" y="907897"/>
                </a:lnTo>
                <a:lnTo>
                  <a:pt x="850544" y="911694"/>
                </a:lnTo>
                <a:lnTo>
                  <a:pt x="847813" y="912139"/>
                </a:lnTo>
                <a:lnTo>
                  <a:pt x="844994" y="913892"/>
                </a:lnTo>
                <a:lnTo>
                  <a:pt x="840447" y="913752"/>
                </a:lnTo>
                <a:lnTo>
                  <a:pt x="748068" y="859751"/>
                </a:lnTo>
                <a:lnTo>
                  <a:pt x="704862" y="831049"/>
                </a:lnTo>
                <a:lnTo>
                  <a:pt x="662470" y="801281"/>
                </a:lnTo>
                <a:lnTo>
                  <a:pt x="580377" y="737260"/>
                </a:lnTo>
                <a:lnTo>
                  <a:pt x="540207" y="704215"/>
                </a:lnTo>
                <a:lnTo>
                  <a:pt x="377253" y="537857"/>
                </a:lnTo>
                <a:lnTo>
                  <a:pt x="373532" y="532866"/>
                </a:lnTo>
                <a:lnTo>
                  <a:pt x="373532" y="533996"/>
                </a:lnTo>
                <a:lnTo>
                  <a:pt x="373049" y="535165"/>
                </a:lnTo>
                <a:lnTo>
                  <a:pt x="372745" y="535063"/>
                </a:lnTo>
                <a:lnTo>
                  <a:pt x="371436" y="535978"/>
                </a:lnTo>
                <a:lnTo>
                  <a:pt x="373341" y="533920"/>
                </a:lnTo>
                <a:lnTo>
                  <a:pt x="373532" y="533996"/>
                </a:lnTo>
                <a:lnTo>
                  <a:pt x="373532" y="532866"/>
                </a:lnTo>
                <a:lnTo>
                  <a:pt x="373418" y="532612"/>
                </a:lnTo>
                <a:lnTo>
                  <a:pt x="372579" y="529666"/>
                </a:lnTo>
                <a:lnTo>
                  <a:pt x="370941" y="527799"/>
                </a:lnTo>
                <a:lnTo>
                  <a:pt x="366268" y="526288"/>
                </a:lnTo>
                <a:lnTo>
                  <a:pt x="365607" y="522071"/>
                </a:lnTo>
                <a:lnTo>
                  <a:pt x="363245" y="518629"/>
                </a:lnTo>
                <a:lnTo>
                  <a:pt x="358978" y="517245"/>
                </a:lnTo>
                <a:lnTo>
                  <a:pt x="358432" y="513067"/>
                </a:lnTo>
                <a:lnTo>
                  <a:pt x="356057" y="509625"/>
                </a:lnTo>
                <a:lnTo>
                  <a:pt x="351688" y="508203"/>
                </a:lnTo>
                <a:lnTo>
                  <a:pt x="351243" y="504050"/>
                </a:lnTo>
                <a:lnTo>
                  <a:pt x="350062" y="502335"/>
                </a:lnTo>
                <a:lnTo>
                  <a:pt x="348881" y="500621"/>
                </a:lnTo>
                <a:lnTo>
                  <a:pt x="344017" y="500380"/>
                </a:lnTo>
                <a:lnTo>
                  <a:pt x="343954" y="495020"/>
                </a:lnTo>
                <a:lnTo>
                  <a:pt x="341299" y="492823"/>
                </a:lnTo>
                <a:lnTo>
                  <a:pt x="336829" y="491375"/>
                </a:lnTo>
                <a:lnTo>
                  <a:pt x="336880" y="486041"/>
                </a:lnTo>
                <a:lnTo>
                  <a:pt x="334213" y="483844"/>
                </a:lnTo>
                <a:lnTo>
                  <a:pt x="329742" y="482396"/>
                </a:lnTo>
                <a:lnTo>
                  <a:pt x="329793" y="477075"/>
                </a:lnTo>
                <a:lnTo>
                  <a:pt x="327139" y="474878"/>
                </a:lnTo>
                <a:lnTo>
                  <a:pt x="321754" y="473138"/>
                </a:lnTo>
                <a:lnTo>
                  <a:pt x="322567" y="473392"/>
                </a:lnTo>
                <a:lnTo>
                  <a:pt x="321741" y="472033"/>
                </a:lnTo>
                <a:lnTo>
                  <a:pt x="321729" y="469036"/>
                </a:lnTo>
                <a:lnTo>
                  <a:pt x="319417" y="466140"/>
                </a:lnTo>
                <a:lnTo>
                  <a:pt x="316928" y="465467"/>
                </a:lnTo>
                <a:lnTo>
                  <a:pt x="315785" y="464515"/>
                </a:lnTo>
                <a:lnTo>
                  <a:pt x="307759" y="461911"/>
                </a:lnTo>
                <a:lnTo>
                  <a:pt x="315480" y="464413"/>
                </a:lnTo>
                <a:lnTo>
                  <a:pt x="315620" y="459117"/>
                </a:lnTo>
                <a:lnTo>
                  <a:pt x="313169" y="456996"/>
                </a:lnTo>
                <a:lnTo>
                  <a:pt x="308394" y="455447"/>
                </a:lnTo>
                <a:lnTo>
                  <a:pt x="308546" y="450151"/>
                </a:lnTo>
                <a:lnTo>
                  <a:pt x="306476" y="446811"/>
                </a:lnTo>
                <a:lnTo>
                  <a:pt x="301701" y="445262"/>
                </a:lnTo>
                <a:lnTo>
                  <a:pt x="301561" y="441210"/>
                </a:lnTo>
                <a:lnTo>
                  <a:pt x="299402" y="437832"/>
                </a:lnTo>
                <a:lnTo>
                  <a:pt x="294728" y="436321"/>
                </a:lnTo>
                <a:lnTo>
                  <a:pt x="294970" y="431063"/>
                </a:lnTo>
                <a:lnTo>
                  <a:pt x="293890" y="429374"/>
                </a:lnTo>
                <a:lnTo>
                  <a:pt x="287947" y="427443"/>
                </a:lnTo>
                <a:lnTo>
                  <a:pt x="287985" y="422122"/>
                </a:lnTo>
                <a:lnTo>
                  <a:pt x="285432" y="419950"/>
                </a:lnTo>
                <a:lnTo>
                  <a:pt x="283248" y="419252"/>
                </a:lnTo>
                <a:lnTo>
                  <a:pt x="283248" y="460629"/>
                </a:lnTo>
                <a:lnTo>
                  <a:pt x="282219" y="458965"/>
                </a:lnTo>
                <a:lnTo>
                  <a:pt x="281889" y="457530"/>
                </a:lnTo>
                <a:lnTo>
                  <a:pt x="282930" y="459193"/>
                </a:lnTo>
                <a:lnTo>
                  <a:pt x="283248" y="460629"/>
                </a:lnTo>
                <a:lnTo>
                  <a:pt x="283248" y="419252"/>
                </a:lnTo>
                <a:lnTo>
                  <a:pt x="280962" y="418503"/>
                </a:lnTo>
                <a:lnTo>
                  <a:pt x="223799" y="329196"/>
                </a:lnTo>
                <a:lnTo>
                  <a:pt x="213918" y="319316"/>
                </a:lnTo>
                <a:lnTo>
                  <a:pt x="205790" y="308673"/>
                </a:lnTo>
                <a:lnTo>
                  <a:pt x="198767" y="297053"/>
                </a:lnTo>
                <a:lnTo>
                  <a:pt x="192239" y="284251"/>
                </a:lnTo>
                <a:lnTo>
                  <a:pt x="193141" y="283210"/>
                </a:lnTo>
                <a:lnTo>
                  <a:pt x="194830" y="281089"/>
                </a:lnTo>
                <a:lnTo>
                  <a:pt x="198856" y="278384"/>
                </a:lnTo>
                <a:lnTo>
                  <a:pt x="201485" y="277901"/>
                </a:lnTo>
                <a:lnTo>
                  <a:pt x="204927" y="277685"/>
                </a:lnTo>
                <a:lnTo>
                  <a:pt x="200621" y="268274"/>
                </a:lnTo>
                <a:lnTo>
                  <a:pt x="196075" y="258787"/>
                </a:lnTo>
                <a:lnTo>
                  <a:pt x="190398" y="250266"/>
                </a:lnTo>
                <a:lnTo>
                  <a:pt x="183070" y="242557"/>
                </a:lnTo>
                <a:lnTo>
                  <a:pt x="179400" y="240030"/>
                </a:lnTo>
                <a:lnTo>
                  <a:pt x="176428" y="236397"/>
                </a:lnTo>
                <a:lnTo>
                  <a:pt x="174269" y="233019"/>
                </a:lnTo>
                <a:lnTo>
                  <a:pt x="165531" y="230187"/>
                </a:lnTo>
                <a:lnTo>
                  <a:pt x="165620" y="228879"/>
                </a:lnTo>
                <a:lnTo>
                  <a:pt x="167335" y="229450"/>
                </a:lnTo>
                <a:lnTo>
                  <a:pt x="166243" y="230416"/>
                </a:lnTo>
                <a:lnTo>
                  <a:pt x="174269" y="233019"/>
                </a:lnTo>
                <a:lnTo>
                  <a:pt x="180200" y="238950"/>
                </a:lnTo>
                <a:lnTo>
                  <a:pt x="183070" y="242557"/>
                </a:lnTo>
                <a:lnTo>
                  <a:pt x="182410" y="236994"/>
                </a:lnTo>
                <a:lnTo>
                  <a:pt x="180657" y="233756"/>
                </a:lnTo>
                <a:lnTo>
                  <a:pt x="175488" y="233413"/>
                </a:lnTo>
                <a:lnTo>
                  <a:pt x="175704" y="232156"/>
                </a:lnTo>
                <a:lnTo>
                  <a:pt x="176618" y="225780"/>
                </a:lnTo>
                <a:lnTo>
                  <a:pt x="173621" y="220802"/>
                </a:lnTo>
                <a:lnTo>
                  <a:pt x="168313" y="216408"/>
                </a:lnTo>
                <a:lnTo>
                  <a:pt x="168783" y="212547"/>
                </a:lnTo>
                <a:lnTo>
                  <a:pt x="167716" y="208203"/>
                </a:lnTo>
                <a:lnTo>
                  <a:pt x="163144" y="206717"/>
                </a:lnTo>
                <a:lnTo>
                  <a:pt x="162953" y="202653"/>
                </a:lnTo>
                <a:lnTo>
                  <a:pt x="159867" y="201663"/>
                </a:lnTo>
                <a:lnTo>
                  <a:pt x="162496" y="202501"/>
                </a:lnTo>
                <a:lnTo>
                  <a:pt x="161226" y="198081"/>
                </a:lnTo>
                <a:lnTo>
                  <a:pt x="156845" y="195326"/>
                </a:lnTo>
                <a:lnTo>
                  <a:pt x="156629" y="193929"/>
                </a:lnTo>
                <a:lnTo>
                  <a:pt x="156286" y="193192"/>
                </a:lnTo>
                <a:lnTo>
                  <a:pt x="156286" y="200494"/>
                </a:lnTo>
                <a:lnTo>
                  <a:pt x="155778" y="198983"/>
                </a:lnTo>
                <a:lnTo>
                  <a:pt x="156044" y="196405"/>
                </a:lnTo>
                <a:lnTo>
                  <a:pt x="155981" y="199047"/>
                </a:lnTo>
                <a:lnTo>
                  <a:pt x="156286" y="200494"/>
                </a:lnTo>
                <a:lnTo>
                  <a:pt x="156286" y="193192"/>
                </a:lnTo>
                <a:lnTo>
                  <a:pt x="155905" y="192354"/>
                </a:lnTo>
                <a:lnTo>
                  <a:pt x="154063" y="190423"/>
                </a:lnTo>
                <a:lnTo>
                  <a:pt x="151180" y="180136"/>
                </a:lnTo>
                <a:lnTo>
                  <a:pt x="147154" y="170827"/>
                </a:lnTo>
                <a:lnTo>
                  <a:pt x="142341" y="161251"/>
                </a:lnTo>
                <a:lnTo>
                  <a:pt x="135940" y="153835"/>
                </a:lnTo>
                <a:lnTo>
                  <a:pt x="133845" y="146481"/>
                </a:lnTo>
                <a:lnTo>
                  <a:pt x="131064" y="140233"/>
                </a:lnTo>
                <a:lnTo>
                  <a:pt x="127635" y="133781"/>
                </a:lnTo>
                <a:lnTo>
                  <a:pt x="123202" y="127000"/>
                </a:lnTo>
                <a:lnTo>
                  <a:pt x="109461" y="122555"/>
                </a:lnTo>
                <a:lnTo>
                  <a:pt x="122936" y="126911"/>
                </a:lnTo>
                <a:lnTo>
                  <a:pt x="123050" y="125615"/>
                </a:lnTo>
                <a:lnTo>
                  <a:pt x="123532" y="120434"/>
                </a:lnTo>
                <a:lnTo>
                  <a:pt x="119341" y="116408"/>
                </a:lnTo>
                <a:lnTo>
                  <a:pt x="115951" y="111302"/>
                </a:lnTo>
                <a:lnTo>
                  <a:pt x="106387" y="84162"/>
                </a:lnTo>
                <a:lnTo>
                  <a:pt x="96278" y="56857"/>
                </a:lnTo>
                <a:lnTo>
                  <a:pt x="87503" y="28638"/>
                </a:lnTo>
                <a:lnTo>
                  <a:pt x="81534" y="0"/>
                </a:lnTo>
                <a:lnTo>
                  <a:pt x="72504" y="2413"/>
                </a:lnTo>
                <a:lnTo>
                  <a:pt x="63360" y="3454"/>
                </a:lnTo>
                <a:lnTo>
                  <a:pt x="55054" y="6096"/>
                </a:lnTo>
                <a:lnTo>
                  <a:pt x="48564" y="13335"/>
                </a:lnTo>
                <a:lnTo>
                  <a:pt x="46748" y="14084"/>
                </a:lnTo>
                <a:lnTo>
                  <a:pt x="46291" y="15265"/>
                </a:lnTo>
                <a:lnTo>
                  <a:pt x="45770" y="16433"/>
                </a:lnTo>
                <a:lnTo>
                  <a:pt x="45897" y="19151"/>
                </a:lnTo>
                <a:lnTo>
                  <a:pt x="39547" y="21094"/>
                </a:lnTo>
                <a:lnTo>
                  <a:pt x="33350" y="19088"/>
                </a:lnTo>
                <a:lnTo>
                  <a:pt x="26619" y="20904"/>
                </a:lnTo>
                <a:lnTo>
                  <a:pt x="21374" y="25882"/>
                </a:lnTo>
                <a:lnTo>
                  <a:pt x="7632" y="36106"/>
                </a:lnTo>
                <a:lnTo>
                  <a:pt x="1054" y="49999"/>
                </a:lnTo>
                <a:lnTo>
                  <a:pt x="15240" y="126695"/>
                </a:lnTo>
                <a:lnTo>
                  <a:pt x="30505" y="171704"/>
                </a:lnTo>
                <a:lnTo>
                  <a:pt x="48552" y="214947"/>
                </a:lnTo>
                <a:lnTo>
                  <a:pt x="68135" y="258673"/>
                </a:lnTo>
                <a:lnTo>
                  <a:pt x="91211" y="306222"/>
                </a:lnTo>
                <a:lnTo>
                  <a:pt x="116357" y="350418"/>
                </a:lnTo>
                <a:lnTo>
                  <a:pt x="142405" y="394919"/>
                </a:lnTo>
                <a:lnTo>
                  <a:pt x="169735" y="438505"/>
                </a:lnTo>
                <a:lnTo>
                  <a:pt x="197942" y="482358"/>
                </a:lnTo>
                <a:lnTo>
                  <a:pt x="228193" y="522884"/>
                </a:lnTo>
                <a:lnTo>
                  <a:pt x="259308" y="563689"/>
                </a:lnTo>
                <a:lnTo>
                  <a:pt x="291668" y="603554"/>
                </a:lnTo>
                <a:lnTo>
                  <a:pt x="325272" y="642493"/>
                </a:lnTo>
                <a:lnTo>
                  <a:pt x="360095" y="680491"/>
                </a:lnTo>
                <a:lnTo>
                  <a:pt x="396151" y="717562"/>
                </a:lnTo>
                <a:lnTo>
                  <a:pt x="471487" y="790067"/>
                </a:lnTo>
                <a:lnTo>
                  <a:pt x="510209" y="823988"/>
                </a:lnTo>
                <a:lnTo>
                  <a:pt x="549833" y="855535"/>
                </a:lnTo>
                <a:lnTo>
                  <a:pt x="630237" y="916330"/>
                </a:lnTo>
                <a:lnTo>
                  <a:pt x="671410" y="944372"/>
                </a:lnTo>
                <a:lnTo>
                  <a:pt x="713092" y="971245"/>
                </a:lnTo>
                <a:lnTo>
                  <a:pt x="797979" y="1021473"/>
                </a:lnTo>
                <a:lnTo>
                  <a:pt x="885304" y="1065822"/>
                </a:lnTo>
                <a:lnTo>
                  <a:pt x="929919" y="1085646"/>
                </a:lnTo>
                <a:lnTo>
                  <a:pt x="975055" y="1104277"/>
                </a:lnTo>
                <a:lnTo>
                  <a:pt x="1066419" y="1139266"/>
                </a:lnTo>
                <a:lnTo>
                  <a:pt x="1113053" y="1154391"/>
                </a:lnTo>
                <a:lnTo>
                  <a:pt x="1160195" y="1168349"/>
                </a:lnTo>
                <a:lnTo>
                  <a:pt x="1207833" y="1181125"/>
                </a:lnTo>
                <a:lnTo>
                  <a:pt x="1304607" y="1203172"/>
                </a:lnTo>
                <a:lnTo>
                  <a:pt x="1353743" y="1212443"/>
                </a:lnTo>
                <a:lnTo>
                  <a:pt x="1453108" y="1228648"/>
                </a:lnTo>
                <a:lnTo>
                  <a:pt x="1552714" y="1239596"/>
                </a:lnTo>
                <a:lnTo>
                  <a:pt x="1651393" y="1243571"/>
                </a:lnTo>
                <a:lnTo>
                  <a:pt x="1749361" y="1244650"/>
                </a:lnTo>
                <a:lnTo>
                  <a:pt x="1798840" y="1241996"/>
                </a:lnTo>
                <a:lnTo>
                  <a:pt x="1821764" y="1241425"/>
                </a:lnTo>
                <a:lnTo>
                  <a:pt x="1896960" y="1236446"/>
                </a:lnTo>
                <a:lnTo>
                  <a:pt x="1994928" y="1228166"/>
                </a:lnTo>
                <a:lnTo>
                  <a:pt x="2044039" y="1222743"/>
                </a:lnTo>
                <a:lnTo>
                  <a:pt x="2149500" y="1208887"/>
                </a:lnTo>
                <a:lnTo>
                  <a:pt x="2202192" y="1200607"/>
                </a:lnTo>
                <a:lnTo>
                  <a:pt x="2306891" y="1185176"/>
                </a:lnTo>
                <a:lnTo>
                  <a:pt x="2359520" y="1176870"/>
                </a:lnTo>
                <a:lnTo>
                  <a:pt x="2363241" y="1174076"/>
                </a:lnTo>
                <a:lnTo>
                  <a:pt x="2366454" y="1172451"/>
                </a:lnTo>
                <a:lnTo>
                  <a:pt x="2370175" y="1169644"/>
                </a:lnTo>
                <a:lnTo>
                  <a:pt x="2374646" y="1171105"/>
                </a:lnTo>
                <a:lnTo>
                  <a:pt x="2380018" y="1171511"/>
                </a:lnTo>
                <a:lnTo>
                  <a:pt x="2383282" y="1173899"/>
                </a:lnTo>
                <a:lnTo>
                  <a:pt x="2385441" y="1177277"/>
                </a:lnTo>
                <a:lnTo>
                  <a:pt x="2382342" y="1180274"/>
                </a:lnTo>
                <a:lnTo>
                  <a:pt x="2378697" y="1180426"/>
                </a:lnTo>
                <a:lnTo>
                  <a:pt x="2355672" y="1202334"/>
                </a:lnTo>
                <a:lnTo>
                  <a:pt x="2331351" y="1221143"/>
                </a:lnTo>
                <a:lnTo>
                  <a:pt x="2279561" y="1253744"/>
                </a:lnTo>
                <a:lnTo>
                  <a:pt x="2261501" y="1265250"/>
                </a:lnTo>
                <a:lnTo>
                  <a:pt x="2244636" y="1277124"/>
                </a:lnTo>
                <a:lnTo>
                  <a:pt x="2228964" y="1290739"/>
                </a:lnTo>
                <a:lnTo>
                  <a:pt x="2214930" y="1306207"/>
                </a:lnTo>
                <a:lnTo>
                  <a:pt x="2182241" y="1331658"/>
                </a:lnTo>
                <a:lnTo>
                  <a:pt x="2163470" y="1361617"/>
                </a:lnTo>
                <a:lnTo>
                  <a:pt x="2158441" y="1396034"/>
                </a:lnTo>
                <a:lnTo>
                  <a:pt x="2167407" y="1433664"/>
                </a:lnTo>
                <a:lnTo>
                  <a:pt x="2217801" y="1427302"/>
                </a:lnTo>
                <a:lnTo>
                  <a:pt x="2265248" y="1414653"/>
                </a:lnTo>
                <a:lnTo>
                  <a:pt x="2309965" y="1397127"/>
                </a:lnTo>
                <a:lnTo>
                  <a:pt x="2352611" y="1374902"/>
                </a:lnTo>
                <a:lnTo>
                  <a:pt x="2393416" y="1349425"/>
                </a:lnTo>
                <a:lnTo>
                  <a:pt x="2433002" y="1320876"/>
                </a:lnTo>
                <a:lnTo>
                  <a:pt x="2496909" y="1270838"/>
                </a:lnTo>
                <a:lnTo>
                  <a:pt x="2522778" y="1251204"/>
                </a:lnTo>
                <a:lnTo>
                  <a:pt x="2548979" y="1231658"/>
                </a:lnTo>
                <a:lnTo>
                  <a:pt x="2554160" y="1228001"/>
                </a:lnTo>
                <a:lnTo>
                  <a:pt x="2575242" y="1212138"/>
                </a:lnTo>
                <a:lnTo>
                  <a:pt x="2600553" y="1192314"/>
                </a:lnTo>
                <a:lnTo>
                  <a:pt x="2601633" y="1191323"/>
                </a:lnTo>
                <a:lnTo>
                  <a:pt x="2610523" y="1184871"/>
                </a:lnTo>
                <a:lnTo>
                  <a:pt x="2620492" y="1177417"/>
                </a:lnTo>
                <a:lnTo>
                  <a:pt x="2639098" y="1151407"/>
                </a:lnTo>
                <a:lnTo>
                  <a:pt x="2640558" y="1121168"/>
                </a:lnTo>
                <a:close/>
              </a:path>
            </a:pathLst>
          </a:custGeom>
          <a:solidFill>
            <a:srgbClr val="DAFF6B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D0C2F5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6584508" y="2734753"/>
            <a:ext cx="9285605" cy="6523990"/>
            <a:chOff x="6584508" y="2734753"/>
            <a:chExt cx="9285605" cy="6523990"/>
          </a:xfrm>
        </p:grpSpPr>
        <p:sp>
          <p:nvSpPr>
            <p:cNvPr id="4" name="object 4"/>
            <p:cNvSpPr/>
            <p:nvPr/>
          </p:nvSpPr>
          <p:spPr>
            <a:xfrm>
              <a:off x="6584508" y="3188776"/>
              <a:ext cx="9285605" cy="6069965"/>
            </a:xfrm>
            <a:custGeom>
              <a:avLst/>
              <a:gdLst/>
              <a:ahLst/>
              <a:cxnLst/>
              <a:rect l="l" t="t" r="r" b="b"/>
              <a:pathLst>
                <a:path w="9285605" h="6069965">
                  <a:moveTo>
                    <a:pt x="9285421" y="6069524"/>
                  </a:moveTo>
                  <a:lnTo>
                    <a:pt x="0" y="6069524"/>
                  </a:lnTo>
                  <a:lnTo>
                    <a:pt x="0" y="0"/>
                  </a:lnTo>
                  <a:lnTo>
                    <a:pt x="9285421" y="0"/>
                  </a:lnTo>
                  <a:lnTo>
                    <a:pt x="9285421" y="60695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840514" y="8377733"/>
              <a:ext cx="8350250" cy="36830"/>
            </a:xfrm>
            <a:custGeom>
              <a:avLst/>
              <a:gdLst/>
              <a:ahLst/>
              <a:cxnLst/>
              <a:rect l="l" t="t" r="r" b="b"/>
              <a:pathLst>
                <a:path w="8350250" h="36829">
                  <a:moveTo>
                    <a:pt x="8330960" y="36427"/>
                  </a:moveTo>
                  <a:lnTo>
                    <a:pt x="18879" y="36427"/>
                  </a:lnTo>
                  <a:lnTo>
                    <a:pt x="4307" y="30145"/>
                  </a:lnTo>
                  <a:lnTo>
                    <a:pt x="0" y="17864"/>
                  </a:lnTo>
                  <a:lnTo>
                    <a:pt x="4320" y="5582"/>
                  </a:lnTo>
                  <a:lnTo>
                    <a:pt x="17256" y="0"/>
                  </a:lnTo>
                  <a:lnTo>
                    <a:pt x="8332581" y="0"/>
                  </a:lnTo>
                  <a:lnTo>
                    <a:pt x="8345530" y="5582"/>
                  </a:lnTo>
                  <a:lnTo>
                    <a:pt x="8349837" y="17864"/>
                  </a:lnTo>
                  <a:lnTo>
                    <a:pt x="8345517" y="30145"/>
                  </a:lnTo>
                  <a:lnTo>
                    <a:pt x="8330960" y="36427"/>
                  </a:lnTo>
                  <a:close/>
                </a:path>
              </a:pathLst>
            </a:custGeom>
            <a:solidFill>
              <a:srgbClr val="3B0A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840514" y="6939955"/>
              <a:ext cx="8350250" cy="36830"/>
            </a:xfrm>
            <a:custGeom>
              <a:avLst/>
              <a:gdLst/>
              <a:ahLst/>
              <a:cxnLst/>
              <a:rect l="l" t="t" r="r" b="b"/>
              <a:pathLst>
                <a:path w="8350250" h="36829">
                  <a:moveTo>
                    <a:pt x="8330960" y="36428"/>
                  </a:moveTo>
                  <a:lnTo>
                    <a:pt x="18879" y="36428"/>
                  </a:lnTo>
                  <a:lnTo>
                    <a:pt x="4307" y="30145"/>
                  </a:lnTo>
                  <a:lnTo>
                    <a:pt x="0" y="17864"/>
                  </a:lnTo>
                  <a:lnTo>
                    <a:pt x="4320" y="5582"/>
                  </a:lnTo>
                  <a:lnTo>
                    <a:pt x="17256" y="0"/>
                  </a:lnTo>
                  <a:lnTo>
                    <a:pt x="8332581" y="0"/>
                  </a:lnTo>
                  <a:lnTo>
                    <a:pt x="8345530" y="5582"/>
                  </a:lnTo>
                  <a:lnTo>
                    <a:pt x="8349837" y="17864"/>
                  </a:lnTo>
                  <a:lnTo>
                    <a:pt x="8345517" y="30145"/>
                  </a:lnTo>
                  <a:lnTo>
                    <a:pt x="8330960" y="36428"/>
                  </a:lnTo>
                  <a:close/>
                </a:path>
              </a:pathLst>
            </a:custGeom>
            <a:solidFill>
              <a:srgbClr val="A2BE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840514" y="5502178"/>
              <a:ext cx="8350250" cy="36830"/>
            </a:xfrm>
            <a:custGeom>
              <a:avLst/>
              <a:gdLst/>
              <a:ahLst/>
              <a:cxnLst/>
              <a:rect l="l" t="t" r="r" b="b"/>
              <a:pathLst>
                <a:path w="8350250" h="36829">
                  <a:moveTo>
                    <a:pt x="8330960" y="36428"/>
                  </a:moveTo>
                  <a:lnTo>
                    <a:pt x="18879" y="36428"/>
                  </a:lnTo>
                  <a:lnTo>
                    <a:pt x="4307" y="30145"/>
                  </a:lnTo>
                  <a:lnTo>
                    <a:pt x="0" y="17864"/>
                  </a:lnTo>
                  <a:lnTo>
                    <a:pt x="4320" y="5582"/>
                  </a:lnTo>
                  <a:lnTo>
                    <a:pt x="17256" y="0"/>
                  </a:lnTo>
                  <a:lnTo>
                    <a:pt x="8332581" y="0"/>
                  </a:lnTo>
                  <a:lnTo>
                    <a:pt x="8345530" y="5582"/>
                  </a:lnTo>
                  <a:lnTo>
                    <a:pt x="8349837" y="17864"/>
                  </a:lnTo>
                  <a:lnTo>
                    <a:pt x="8345517" y="30145"/>
                  </a:lnTo>
                  <a:lnTo>
                    <a:pt x="8330960" y="36428"/>
                  </a:lnTo>
                  <a:close/>
                </a:path>
              </a:pathLst>
            </a:custGeom>
            <a:solidFill>
              <a:srgbClr val="D0C2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415627" y="5545126"/>
              <a:ext cx="3747135" cy="1356995"/>
            </a:xfrm>
            <a:custGeom>
              <a:avLst/>
              <a:gdLst/>
              <a:ahLst/>
              <a:cxnLst/>
              <a:rect l="l" t="t" r="r" b="b"/>
              <a:pathLst>
                <a:path w="3747134" h="1356995">
                  <a:moveTo>
                    <a:pt x="3746961" y="1356823"/>
                  </a:moveTo>
                  <a:lnTo>
                    <a:pt x="0" y="1356823"/>
                  </a:lnTo>
                  <a:lnTo>
                    <a:pt x="786386" y="0"/>
                  </a:lnTo>
                  <a:lnTo>
                    <a:pt x="2960574" y="0"/>
                  </a:lnTo>
                  <a:lnTo>
                    <a:pt x="3746961" y="1356823"/>
                  </a:lnTo>
                  <a:close/>
                </a:path>
              </a:pathLst>
            </a:custGeom>
            <a:solidFill>
              <a:srgbClr val="A2BE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569948" y="6982903"/>
              <a:ext cx="5438140" cy="1356995"/>
            </a:xfrm>
            <a:custGeom>
              <a:avLst/>
              <a:gdLst/>
              <a:ahLst/>
              <a:cxnLst/>
              <a:rect l="l" t="t" r="r" b="b"/>
              <a:pathLst>
                <a:path w="5438140" h="1356995">
                  <a:moveTo>
                    <a:pt x="5437894" y="1356823"/>
                  </a:moveTo>
                  <a:lnTo>
                    <a:pt x="0" y="1356823"/>
                  </a:lnTo>
                  <a:lnTo>
                    <a:pt x="786386" y="0"/>
                  </a:lnTo>
                  <a:lnTo>
                    <a:pt x="4651929" y="0"/>
                  </a:lnTo>
                  <a:lnTo>
                    <a:pt x="5437894" y="1356092"/>
                  </a:lnTo>
                  <a:lnTo>
                    <a:pt x="5437894" y="1356823"/>
                  </a:lnTo>
                  <a:close/>
                </a:path>
              </a:pathLst>
            </a:custGeom>
            <a:solidFill>
              <a:srgbClr val="3B0A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260140" y="3629011"/>
              <a:ext cx="3089910" cy="4422775"/>
            </a:xfrm>
            <a:custGeom>
              <a:avLst/>
              <a:gdLst/>
              <a:ahLst/>
              <a:cxnLst/>
              <a:rect l="l" t="t" r="r" b="b"/>
              <a:pathLst>
                <a:path w="3089909" h="4422775">
                  <a:moveTo>
                    <a:pt x="317119" y="4156138"/>
                  </a:moveTo>
                  <a:lnTo>
                    <a:pt x="316153" y="4148861"/>
                  </a:lnTo>
                  <a:lnTo>
                    <a:pt x="313423" y="4143756"/>
                  </a:lnTo>
                  <a:lnTo>
                    <a:pt x="309168" y="4141584"/>
                  </a:lnTo>
                  <a:lnTo>
                    <a:pt x="300913" y="4140936"/>
                  </a:lnTo>
                  <a:lnTo>
                    <a:pt x="286562" y="4139641"/>
                  </a:lnTo>
                  <a:lnTo>
                    <a:pt x="274688" y="4138765"/>
                  </a:lnTo>
                  <a:lnTo>
                    <a:pt x="260654" y="4137241"/>
                  </a:lnTo>
                  <a:lnTo>
                    <a:pt x="244830" y="4136275"/>
                  </a:lnTo>
                  <a:lnTo>
                    <a:pt x="188849" y="4139488"/>
                  </a:lnTo>
                  <a:lnTo>
                    <a:pt x="146329" y="4143311"/>
                  </a:lnTo>
                  <a:lnTo>
                    <a:pt x="100418" y="4151109"/>
                  </a:lnTo>
                  <a:lnTo>
                    <a:pt x="51511" y="4165447"/>
                  </a:lnTo>
                  <a:lnTo>
                    <a:pt x="15290" y="4209135"/>
                  </a:lnTo>
                  <a:lnTo>
                    <a:pt x="4445" y="4256468"/>
                  </a:lnTo>
                  <a:lnTo>
                    <a:pt x="622" y="4299636"/>
                  </a:lnTo>
                  <a:lnTo>
                    <a:pt x="571" y="4301541"/>
                  </a:lnTo>
                  <a:lnTo>
                    <a:pt x="50" y="4319511"/>
                  </a:lnTo>
                  <a:lnTo>
                    <a:pt x="927" y="4370209"/>
                  </a:lnTo>
                  <a:lnTo>
                    <a:pt x="3695" y="4410862"/>
                  </a:lnTo>
                  <a:lnTo>
                    <a:pt x="10134" y="4422076"/>
                  </a:lnTo>
                  <a:lnTo>
                    <a:pt x="16713" y="4421390"/>
                  </a:lnTo>
                  <a:lnTo>
                    <a:pt x="23418" y="4420781"/>
                  </a:lnTo>
                  <a:lnTo>
                    <a:pt x="28625" y="4417847"/>
                  </a:lnTo>
                  <a:lnTo>
                    <a:pt x="28130" y="4409198"/>
                  </a:lnTo>
                  <a:lnTo>
                    <a:pt x="27508" y="4393654"/>
                  </a:lnTo>
                  <a:lnTo>
                    <a:pt x="27571" y="4338002"/>
                  </a:lnTo>
                  <a:lnTo>
                    <a:pt x="31864" y="4281754"/>
                  </a:lnTo>
                  <a:lnTo>
                    <a:pt x="39471" y="4241114"/>
                  </a:lnTo>
                  <a:lnTo>
                    <a:pt x="55181" y="4205694"/>
                  </a:lnTo>
                  <a:lnTo>
                    <a:pt x="107645" y="4187101"/>
                  </a:lnTo>
                  <a:lnTo>
                    <a:pt x="150291" y="4181957"/>
                  </a:lnTo>
                  <a:lnTo>
                    <a:pt x="191503" y="4179798"/>
                  </a:lnTo>
                  <a:lnTo>
                    <a:pt x="243827" y="4179112"/>
                  </a:lnTo>
                  <a:lnTo>
                    <a:pt x="257987" y="4180624"/>
                  </a:lnTo>
                  <a:lnTo>
                    <a:pt x="270268" y="4182567"/>
                  </a:lnTo>
                  <a:lnTo>
                    <a:pt x="280758" y="4183773"/>
                  </a:lnTo>
                  <a:lnTo>
                    <a:pt x="293357" y="4185374"/>
                  </a:lnTo>
                  <a:lnTo>
                    <a:pt x="300570" y="4186136"/>
                  </a:lnTo>
                  <a:lnTo>
                    <a:pt x="301117" y="4186136"/>
                  </a:lnTo>
                  <a:lnTo>
                    <a:pt x="316115" y="4164850"/>
                  </a:lnTo>
                  <a:lnTo>
                    <a:pt x="317119" y="4156138"/>
                  </a:lnTo>
                  <a:close/>
                </a:path>
                <a:path w="3089909" h="4422775">
                  <a:moveTo>
                    <a:pt x="369989" y="3918064"/>
                  </a:moveTo>
                  <a:lnTo>
                    <a:pt x="364464" y="3878643"/>
                  </a:lnTo>
                  <a:lnTo>
                    <a:pt x="350227" y="3839019"/>
                  </a:lnTo>
                  <a:lnTo>
                    <a:pt x="324459" y="3801465"/>
                  </a:lnTo>
                  <a:lnTo>
                    <a:pt x="285369" y="3774300"/>
                  </a:lnTo>
                  <a:lnTo>
                    <a:pt x="238836" y="3762908"/>
                  </a:lnTo>
                  <a:lnTo>
                    <a:pt x="227114" y="3762438"/>
                  </a:lnTo>
                  <a:lnTo>
                    <a:pt x="181800" y="3765004"/>
                  </a:lnTo>
                  <a:lnTo>
                    <a:pt x="123901" y="3780358"/>
                  </a:lnTo>
                  <a:lnTo>
                    <a:pt x="85051" y="3810254"/>
                  </a:lnTo>
                  <a:lnTo>
                    <a:pt x="60896" y="3851491"/>
                  </a:lnTo>
                  <a:lnTo>
                    <a:pt x="50088" y="3895623"/>
                  </a:lnTo>
                  <a:lnTo>
                    <a:pt x="48171" y="3917404"/>
                  </a:lnTo>
                  <a:lnTo>
                    <a:pt x="49733" y="3960304"/>
                  </a:lnTo>
                  <a:lnTo>
                    <a:pt x="60693" y="4000208"/>
                  </a:lnTo>
                  <a:lnTo>
                    <a:pt x="79260" y="4034980"/>
                  </a:lnTo>
                  <a:lnTo>
                    <a:pt x="131038" y="4082669"/>
                  </a:lnTo>
                  <a:lnTo>
                    <a:pt x="185293" y="4101147"/>
                  </a:lnTo>
                  <a:lnTo>
                    <a:pt x="208026" y="4102519"/>
                  </a:lnTo>
                  <a:lnTo>
                    <a:pt x="226352" y="4101033"/>
                  </a:lnTo>
                  <a:lnTo>
                    <a:pt x="256159" y="4077284"/>
                  </a:lnTo>
                  <a:lnTo>
                    <a:pt x="242265" y="4077081"/>
                  </a:lnTo>
                  <a:lnTo>
                    <a:pt x="235178" y="4078795"/>
                  </a:lnTo>
                  <a:lnTo>
                    <a:pt x="223659" y="4080599"/>
                  </a:lnTo>
                  <a:lnTo>
                    <a:pt x="207886" y="4081627"/>
                  </a:lnTo>
                  <a:lnTo>
                    <a:pt x="188404" y="4080052"/>
                  </a:lnTo>
                  <a:lnTo>
                    <a:pt x="142367" y="4063415"/>
                  </a:lnTo>
                  <a:lnTo>
                    <a:pt x="98704" y="4021569"/>
                  </a:lnTo>
                  <a:lnTo>
                    <a:pt x="74523" y="3956761"/>
                  </a:lnTo>
                  <a:lnTo>
                    <a:pt x="73888" y="3918775"/>
                  </a:lnTo>
                  <a:lnTo>
                    <a:pt x="79743" y="3879850"/>
                  </a:lnTo>
                  <a:lnTo>
                    <a:pt x="94907" y="3844086"/>
                  </a:lnTo>
                  <a:lnTo>
                    <a:pt x="154787" y="3799459"/>
                  </a:lnTo>
                  <a:lnTo>
                    <a:pt x="194932" y="3793756"/>
                  </a:lnTo>
                  <a:lnTo>
                    <a:pt x="216128" y="3793134"/>
                  </a:lnTo>
                  <a:lnTo>
                    <a:pt x="236181" y="3793464"/>
                  </a:lnTo>
                  <a:lnTo>
                    <a:pt x="287921" y="3812019"/>
                  </a:lnTo>
                  <a:lnTo>
                    <a:pt x="320459" y="3853091"/>
                  </a:lnTo>
                  <a:lnTo>
                    <a:pt x="335661" y="3920020"/>
                  </a:lnTo>
                  <a:lnTo>
                    <a:pt x="334708" y="3951325"/>
                  </a:lnTo>
                  <a:lnTo>
                    <a:pt x="318985" y="4002290"/>
                  </a:lnTo>
                  <a:lnTo>
                    <a:pt x="295605" y="4034650"/>
                  </a:lnTo>
                  <a:lnTo>
                    <a:pt x="275031" y="4051681"/>
                  </a:lnTo>
                  <a:lnTo>
                    <a:pt x="267335" y="4056824"/>
                  </a:lnTo>
                  <a:lnTo>
                    <a:pt x="261683" y="4061307"/>
                  </a:lnTo>
                  <a:lnTo>
                    <a:pt x="258089" y="4067657"/>
                  </a:lnTo>
                  <a:lnTo>
                    <a:pt x="256857" y="4075023"/>
                  </a:lnTo>
                  <a:lnTo>
                    <a:pt x="258267" y="4082542"/>
                  </a:lnTo>
                  <a:lnTo>
                    <a:pt x="262597" y="4088587"/>
                  </a:lnTo>
                  <a:lnTo>
                    <a:pt x="269443" y="4091889"/>
                  </a:lnTo>
                  <a:lnTo>
                    <a:pt x="277825" y="4092194"/>
                  </a:lnTo>
                  <a:lnTo>
                    <a:pt x="286816" y="4089235"/>
                  </a:lnTo>
                  <a:lnTo>
                    <a:pt x="296379" y="4082783"/>
                  </a:lnTo>
                  <a:lnTo>
                    <a:pt x="322351" y="4060380"/>
                  </a:lnTo>
                  <a:lnTo>
                    <a:pt x="351256" y="4018877"/>
                  </a:lnTo>
                  <a:lnTo>
                    <a:pt x="369633" y="3955059"/>
                  </a:lnTo>
                  <a:lnTo>
                    <a:pt x="369989" y="3918064"/>
                  </a:lnTo>
                  <a:close/>
                </a:path>
                <a:path w="3089909" h="4422775">
                  <a:moveTo>
                    <a:pt x="764603" y="3863657"/>
                  </a:moveTo>
                  <a:lnTo>
                    <a:pt x="764578" y="3861752"/>
                  </a:lnTo>
                  <a:lnTo>
                    <a:pt x="763854" y="3815054"/>
                  </a:lnTo>
                  <a:lnTo>
                    <a:pt x="754214" y="3770007"/>
                  </a:lnTo>
                  <a:lnTo>
                    <a:pt x="739673" y="3736759"/>
                  </a:lnTo>
                  <a:lnTo>
                    <a:pt x="739673" y="3861752"/>
                  </a:lnTo>
                  <a:lnTo>
                    <a:pt x="730821" y="3905974"/>
                  </a:lnTo>
                  <a:lnTo>
                    <a:pt x="710628" y="3947617"/>
                  </a:lnTo>
                  <a:lnTo>
                    <a:pt x="678865" y="3982847"/>
                  </a:lnTo>
                  <a:lnTo>
                    <a:pt x="638352" y="4007789"/>
                  </a:lnTo>
                  <a:lnTo>
                    <a:pt x="591908" y="4018534"/>
                  </a:lnTo>
                  <a:lnTo>
                    <a:pt x="544563" y="4014901"/>
                  </a:lnTo>
                  <a:lnTo>
                    <a:pt x="501357" y="3996283"/>
                  </a:lnTo>
                  <a:lnTo>
                    <a:pt x="465645" y="3966159"/>
                  </a:lnTo>
                  <a:lnTo>
                    <a:pt x="440766" y="3928033"/>
                  </a:lnTo>
                  <a:lnTo>
                    <a:pt x="426135" y="3886466"/>
                  </a:lnTo>
                  <a:lnTo>
                    <a:pt x="422325" y="3843909"/>
                  </a:lnTo>
                  <a:lnTo>
                    <a:pt x="426707" y="3803294"/>
                  </a:lnTo>
                  <a:lnTo>
                    <a:pt x="452094" y="3736898"/>
                  </a:lnTo>
                  <a:lnTo>
                    <a:pt x="493318" y="3700195"/>
                  </a:lnTo>
                  <a:lnTo>
                    <a:pt x="531114" y="3685946"/>
                  </a:lnTo>
                  <a:lnTo>
                    <a:pt x="553313" y="3683304"/>
                  </a:lnTo>
                  <a:lnTo>
                    <a:pt x="557161" y="3682835"/>
                  </a:lnTo>
                  <a:lnTo>
                    <a:pt x="556679" y="3682835"/>
                  </a:lnTo>
                  <a:lnTo>
                    <a:pt x="565365" y="3681869"/>
                  </a:lnTo>
                  <a:lnTo>
                    <a:pt x="571500" y="3676434"/>
                  </a:lnTo>
                  <a:lnTo>
                    <a:pt x="575386" y="3670033"/>
                  </a:lnTo>
                  <a:lnTo>
                    <a:pt x="576935" y="3670554"/>
                  </a:lnTo>
                  <a:lnTo>
                    <a:pt x="578243" y="3671519"/>
                  </a:lnTo>
                  <a:lnTo>
                    <a:pt x="579856" y="3671519"/>
                  </a:lnTo>
                  <a:lnTo>
                    <a:pt x="583031" y="3671697"/>
                  </a:lnTo>
                  <a:lnTo>
                    <a:pt x="592061" y="3671125"/>
                  </a:lnTo>
                  <a:lnTo>
                    <a:pt x="606386" y="3671519"/>
                  </a:lnTo>
                  <a:lnTo>
                    <a:pt x="648296" y="3680079"/>
                  </a:lnTo>
                  <a:lnTo>
                    <a:pt x="696341" y="3713353"/>
                  </a:lnTo>
                  <a:lnTo>
                    <a:pt x="731685" y="3776865"/>
                  </a:lnTo>
                  <a:lnTo>
                    <a:pt x="739635" y="3817836"/>
                  </a:lnTo>
                  <a:lnTo>
                    <a:pt x="739673" y="3861752"/>
                  </a:lnTo>
                  <a:lnTo>
                    <a:pt x="739673" y="3736759"/>
                  </a:lnTo>
                  <a:lnTo>
                    <a:pt x="712660" y="3697998"/>
                  </a:lnTo>
                  <a:lnTo>
                    <a:pt x="677646" y="3671125"/>
                  </a:lnTo>
                  <a:lnTo>
                    <a:pt x="675487" y="3670033"/>
                  </a:lnTo>
                  <a:lnTo>
                    <a:pt x="655739" y="3660025"/>
                  </a:lnTo>
                  <a:lnTo>
                    <a:pt x="629373" y="3654056"/>
                  </a:lnTo>
                  <a:lnTo>
                    <a:pt x="621004" y="3652863"/>
                  </a:lnTo>
                  <a:lnTo>
                    <a:pt x="608012" y="3650996"/>
                  </a:lnTo>
                  <a:lnTo>
                    <a:pt x="592150" y="3650754"/>
                  </a:lnTo>
                  <a:lnTo>
                    <a:pt x="583692" y="3651377"/>
                  </a:lnTo>
                  <a:lnTo>
                    <a:pt x="576961" y="3651377"/>
                  </a:lnTo>
                  <a:lnTo>
                    <a:pt x="575729" y="3652380"/>
                  </a:lnTo>
                  <a:lnTo>
                    <a:pt x="574103" y="3652863"/>
                  </a:lnTo>
                  <a:lnTo>
                    <a:pt x="569328" y="3647833"/>
                  </a:lnTo>
                  <a:lnTo>
                    <a:pt x="562127" y="3644087"/>
                  </a:lnTo>
                  <a:lnTo>
                    <a:pt x="552069" y="3645255"/>
                  </a:lnTo>
                  <a:lnTo>
                    <a:pt x="548614" y="3645776"/>
                  </a:lnTo>
                  <a:lnTo>
                    <a:pt x="538518" y="3646538"/>
                  </a:lnTo>
                  <a:lnTo>
                    <a:pt x="500862" y="3656888"/>
                  </a:lnTo>
                  <a:lnTo>
                    <a:pt x="447560" y="3688169"/>
                  </a:lnTo>
                  <a:lnTo>
                    <a:pt x="403987" y="3754285"/>
                  </a:lnTo>
                  <a:lnTo>
                    <a:pt x="392823" y="3796931"/>
                  </a:lnTo>
                  <a:lnTo>
                    <a:pt x="388505" y="3843909"/>
                  </a:lnTo>
                  <a:lnTo>
                    <a:pt x="393915" y="3893096"/>
                  </a:lnTo>
                  <a:lnTo>
                    <a:pt x="411924" y="3942410"/>
                  </a:lnTo>
                  <a:lnTo>
                    <a:pt x="434949" y="3978821"/>
                  </a:lnTo>
                  <a:lnTo>
                    <a:pt x="466813" y="4009707"/>
                  </a:lnTo>
                  <a:lnTo>
                    <a:pt x="505409" y="4032885"/>
                  </a:lnTo>
                  <a:lnTo>
                    <a:pt x="548614" y="4046194"/>
                  </a:lnTo>
                  <a:lnTo>
                    <a:pt x="594309" y="4047452"/>
                  </a:lnTo>
                  <a:lnTo>
                    <a:pt x="638962" y="4037914"/>
                  </a:lnTo>
                  <a:lnTo>
                    <a:pt x="676567" y="4018534"/>
                  </a:lnTo>
                  <a:lnTo>
                    <a:pt x="678865" y="4017353"/>
                  </a:lnTo>
                  <a:lnTo>
                    <a:pt x="712558" y="3988219"/>
                  </a:lnTo>
                  <a:lnTo>
                    <a:pt x="738543" y="3952964"/>
                  </a:lnTo>
                  <a:lnTo>
                    <a:pt x="755319" y="3914051"/>
                  </a:lnTo>
                  <a:lnTo>
                    <a:pt x="764603" y="3863657"/>
                  </a:lnTo>
                  <a:close/>
                </a:path>
                <a:path w="3089909" h="4422775">
                  <a:moveTo>
                    <a:pt x="824357" y="4400524"/>
                  </a:moveTo>
                  <a:lnTo>
                    <a:pt x="824268" y="4360608"/>
                  </a:lnTo>
                  <a:lnTo>
                    <a:pt x="822972" y="4314380"/>
                  </a:lnTo>
                  <a:lnTo>
                    <a:pt x="819759" y="4253928"/>
                  </a:lnTo>
                  <a:lnTo>
                    <a:pt x="812571" y="4200156"/>
                  </a:lnTo>
                  <a:lnTo>
                    <a:pt x="801128" y="4160443"/>
                  </a:lnTo>
                  <a:lnTo>
                    <a:pt x="771588" y="4121086"/>
                  </a:lnTo>
                  <a:lnTo>
                    <a:pt x="706462" y="4096728"/>
                  </a:lnTo>
                  <a:lnTo>
                    <a:pt x="662305" y="4090924"/>
                  </a:lnTo>
                  <a:lnTo>
                    <a:pt x="617905" y="4089616"/>
                  </a:lnTo>
                  <a:lnTo>
                    <a:pt x="573506" y="4090720"/>
                  </a:lnTo>
                  <a:lnTo>
                    <a:pt x="529310" y="4094251"/>
                  </a:lnTo>
                  <a:lnTo>
                    <a:pt x="485851" y="4099382"/>
                  </a:lnTo>
                  <a:lnTo>
                    <a:pt x="442912" y="4107472"/>
                  </a:lnTo>
                  <a:lnTo>
                    <a:pt x="400265" y="4119842"/>
                  </a:lnTo>
                  <a:lnTo>
                    <a:pt x="364604" y="4152950"/>
                  </a:lnTo>
                  <a:lnTo>
                    <a:pt x="349542" y="4192486"/>
                  </a:lnTo>
                  <a:lnTo>
                    <a:pt x="338747" y="4264469"/>
                  </a:lnTo>
                  <a:lnTo>
                    <a:pt x="336854" y="4324858"/>
                  </a:lnTo>
                  <a:lnTo>
                    <a:pt x="337756" y="4371200"/>
                  </a:lnTo>
                  <a:lnTo>
                    <a:pt x="341198" y="4417504"/>
                  </a:lnTo>
                  <a:lnTo>
                    <a:pt x="346913" y="4422038"/>
                  </a:lnTo>
                  <a:lnTo>
                    <a:pt x="360121" y="4420844"/>
                  </a:lnTo>
                  <a:lnTo>
                    <a:pt x="365201" y="4415752"/>
                  </a:lnTo>
                  <a:lnTo>
                    <a:pt x="364032" y="4399292"/>
                  </a:lnTo>
                  <a:lnTo>
                    <a:pt x="362864" y="4370146"/>
                  </a:lnTo>
                  <a:lnTo>
                    <a:pt x="363004" y="4325023"/>
                  </a:lnTo>
                  <a:lnTo>
                    <a:pt x="366179" y="4266755"/>
                  </a:lnTo>
                  <a:lnTo>
                    <a:pt x="373570" y="4217213"/>
                  </a:lnTo>
                  <a:lnTo>
                    <a:pt x="390601" y="4168241"/>
                  </a:lnTo>
                  <a:lnTo>
                    <a:pt x="449516" y="4138739"/>
                  </a:lnTo>
                  <a:lnTo>
                    <a:pt x="490105" y="4132148"/>
                  </a:lnTo>
                  <a:lnTo>
                    <a:pt x="532485" y="4127982"/>
                  </a:lnTo>
                  <a:lnTo>
                    <a:pt x="574929" y="4125582"/>
                  </a:lnTo>
                  <a:lnTo>
                    <a:pt x="617308" y="4125417"/>
                  </a:lnTo>
                  <a:lnTo>
                    <a:pt x="659244" y="4127754"/>
                  </a:lnTo>
                  <a:lnTo>
                    <a:pt x="698919" y="4133761"/>
                  </a:lnTo>
                  <a:lnTo>
                    <a:pt x="757148" y="4162336"/>
                  </a:lnTo>
                  <a:lnTo>
                    <a:pt x="774598" y="4224807"/>
                  </a:lnTo>
                  <a:lnTo>
                    <a:pt x="779475" y="4315206"/>
                  </a:lnTo>
                  <a:lnTo>
                    <a:pt x="779703" y="4360507"/>
                  </a:lnTo>
                  <a:lnTo>
                    <a:pt x="778891" y="4400893"/>
                  </a:lnTo>
                  <a:lnTo>
                    <a:pt x="780745" y="4409008"/>
                  </a:lnTo>
                  <a:lnTo>
                    <a:pt x="785660" y="4415599"/>
                  </a:lnTo>
                  <a:lnTo>
                    <a:pt x="792937" y="4419993"/>
                  </a:lnTo>
                  <a:lnTo>
                    <a:pt x="801814" y="4421505"/>
                  </a:lnTo>
                  <a:lnTo>
                    <a:pt x="810628" y="4419803"/>
                  </a:lnTo>
                  <a:lnTo>
                    <a:pt x="817803" y="4415294"/>
                  </a:lnTo>
                  <a:lnTo>
                    <a:pt x="822629" y="4408652"/>
                  </a:lnTo>
                  <a:lnTo>
                    <a:pt x="824357" y="4400524"/>
                  </a:lnTo>
                  <a:close/>
                </a:path>
                <a:path w="3089909" h="4422775">
                  <a:moveTo>
                    <a:pt x="1109980" y="3929265"/>
                  </a:moveTo>
                  <a:lnTo>
                    <a:pt x="1107414" y="3890543"/>
                  </a:lnTo>
                  <a:lnTo>
                    <a:pt x="1096581" y="3850995"/>
                  </a:lnTo>
                  <a:lnTo>
                    <a:pt x="1074496" y="3812375"/>
                  </a:lnTo>
                  <a:lnTo>
                    <a:pt x="1038288" y="3783177"/>
                  </a:lnTo>
                  <a:lnTo>
                    <a:pt x="993851" y="3768318"/>
                  </a:lnTo>
                  <a:lnTo>
                    <a:pt x="948626" y="3763911"/>
                  </a:lnTo>
                  <a:lnTo>
                    <a:pt x="925703" y="3763886"/>
                  </a:lnTo>
                  <a:lnTo>
                    <a:pt x="901433" y="3766540"/>
                  </a:lnTo>
                  <a:lnTo>
                    <a:pt x="855891" y="3785057"/>
                  </a:lnTo>
                  <a:lnTo>
                    <a:pt x="821016" y="3819550"/>
                  </a:lnTo>
                  <a:lnTo>
                    <a:pt x="800366" y="3861917"/>
                  </a:lnTo>
                  <a:lnTo>
                    <a:pt x="791006" y="3905910"/>
                  </a:lnTo>
                  <a:lnTo>
                    <a:pt x="789520" y="3949408"/>
                  </a:lnTo>
                  <a:lnTo>
                    <a:pt x="797509" y="3991013"/>
                  </a:lnTo>
                  <a:lnTo>
                    <a:pt x="813549" y="4028313"/>
                  </a:lnTo>
                  <a:lnTo>
                    <a:pt x="862850" y="4081957"/>
                  </a:lnTo>
                  <a:lnTo>
                    <a:pt x="917536" y="4106659"/>
                  </a:lnTo>
                  <a:lnTo>
                    <a:pt x="960716" y="4110494"/>
                  </a:lnTo>
                  <a:lnTo>
                    <a:pt x="974991" y="4109339"/>
                  </a:lnTo>
                  <a:lnTo>
                    <a:pt x="1002855" y="4082262"/>
                  </a:lnTo>
                  <a:lnTo>
                    <a:pt x="969810" y="4071899"/>
                  </a:lnTo>
                  <a:lnTo>
                    <a:pt x="943381" y="4073283"/>
                  </a:lnTo>
                  <a:lnTo>
                    <a:pt x="905294" y="4064266"/>
                  </a:lnTo>
                  <a:lnTo>
                    <a:pt x="861758" y="4034739"/>
                  </a:lnTo>
                  <a:lnTo>
                    <a:pt x="829665" y="3980954"/>
                  </a:lnTo>
                  <a:lnTo>
                    <a:pt x="822502" y="3946868"/>
                  </a:lnTo>
                  <a:lnTo>
                    <a:pt x="823099" y="3909428"/>
                  </a:lnTo>
                  <a:lnTo>
                    <a:pt x="830275" y="3871506"/>
                  </a:lnTo>
                  <a:lnTo>
                    <a:pt x="846645" y="3836835"/>
                  </a:lnTo>
                  <a:lnTo>
                    <a:pt x="907453" y="3794950"/>
                  </a:lnTo>
                  <a:lnTo>
                    <a:pt x="947508" y="3792258"/>
                  </a:lnTo>
                  <a:lnTo>
                    <a:pt x="988809" y="3795217"/>
                  </a:lnTo>
                  <a:lnTo>
                    <a:pt x="1026287" y="3806558"/>
                  </a:lnTo>
                  <a:lnTo>
                    <a:pt x="1073454" y="3860114"/>
                  </a:lnTo>
                  <a:lnTo>
                    <a:pt x="1086497" y="3929596"/>
                  </a:lnTo>
                  <a:lnTo>
                    <a:pt x="1084668" y="3961549"/>
                  </a:lnTo>
                  <a:lnTo>
                    <a:pt x="1065644" y="4013924"/>
                  </a:lnTo>
                  <a:lnTo>
                    <a:pt x="1039507" y="4047045"/>
                  </a:lnTo>
                  <a:lnTo>
                    <a:pt x="1016889" y="4064139"/>
                  </a:lnTo>
                  <a:lnTo>
                    <a:pt x="1003477" y="4070997"/>
                  </a:lnTo>
                  <a:lnTo>
                    <a:pt x="1001026" y="4077119"/>
                  </a:lnTo>
                  <a:lnTo>
                    <a:pt x="1004798" y="4087545"/>
                  </a:lnTo>
                  <a:lnTo>
                    <a:pt x="1011250" y="4089400"/>
                  </a:lnTo>
                  <a:lnTo>
                    <a:pt x="1027201" y="4081742"/>
                  </a:lnTo>
                  <a:lnTo>
                    <a:pt x="1053579" y="4062603"/>
                  </a:lnTo>
                  <a:lnTo>
                    <a:pt x="1084338" y="4025150"/>
                  </a:lnTo>
                  <a:lnTo>
                    <a:pt x="1107274" y="3965384"/>
                  </a:lnTo>
                  <a:lnTo>
                    <a:pt x="1109980" y="3929265"/>
                  </a:lnTo>
                  <a:close/>
                </a:path>
                <a:path w="3089909" h="4422775">
                  <a:moveTo>
                    <a:pt x="1151877" y="4265892"/>
                  </a:moveTo>
                  <a:lnTo>
                    <a:pt x="1140002" y="4209161"/>
                  </a:lnTo>
                  <a:lnTo>
                    <a:pt x="1103782" y="4165447"/>
                  </a:lnTo>
                  <a:lnTo>
                    <a:pt x="1054900" y="4151109"/>
                  </a:lnTo>
                  <a:lnTo>
                    <a:pt x="1009002" y="4143311"/>
                  </a:lnTo>
                  <a:lnTo>
                    <a:pt x="966457" y="4139488"/>
                  </a:lnTo>
                  <a:lnTo>
                    <a:pt x="910475" y="4136275"/>
                  </a:lnTo>
                  <a:lnTo>
                    <a:pt x="894651" y="4137241"/>
                  </a:lnTo>
                  <a:lnTo>
                    <a:pt x="845934" y="4141584"/>
                  </a:lnTo>
                  <a:lnTo>
                    <a:pt x="841730" y="4144010"/>
                  </a:lnTo>
                  <a:lnTo>
                    <a:pt x="839089" y="4149267"/>
                  </a:lnTo>
                  <a:lnTo>
                    <a:pt x="838225" y="4156633"/>
                  </a:lnTo>
                  <a:lnTo>
                    <a:pt x="839330" y="4165358"/>
                  </a:lnTo>
                  <a:lnTo>
                    <a:pt x="885063" y="4182580"/>
                  </a:lnTo>
                  <a:lnTo>
                    <a:pt x="897331" y="4180636"/>
                  </a:lnTo>
                  <a:lnTo>
                    <a:pt x="911479" y="4179138"/>
                  </a:lnTo>
                  <a:lnTo>
                    <a:pt x="963815" y="4179836"/>
                  </a:lnTo>
                  <a:lnTo>
                    <a:pt x="1005039" y="4181995"/>
                  </a:lnTo>
                  <a:lnTo>
                    <a:pt x="1047686" y="4187139"/>
                  </a:lnTo>
                  <a:lnTo>
                    <a:pt x="1088212" y="4196626"/>
                  </a:lnTo>
                  <a:lnTo>
                    <a:pt x="1115860" y="4241152"/>
                  </a:lnTo>
                  <a:lnTo>
                    <a:pt x="1123454" y="4281779"/>
                  </a:lnTo>
                  <a:lnTo>
                    <a:pt x="1127760" y="4338231"/>
                  </a:lnTo>
                  <a:lnTo>
                    <a:pt x="1128179" y="4369524"/>
                  </a:lnTo>
                  <a:lnTo>
                    <a:pt x="1126680" y="4417873"/>
                  </a:lnTo>
                  <a:lnTo>
                    <a:pt x="1131760" y="4420844"/>
                  </a:lnTo>
                  <a:lnTo>
                    <a:pt x="1144968" y="4422216"/>
                  </a:lnTo>
                  <a:lnTo>
                    <a:pt x="1150683" y="4419841"/>
                  </a:lnTo>
                  <a:lnTo>
                    <a:pt x="1151877" y="4407636"/>
                  </a:lnTo>
                  <a:lnTo>
                    <a:pt x="1151877" y="4265892"/>
                  </a:lnTo>
                  <a:close/>
                </a:path>
                <a:path w="3089909" h="4422775">
                  <a:moveTo>
                    <a:pt x="1948992" y="4156138"/>
                  </a:moveTo>
                  <a:lnTo>
                    <a:pt x="1948027" y="4148861"/>
                  </a:lnTo>
                  <a:lnTo>
                    <a:pt x="1945297" y="4143756"/>
                  </a:lnTo>
                  <a:lnTo>
                    <a:pt x="1941042" y="4141584"/>
                  </a:lnTo>
                  <a:lnTo>
                    <a:pt x="1932774" y="4140936"/>
                  </a:lnTo>
                  <a:lnTo>
                    <a:pt x="1918436" y="4139641"/>
                  </a:lnTo>
                  <a:lnTo>
                    <a:pt x="1906562" y="4138765"/>
                  </a:lnTo>
                  <a:lnTo>
                    <a:pt x="1892528" y="4137241"/>
                  </a:lnTo>
                  <a:lnTo>
                    <a:pt x="1876704" y="4136275"/>
                  </a:lnTo>
                  <a:lnTo>
                    <a:pt x="1820722" y="4139488"/>
                  </a:lnTo>
                  <a:lnTo>
                    <a:pt x="1778190" y="4143311"/>
                  </a:lnTo>
                  <a:lnTo>
                    <a:pt x="1732280" y="4151109"/>
                  </a:lnTo>
                  <a:lnTo>
                    <a:pt x="1683385" y="4165447"/>
                  </a:lnTo>
                  <a:lnTo>
                    <a:pt x="1647164" y="4209135"/>
                  </a:lnTo>
                  <a:lnTo>
                    <a:pt x="1636318" y="4256468"/>
                  </a:lnTo>
                  <a:lnTo>
                    <a:pt x="1632496" y="4299636"/>
                  </a:lnTo>
                  <a:lnTo>
                    <a:pt x="1632445" y="4301541"/>
                  </a:lnTo>
                  <a:lnTo>
                    <a:pt x="1631924" y="4319511"/>
                  </a:lnTo>
                  <a:lnTo>
                    <a:pt x="1632800" y="4370209"/>
                  </a:lnTo>
                  <a:lnTo>
                    <a:pt x="1635569" y="4410862"/>
                  </a:lnTo>
                  <a:lnTo>
                    <a:pt x="1642008" y="4422076"/>
                  </a:lnTo>
                  <a:lnTo>
                    <a:pt x="1648587" y="4421390"/>
                  </a:lnTo>
                  <a:lnTo>
                    <a:pt x="1655292" y="4420781"/>
                  </a:lnTo>
                  <a:lnTo>
                    <a:pt x="1660499" y="4417847"/>
                  </a:lnTo>
                  <a:lnTo>
                    <a:pt x="1660004" y="4409198"/>
                  </a:lnTo>
                  <a:lnTo>
                    <a:pt x="1659382" y="4393654"/>
                  </a:lnTo>
                  <a:lnTo>
                    <a:pt x="1659445" y="4338002"/>
                  </a:lnTo>
                  <a:lnTo>
                    <a:pt x="1663738" y="4281754"/>
                  </a:lnTo>
                  <a:lnTo>
                    <a:pt x="1671345" y="4241114"/>
                  </a:lnTo>
                  <a:lnTo>
                    <a:pt x="1687055" y="4205694"/>
                  </a:lnTo>
                  <a:lnTo>
                    <a:pt x="1739506" y="4187101"/>
                  </a:lnTo>
                  <a:lnTo>
                    <a:pt x="1782165" y="4181957"/>
                  </a:lnTo>
                  <a:lnTo>
                    <a:pt x="1823377" y="4179798"/>
                  </a:lnTo>
                  <a:lnTo>
                    <a:pt x="1875688" y="4179112"/>
                  </a:lnTo>
                  <a:lnTo>
                    <a:pt x="1889861" y="4180624"/>
                  </a:lnTo>
                  <a:lnTo>
                    <a:pt x="1902129" y="4182567"/>
                  </a:lnTo>
                  <a:lnTo>
                    <a:pt x="1912632" y="4183773"/>
                  </a:lnTo>
                  <a:lnTo>
                    <a:pt x="1925231" y="4185374"/>
                  </a:lnTo>
                  <a:lnTo>
                    <a:pt x="1932432" y="4186136"/>
                  </a:lnTo>
                  <a:lnTo>
                    <a:pt x="1932990" y="4186136"/>
                  </a:lnTo>
                  <a:lnTo>
                    <a:pt x="1947989" y="4164850"/>
                  </a:lnTo>
                  <a:lnTo>
                    <a:pt x="1948992" y="4156138"/>
                  </a:lnTo>
                  <a:close/>
                </a:path>
                <a:path w="3089909" h="4422775">
                  <a:moveTo>
                    <a:pt x="2001862" y="3918064"/>
                  </a:moveTo>
                  <a:lnTo>
                    <a:pt x="1996338" y="3878643"/>
                  </a:lnTo>
                  <a:lnTo>
                    <a:pt x="1982089" y="3839019"/>
                  </a:lnTo>
                  <a:lnTo>
                    <a:pt x="1956333" y="3801465"/>
                  </a:lnTo>
                  <a:lnTo>
                    <a:pt x="1917242" y="3774300"/>
                  </a:lnTo>
                  <a:lnTo>
                    <a:pt x="1870710" y="3762908"/>
                  </a:lnTo>
                  <a:lnTo>
                    <a:pt x="1858987" y="3762438"/>
                  </a:lnTo>
                  <a:lnTo>
                    <a:pt x="1813674" y="3765004"/>
                  </a:lnTo>
                  <a:lnTo>
                    <a:pt x="1755762" y="3780358"/>
                  </a:lnTo>
                  <a:lnTo>
                    <a:pt x="1716925" y="3810254"/>
                  </a:lnTo>
                  <a:lnTo>
                    <a:pt x="1692770" y="3851491"/>
                  </a:lnTo>
                  <a:lnTo>
                    <a:pt x="1681962" y="3895623"/>
                  </a:lnTo>
                  <a:lnTo>
                    <a:pt x="1680044" y="3917404"/>
                  </a:lnTo>
                  <a:lnTo>
                    <a:pt x="1681607" y="3960304"/>
                  </a:lnTo>
                  <a:lnTo>
                    <a:pt x="1692567" y="4000208"/>
                  </a:lnTo>
                  <a:lnTo>
                    <a:pt x="1711134" y="4034980"/>
                  </a:lnTo>
                  <a:lnTo>
                    <a:pt x="1762912" y="4082669"/>
                  </a:lnTo>
                  <a:lnTo>
                    <a:pt x="1817154" y="4101147"/>
                  </a:lnTo>
                  <a:lnTo>
                    <a:pt x="1839899" y="4102519"/>
                  </a:lnTo>
                  <a:lnTo>
                    <a:pt x="1858225" y="4101033"/>
                  </a:lnTo>
                  <a:lnTo>
                    <a:pt x="1888032" y="4077284"/>
                  </a:lnTo>
                  <a:lnTo>
                    <a:pt x="1874139" y="4077081"/>
                  </a:lnTo>
                  <a:lnTo>
                    <a:pt x="1867052" y="4078795"/>
                  </a:lnTo>
                  <a:lnTo>
                    <a:pt x="1855533" y="4080599"/>
                  </a:lnTo>
                  <a:lnTo>
                    <a:pt x="1839760" y="4081627"/>
                  </a:lnTo>
                  <a:lnTo>
                    <a:pt x="1820278" y="4080052"/>
                  </a:lnTo>
                  <a:lnTo>
                    <a:pt x="1774240" y="4063415"/>
                  </a:lnTo>
                  <a:lnTo>
                    <a:pt x="1730578" y="4021569"/>
                  </a:lnTo>
                  <a:lnTo>
                    <a:pt x="1706397" y="3956761"/>
                  </a:lnTo>
                  <a:lnTo>
                    <a:pt x="1705762" y="3918775"/>
                  </a:lnTo>
                  <a:lnTo>
                    <a:pt x="1711617" y="3879850"/>
                  </a:lnTo>
                  <a:lnTo>
                    <a:pt x="1726780" y="3844086"/>
                  </a:lnTo>
                  <a:lnTo>
                    <a:pt x="1786661" y="3799459"/>
                  </a:lnTo>
                  <a:lnTo>
                    <a:pt x="1826806" y="3793756"/>
                  </a:lnTo>
                  <a:lnTo>
                    <a:pt x="1848002" y="3793134"/>
                  </a:lnTo>
                  <a:lnTo>
                    <a:pt x="1868055" y="3793464"/>
                  </a:lnTo>
                  <a:lnTo>
                    <a:pt x="1919795" y="3812019"/>
                  </a:lnTo>
                  <a:lnTo>
                    <a:pt x="1952332" y="3853091"/>
                  </a:lnTo>
                  <a:lnTo>
                    <a:pt x="1967534" y="3920020"/>
                  </a:lnTo>
                  <a:lnTo>
                    <a:pt x="1966582" y="3951325"/>
                  </a:lnTo>
                  <a:lnTo>
                    <a:pt x="1950859" y="4002290"/>
                  </a:lnTo>
                  <a:lnTo>
                    <a:pt x="1927479" y="4034650"/>
                  </a:lnTo>
                  <a:lnTo>
                    <a:pt x="1906892" y="4051681"/>
                  </a:lnTo>
                  <a:lnTo>
                    <a:pt x="1899208" y="4056824"/>
                  </a:lnTo>
                  <a:lnTo>
                    <a:pt x="1893557" y="4061307"/>
                  </a:lnTo>
                  <a:lnTo>
                    <a:pt x="1889963" y="4067657"/>
                  </a:lnTo>
                  <a:lnTo>
                    <a:pt x="1888731" y="4075023"/>
                  </a:lnTo>
                  <a:lnTo>
                    <a:pt x="1890141" y="4082542"/>
                  </a:lnTo>
                  <a:lnTo>
                    <a:pt x="1894471" y="4088587"/>
                  </a:lnTo>
                  <a:lnTo>
                    <a:pt x="1901304" y="4091889"/>
                  </a:lnTo>
                  <a:lnTo>
                    <a:pt x="1909699" y="4092194"/>
                  </a:lnTo>
                  <a:lnTo>
                    <a:pt x="1918690" y="4089235"/>
                  </a:lnTo>
                  <a:lnTo>
                    <a:pt x="1928253" y="4082783"/>
                  </a:lnTo>
                  <a:lnTo>
                    <a:pt x="1954225" y="4060380"/>
                  </a:lnTo>
                  <a:lnTo>
                    <a:pt x="1983130" y="4018877"/>
                  </a:lnTo>
                  <a:lnTo>
                    <a:pt x="2001507" y="3955059"/>
                  </a:lnTo>
                  <a:lnTo>
                    <a:pt x="2001862" y="3918064"/>
                  </a:lnTo>
                  <a:close/>
                </a:path>
                <a:path w="3089909" h="4422775">
                  <a:moveTo>
                    <a:pt x="2396477" y="3863657"/>
                  </a:moveTo>
                  <a:lnTo>
                    <a:pt x="2396439" y="3861752"/>
                  </a:lnTo>
                  <a:lnTo>
                    <a:pt x="2395728" y="3815054"/>
                  </a:lnTo>
                  <a:lnTo>
                    <a:pt x="2386088" y="3770007"/>
                  </a:lnTo>
                  <a:lnTo>
                    <a:pt x="2371547" y="3736759"/>
                  </a:lnTo>
                  <a:lnTo>
                    <a:pt x="2371547" y="3861752"/>
                  </a:lnTo>
                  <a:lnTo>
                    <a:pt x="2362695" y="3905974"/>
                  </a:lnTo>
                  <a:lnTo>
                    <a:pt x="2342502" y="3947617"/>
                  </a:lnTo>
                  <a:lnTo>
                    <a:pt x="2310739" y="3982847"/>
                  </a:lnTo>
                  <a:lnTo>
                    <a:pt x="2270226" y="4007789"/>
                  </a:lnTo>
                  <a:lnTo>
                    <a:pt x="2223782" y="4018534"/>
                  </a:lnTo>
                  <a:lnTo>
                    <a:pt x="2176437" y="4014901"/>
                  </a:lnTo>
                  <a:lnTo>
                    <a:pt x="2133231" y="3996283"/>
                  </a:lnTo>
                  <a:lnTo>
                    <a:pt x="2097519" y="3966159"/>
                  </a:lnTo>
                  <a:lnTo>
                    <a:pt x="2072640" y="3928033"/>
                  </a:lnTo>
                  <a:lnTo>
                    <a:pt x="2058009" y="3886466"/>
                  </a:lnTo>
                  <a:lnTo>
                    <a:pt x="2054199" y="3843909"/>
                  </a:lnTo>
                  <a:lnTo>
                    <a:pt x="2058581" y="3803294"/>
                  </a:lnTo>
                  <a:lnTo>
                    <a:pt x="2083968" y="3736898"/>
                  </a:lnTo>
                  <a:lnTo>
                    <a:pt x="2125192" y="3700195"/>
                  </a:lnTo>
                  <a:lnTo>
                    <a:pt x="2162975" y="3685946"/>
                  </a:lnTo>
                  <a:lnTo>
                    <a:pt x="2185187" y="3683304"/>
                  </a:lnTo>
                  <a:lnTo>
                    <a:pt x="2189035" y="3682835"/>
                  </a:lnTo>
                  <a:lnTo>
                    <a:pt x="2188553" y="3682835"/>
                  </a:lnTo>
                  <a:lnTo>
                    <a:pt x="2197239" y="3681869"/>
                  </a:lnTo>
                  <a:lnTo>
                    <a:pt x="2203373" y="3676434"/>
                  </a:lnTo>
                  <a:lnTo>
                    <a:pt x="2207260" y="3670033"/>
                  </a:lnTo>
                  <a:lnTo>
                    <a:pt x="2208809" y="3670554"/>
                  </a:lnTo>
                  <a:lnTo>
                    <a:pt x="2210117" y="3671519"/>
                  </a:lnTo>
                  <a:lnTo>
                    <a:pt x="2211730" y="3671519"/>
                  </a:lnTo>
                  <a:lnTo>
                    <a:pt x="2214905" y="3671697"/>
                  </a:lnTo>
                  <a:lnTo>
                    <a:pt x="2223935" y="3671125"/>
                  </a:lnTo>
                  <a:lnTo>
                    <a:pt x="2238260" y="3671519"/>
                  </a:lnTo>
                  <a:lnTo>
                    <a:pt x="2280170" y="3680079"/>
                  </a:lnTo>
                  <a:lnTo>
                    <a:pt x="2328214" y="3713353"/>
                  </a:lnTo>
                  <a:lnTo>
                    <a:pt x="2363559" y="3776865"/>
                  </a:lnTo>
                  <a:lnTo>
                    <a:pt x="2371509" y="3817836"/>
                  </a:lnTo>
                  <a:lnTo>
                    <a:pt x="2371547" y="3861752"/>
                  </a:lnTo>
                  <a:lnTo>
                    <a:pt x="2371547" y="3736759"/>
                  </a:lnTo>
                  <a:lnTo>
                    <a:pt x="2344534" y="3697998"/>
                  </a:lnTo>
                  <a:lnTo>
                    <a:pt x="2309520" y="3671125"/>
                  </a:lnTo>
                  <a:lnTo>
                    <a:pt x="2307361" y="3670033"/>
                  </a:lnTo>
                  <a:lnTo>
                    <a:pt x="2287613" y="3660025"/>
                  </a:lnTo>
                  <a:lnTo>
                    <a:pt x="2261247" y="3654056"/>
                  </a:lnTo>
                  <a:lnTo>
                    <a:pt x="2252878" y="3652863"/>
                  </a:lnTo>
                  <a:lnTo>
                    <a:pt x="2239873" y="3650996"/>
                  </a:lnTo>
                  <a:lnTo>
                    <a:pt x="2224024" y="3650754"/>
                  </a:lnTo>
                  <a:lnTo>
                    <a:pt x="2215565" y="3651377"/>
                  </a:lnTo>
                  <a:lnTo>
                    <a:pt x="2208834" y="3651377"/>
                  </a:lnTo>
                  <a:lnTo>
                    <a:pt x="2207603" y="3652380"/>
                  </a:lnTo>
                  <a:lnTo>
                    <a:pt x="2205977" y="3652863"/>
                  </a:lnTo>
                  <a:lnTo>
                    <a:pt x="2201202" y="3647833"/>
                  </a:lnTo>
                  <a:lnTo>
                    <a:pt x="2194001" y="3644087"/>
                  </a:lnTo>
                  <a:lnTo>
                    <a:pt x="2183942" y="3645255"/>
                  </a:lnTo>
                  <a:lnTo>
                    <a:pt x="2180488" y="3645776"/>
                  </a:lnTo>
                  <a:lnTo>
                    <a:pt x="2170392" y="3646538"/>
                  </a:lnTo>
                  <a:lnTo>
                    <a:pt x="2132736" y="3656888"/>
                  </a:lnTo>
                  <a:lnTo>
                    <a:pt x="2079434" y="3688169"/>
                  </a:lnTo>
                  <a:lnTo>
                    <a:pt x="2035860" y="3754285"/>
                  </a:lnTo>
                  <a:lnTo>
                    <a:pt x="2024697" y="3796931"/>
                  </a:lnTo>
                  <a:lnTo>
                    <a:pt x="2020379" y="3843909"/>
                  </a:lnTo>
                  <a:lnTo>
                    <a:pt x="2025789" y="3893096"/>
                  </a:lnTo>
                  <a:lnTo>
                    <a:pt x="2043798" y="3942410"/>
                  </a:lnTo>
                  <a:lnTo>
                    <a:pt x="2066823" y="3978821"/>
                  </a:lnTo>
                  <a:lnTo>
                    <a:pt x="2098687" y="4009707"/>
                  </a:lnTo>
                  <a:lnTo>
                    <a:pt x="2137283" y="4032885"/>
                  </a:lnTo>
                  <a:lnTo>
                    <a:pt x="2180488" y="4046194"/>
                  </a:lnTo>
                  <a:lnTo>
                    <a:pt x="2226183" y="4047452"/>
                  </a:lnTo>
                  <a:lnTo>
                    <a:pt x="2270836" y="4037914"/>
                  </a:lnTo>
                  <a:lnTo>
                    <a:pt x="2308441" y="4018534"/>
                  </a:lnTo>
                  <a:lnTo>
                    <a:pt x="2310739" y="4017353"/>
                  </a:lnTo>
                  <a:lnTo>
                    <a:pt x="2344432" y="3988219"/>
                  </a:lnTo>
                  <a:lnTo>
                    <a:pt x="2370417" y="3952964"/>
                  </a:lnTo>
                  <a:lnTo>
                    <a:pt x="2387181" y="3914051"/>
                  </a:lnTo>
                  <a:lnTo>
                    <a:pt x="2396477" y="3863657"/>
                  </a:lnTo>
                  <a:close/>
                </a:path>
                <a:path w="3089909" h="4422775">
                  <a:moveTo>
                    <a:pt x="2456230" y="4400524"/>
                  </a:moveTo>
                  <a:lnTo>
                    <a:pt x="2456142" y="4360608"/>
                  </a:lnTo>
                  <a:lnTo>
                    <a:pt x="2454846" y="4314380"/>
                  </a:lnTo>
                  <a:lnTo>
                    <a:pt x="2451633" y="4253928"/>
                  </a:lnTo>
                  <a:lnTo>
                    <a:pt x="2444445" y="4200156"/>
                  </a:lnTo>
                  <a:lnTo>
                    <a:pt x="2433002" y="4160443"/>
                  </a:lnTo>
                  <a:lnTo>
                    <a:pt x="2403462" y="4121086"/>
                  </a:lnTo>
                  <a:lnTo>
                    <a:pt x="2338336" y="4096728"/>
                  </a:lnTo>
                  <a:lnTo>
                    <a:pt x="2294178" y="4090924"/>
                  </a:lnTo>
                  <a:lnTo>
                    <a:pt x="2249779" y="4089616"/>
                  </a:lnTo>
                  <a:lnTo>
                    <a:pt x="2205380" y="4090720"/>
                  </a:lnTo>
                  <a:lnTo>
                    <a:pt x="2161184" y="4094251"/>
                  </a:lnTo>
                  <a:lnTo>
                    <a:pt x="2117725" y="4099382"/>
                  </a:lnTo>
                  <a:lnTo>
                    <a:pt x="2074786" y="4107472"/>
                  </a:lnTo>
                  <a:lnTo>
                    <a:pt x="2032139" y="4119842"/>
                  </a:lnTo>
                  <a:lnTo>
                    <a:pt x="1996478" y="4152950"/>
                  </a:lnTo>
                  <a:lnTo>
                    <a:pt x="1981415" y="4192486"/>
                  </a:lnTo>
                  <a:lnTo>
                    <a:pt x="1970620" y="4264469"/>
                  </a:lnTo>
                  <a:lnTo>
                    <a:pt x="1968728" y="4324858"/>
                  </a:lnTo>
                  <a:lnTo>
                    <a:pt x="1969630" y="4371200"/>
                  </a:lnTo>
                  <a:lnTo>
                    <a:pt x="1973072" y="4417504"/>
                  </a:lnTo>
                  <a:lnTo>
                    <a:pt x="1978787" y="4422038"/>
                  </a:lnTo>
                  <a:lnTo>
                    <a:pt x="1991995" y="4420844"/>
                  </a:lnTo>
                  <a:lnTo>
                    <a:pt x="1997075" y="4415752"/>
                  </a:lnTo>
                  <a:lnTo>
                    <a:pt x="1995906" y="4399292"/>
                  </a:lnTo>
                  <a:lnTo>
                    <a:pt x="1994738" y="4370146"/>
                  </a:lnTo>
                  <a:lnTo>
                    <a:pt x="1994877" y="4325023"/>
                  </a:lnTo>
                  <a:lnTo>
                    <a:pt x="1998052" y="4266755"/>
                  </a:lnTo>
                  <a:lnTo>
                    <a:pt x="2005431" y="4217213"/>
                  </a:lnTo>
                  <a:lnTo>
                    <a:pt x="2022475" y="4168241"/>
                  </a:lnTo>
                  <a:lnTo>
                    <a:pt x="2081390" y="4138739"/>
                  </a:lnTo>
                  <a:lnTo>
                    <a:pt x="2121979" y="4132148"/>
                  </a:lnTo>
                  <a:lnTo>
                    <a:pt x="2164359" y="4127982"/>
                  </a:lnTo>
                  <a:lnTo>
                    <a:pt x="2206802" y="4125582"/>
                  </a:lnTo>
                  <a:lnTo>
                    <a:pt x="2249182" y="4125417"/>
                  </a:lnTo>
                  <a:lnTo>
                    <a:pt x="2291118" y="4127754"/>
                  </a:lnTo>
                  <a:lnTo>
                    <a:pt x="2330793" y="4133761"/>
                  </a:lnTo>
                  <a:lnTo>
                    <a:pt x="2389022" y="4162336"/>
                  </a:lnTo>
                  <a:lnTo>
                    <a:pt x="2406472" y="4224807"/>
                  </a:lnTo>
                  <a:lnTo>
                    <a:pt x="2411349" y="4315206"/>
                  </a:lnTo>
                  <a:lnTo>
                    <a:pt x="2411577" y="4360507"/>
                  </a:lnTo>
                  <a:lnTo>
                    <a:pt x="2410764" y="4400893"/>
                  </a:lnTo>
                  <a:lnTo>
                    <a:pt x="2412606" y="4409008"/>
                  </a:lnTo>
                  <a:lnTo>
                    <a:pt x="2417534" y="4415599"/>
                  </a:lnTo>
                  <a:lnTo>
                    <a:pt x="2424811" y="4419993"/>
                  </a:lnTo>
                  <a:lnTo>
                    <a:pt x="2433675" y="4421505"/>
                  </a:lnTo>
                  <a:lnTo>
                    <a:pt x="2442502" y="4419803"/>
                  </a:lnTo>
                  <a:lnTo>
                    <a:pt x="2449677" y="4415294"/>
                  </a:lnTo>
                  <a:lnTo>
                    <a:pt x="2454503" y="4408652"/>
                  </a:lnTo>
                  <a:lnTo>
                    <a:pt x="2456230" y="4400524"/>
                  </a:lnTo>
                  <a:close/>
                </a:path>
                <a:path w="3089909" h="4422775">
                  <a:moveTo>
                    <a:pt x="2741853" y="3929265"/>
                  </a:moveTo>
                  <a:lnTo>
                    <a:pt x="2739288" y="3890543"/>
                  </a:lnTo>
                  <a:lnTo>
                    <a:pt x="2728455" y="3850995"/>
                  </a:lnTo>
                  <a:lnTo>
                    <a:pt x="2706370" y="3812375"/>
                  </a:lnTo>
                  <a:lnTo>
                    <a:pt x="2670162" y="3783177"/>
                  </a:lnTo>
                  <a:lnTo>
                    <a:pt x="2625725" y="3768318"/>
                  </a:lnTo>
                  <a:lnTo>
                    <a:pt x="2580500" y="3763911"/>
                  </a:lnTo>
                  <a:lnTo>
                    <a:pt x="2557576" y="3763886"/>
                  </a:lnTo>
                  <a:lnTo>
                    <a:pt x="2533307" y="3766540"/>
                  </a:lnTo>
                  <a:lnTo>
                    <a:pt x="2487765" y="3785057"/>
                  </a:lnTo>
                  <a:lnTo>
                    <a:pt x="2452890" y="3819550"/>
                  </a:lnTo>
                  <a:lnTo>
                    <a:pt x="2432240" y="3861917"/>
                  </a:lnTo>
                  <a:lnTo>
                    <a:pt x="2422880" y="3905910"/>
                  </a:lnTo>
                  <a:lnTo>
                    <a:pt x="2421394" y="3949408"/>
                  </a:lnTo>
                  <a:lnTo>
                    <a:pt x="2429383" y="3991013"/>
                  </a:lnTo>
                  <a:lnTo>
                    <a:pt x="2445423" y="4028313"/>
                  </a:lnTo>
                  <a:lnTo>
                    <a:pt x="2494724" y="4081957"/>
                  </a:lnTo>
                  <a:lnTo>
                    <a:pt x="2549410" y="4106659"/>
                  </a:lnTo>
                  <a:lnTo>
                    <a:pt x="2592590" y="4110494"/>
                  </a:lnTo>
                  <a:lnTo>
                    <a:pt x="2606865" y="4109339"/>
                  </a:lnTo>
                  <a:lnTo>
                    <a:pt x="2634716" y="4082262"/>
                  </a:lnTo>
                  <a:lnTo>
                    <a:pt x="2601684" y="4071899"/>
                  </a:lnTo>
                  <a:lnTo>
                    <a:pt x="2575255" y="4073283"/>
                  </a:lnTo>
                  <a:lnTo>
                    <a:pt x="2537168" y="4064266"/>
                  </a:lnTo>
                  <a:lnTo>
                    <a:pt x="2493632" y="4034739"/>
                  </a:lnTo>
                  <a:lnTo>
                    <a:pt x="2461539" y="3980954"/>
                  </a:lnTo>
                  <a:lnTo>
                    <a:pt x="2454376" y="3946868"/>
                  </a:lnTo>
                  <a:lnTo>
                    <a:pt x="2454973" y="3909428"/>
                  </a:lnTo>
                  <a:lnTo>
                    <a:pt x="2462149" y="3871506"/>
                  </a:lnTo>
                  <a:lnTo>
                    <a:pt x="2478519" y="3836835"/>
                  </a:lnTo>
                  <a:lnTo>
                    <a:pt x="2539327" y="3794950"/>
                  </a:lnTo>
                  <a:lnTo>
                    <a:pt x="2579382" y="3792258"/>
                  </a:lnTo>
                  <a:lnTo>
                    <a:pt x="2620670" y="3795217"/>
                  </a:lnTo>
                  <a:lnTo>
                    <a:pt x="2658160" y="3806558"/>
                  </a:lnTo>
                  <a:lnTo>
                    <a:pt x="2705328" y="3860114"/>
                  </a:lnTo>
                  <a:lnTo>
                    <a:pt x="2718371" y="3929596"/>
                  </a:lnTo>
                  <a:lnTo>
                    <a:pt x="2716542" y="3961549"/>
                  </a:lnTo>
                  <a:lnTo>
                    <a:pt x="2697518" y="4013924"/>
                  </a:lnTo>
                  <a:lnTo>
                    <a:pt x="2671381" y="4047045"/>
                  </a:lnTo>
                  <a:lnTo>
                    <a:pt x="2648762" y="4064139"/>
                  </a:lnTo>
                  <a:lnTo>
                    <a:pt x="2635351" y="4070997"/>
                  </a:lnTo>
                  <a:lnTo>
                    <a:pt x="2632887" y="4077119"/>
                  </a:lnTo>
                  <a:lnTo>
                    <a:pt x="2636659" y="4087545"/>
                  </a:lnTo>
                  <a:lnTo>
                    <a:pt x="2643124" y="4089400"/>
                  </a:lnTo>
                  <a:lnTo>
                    <a:pt x="2659075" y="4081742"/>
                  </a:lnTo>
                  <a:lnTo>
                    <a:pt x="2685453" y="4062603"/>
                  </a:lnTo>
                  <a:lnTo>
                    <a:pt x="2716212" y="4025150"/>
                  </a:lnTo>
                  <a:lnTo>
                    <a:pt x="2739148" y="3965384"/>
                  </a:lnTo>
                  <a:lnTo>
                    <a:pt x="2741853" y="3929265"/>
                  </a:lnTo>
                  <a:close/>
                </a:path>
                <a:path w="3089909" h="4422775">
                  <a:moveTo>
                    <a:pt x="2783751" y="4265892"/>
                  </a:moveTo>
                  <a:lnTo>
                    <a:pt x="2771876" y="4209161"/>
                  </a:lnTo>
                  <a:lnTo>
                    <a:pt x="2735656" y="4165447"/>
                  </a:lnTo>
                  <a:lnTo>
                    <a:pt x="2686774" y="4151109"/>
                  </a:lnTo>
                  <a:lnTo>
                    <a:pt x="2640876" y="4143311"/>
                  </a:lnTo>
                  <a:lnTo>
                    <a:pt x="2598331" y="4139488"/>
                  </a:lnTo>
                  <a:lnTo>
                    <a:pt x="2542349" y="4136275"/>
                  </a:lnTo>
                  <a:lnTo>
                    <a:pt x="2526512" y="4137241"/>
                  </a:lnTo>
                  <a:lnTo>
                    <a:pt x="2477808" y="4141584"/>
                  </a:lnTo>
                  <a:lnTo>
                    <a:pt x="2473604" y="4144010"/>
                  </a:lnTo>
                  <a:lnTo>
                    <a:pt x="2470962" y="4149267"/>
                  </a:lnTo>
                  <a:lnTo>
                    <a:pt x="2470099" y="4156633"/>
                  </a:lnTo>
                  <a:lnTo>
                    <a:pt x="2471204" y="4165358"/>
                  </a:lnTo>
                  <a:lnTo>
                    <a:pt x="2516936" y="4182580"/>
                  </a:lnTo>
                  <a:lnTo>
                    <a:pt x="2529205" y="4180636"/>
                  </a:lnTo>
                  <a:lnTo>
                    <a:pt x="2543352" y="4179138"/>
                  </a:lnTo>
                  <a:lnTo>
                    <a:pt x="2595689" y="4179836"/>
                  </a:lnTo>
                  <a:lnTo>
                    <a:pt x="2636913" y="4181995"/>
                  </a:lnTo>
                  <a:lnTo>
                    <a:pt x="2679560" y="4187139"/>
                  </a:lnTo>
                  <a:lnTo>
                    <a:pt x="2720086" y="4196626"/>
                  </a:lnTo>
                  <a:lnTo>
                    <a:pt x="2747734" y="4241152"/>
                  </a:lnTo>
                  <a:lnTo>
                    <a:pt x="2755328" y="4281779"/>
                  </a:lnTo>
                  <a:lnTo>
                    <a:pt x="2759633" y="4338231"/>
                  </a:lnTo>
                  <a:lnTo>
                    <a:pt x="2760053" y="4369524"/>
                  </a:lnTo>
                  <a:lnTo>
                    <a:pt x="2758541" y="4417873"/>
                  </a:lnTo>
                  <a:lnTo>
                    <a:pt x="2763634" y="4420844"/>
                  </a:lnTo>
                  <a:lnTo>
                    <a:pt x="2776842" y="4422216"/>
                  </a:lnTo>
                  <a:lnTo>
                    <a:pt x="2782557" y="4419841"/>
                  </a:lnTo>
                  <a:lnTo>
                    <a:pt x="2783751" y="4407636"/>
                  </a:lnTo>
                  <a:lnTo>
                    <a:pt x="2783751" y="4265892"/>
                  </a:lnTo>
                  <a:close/>
                </a:path>
                <a:path w="3089909" h="4422775">
                  <a:moveTo>
                    <a:pt x="3089503" y="1836991"/>
                  </a:moveTo>
                  <a:lnTo>
                    <a:pt x="2028888" y="0"/>
                  </a:lnTo>
                  <a:lnTo>
                    <a:pt x="968273" y="1836991"/>
                  </a:lnTo>
                  <a:lnTo>
                    <a:pt x="3089503" y="1836991"/>
                  </a:lnTo>
                  <a:close/>
                </a:path>
              </a:pathLst>
            </a:custGeom>
            <a:solidFill>
              <a:srgbClr val="D0C2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815988" y="2734753"/>
              <a:ext cx="2388870" cy="842644"/>
            </a:xfrm>
            <a:custGeom>
              <a:avLst/>
              <a:gdLst/>
              <a:ahLst/>
              <a:cxnLst/>
              <a:rect l="l" t="t" r="r" b="b"/>
              <a:pathLst>
                <a:path w="2388870" h="842645">
                  <a:moveTo>
                    <a:pt x="43173" y="638210"/>
                  </a:moveTo>
                  <a:lnTo>
                    <a:pt x="37382" y="637024"/>
                  </a:lnTo>
                  <a:lnTo>
                    <a:pt x="18914" y="629133"/>
                  </a:lnTo>
                  <a:lnTo>
                    <a:pt x="9255" y="616012"/>
                  </a:lnTo>
                  <a:lnTo>
                    <a:pt x="9128" y="599724"/>
                  </a:lnTo>
                  <a:lnTo>
                    <a:pt x="19257" y="582332"/>
                  </a:lnTo>
                  <a:lnTo>
                    <a:pt x="24149" y="576875"/>
                  </a:lnTo>
                  <a:lnTo>
                    <a:pt x="30853" y="573095"/>
                  </a:lnTo>
                  <a:lnTo>
                    <a:pt x="36384" y="568171"/>
                  </a:lnTo>
                  <a:lnTo>
                    <a:pt x="41910" y="562352"/>
                  </a:lnTo>
                  <a:lnTo>
                    <a:pt x="43808" y="557330"/>
                  </a:lnTo>
                  <a:lnTo>
                    <a:pt x="42024" y="552398"/>
                  </a:lnTo>
                  <a:lnTo>
                    <a:pt x="36506" y="546848"/>
                  </a:lnTo>
                  <a:lnTo>
                    <a:pt x="31477" y="542461"/>
                  </a:lnTo>
                  <a:lnTo>
                    <a:pt x="21817" y="533334"/>
                  </a:lnTo>
                  <a:lnTo>
                    <a:pt x="16941" y="528836"/>
                  </a:lnTo>
                  <a:lnTo>
                    <a:pt x="2730" y="509200"/>
                  </a:lnTo>
                  <a:lnTo>
                    <a:pt x="0" y="488515"/>
                  </a:lnTo>
                  <a:lnTo>
                    <a:pt x="6625" y="468664"/>
                  </a:lnTo>
                  <a:lnTo>
                    <a:pt x="20480" y="451531"/>
                  </a:lnTo>
                  <a:lnTo>
                    <a:pt x="25894" y="446912"/>
                  </a:lnTo>
                  <a:lnTo>
                    <a:pt x="31538" y="442536"/>
                  </a:lnTo>
                  <a:lnTo>
                    <a:pt x="43000" y="433965"/>
                  </a:lnTo>
                  <a:lnTo>
                    <a:pt x="38411" y="426269"/>
                  </a:lnTo>
                  <a:lnTo>
                    <a:pt x="31163" y="423605"/>
                  </a:lnTo>
                  <a:lnTo>
                    <a:pt x="25622" y="418941"/>
                  </a:lnTo>
                  <a:lnTo>
                    <a:pt x="12381" y="403183"/>
                  </a:lnTo>
                  <a:lnTo>
                    <a:pt x="7512" y="385858"/>
                  </a:lnTo>
                  <a:lnTo>
                    <a:pt x="11087" y="368251"/>
                  </a:lnTo>
                  <a:lnTo>
                    <a:pt x="23179" y="351646"/>
                  </a:lnTo>
                  <a:lnTo>
                    <a:pt x="28838" y="346354"/>
                  </a:lnTo>
                  <a:lnTo>
                    <a:pt x="46122" y="330725"/>
                  </a:lnTo>
                  <a:lnTo>
                    <a:pt x="51581" y="325055"/>
                  </a:lnTo>
                  <a:lnTo>
                    <a:pt x="53428" y="320487"/>
                  </a:lnTo>
                  <a:lnTo>
                    <a:pt x="51720" y="315658"/>
                  </a:lnTo>
                  <a:lnTo>
                    <a:pt x="46515" y="309203"/>
                  </a:lnTo>
                  <a:lnTo>
                    <a:pt x="35683" y="297024"/>
                  </a:lnTo>
                  <a:lnTo>
                    <a:pt x="30762" y="290529"/>
                  </a:lnTo>
                  <a:lnTo>
                    <a:pt x="20180" y="271074"/>
                  </a:lnTo>
                  <a:lnTo>
                    <a:pt x="19279" y="255016"/>
                  </a:lnTo>
                  <a:lnTo>
                    <a:pt x="25697" y="241156"/>
                  </a:lnTo>
                  <a:lnTo>
                    <a:pt x="54227" y="212501"/>
                  </a:lnTo>
                  <a:lnTo>
                    <a:pt x="68365" y="201685"/>
                  </a:lnTo>
                  <a:lnTo>
                    <a:pt x="67592" y="196410"/>
                  </a:lnTo>
                  <a:lnTo>
                    <a:pt x="62257" y="189177"/>
                  </a:lnTo>
                  <a:lnTo>
                    <a:pt x="55901" y="180803"/>
                  </a:lnTo>
                  <a:lnTo>
                    <a:pt x="49717" y="172307"/>
                  </a:lnTo>
                  <a:lnTo>
                    <a:pt x="44301" y="163288"/>
                  </a:lnTo>
                  <a:lnTo>
                    <a:pt x="40247" y="153347"/>
                  </a:lnTo>
                  <a:lnTo>
                    <a:pt x="37209" y="137758"/>
                  </a:lnTo>
                  <a:lnTo>
                    <a:pt x="38994" y="125463"/>
                  </a:lnTo>
                  <a:lnTo>
                    <a:pt x="46198" y="115218"/>
                  </a:lnTo>
                  <a:lnTo>
                    <a:pt x="59416" y="105778"/>
                  </a:lnTo>
                  <a:lnTo>
                    <a:pt x="69875" y="98870"/>
                  </a:lnTo>
                  <a:lnTo>
                    <a:pt x="75104" y="92200"/>
                  </a:lnTo>
                  <a:lnTo>
                    <a:pt x="75871" y="83774"/>
                  </a:lnTo>
                  <a:lnTo>
                    <a:pt x="72946" y="71596"/>
                  </a:lnTo>
                  <a:lnTo>
                    <a:pt x="70521" y="64188"/>
                  </a:lnTo>
                  <a:lnTo>
                    <a:pt x="67974" y="56801"/>
                  </a:lnTo>
                  <a:lnTo>
                    <a:pt x="65558" y="49390"/>
                  </a:lnTo>
                  <a:lnTo>
                    <a:pt x="63524" y="41906"/>
                  </a:lnTo>
                  <a:lnTo>
                    <a:pt x="62065" y="25946"/>
                  </a:lnTo>
                  <a:lnTo>
                    <a:pt x="66179" y="14218"/>
                  </a:lnTo>
                  <a:lnTo>
                    <a:pt x="75925" y="6308"/>
                  </a:lnTo>
                  <a:lnTo>
                    <a:pt x="91365" y="1798"/>
                  </a:lnTo>
                  <a:lnTo>
                    <a:pt x="106954" y="173"/>
                  </a:lnTo>
                  <a:lnTo>
                    <a:pt x="122530" y="0"/>
                  </a:lnTo>
                  <a:lnTo>
                    <a:pt x="137998" y="821"/>
                  </a:lnTo>
                  <a:lnTo>
                    <a:pt x="175920" y="4191"/>
                  </a:lnTo>
                  <a:lnTo>
                    <a:pt x="221279" y="7732"/>
                  </a:lnTo>
                  <a:lnTo>
                    <a:pt x="243917" y="9713"/>
                  </a:lnTo>
                  <a:lnTo>
                    <a:pt x="556094" y="39542"/>
                  </a:lnTo>
                  <a:lnTo>
                    <a:pt x="712227" y="54092"/>
                  </a:lnTo>
                  <a:lnTo>
                    <a:pt x="816339" y="63545"/>
                  </a:lnTo>
                  <a:lnTo>
                    <a:pt x="920475" y="72743"/>
                  </a:lnTo>
                  <a:lnTo>
                    <a:pt x="1020578" y="81277"/>
                  </a:lnTo>
                  <a:lnTo>
                    <a:pt x="1120703" y="89531"/>
                  </a:lnTo>
                  <a:lnTo>
                    <a:pt x="1521275" y="121641"/>
                  </a:lnTo>
                  <a:lnTo>
                    <a:pt x="1621401" y="129912"/>
                  </a:lnTo>
                  <a:lnTo>
                    <a:pt x="1670160" y="133837"/>
                  </a:lnTo>
                  <a:lnTo>
                    <a:pt x="1719139" y="137534"/>
                  </a:lnTo>
                  <a:lnTo>
                    <a:pt x="1866964" y="148213"/>
                  </a:lnTo>
                  <a:lnTo>
                    <a:pt x="1916386" y="151956"/>
                  </a:lnTo>
                  <a:lnTo>
                    <a:pt x="1965809" y="155951"/>
                  </a:lnTo>
                  <a:lnTo>
                    <a:pt x="2015187" y="160294"/>
                  </a:lnTo>
                  <a:lnTo>
                    <a:pt x="2064477" y="165080"/>
                  </a:lnTo>
                  <a:lnTo>
                    <a:pt x="2113633" y="170407"/>
                  </a:lnTo>
                  <a:lnTo>
                    <a:pt x="2162613" y="176369"/>
                  </a:lnTo>
                  <a:lnTo>
                    <a:pt x="2211372" y="183064"/>
                  </a:lnTo>
                  <a:lnTo>
                    <a:pt x="2259865" y="190587"/>
                  </a:lnTo>
                  <a:lnTo>
                    <a:pt x="2308048" y="199034"/>
                  </a:lnTo>
                  <a:lnTo>
                    <a:pt x="2350112" y="209144"/>
                  </a:lnTo>
                  <a:lnTo>
                    <a:pt x="2387469" y="229975"/>
                  </a:lnTo>
                  <a:lnTo>
                    <a:pt x="2388835" y="242881"/>
                  </a:lnTo>
                  <a:lnTo>
                    <a:pt x="2383636" y="259395"/>
                  </a:lnTo>
                  <a:lnTo>
                    <a:pt x="2379953" y="266844"/>
                  </a:lnTo>
                  <a:lnTo>
                    <a:pt x="2375895" y="274113"/>
                  </a:lnTo>
                  <a:lnTo>
                    <a:pt x="2363049" y="295278"/>
                  </a:lnTo>
                  <a:lnTo>
                    <a:pt x="2362522" y="301170"/>
                  </a:lnTo>
                  <a:lnTo>
                    <a:pt x="2366580" y="308880"/>
                  </a:lnTo>
                  <a:lnTo>
                    <a:pt x="2369867" y="314708"/>
                  </a:lnTo>
                  <a:lnTo>
                    <a:pt x="2376835" y="326044"/>
                  </a:lnTo>
                  <a:lnTo>
                    <a:pt x="2380135" y="331791"/>
                  </a:lnTo>
                  <a:lnTo>
                    <a:pt x="2386731" y="347223"/>
                  </a:lnTo>
                  <a:lnTo>
                    <a:pt x="2387867" y="360148"/>
                  </a:lnTo>
                  <a:lnTo>
                    <a:pt x="2383406" y="372404"/>
                  </a:lnTo>
                  <a:lnTo>
                    <a:pt x="2373213" y="385833"/>
                  </a:lnTo>
                  <a:lnTo>
                    <a:pt x="2367734" y="391970"/>
                  </a:lnTo>
                  <a:lnTo>
                    <a:pt x="2361746" y="397354"/>
                  </a:lnTo>
                  <a:lnTo>
                    <a:pt x="2347768" y="407668"/>
                  </a:lnTo>
                  <a:lnTo>
                    <a:pt x="2346972" y="414048"/>
                  </a:lnTo>
                  <a:lnTo>
                    <a:pt x="2374336" y="454177"/>
                  </a:lnTo>
                  <a:lnTo>
                    <a:pt x="2376222" y="464452"/>
                  </a:lnTo>
                  <a:lnTo>
                    <a:pt x="2373974" y="474647"/>
                  </a:lnTo>
                  <a:lnTo>
                    <a:pt x="2367572" y="485744"/>
                  </a:lnTo>
                  <a:lnTo>
                    <a:pt x="2362842" y="492334"/>
                  </a:lnTo>
                  <a:lnTo>
                    <a:pt x="2356896" y="498062"/>
                  </a:lnTo>
                  <a:lnTo>
                    <a:pt x="2352032" y="504584"/>
                  </a:lnTo>
                  <a:lnTo>
                    <a:pt x="2347141" y="512271"/>
                  </a:lnTo>
                  <a:lnTo>
                    <a:pt x="2345724" y="518373"/>
                  </a:lnTo>
                  <a:lnTo>
                    <a:pt x="2347795" y="524293"/>
                  </a:lnTo>
                  <a:lnTo>
                    <a:pt x="2353368" y="531432"/>
                  </a:lnTo>
                  <a:lnTo>
                    <a:pt x="2356325" y="534732"/>
                  </a:lnTo>
                  <a:lnTo>
                    <a:pt x="2359547" y="537881"/>
                  </a:lnTo>
                  <a:lnTo>
                    <a:pt x="2362071" y="541499"/>
                  </a:lnTo>
                  <a:lnTo>
                    <a:pt x="2371695" y="559511"/>
                  </a:lnTo>
                  <a:lnTo>
                    <a:pt x="2373245" y="575351"/>
                  </a:lnTo>
                  <a:lnTo>
                    <a:pt x="2366600" y="589868"/>
                  </a:lnTo>
                  <a:lnTo>
                    <a:pt x="2351637" y="603910"/>
                  </a:lnTo>
                  <a:lnTo>
                    <a:pt x="2346171" y="607785"/>
                  </a:lnTo>
                  <a:lnTo>
                    <a:pt x="2334975" y="616322"/>
                  </a:lnTo>
                  <a:lnTo>
                    <a:pt x="2330090" y="622927"/>
                  </a:lnTo>
                  <a:lnTo>
                    <a:pt x="2330853" y="630805"/>
                  </a:lnTo>
                  <a:lnTo>
                    <a:pt x="2336599" y="643157"/>
                  </a:lnTo>
                  <a:lnTo>
                    <a:pt x="2346226" y="666477"/>
                  </a:lnTo>
                  <a:lnTo>
                    <a:pt x="2346877" y="687354"/>
                  </a:lnTo>
                  <a:lnTo>
                    <a:pt x="2334244" y="706455"/>
                  </a:lnTo>
                  <a:lnTo>
                    <a:pt x="2304020" y="724445"/>
                  </a:lnTo>
                  <a:lnTo>
                    <a:pt x="2301388" y="725579"/>
                  </a:lnTo>
                  <a:lnTo>
                    <a:pt x="2298900" y="727024"/>
                  </a:lnTo>
                  <a:lnTo>
                    <a:pt x="2295561" y="728675"/>
                  </a:lnTo>
                  <a:lnTo>
                    <a:pt x="2298194" y="736910"/>
                  </a:lnTo>
                  <a:lnTo>
                    <a:pt x="2301486" y="744623"/>
                  </a:lnTo>
                  <a:lnTo>
                    <a:pt x="2305530" y="751803"/>
                  </a:lnTo>
                  <a:lnTo>
                    <a:pt x="2317687" y="768301"/>
                  </a:lnTo>
                  <a:lnTo>
                    <a:pt x="2324040" y="778725"/>
                  </a:lnTo>
                  <a:lnTo>
                    <a:pt x="2330074" y="789344"/>
                  </a:lnTo>
                  <a:lnTo>
                    <a:pt x="2336387" y="799793"/>
                  </a:lnTo>
                  <a:lnTo>
                    <a:pt x="2340082" y="808805"/>
                  </a:lnTo>
                  <a:lnTo>
                    <a:pt x="2313084" y="840272"/>
                  </a:lnTo>
                  <a:lnTo>
                    <a:pt x="2295452" y="842016"/>
                  </a:lnTo>
                  <a:lnTo>
                    <a:pt x="2144188" y="831443"/>
                  </a:lnTo>
                  <a:lnTo>
                    <a:pt x="1992707" y="820517"/>
                  </a:lnTo>
                  <a:lnTo>
                    <a:pt x="1841045" y="809216"/>
                  </a:lnTo>
                  <a:lnTo>
                    <a:pt x="1689240" y="797516"/>
                  </a:lnTo>
                  <a:lnTo>
                    <a:pt x="1537330" y="785396"/>
                  </a:lnTo>
                  <a:lnTo>
                    <a:pt x="1436016" y="777072"/>
                  </a:lnTo>
                  <a:lnTo>
                    <a:pt x="1334684" y="768544"/>
                  </a:lnTo>
                  <a:lnTo>
                    <a:pt x="1233343" y="759806"/>
                  </a:lnTo>
                  <a:lnTo>
                    <a:pt x="1132006" y="750852"/>
                  </a:lnTo>
                  <a:lnTo>
                    <a:pt x="1030683" y="741674"/>
                  </a:lnTo>
                  <a:lnTo>
                    <a:pt x="929385" y="732267"/>
                  </a:lnTo>
                  <a:lnTo>
                    <a:pt x="828124" y="722623"/>
                  </a:lnTo>
                  <a:lnTo>
                    <a:pt x="726910" y="712736"/>
                  </a:lnTo>
                  <a:lnTo>
                    <a:pt x="625756" y="702600"/>
                  </a:lnTo>
                  <a:lnTo>
                    <a:pt x="524671" y="692207"/>
                  </a:lnTo>
                  <a:lnTo>
                    <a:pt x="423667" y="681550"/>
                  </a:lnTo>
                  <a:lnTo>
                    <a:pt x="322756" y="670625"/>
                  </a:lnTo>
                  <a:lnTo>
                    <a:pt x="221947" y="659423"/>
                  </a:lnTo>
                  <a:lnTo>
                    <a:pt x="121253" y="647938"/>
                  </a:lnTo>
                  <a:lnTo>
                    <a:pt x="88042" y="644320"/>
                  </a:lnTo>
                  <a:lnTo>
                    <a:pt x="71474" y="642324"/>
                  </a:lnTo>
                  <a:lnTo>
                    <a:pt x="54957" y="639890"/>
                  </a:lnTo>
                  <a:lnTo>
                    <a:pt x="49083" y="638932"/>
                  </a:lnTo>
                  <a:lnTo>
                    <a:pt x="43173" y="638210"/>
                  </a:lnTo>
                  <a:close/>
                </a:path>
              </a:pathLst>
            </a:custGeom>
            <a:solidFill>
              <a:srgbClr val="DAFF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181205" y="6302028"/>
            <a:ext cx="4584700" cy="2230755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12700" marR="5080">
              <a:lnSpc>
                <a:spcPts val="2850"/>
              </a:lnSpc>
              <a:spcBef>
                <a:spcPts val="415"/>
              </a:spcBef>
            </a:pPr>
            <a:r>
              <a:rPr sz="2600" dirty="0">
                <a:solidFill>
                  <a:srgbClr val="3B0A85"/>
                </a:solidFill>
                <a:latin typeface="Trebuchet MS"/>
                <a:cs typeface="Trebuchet MS"/>
              </a:rPr>
              <a:t>The</a:t>
            </a:r>
            <a:r>
              <a:rPr sz="2600" spc="-11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600" dirty="0">
                <a:solidFill>
                  <a:srgbClr val="3B0A85"/>
                </a:solidFill>
                <a:latin typeface="Trebuchet MS"/>
                <a:cs typeface="Trebuchet MS"/>
              </a:rPr>
              <a:t>citizen</a:t>
            </a:r>
            <a:r>
              <a:rPr sz="2600" spc="-10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600" spc="60" dirty="0">
                <a:solidFill>
                  <a:srgbClr val="3B0A85"/>
                </a:solidFill>
                <a:latin typeface="Trebuchet MS"/>
                <a:cs typeface="Trebuchet MS"/>
              </a:rPr>
              <a:t>scientists </a:t>
            </a:r>
            <a:r>
              <a:rPr sz="2600" dirty="0">
                <a:solidFill>
                  <a:srgbClr val="3B0A85"/>
                </a:solidFill>
                <a:latin typeface="Trebuchet MS"/>
                <a:cs typeface="Trebuchet MS"/>
              </a:rPr>
              <a:t>formulate</a:t>
            </a:r>
            <a:r>
              <a:rPr sz="2600" spc="-8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600" spc="55" dirty="0">
                <a:solidFill>
                  <a:srgbClr val="3B0A85"/>
                </a:solidFill>
                <a:latin typeface="Trebuchet MS"/>
                <a:cs typeface="Trebuchet MS"/>
              </a:rPr>
              <a:t>research</a:t>
            </a:r>
            <a:r>
              <a:rPr sz="2600" spc="-8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600" spc="-10" dirty="0">
                <a:solidFill>
                  <a:srgbClr val="3B0A85"/>
                </a:solidFill>
                <a:latin typeface="Trebuchet MS"/>
                <a:cs typeface="Trebuchet MS"/>
              </a:rPr>
              <a:t>questions, </a:t>
            </a:r>
            <a:r>
              <a:rPr sz="2600" dirty="0">
                <a:solidFill>
                  <a:srgbClr val="3B0A85"/>
                </a:solidFill>
                <a:latin typeface="Trebuchet MS"/>
                <a:cs typeface="Trebuchet MS"/>
              </a:rPr>
              <a:t>report</a:t>
            </a:r>
            <a:r>
              <a:rPr sz="2600" spc="15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600" dirty="0">
                <a:solidFill>
                  <a:srgbClr val="3B0A85"/>
                </a:solidFill>
                <a:latin typeface="Trebuchet MS"/>
                <a:cs typeface="Trebuchet MS"/>
              </a:rPr>
              <a:t>observations,</a:t>
            </a:r>
            <a:r>
              <a:rPr sz="2600" spc="16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600" dirty="0">
                <a:solidFill>
                  <a:srgbClr val="3B0A85"/>
                </a:solidFill>
                <a:latin typeface="Trebuchet MS"/>
                <a:cs typeface="Trebuchet MS"/>
              </a:rPr>
              <a:t>carry</a:t>
            </a:r>
            <a:r>
              <a:rPr sz="2600" spc="15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600" spc="25" dirty="0">
                <a:solidFill>
                  <a:srgbClr val="3B0A85"/>
                </a:solidFill>
                <a:latin typeface="Trebuchet MS"/>
                <a:cs typeface="Trebuchet MS"/>
              </a:rPr>
              <a:t>out </a:t>
            </a:r>
            <a:r>
              <a:rPr sz="2600" spc="55" dirty="0">
                <a:solidFill>
                  <a:srgbClr val="3B0A85"/>
                </a:solidFill>
                <a:latin typeface="Trebuchet MS"/>
                <a:cs typeface="Trebuchet MS"/>
              </a:rPr>
              <a:t>research</a:t>
            </a:r>
            <a:r>
              <a:rPr sz="2600" spc="-9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600" spc="85" dirty="0">
                <a:solidFill>
                  <a:srgbClr val="3B0A85"/>
                </a:solidFill>
                <a:latin typeface="Trebuchet MS"/>
                <a:cs typeface="Trebuchet MS"/>
              </a:rPr>
              <a:t>and</a:t>
            </a:r>
            <a:r>
              <a:rPr sz="2600" spc="-9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600" spc="55" dirty="0">
                <a:solidFill>
                  <a:srgbClr val="3B0A85"/>
                </a:solidFill>
                <a:latin typeface="Trebuchet MS"/>
                <a:cs typeface="Trebuchet MS"/>
              </a:rPr>
              <a:t>data</a:t>
            </a:r>
            <a:r>
              <a:rPr sz="2600" spc="-8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600" spc="-10" dirty="0">
                <a:solidFill>
                  <a:srgbClr val="3B0A85"/>
                </a:solidFill>
                <a:latin typeface="Trebuchet MS"/>
                <a:cs typeface="Trebuchet MS"/>
              </a:rPr>
              <a:t>collection, </a:t>
            </a:r>
            <a:r>
              <a:rPr sz="2600" dirty="0">
                <a:solidFill>
                  <a:srgbClr val="3B0A85"/>
                </a:solidFill>
                <a:latin typeface="Trebuchet MS"/>
                <a:cs typeface="Trebuchet MS"/>
              </a:rPr>
              <a:t>analyze</a:t>
            </a:r>
            <a:r>
              <a:rPr sz="2600" spc="-10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600" spc="-55" dirty="0">
                <a:solidFill>
                  <a:srgbClr val="3B0A85"/>
                </a:solidFill>
                <a:latin typeface="Trebuchet MS"/>
                <a:cs typeface="Trebuchet MS"/>
              </a:rPr>
              <a:t>data,</a:t>
            </a:r>
            <a:r>
              <a:rPr sz="2600" spc="-10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600" dirty="0">
                <a:solidFill>
                  <a:srgbClr val="3B0A85"/>
                </a:solidFill>
                <a:latin typeface="Trebuchet MS"/>
                <a:cs typeface="Trebuchet MS"/>
              </a:rPr>
              <a:t>and/or</a:t>
            </a:r>
            <a:r>
              <a:rPr sz="2600" spc="-10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600" spc="-10" dirty="0">
                <a:solidFill>
                  <a:srgbClr val="3B0A85"/>
                </a:solidFill>
                <a:latin typeface="Trebuchet MS"/>
                <a:cs typeface="Trebuchet MS"/>
              </a:rPr>
              <a:t>write publications.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6857596" y="4608059"/>
            <a:ext cx="2145665" cy="4654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850" b="0" spc="380" dirty="0">
                <a:solidFill>
                  <a:srgbClr val="181818"/>
                </a:solidFill>
                <a:latin typeface="Trebuchet MS"/>
                <a:cs typeface="Trebuchet MS"/>
              </a:rPr>
              <a:t>Co-</a:t>
            </a:r>
            <a:r>
              <a:rPr sz="2850" b="0" spc="140" dirty="0">
                <a:solidFill>
                  <a:srgbClr val="181818"/>
                </a:solidFill>
                <a:latin typeface="Trebuchet MS"/>
                <a:cs typeface="Trebuchet MS"/>
              </a:rPr>
              <a:t>Created</a:t>
            </a:r>
            <a:endParaRPr sz="285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857596" y="7403609"/>
            <a:ext cx="2295525" cy="4654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850" spc="125" dirty="0">
                <a:solidFill>
                  <a:srgbClr val="181818"/>
                </a:solidFill>
                <a:latin typeface="Trebuchet MS"/>
                <a:cs typeface="Trebuchet MS"/>
              </a:rPr>
              <a:t>Contributory</a:t>
            </a:r>
            <a:endParaRPr sz="285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857596" y="5965831"/>
            <a:ext cx="2363470" cy="4654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850" spc="90" dirty="0">
                <a:solidFill>
                  <a:srgbClr val="181818"/>
                </a:solidFill>
                <a:latin typeface="Trebuchet MS"/>
                <a:cs typeface="Trebuchet MS"/>
              </a:rPr>
              <a:t>Collaborative</a:t>
            </a:r>
            <a:endParaRPr sz="285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347244" y="8502426"/>
            <a:ext cx="3867785" cy="2965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50" spc="105" dirty="0">
                <a:solidFill>
                  <a:srgbClr val="3B0A85"/>
                </a:solidFill>
                <a:latin typeface="Trebuchet MS"/>
                <a:cs typeface="Trebuchet MS"/>
              </a:rPr>
              <a:t>Bonney</a:t>
            </a:r>
            <a:r>
              <a:rPr sz="1750" spc="3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1750" dirty="0">
                <a:solidFill>
                  <a:srgbClr val="3B0A85"/>
                </a:solidFill>
                <a:latin typeface="Trebuchet MS"/>
                <a:cs typeface="Trebuchet MS"/>
              </a:rPr>
              <a:t>et</a:t>
            </a:r>
            <a:r>
              <a:rPr sz="1750" spc="3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1750" spc="-95" dirty="0">
                <a:solidFill>
                  <a:srgbClr val="3B0A85"/>
                </a:solidFill>
                <a:latin typeface="Trebuchet MS"/>
                <a:cs typeface="Trebuchet MS"/>
              </a:rPr>
              <a:t>al.</a:t>
            </a:r>
            <a:r>
              <a:rPr sz="1750" spc="3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1750" spc="145" dirty="0">
                <a:solidFill>
                  <a:srgbClr val="3B0A85"/>
                </a:solidFill>
                <a:latin typeface="Trebuchet MS"/>
                <a:cs typeface="Trebuchet MS"/>
              </a:rPr>
              <a:t>2009,</a:t>
            </a:r>
            <a:r>
              <a:rPr sz="1750" spc="3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1750" spc="50" dirty="0">
                <a:solidFill>
                  <a:srgbClr val="3B0A85"/>
                </a:solidFill>
                <a:latin typeface="Trebuchet MS"/>
                <a:cs typeface="Trebuchet MS"/>
              </a:rPr>
              <a:t>Shirk</a:t>
            </a:r>
            <a:r>
              <a:rPr sz="1750" spc="3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1750" dirty="0">
                <a:solidFill>
                  <a:srgbClr val="3B0A85"/>
                </a:solidFill>
                <a:latin typeface="Trebuchet MS"/>
                <a:cs typeface="Trebuchet MS"/>
              </a:rPr>
              <a:t>et</a:t>
            </a:r>
            <a:r>
              <a:rPr sz="1750" spc="3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1750" spc="-95" dirty="0">
                <a:solidFill>
                  <a:srgbClr val="3B0A85"/>
                </a:solidFill>
                <a:latin typeface="Trebuchet MS"/>
                <a:cs typeface="Trebuchet MS"/>
              </a:rPr>
              <a:t>al.</a:t>
            </a:r>
            <a:r>
              <a:rPr sz="1750" spc="3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1750" spc="35" dirty="0">
                <a:solidFill>
                  <a:srgbClr val="3B0A85"/>
                </a:solidFill>
                <a:latin typeface="Trebuchet MS"/>
                <a:cs typeface="Trebuchet MS"/>
              </a:rPr>
              <a:t>2012</a:t>
            </a:r>
            <a:endParaRPr sz="175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 rot="240000">
            <a:off x="10705691" y="851033"/>
            <a:ext cx="6893726" cy="692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250"/>
              </a:lnSpc>
            </a:pPr>
            <a:r>
              <a:rPr sz="8175" spc="-15" baseline="1529" dirty="0">
                <a:solidFill>
                  <a:srgbClr val="3B0A85"/>
                </a:solidFill>
                <a:latin typeface="Arial MT"/>
                <a:cs typeface="Arial MT"/>
              </a:rPr>
              <a:t>CL</a:t>
            </a:r>
            <a:r>
              <a:rPr sz="8175" spc="-15" baseline="1019" dirty="0">
                <a:solidFill>
                  <a:srgbClr val="3B0A85"/>
                </a:solidFill>
                <a:latin typeface="Arial MT"/>
                <a:cs typeface="Arial MT"/>
              </a:rPr>
              <a:t>AS</a:t>
            </a:r>
            <a:r>
              <a:rPr sz="5450" spc="-10" dirty="0">
                <a:solidFill>
                  <a:srgbClr val="3B0A85"/>
                </a:solidFill>
                <a:latin typeface="Arial MT"/>
                <a:cs typeface="Arial MT"/>
              </a:rPr>
              <a:t>SIFICAT</a:t>
            </a:r>
            <a:r>
              <a:rPr sz="8175" spc="-15" baseline="-1019" dirty="0">
                <a:solidFill>
                  <a:srgbClr val="3B0A85"/>
                </a:solidFill>
                <a:latin typeface="Arial MT"/>
                <a:cs typeface="Arial MT"/>
              </a:rPr>
              <a:t>IO</a:t>
            </a:r>
            <a:r>
              <a:rPr sz="8175" spc="-15" baseline="-1529" dirty="0">
                <a:solidFill>
                  <a:srgbClr val="3B0A85"/>
                </a:solidFill>
                <a:latin typeface="Arial MT"/>
                <a:cs typeface="Arial MT"/>
              </a:rPr>
              <a:t>N</a:t>
            </a:r>
            <a:r>
              <a:rPr sz="8175" spc="-540" baseline="-1529" dirty="0">
                <a:solidFill>
                  <a:srgbClr val="3B0A85"/>
                </a:solidFill>
                <a:latin typeface="Arial MT"/>
                <a:cs typeface="Arial MT"/>
              </a:rPr>
              <a:t> </a:t>
            </a:r>
            <a:r>
              <a:rPr sz="8175" spc="-37" baseline="-2038" dirty="0">
                <a:solidFill>
                  <a:srgbClr val="3B0A85"/>
                </a:solidFill>
                <a:latin typeface="Arial MT"/>
                <a:cs typeface="Arial MT"/>
              </a:rPr>
              <a:t>OF</a:t>
            </a:r>
            <a:endParaRPr sz="8175" baseline="-2038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 rot="240000">
            <a:off x="10969658" y="1526093"/>
            <a:ext cx="6579183" cy="692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225"/>
              </a:lnSpc>
            </a:pPr>
            <a:r>
              <a:rPr sz="8175" spc="104" baseline="1529" dirty="0">
                <a:solidFill>
                  <a:srgbClr val="3B0A85"/>
                </a:solidFill>
                <a:latin typeface="Arial MT"/>
                <a:cs typeface="Arial MT"/>
              </a:rPr>
              <a:t>P</a:t>
            </a:r>
            <a:r>
              <a:rPr sz="8175" spc="104" baseline="1019" dirty="0">
                <a:solidFill>
                  <a:srgbClr val="3B0A85"/>
                </a:solidFill>
                <a:latin typeface="Arial MT"/>
                <a:cs typeface="Arial MT"/>
              </a:rPr>
              <a:t>A</a:t>
            </a:r>
            <a:r>
              <a:rPr sz="5450" spc="70" dirty="0">
                <a:solidFill>
                  <a:srgbClr val="3B0A85"/>
                </a:solidFill>
                <a:latin typeface="Arial MT"/>
                <a:cs typeface="Arial MT"/>
              </a:rPr>
              <a:t>RTICIPA</a:t>
            </a:r>
            <a:r>
              <a:rPr sz="8175" spc="104" baseline="-1019" dirty="0">
                <a:solidFill>
                  <a:srgbClr val="3B0A85"/>
                </a:solidFill>
                <a:latin typeface="Arial MT"/>
                <a:cs typeface="Arial MT"/>
              </a:rPr>
              <a:t>TI</a:t>
            </a:r>
            <a:r>
              <a:rPr sz="8175" spc="104" baseline="-1529" dirty="0">
                <a:solidFill>
                  <a:srgbClr val="3B0A85"/>
                </a:solidFill>
                <a:latin typeface="Arial MT"/>
                <a:cs typeface="Arial MT"/>
              </a:rPr>
              <a:t>ON</a:t>
            </a:r>
            <a:r>
              <a:rPr sz="8175" spc="359" baseline="-1529" dirty="0">
                <a:solidFill>
                  <a:srgbClr val="3B0A85"/>
                </a:solidFill>
                <a:latin typeface="Arial MT"/>
                <a:cs typeface="Arial MT"/>
              </a:rPr>
              <a:t> </a:t>
            </a:r>
            <a:r>
              <a:rPr sz="8175" spc="517" baseline="-2038" dirty="0">
                <a:solidFill>
                  <a:srgbClr val="3B0A85"/>
                </a:solidFill>
                <a:latin typeface="Arial MT"/>
                <a:cs typeface="Arial MT"/>
              </a:rPr>
              <a:t>I</a:t>
            </a:r>
            <a:r>
              <a:rPr sz="8175" spc="517" baseline="-2548" dirty="0">
                <a:solidFill>
                  <a:srgbClr val="3B0A85"/>
                </a:solidFill>
                <a:latin typeface="Arial MT"/>
                <a:cs typeface="Arial MT"/>
              </a:rPr>
              <a:t>N</a:t>
            </a:r>
            <a:endParaRPr sz="8175" baseline="-2548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 rot="240000">
            <a:off x="11572182" y="2213668"/>
            <a:ext cx="5926038" cy="692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205"/>
              </a:lnSpc>
            </a:pPr>
            <a:r>
              <a:rPr sz="8175" baseline="1019" dirty="0">
                <a:solidFill>
                  <a:srgbClr val="3B0A85"/>
                </a:solidFill>
                <a:latin typeface="Arial MT"/>
                <a:cs typeface="Arial MT"/>
              </a:rPr>
              <a:t>C</a:t>
            </a:r>
            <a:r>
              <a:rPr sz="5450" dirty="0">
                <a:solidFill>
                  <a:srgbClr val="3B0A85"/>
                </a:solidFill>
                <a:latin typeface="Arial MT"/>
                <a:cs typeface="Arial MT"/>
              </a:rPr>
              <a:t>ITIZEN</a:t>
            </a:r>
            <a:r>
              <a:rPr sz="5450" spc="-110" dirty="0">
                <a:solidFill>
                  <a:srgbClr val="3B0A85"/>
                </a:solidFill>
                <a:latin typeface="Arial MT"/>
                <a:cs typeface="Arial MT"/>
              </a:rPr>
              <a:t> </a:t>
            </a:r>
            <a:r>
              <a:rPr sz="8175" spc="-127" baseline="-1019" dirty="0">
                <a:solidFill>
                  <a:srgbClr val="3B0A85"/>
                </a:solidFill>
                <a:latin typeface="Arial MT"/>
                <a:cs typeface="Arial MT"/>
              </a:rPr>
              <a:t>SC</a:t>
            </a:r>
            <a:r>
              <a:rPr sz="8175" spc="-127" baseline="-1529" dirty="0">
                <a:solidFill>
                  <a:srgbClr val="3B0A85"/>
                </a:solidFill>
                <a:latin typeface="Arial MT"/>
                <a:cs typeface="Arial MT"/>
              </a:rPr>
              <a:t>IE</a:t>
            </a:r>
            <a:r>
              <a:rPr sz="8175" spc="-127" baseline="-2038" dirty="0">
                <a:solidFill>
                  <a:srgbClr val="3B0A85"/>
                </a:solidFill>
                <a:latin typeface="Arial MT"/>
                <a:cs typeface="Arial MT"/>
              </a:rPr>
              <a:t>NC</a:t>
            </a:r>
            <a:r>
              <a:rPr sz="8175" spc="-127" baseline="-2548" dirty="0">
                <a:solidFill>
                  <a:srgbClr val="3B0A85"/>
                </a:solidFill>
                <a:latin typeface="Arial MT"/>
                <a:cs typeface="Arial MT"/>
              </a:rPr>
              <a:t>E</a:t>
            </a:r>
            <a:endParaRPr sz="8175" baseline="-2548">
              <a:latin typeface="Arial MT"/>
              <a:cs typeface="Arial MT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05888" y="4735363"/>
            <a:ext cx="5133975" cy="1215390"/>
          </a:xfrm>
          <a:custGeom>
            <a:avLst/>
            <a:gdLst/>
            <a:ahLst/>
            <a:cxnLst/>
            <a:rect l="l" t="t" r="r" b="b"/>
            <a:pathLst>
              <a:path w="5133975" h="1215389">
                <a:moveTo>
                  <a:pt x="5133682" y="800689"/>
                </a:moveTo>
                <a:lnTo>
                  <a:pt x="65457" y="1215026"/>
                </a:lnTo>
                <a:lnTo>
                  <a:pt x="0" y="414336"/>
                </a:lnTo>
                <a:lnTo>
                  <a:pt x="5068224" y="0"/>
                </a:lnTo>
                <a:lnTo>
                  <a:pt x="5133682" y="800689"/>
                </a:lnTo>
                <a:close/>
              </a:path>
            </a:pathLst>
          </a:custGeom>
          <a:solidFill>
            <a:srgbClr val="A2BE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 rot="21360000">
            <a:off x="1032041" y="5163750"/>
            <a:ext cx="4688343" cy="450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425"/>
              </a:lnSpc>
            </a:pPr>
            <a:r>
              <a:rPr sz="5325" b="1" spc="472" baseline="-1564" dirty="0">
                <a:solidFill>
                  <a:srgbClr val="3B0A85"/>
                </a:solidFill>
                <a:latin typeface="Trebuchet MS"/>
                <a:cs typeface="Trebuchet MS"/>
              </a:rPr>
              <a:t>Co</a:t>
            </a:r>
            <a:r>
              <a:rPr sz="3550" b="1" spc="315" dirty="0">
                <a:solidFill>
                  <a:srgbClr val="3B0A85"/>
                </a:solidFill>
                <a:latin typeface="Trebuchet MS"/>
                <a:cs typeface="Trebuchet MS"/>
              </a:rPr>
              <a:t>-</a:t>
            </a:r>
            <a:r>
              <a:rPr sz="3550" b="1" spc="45" dirty="0">
                <a:solidFill>
                  <a:srgbClr val="3B0A85"/>
                </a:solidFill>
                <a:latin typeface="Trebuchet MS"/>
                <a:cs typeface="Trebuchet MS"/>
              </a:rPr>
              <a:t>Creat</a:t>
            </a:r>
            <a:r>
              <a:rPr sz="5325" b="1" spc="67" baseline="1564" dirty="0">
                <a:solidFill>
                  <a:srgbClr val="3B0A85"/>
                </a:solidFill>
                <a:latin typeface="Trebuchet MS"/>
                <a:cs typeface="Trebuchet MS"/>
              </a:rPr>
              <a:t>ing</a:t>
            </a:r>
            <a:r>
              <a:rPr sz="5325" b="1" spc="-315" baseline="1564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5325" b="1" baseline="2347" dirty="0">
                <a:solidFill>
                  <a:srgbClr val="3B0A85"/>
                </a:solidFill>
                <a:latin typeface="Trebuchet MS"/>
                <a:cs typeface="Trebuchet MS"/>
              </a:rPr>
              <a:t>O</a:t>
            </a:r>
            <a:r>
              <a:rPr sz="5325" b="1" baseline="3129" dirty="0">
                <a:solidFill>
                  <a:srgbClr val="3B0A85"/>
                </a:solidFill>
                <a:latin typeface="Trebuchet MS"/>
                <a:cs typeface="Trebuchet MS"/>
              </a:rPr>
              <a:t>ur</a:t>
            </a:r>
            <a:r>
              <a:rPr sz="5325" b="1" spc="-307" baseline="3129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5325" b="1" spc="127" baseline="3912" dirty="0">
                <a:solidFill>
                  <a:srgbClr val="3B0A85"/>
                </a:solidFill>
                <a:latin typeface="Trebuchet MS"/>
                <a:cs typeface="Trebuchet MS"/>
              </a:rPr>
              <a:t>Ci</a:t>
            </a:r>
            <a:r>
              <a:rPr sz="5325" b="1" spc="127" baseline="4694" dirty="0">
                <a:solidFill>
                  <a:srgbClr val="3B0A85"/>
                </a:solidFill>
                <a:latin typeface="Trebuchet MS"/>
                <a:cs typeface="Trebuchet MS"/>
              </a:rPr>
              <a:t>ty</a:t>
            </a:r>
            <a:endParaRPr sz="5325" baseline="4694">
              <a:latin typeface="Trebuchet MS"/>
              <a:cs typeface="Trebuchet MS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269778" y="5450090"/>
            <a:ext cx="2541905" cy="702310"/>
          </a:xfrm>
          <a:custGeom>
            <a:avLst/>
            <a:gdLst/>
            <a:ahLst/>
            <a:cxnLst/>
            <a:rect l="l" t="t" r="r" b="b"/>
            <a:pathLst>
              <a:path w="2541904" h="702310">
                <a:moveTo>
                  <a:pt x="1113434" y="580351"/>
                </a:moveTo>
                <a:lnTo>
                  <a:pt x="1109167" y="579424"/>
                </a:lnTo>
                <a:lnTo>
                  <a:pt x="1107097" y="580872"/>
                </a:lnTo>
                <a:lnTo>
                  <a:pt x="1113434" y="580351"/>
                </a:lnTo>
                <a:close/>
              </a:path>
              <a:path w="2541904" h="702310">
                <a:moveTo>
                  <a:pt x="1902625" y="521804"/>
                </a:moveTo>
                <a:lnTo>
                  <a:pt x="1217117" y="579297"/>
                </a:lnTo>
                <a:lnTo>
                  <a:pt x="1211808" y="577189"/>
                </a:lnTo>
                <a:lnTo>
                  <a:pt x="1196276" y="578497"/>
                </a:lnTo>
                <a:lnTo>
                  <a:pt x="1188631" y="581685"/>
                </a:lnTo>
                <a:lnTo>
                  <a:pt x="1183589" y="579564"/>
                </a:lnTo>
                <a:lnTo>
                  <a:pt x="1181074" y="578497"/>
                </a:lnTo>
                <a:lnTo>
                  <a:pt x="1173734" y="579107"/>
                </a:lnTo>
                <a:lnTo>
                  <a:pt x="1158900" y="581634"/>
                </a:lnTo>
                <a:lnTo>
                  <a:pt x="1152029" y="579653"/>
                </a:lnTo>
                <a:lnTo>
                  <a:pt x="1145057" y="578967"/>
                </a:lnTo>
                <a:lnTo>
                  <a:pt x="1138072" y="579551"/>
                </a:lnTo>
                <a:lnTo>
                  <a:pt x="1131150" y="581406"/>
                </a:lnTo>
                <a:lnTo>
                  <a:pt x="1128242" y="579107"/>
                </a:lnTo>
                <a:lnTo>
                  <a:pt x="1125435" y="578065"/>
                </a:lnTo>
                <a:lnTo>
                  <a:pt x="1119479" y="578561"/>
                </a:lnTo>
                <a:lnTo>
                  <a:pt x="1113434" y="580351"/>
                </a:lnTo>
                <a:lnTo>
                  <a:pt x="1041095" y="586422"/>
                </a:lnTo>
                <a:lnTo>
                  <a:pt x="1107097" y="580872"/>
                </a:lnTo>
                <a:lnTo>
                  <a:pt x="1103249" y="578650"/>
                </a:lnTo>
                <a:lnTo>
                  <a:pt x="1100721" y="577583"/>
                </a:lnTo>
                <a:lnTo>
                  <a:pt x="1093343" y="579475"/>
                </a:lnTo>
                <a:lnTo>
                  <a:pt x="1086434" y="578789"/>
                </a:lnTo>
                <a:lnTo>
                  <a:pt x="1035024" y="576719"/>
                </a:lnTo>
                <a:lnTo>
                  <a:pt x="1009345" y="575056"/>
                </a:lnTo>
                <a:lnTo>
                  <a:pt x="983907" y="572096"/>
                </a:lnTo>
                <a:lnTo>
                  <a:pt x="980986" y="573608"/>
                </a:lnTo>
                <a:lnTo>
                  <a:pt x="978281" y="576389"/>
                </a:lnTo>
                <a:lnTo>
                  <a:pt x="978255" y="577659"/>
                </a:lnTo>
                <a:lnTo>
                  <a:pt x="983894" y="581012"/>
                </a:lnTo>
                <a:lnTo>
                  <a:pt x="992060" y="582879"/>
                </a:lnTo>
                <a:lnTo>
                  <a:pt x="992847" y="586638"/>
                </a:lnTo>
                <a:lnTo>
                  <a:pt x="990777" y="588086"/>
                </a:lnTo>
                <a:lnTo>
                  <a:pt x="989101" y="590778"/>
                </a:lnTo>
                <a:lnTo>
                  <a:pt x="985215" y="591096"/>
                </a:lnTo>
                <a:lnTo>
                  <a:pt x="875919" y="577329"/>
                </a:lnTo>
                <a:lnTo>
                  <a:pt x="770801" y="553008"/>
                </a:lnTo>
                <a:lnTo>
                  <a:pt x="667105" y="523468"/>
                </a:lnTo>
                <a:lnTo>
                  <a:pt x="476262" y="442620"/>
                </a:lnTo>
                <a:lnTo>
                  <a:pt x="472528" y="441655"/>
                </a:lnTo>
                <a:lnTo>
                  <a:pt x="471271" y="439204"/>
                </a:lnTo>
                <a:lnTo>
                  <a:pt x="469658" y="438073"/>
                </a:lnTo>
                <a:lnTo>
                  <a:pt x="467652" y="436968"/>
                </a:lnTo>
                <a:lnTo>
                  <a:pt x="463296" y="437324"/>
                </a:lnTo>
                <a:lnTo>
                  <a:pt x="461276" y="433679"/>
                </a:lnTo>
                <a:lnTo>
                  <a:pt x="458139" y="431393"/>
                </a:lnTo>
                <a:lnTo>
                  <a:pt x="454164" y="431723"/>
                </a:lnTo>
                <a:lnTo>
                  <a:pt x="452234" y="428066"/>
                </a:lnTo>
                <a:lnTo>
                  <a:pt x="449199" y="427037"/>
                </a:lnTo>
                <a:lnTo>
                  <a:pt x="445122" y="427380"/>
                </a:lnTo>
                <a:lnTo>
                  <a:pt x="443293" y="423710"/>
                </a:lnTo>
                <a:lnTo>
                  <a:pt x="441718" y="422567"/>
                </a:lnTo>
                <a:lnTo>
                  <a:pt x="440143" y="421424"/>
                </a:lnTo>
                <a:lnTo>
                  <a:pt x="436092" y="423037"/>
                </a:lnTo>
                <a:lnTo>
                  <a:pt x="434263" y="419379"/>
                </a:lnTo>
                <a:lnTo>
                  <a:pt x="431317" y="418350"/>
                </a:lnTo>
                <a:lnTo>
                  <a:pt x="427151" y="418693"/>
                </a:lnTo>
                <a:lnTo>
                  <a:pt x="425411" y="415023"/>
                </a:lnTo>
                <a:lnTo>
                  <a:pt x="422363" y="412724"/>
                </a:lnTo>
                <a:lnTo>
                  <a:pt x="418198" y="413067"/>
                </a:lnTo>
                <a:lnTo>
                  <a:pt x="416458" y="409397"/>
                </a:lnTo>
                <a:lnTo>
                  <a:pt x="413512" y="408368"/>
                </a:lnTo>
                <a:lnTo>
                  <a:pt x="408444" y="408800"/>
                </a:lnTo>
                <a:lnTo>
                  <a:pt x="409257" y="408724"/>
                </a:lnTo>
                <a:lnTo>
                  <a:pt x="407949" y="407644"/>
                </a:lnTo>
                <a:lnTo>
                  <a:pt x="407085" y="405612"/>
                </a:lnTo>
                <a:lnTo>
                  <a:pt x="404190" y="404037"/>
                </a:lnTo>
                <a:lnTo>
                  <a:pt x="402196" y="404304"/>
                </a:lnTo>
                <a:lnTo>
                  <a:pt x="401802" y="404012"/>
                </a:lnTo>
                <a:lnTo>
                  <a:pt x="401802" y="405536"/>
                </a:lnTo>
                <a:lnTo>
                  <a:pt x="372643" y="407974"/>
                </a:lnTo>
                <a:lnTo>
                  <a:pt x="372643" y="411797"/>
                </a:lnTo>
                <a:lnTo>
                  <a:pt x="371208" y="410641"/>
                </a:lnTo>
                <a:lnTo>
                  <a:pt x="370433" y="409435"/>
                </a:lnTo>
                <a:lnTo>
                  <a:pt x="371868" y="410591"/>
                </a:lnTo>
                <a:lnTo>
                  <a:pt x="372643" y="411797"/>
                </a:lnTo>
                <a:lnTo>
                  <a:pt x="372643" y="407974"/>
                </a:lnTo>
                <a:lnTo>
                  <a:pt x="367017" y="408444"/>
                </a:lnTo>
                <a:lnTo>
                  <a:pt x="366826" y="407403"/>
                </a:lnTo>
                <a:lnTo>
                  <a:pt x="367398" y="408406"/>
                </a:lnTo>
                <a:lnTo>
                  <a:pt x="401802" y="405536"/>
                </a:lnTo>
                <a:lnTo>
                  <a:pt x="401802" y="404012"/>
                </a:lnTo>
                <a:lnTo>
                  <a:pt x="400583" y="403085"/>
                </a:lnTo>
                <a:lnTo>
                  <a:pt x="367436" y="405866"/>
                </a:lnTo>
                <a:lnTo>
                  <a:pt x="400304" y="403098"/>
                </a:lnTo>
                <a:lnTo>
                  <a:pt x="398665" y="399415"/>
                </a:lnTo>
                <a:lnTo>
                  <a:pt x="395909" y="398373"/>
                </a:lnTo>
                <a:lnTo>
                  <a:pt x="391464" y="398741"/>
                </a:lnTo>
                <a:lnTo>
                  <a:pt x="389813" y="395058"/>
                </a:lnTo>
                <a:lnTo>
                  <a:pt x="386956" y="392747"/>
                </a:lnTo>
                <a:lnTo>
                  <a:pt x="382511" y="393128"/>
                </a:lnTo>
                <a:lnTo>
                  <a:pt x="380961" y="389432"/>
                </a:lnTo>
                <a:lnTo>
                  <a:pt x="378104" y="388404"/>
                </a:lnTo>
                <a:lnTo>
                  <a:pt x="373761" y="388759"/>
                </a:lnTo>
                <a:lnTo>
                  <a:pt x="372097" y="383806"/>
                </a:lnTo>
                <a:lnTo>
                  <a:pt x="370624" y="382651"/>
                </a:lnTo>
                <a:lnTo>
                  <a:pt x="366344" y="383019"/>
                </a:lnTo>
                <a:lnTo>
                  <a:pt x="366344" y="407225"/>
                </a:lnTo>
                <a:lnTo>
                  <a:pt x="365010" y="406069"/>
                </a:lnTo>
                <a:lnTo>
                  <a:pt x="365594" y="407289"/>
                </a:lnTo>
                <a:lnTo>
                  <a:pt x="363982" y="407428"/>
                </a:lnTo>
                <a:lnTo>
                  <a:pt x="364731" y="406082"/>
                </a:lnTo>
                <a:lnTo>
                  <a:pt x="365010" y="406069"/>
                </a:lnTo>
                <a:lnTo>
                  <a:pt x="365480" y="406031"/>
                </a:lnTo>
                <a:lnTo>
                  <a:pt x="366344" y="407225"/>
                </a:lnTo>
                <a:lnTo>
                  <a:pt x="366344" y="383019"/>
                </a:lnTo>
                <a:lnTo>
                  <a:pt x="365086" y="383120"/>
                </a:lnTo>
                <a:lnTo>
                  <a:pt x="363347" y="379437"/>
                </a:lnTo>
                <a:lnTo>
                  <a:pt x="360387" y="377139"/>
                </a:lnTo>
                <a:lnTo>
                  <a:pt x="356235" y="377482"/>
                </a:lnTo>
                <a:lnTo>
                  <a:pt x="278777" y="325361"/>
                </a:lnTo>
                <a:lnTo>
                  <a:pt x="267220" y="319951"/>
                </a:lnTo>
                <a:lnTo>
                  <a:pt x="256819" y="313182"/>
                </a:lnTo>
                <a:lnTo>
                  <a:pt x="237439" y="299516"/>
                </a:lnTo>
                <a:lnTo>
                  <a:pt x="237705" y="296938"/>
                </a:lnTo>
                <a:lnTo>
                  <a:pt x="238455" y="295605"/>
                </a:lnTo>
                <a:lnTo>
                  <a:pt x="240779" y="291592"/>
                </a:lnTo>
                <a:lnTo>
                  <a:pt x="242760" y="290144"/>
                </a:lnTo>
                <a:lnTo>
                  <a:pt x="245491" y="288645"/>
                </a:lnTo>
                <a:lnTo>
                  <a:pt x="238760" y="282829"/>
                </a:lnTo>
                <a:lnTo>
                  <a:pt x="231813" y="277050"/>
                </a:lnTo>
                <a:lnTo>
                  <a:pt x="224167" y="271310"/>
                </a:lnTo>
                <a:lnTo>
                  <a:pt x="215468" y="266941"/>
                </a:lnTo>
                <a:lnTo>
                  <a:pt x="211683" y="267258"/>
                </a:lnTo>
                <a:lnTo>
                  <a:pt x="207962" y="265023"/>
                </a:lnTo>
                <a:lnTo>
                  <a:pt x="205003" y="262724"/>
                </a:lnTo>
                <a:lnTo>
                  <a:pt x="196875" y="263410"/>
                </a:lnTo>
                <a:lnTo>
                  <a:pt x="196481" y="262166"/>
                </a:lnTo>
                <a:lnTo>
                  <a:pt x="198081" y="262039"/>
                </a:lnTo>
                <a:lnTo>
                  <a:pt x="197535" y="263347"/>
                </a:lnTo>
                <a:lnTo>
                  <a:pt x="205003" y="262724"/>
                </a:lnTo>
                <a:lnTo>
                  <a:pt x="211950" y="265963"/>
                </a:lnTo>
                <a:lnTo>
                  <a:pt x="215468" y="266941"/>
                </a:lnTo>
                <a:lnTo>
                  <a:pt x="213067" y="263321"/>
                </a:lnTo>
                <a:lnTo>
                  <a:pt x="210489" y="260985"/>
                </a:lnTo>
                <a:lnTo>
                  <a:pt x="206146" y="262623"/>
                </a:lnTo>
                <a:lnTo>
                  <a:pt x="205879" y="261378"/>
                </a:lnTo>
                <a:lnTo>
                  <a:pt x="204482" y="256400"/>
                </a:lnTo>
                <a:lnTo>
                  <a:pt x="200279" y="252920"/>
                </a:lnTo>
                <a:lnTo>
                  <a:pt x="194386" y="250875"/>
                </a:lnTo>
                <a:lnTo>
                  <a:pt x="193408" y="247129"/>
                </a:lnTo>
                <a:lnTo>
                  <a:pt x="191122" y="244767"/>
                </a:lnTo>
                <a:lnTo>
                  <a:pt x="186855" y="245135"/>
                </a:lnTo>
                <a:lnTo>
                  <a:pt x="185369" y="242709"/>
                </a:lnTo>
                <a:lnTo>
                  <a:pt x="184835" y="241477"/>
                </a:lnTo>
                <a:lnTo>
                  <a:pt x="182359" y="239141"/>
                </a:lnTo>
                <a:lnTo>
                  <a:pt x="180124" y="238709"/>
                </a:lnTo>
                <a:lnTo>
                  <a:pt x="180124" y="243141"/>
                </a:lnTo>
                <a:lnTo>
                  <a:pt x="178968" y="241973"/>
                </a:lnTo>
                <a:lnTo>
                  <a:pt x="178104" y="240766"/>
                </a:lnTo>
                <a:lnTo>
                  <a:pt x="177533" y="239534"/>
                </a:lnTo>
                <a:lnTo>
                  <a:pt x="178295" y="240753"/>
                </a:lnTo>
                <a:lnTo>
                  <a:pt x="179070" y="241960"/>
                </a:lnTo>
                <a:lnTo>
                  <a:pt x="180124" y="243141"/>
                </a:lnTo>
                <a:lnTo>
                  <a:pt x="180124" y="238709"/>
                </a:lnTo>
                <a:lnTo>
                  <a:pt x="177800" y="238239"/>
                </a:lnTo>
                <a:lnTo>
                  <a:pt x="177025" y="235762"/>
                </a:lnTo>
                <a:lnTo>
                  <a:pt x="175983" y="235851"/>
                </a:lnTo>
                <a:lnTo>
                  <a:pt x="173786" y="234759"/>
                </a:lnTo>
                <a:lnTo>
                  <a:pt x="167919" y="227596"/>
                </a:lnTo>
                <a:lnTo>
                  <a:pt x="161442" y="221767"/>
                </a:lnTo>
                <a:lnTo>
                  <a:pt x="154254" y="216001"/>
                </a:lnTo>
                <a:lnTo>
                  <a:pt x="146405" y="211569"/>
                </a:lnTo>
                <a:lnTo>
                  <a:pt x="142087" y="205549"/>
                </a:lnTo>
                <a:lnTo>
                  <a:pt x="137731" y="202095"/>
                </a:lnTo>
                <a:lnTo>
                  <a:pt x="132651" y="197421"/>
                </a:lnTo>
                <a:lnTo>
                  <a:pt x="126746" y="194094"/>
                </a:lnTo>
                <a:lnTo>
                  <a:pt x="126377" y="192849"/>
                </a:lnTo>
                <a:lnTo>
                  <a:pt x="126022" y="191604"/>
                </a:lnTo>
                <a:lnTo>
                  <a:pt x="124701" y="187896"/>
                </a:lnTo>
                <a:lnTo>
                  <a:pt x="119849" y="185750"/>
                </a:lnTo>
                <a:lnTo>
                  <a:pt x="115379" y="183578"/>
                </a:lnTo>
                <a:lnTo>
                  <a:pt x="98094" y="163360"/>
                </a:lnTo>
                <a:lnTo>
                  <a:pt x="80530" y="145719"/>
                </a:lnTo>
                <a:lnTo>
                  <a:pt x="63614" y="125476"/>
                </a:lnTo>
                <a:lnTo>
                  <a:pt x="48844" y="103771"/>
                </a:lnTo>
                <a:lnTo>
                  <a:pt x="42214" y="108153"/>
                </a:lnTo>
                <a:lnTo>
                  <a:pt x="35115" y="112572"/>
                </a:lnTo>
                <a:lnTo>
                  <a:pt x="29273" y="118160"/>
                </a:lnTo>
                <a:lnTo>
                  <a:pt x="26416" y="126047"/>
                </a:lnTo>
                <a:lnTo>
                  <a:pt x="25196" y="127419"/>
                </a:lnTo>
                <a:lnTo>
                  <a:pt x="25234" y="128689"/>
                </a:lnTo>
                <a:lnTo>
                  <a:pt x="25222" y="129971"/>
                </a:lnTo>
                <a:lnTo>
                  <a:pt x="26276" y="132422"/>
                </a:lnTo>
                <a:lnTo>
                  <a:pt x="21678" y="135356"/>
                </a:lnTo>
                <a:lnTo>
                  <a:pt x="16014" y="137109"/>
                </a:lnTo>
                <a:lnTo>
                  <a:pt x="11049" y="140081"/>
                </a:lnTo>
                <a:lnTo>
                  <a:pt x="8407" y="145389"/>
                </a:lnTo>
                <a:lnTo>
                  <a:pt x="698" y="158788"/>
                </a:lnTo>
                <a:lnTo>
                  <a:pt x="0" y="171589"/>
                </a:lnTo>
                <a:lnTo>
                  <a:pt x="38125" y="230835"/>
                </a:lnTo>
                <a:lnTo>
                  <a:pt x="66052" y="261632"/>
                </a:lnTo>
                <a:lnTo>
                  <a:pt x="95834" y="292277"/>
                </a:lnTo>
                <a:lnTo>
                  <a:pt x="126834" y="320255"/>
                </a:lnTo>
                <a:lnTo>
                  <a:pt x="164985" y="352742"/>
                </a:lnTo>
                <a:lnTo>
                  <a:pt x="204012" y="383882"/>
                </a:lnTo>
                <a:lnTo>
                  <a:pt x="243916" y="413677"/>
                </a:lnTo>
                <a:lnTo>
                  <a:pt x="284683" y="442112"/>
                </a:lnTo>
                <a:lnTo>
                  <a:pt x="326301" y="469214"/>
                </a:lnTo>
                <a:lnTo>
                  <a:pt x="368642" y="493699"/>
                </a:lnTo>
                <a:lnTo>
                  <a:pt x="411937" y="518109"/>
                </a:lnTo>
                <a:lnTo>
                  <a:pt x="455942" y="539902"/>
                </a:lnTo>
                <a:lnTo>
                  <a:pt x="500761" y="560362"/>
                </a:lnTo>
                <a:lnTo>
                  <a:pt x="546481" y="580732"/>
                </a:lnTo>
                <a:lnTo>
                  <a:pt x="640194" y="616216"/>
                </a:lnTo>
                <a:lnTo>
                  <a:pt x="690092" y="632421"/>
                </a:lnTo>
                <a:lnTo>
                  <a:pt x="740029" y="647344"/>
                </a:lnTo>
                <a:lnTo>
                  <a:pt x="790003" y="660996"/>
                </a:lnTo>
                <a:lnTo>
                  <a:pt x="839927" y="672109"/>
                </a:lnTo>
                <a:lnTo>
                  <a:pt x="889787" y="680669"/>
                </a:lnTo>
                <a:lnTo>
                  <a:pt x="939685" y="687959"/>
                </a:lnTo>
                <a:lnTo>
                  <a:pt x="989622" y="693966"/>
                </a:lnTo>
                <a:lnTo>
                  <a:pt x="1039596" y="698690"/>
                </a:lnTo>
                <a:lnTo>
                  <a:pt x="1089507" y="700874"/>
                </a:lnTo>
                <a:lnTo>
                  <a:pt x="1139444" y="701789"/>
                </a:lnTo>
                <a:lnTo>
                  <a:pt x="1189418" y="701421"/>
                </a:lnTo>
                <a:lnTo>
                  <a:pt x="1239329" y="698512"/>
                </a:lnTo>
                <a:lnTo>
                  <a:pt x="1339329" y="690118"/>
                </a:lnTo>
                <a:lnTo>
                  <a:pt x="1439227" y="674090"/>
                </a:lnTo>
                <a:lnTo>
                  <a:pt x="1539214" y="652970"/>
                </a:lnTo>
                <a:lnTo>
                  <a:pt x="1639303" y="626732"/>
                </a:lnTo>
                <a:lnTo>
                  <a:pt x="1730819" y="596112"/>
                </a:lnTo>
                <a:lnTo>
                  <a:pt x="1775675" y="578332"/>
                </a:lnTo>
                <a:lnTo>
                  <a:pt x="1863991" y="540334"/>
                </a:lnTo>
                <a:lnTo>
                  <a:pt x="1902625" y="521804"/>
                </a:lnTo>
                <a:close/>
              </a:path>
              <a:path w="2541904" h="702310">
                <a:moveTo>
                  <a:pt x="2541371" y="167462"/>
                </a:moveTo>
                <a:lnTo>
                  <a:pt x="2510777" y="105029"/>
                </a:lnTo>
                <a:lnTo>
                  <a:pt x="2488349" y="75057"/>
                </a:lnTo>
                <a:lnTo>
                  <a:pt x="2479268" y="65620"/>
                </a:lnTo>
                <a:lnTo>
                  <a:pt x="2474785" y="62166"/>
                </a:lnTo>
                <a:lnTo>
                  <a:pt x="2470213" y="58724"/>
                </a:lnTo>
                <a:lnTo>
                  <a:pt x="2463685" y="59283"/>
                </a:lnTo>
                <a:lnTo>
                  <a:pt x="2455189" y="49796"/>
                </a:lnTo>
                <a:lnTo>
                  <a:pt x="2453144" y="48691"/>
                </a:lnTo>
                <a:lnTo>
                  <a:pt x="2445067" y="45542"/>
                </a:lnTo>
                <a:lnTo>
                  <a:pt x="2433967" y="45199"/>
                </a:lnTo>
                <a:lnTo>
                  <a:pt x="2422372" y="46177"/>
                </a:lnTo>
                <a:lnTo>
                  <a:pt x="2284653" y="62826"/>
                </a:lnTo>
                <a:lnTo>
                  <a:pt x="2279675" y="61963"/>
                </a:lnTo>
                <a:lnTo>
                  <a:pt x="2277135" y="60909"/>
                </a:lnTo>
                <a:lnTo>
                  <a:pt x="2269617" y="60261"/>
                </a:lnTo>
                <a:lnTo>
                  <a:pt x="2254834" y="64046"/>
                </a:lnTo>
                <a:lnTo>
                  <a:pt x="2249817" y="61925"/>
                </a:lnTo>
                <a:lnTo>
                  <a:pt x="2247417" y="62128"/>
                </a:lnTo>
                <a:lnTo>
                  <a:pt x="2239924" y="61480"/>
                </a:lnTo>
                <a:lnTo>
                  <a:pt x="2225002" y="63995"/>
                </a:lnTo>
                <a:lnTo>
                  <a:pt x="2220645" y="60540"/>
                </a:lnTo>
                <a:lnTo>
                  <a:pt x="2218525" y="59448"/>
                </a:lnTo>
                <a:lnTo>
                  <a:pt x="2211095" y="61353"/>
                </a:lnTo>
                <a:lnTo>
                  <a:pt x="2156968" y="58242"/>
                </a:lnTo>
                <a:lnTo>
                  <a:pt x="2110194" y="53238"/>
                </a:lnTo>
                <a:lnTo>
                  <a:pt x="2063750" y="45669"/>
                </a:lnTo>
                <a:lnTo>
                  <a:pt x="2017699" y="35509"/>
                </a:lnTo>
                <a:lnTo>
                  <a:pt x="1972157" y="24028"/>
                </a:lnTo>
                <a:lnTo>
                  <a:pt x="1920240" y="6718"/>
                </a:lnTo>
                <a:lnTo>
                  <a:pt x="1906473" y="2781"/>
                </a:lnTo>
                <a:lnTo>
                  <a:pt x="1894052" y="0"/>
                </a:lnTo>
                <a:lnTo>
                  <a:pt x="1888388" y="1739"/>
                </a:lnTo>
                <a:lnTo>
                  <a:pt x="1883587" y="5969"/>
                </a:lnTo>
                <a:lnTo>
                  <a:pt x="1879168" y="10160"/>
                </a:lnTo>
                <a:lnTo>
                  <a:pt x="1881454" y="21450"/>
                </a:lnTo>
                <a:lnTo>
                  <a:pt x="1885937" y="24892"/>
                </a:lnTo>
                <a:lnTo>
                  <a:pt x="1898713" y="41668"/>
                </a:lnTo>
                <a:lnTo>
                  <a:pt x="1908340" y="58699"/>
                </a:lnTo>
                <a:lnTo>
                  <a:pt x="1917623" y="77038"/>
                </a:lnTo>
                <a:lnTo>
                  <a:pt x="1928964" y="92646"/>
                </a:lnTo>
                <a:lnTo>
                  <a:pt x="1935505" y="99745"/>
                </a:lnTo>
                <a:lnTo>
                  <a:pt x="1942668" y="102971"/>
                </a:lnTo>
                <a:lnTo>
                  <a:pt x="1950631" y="107403"/>
                </a:lnTo>
                <a:lnTo>
                  <a:pt x="2002243" y="128562"/>
                </a:lnTo>
                <a:lnTo>
                  <a:pt x="2046287" y="143992"/>
                </a:lnTo>
                <a:lnTo>
                  <a:pt x="2091042" y="158076"/>
                </a:lnTo>
                <a:lnTo>
                  <a:pt x="2136203" y="168313"/>
                </a:lnTo>
                <a:lnTo>
                  <a:pt x="2181949" y="177215"/>
                </a:lnTo>
                <a:lnTo>
                  <a:pt x="2228177" y="184810"/>
                </a:lnTo>
                <a:lnTo>
                  <a:pt x="2236419" y="185394"/>
                </a:lnTo>
                <a:lnTo>
                  <a:pt x="2245029" y="184670"/>
                </a:lnTo>
                <a:lnTo>
                  <a:pt x="2261857" y="190906"/>
                </a:lnTo>
                <a:lnTo>
                  <a:pt x="2260028" y="198704"/>
                </a:lnTo>
                <a:lnTo>
                  <a:pt x="2256205" y="205397"/>
                </a:lnTo>
                <a:lnTo>
                  <a:pt x="2246744" y="206197"/>
                </a:lnTo>
                <a:lnTo>
                  <a:pt x="2240343" y="210553"/>
                </a:lnTo>
                <a:lnTo>
                  <a:pt x="2236622" y="218516"/>
                </a:lnTo>
                <a:lnTo>
                  <a:pt x="2219414" y="221234"/>
                </a:lnTo>
                <a:lnTo>
                  <a:pt x="2215819" y="231724"/>
                </a:lnTo>
                <a:lnTo>
                  <a:pt x="2213533" y="230644"/>
                </a:lnTo>
                <a:lnTo>
                  <a:pt x="2213445" y="240842"/>
                </a:lnTo>
                <a:lnTo>
                  <a:pt x="2213140" y="239598"/>
                </a:lnTo>
                <a:lnTo>
                  <a:pt x="2213445" y="240842"/>
                </a:lnTo>
                <a:lnTo>
                  <a:pt x="2213445" y="230746"/>
                </a:lnTo>
                <a:lnTo>
                  <a:pt x="2212225" y="232029"/>
                </a:lnTo>
                <a:lnTo>
                  <a:pt x="2211667" y="233349"/>
                </a:lnTo>
                <a:lnTo>
                  <a:pt x="2203246" y="234048"/>
                </a:lnTo>
                <a:lnTo>
                  <a:pt x="2195703" y="237236"/>
                </a:lnTo>
                <a:lnTo>
                  <a:pt x="2191791" y="245211"/>
                </a:lnTo>
                <a:lnTo>
                  <a:pt x="2186330" y="248221"/>
                </a:lnTo>
                <a:lnTo>
                  <a:pt x="2180374" y="248716"/>
                </a:lnTo>
                <a:lnTo>
                  <a:pt x="2007692" y="347319"/>
                </a:lnTo>
                <a:lnTo>
                  <a:pt x="1853031" y="427837"/>
                </a:lnTo>
                <a:lnTo>
                  <a:pt x="1831365" y="437299"/>
                </a:lnTo>
                <a:lnTo>
                  <a:pt x="1809711" y="444207"/>
                </a:lnTo>
                <a:lnTo>
                  <a:pt x="1763483" y="463384"/>
                </a:lnTo>
                <a:lnTo>
                  <a:pt x="1716887" y="481304"/>
                </a:lnTo>
                <a:lnTo>
                  <a:pt x="1622501" y="512165"/>
                </a:lnTo>
                <a:lnTo>
                  <a:pt x="1574698" y="525094"/>
                </a:lnTo>
                <a:lnTo>
                  <a:pt x="1526514" y="536778"/>
                </a:lnTo>
                <a:lnTo>
                  <a:pt x="1428889" y="555167"/>
                </a:lnTo>
                <a:lnTo>
                  <a:pt x="1379448" y="561860"/>
                </a:lnTo>
                <a:lnTo>
                  <a:pt x="1339532" y="566483"/>
                </a:lnTo>
                <a:lnTo>
                  <a:pt x="1299718" y="572363"/>
                </a:lnTo>
                <a:lnTo>
                  <a:pt x="1902625" y="521804"/>
                </a:lnTo>
                <a:lnTo>
                  <a:pt x="1993455" y="477227"/>
                </a:lnTo>
                <a:lnTo>
                  <a:pt x="2035949" y="454545"/>
                </a:lnTo>
                <a:lnTo>
                  <a:pt x="2078139" y="430618"/>
                </a:lnTo>
                <a:lnTo>
                  <a:pt x="2159825" y="382981"/>
                </a:lnTo>
                <a:lnTo>
                  <a:pt x="2200160" y="357936"/>
                </a:lnTo>
                <a:lnTo>
                  <a:pt x="2280653" y="309130"/>
                </a:lnTo>
                <a:lnTo>
                  <a:pt x="2320925" y="284086"/>
                </a:lnTo>
                <a:lnTo>
                  <a:pt x="2323084" y="281355"/>
                </a:lnTo>
                <a:lnTo>
                  <a:pt x="2325141" y="278638"/>
                </a:lnTo>
                <a:lnTo>
                  <a:pt x="2327186" y="274637"/>
                </a:lnTo>
                <a:lnTo>
                  <a:pt x="2339390" y="273621"/>
                </a:lnTo>
                <a:lnTo>
                  <a:pt x="2342350" y="275920"/>
                </a:lnTo>
                <a:lnTo>
                  <a:pt x="2340876" y="279857"/>
                </a:lnTo>
                <a:lnTo>
                  <a:pt x="2337955" y="281381"/>
                </a:lnTo>
                <a:lnTo>
                  <a:pt x="2326563" y="306552"/>
                </a:lnTo>
                <a:lnTo>
                  <a:pt x="2313114" y="330619"/>
                </a:lnTo>
                <a:lnTo>
                  <a:pt x="2298065" y="353542"/>
                </a:lnTo>
                <a:lnTo>
                  <a:pt x="2281885" y="375297"/>
                </a:lnTo>
                <a:lnTo>
                  <a:pt x="2270988" y="390232"/>
                </a:lnTo>
                <a:lnTo>
                  <a:pt x="2261285" y="406336"/>
                </a:lnTo>
                <a:lnTo>
                  <a:pt x="2253196" y="423583"/>
                </a:lnTo>
                <a:lnTo>
                  <a:pt x="2246973" y="440677"/>
                </a:lnTo>
                <a:lnTo>
                  <a:pt x="2228926" y="472770"/>
                </a:lnTo>
                <a:lnTo>
                  <a:pt x="2223846" y="503783"/>
                </a:lnTo>
                <a:lnTo>
                  <a:pt x="2231567" y="533730"/>
                </a:lnTo>
                <a:lnTo>
                  <a:pt x="2251849" y="561340"/>
                </a:lnTo>
                <a:lnTo>
                  <a:pt x="2297023" y="534606"/>
                </a:lnTo>
                <a:lnTo>
                  <a:pt x="2336177" y="503288"/>
                </a:lnTo>
                <a:lnTo>
                  <a:pt x="2370150" y="466026"/>
                </a:lnTo>
                <a:lnTo>
                  <a:pt x="2400173" y="426554"/>
                </a:lnTo>
                <a:lnTo>
                  <a:pt x="2427071" y="383514"/>
                </a:lnTo>
                <a:lnTo>
                  <a:pt x="2452014" y="339356"/>
                </a:lnTo>
                <a:lnTo>
                  <a:pt x="2465882" y="313982"/>
                </a:lnTo>
                <a:lnTo>
                  <a:pt x="2480310" y="288556"/>
                </a:lnTo>
                <a:lnTo>
                  <a:pt x="2495131" y="264375"/>
                </a:lnTo>
                <a:lnTo>
                  <a:pt x="2498166" y="260299"/>
                </a:lnTo>
                <a:lnTo>
                  <a:pt x="2510015" y="240182"/>
                </a:lnTo>
                <a:lnTo>
                  <a:pt x="2523909" y="214807"/>
                </a:lnTo>
                <a:lnTo>
                  <a:pt x="2524442" y="213487"/>
                </a:lnTo>
                <a:lnTo>
                  <a:pt x="2529522" y="205409"/>
                </a:lnTo>
                <a:lnTo>
                  <a:pt x="2535047" y="194754"/>
                </a:lnTo>
                <a:lnTo>
                  <a:pt x="2537955" y="181775"/>
                </a:lnTo>
                <a:lnTo>
                  <a:pt x="2541371" y="167462"/>
                </a:lnTo>
                <a:close/>
              </a:path>
            </a:pathLst>
          </a:custGeom>
          <a:solidFill>
            <a:srgbClr val="DAFF6B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D0C2F5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780682" y="920788"/>
            <a:ext cx="17507585" cy="9366250"/>
            <a:chOff x="780682" y="920788"/>
            <a:chExt cx="17507585" cy="9366250"/>
          </a:xfrm>
        </p:grpSpPr>
        <p:sp>
          <p:nvSpPr>
            <p:cNvPr id="4" name="object 4"/>
            <p:cNvSpPr/>
            <p:nvPr/>
          </p:nvSpPr>
          <p:spPr>
            <a:xfrm>
              <a:off x="11750333" y="4362949"/>
              <a:ext cx="6537959" cy="5924550"/>
            </a:xfrm>
            <a:custGeom>
              <a:avLst/>
              <a:gdLst/>
              <a:ahLst/>
              <a:cxnLst/>
              <a:rect l="l" t="t" r="r" b="b"/>
              <a:pathLst>
                <a:path w="6537959" h="5924550">
                  <a:moveTo>
                    <a:pt x="6523138" y="0"/>
                  </a:moveTo>
                  <a:lnTo>
                    <a:pt x="6524500" y="2365"/>
                  </a:lnTo>
                  <a:lnTo>
                    <a:pt x="6522139" y="3727"/>
                  </a:lnTo>
                  <a:lnTo>
                    <a:pt x="6520773" y="1365"/>
                  </a:lnTo>
                  <a:lnTo>
                    <a:pt x="6523138" y="0"/>
                  </a:lnTo>
                  <a:close/>
                </a:path>
                <a:path w="6537959" h="5924550">
                  <a:moveTo>
                    <a:pt x="6422616" y="58298"/>
                  </a:moveTo>
                  <a:lnTo>
                    <a:pt x="6423753" y="60265"/>
                  </a:lnTo>
                  <a:lnTo>
                    <a:pt x="6421782" y="61402"/>
                  </a:lnTo>
                  <a:lnTo>
                    <a:pt x="6420645" y="59435"/>
                  </a:lnTo>
                  <a:lnTo>
                    <a:pt x="6422616" y="58298"/>
                  </a:lnTo>
                  <a:close/>
                </a:path>
                <a:path w="6537959" h="5924550">
                  <a:moveTo>
                    <a:pt x="6480933" y="157490"/>
                  </a:moveTo>
                  <a:lnTo>
                    <a:pt x="6482982" y="161039"/>
                  </a:lnTo>
                  <a:lnTo>
                    <a:pt x="6479438" y="163084"/>
                  </a:lnTo>
                  <a:lnTo>
                    <a:pt x="6477389" y="159540"/>
                  </a:lnTo>
                  <a:lnTo>
                    <a:pt x="6480933" y="157490"/>
                  </a:lnTo>
                  <a:close/>
                </a:path>
                <a:path w="6537959" h="5924550">
                  <a:moveTo>
                    <a:pt x="6537666" y="257343"/>
                  </a:moveTo>
                  <a:lnTo>
                    <a:pt x="6537666" y="264697"/>
                  </a:lnTo>
                  <a:lnTo>
                    <a:pt x="6536787" y="264697"/>
                  </a:lnTo>
                  <a:lnTo>
                    <a:pt x="6533825" y="259562"/>
                  </a:lnTo>
                  <a:lnTo>
                    <a:pt x="6537666" y="257343"/>
                  </a:lnTo>
                  <a:close/>
                </a:path>
                <a:path w="6537959" h="5924550">
                  <a:moveTo>
                    <a:pt x="6322177" y="116284"/>
                  </a:moveTo>
                  <a:lnTo>
                    <a:pt x="6323314" y="118256"/>
                  </a:lnTo>
                  <a:lnTo>
                    <a:pt x="6321347" y="119393"/>
                  </a:lnTo>
                  <a:lnTo>
                    <a:pt x="6320210" y="117422"/>
                  </a:lnTo>
                  <a:lnTo>
                    <a:pt x="6322177" y="116284"/>
                  </a:lnTo>
                  <a:close/>
                </a:path>
                <a:path w="6537959" h="5924550">
                  <a:moveTo>
                    <a:pt x="6380498" y="215481"/>
                  </a:moveTo>
                  <a:lnTo>
                    <a:pt x="6382542" y="219026"/>
                  </a:lnTo>
                  <a:lnTo>
                    <a:pt x="6379003" y="221070"/>
                  </a:lnTo>
                  <a:lnTo>
                    <a:pt x="6376954" y="217526"/>
                  </a:lnTo>
                  <a:lnTo>
                    <a:pt x="6380498" y="215481"/>
                  </a:lnTo>
                  <a:close/>
                </a:path>
                <a:path w="6537959" h="5924550">
                  <a:moveTo>
                    <a:pt x="6438901" y="314367"/>
                  </a:moveTo>
                  <a:lnTo>
                    <a:pt x="6442083" y="319882"/>
                  </a:lnTo>
                  <a:lnTo>
                    <a:pt x="6436572" y="323064"/>
                  </a:lnTo>
                  <a:lnTo>
                    <a:pt x="6433390" y="317549"/>
                  </a:lnTo>
                  <a:lnTo>
                    <a:pt x="6438901" y="314367"/>
                  </a:lnTo>
                  <a:close/>
                </a:path>
                <a:path w="6537959" h="5924550">
                  <a:moveTo>
                    <a:pt x="6497304" y="413252"/>
                  </a:moveTo>
                  <a:lnTo>
                    <a:pt x="6501627" y="420734"/>
                  </a:lnTo>
                  <a:lnTo>
                    <a:pt x="6494145" y="425053"/>
                  </a:lnTo>
                  <a:lnTo>
                    <a:pt x="6489822" y="417571"/>
                  </a:lnTo>
                  <a:lnTo>
                    <a:pt x="6497304" y="413252"/>
                  </a:lnTo>
                  <a:close/>
                </a:path>
                <a:path w="6537959" h="5924550">
                  <a:moveTo>
                    <a:pt x="6221659" y="174588"/>
                  </a:moveTo>
                  <a:lnTo>
                    <a:pt x="6222567" y="176160"/>
                  </a:lnTo>
                  <a:lnTo>
                    <a:pt x="6220990" y="177072"/>
                  </a:lnTo>
                  <a:lnTo>
                    <a:pt x="6220083" y="175495"/>
                  </a:lnTo>
                  <a:lnTo>
                    <a:pt x="6221659" y="174588"/>
                  </a:lnTo>
                  <a:close/>
                </a:path>
                <a:path w="6537959" h="5924550">
                  <a:moveTo>
                    <a:pt x="6279976" y="273780"/>
                  </a:moveTo>
                  <a:lnTo>
                    <a:pt x="6281796" y="276934"/>
                  </a:lnTo>
                  <a:lnTo>
                    <a:pt x="6278646" y="278754"/>
                  </a:lnTo>
                  <a:lnTo>
                    <a:pt x="6276826" y="275600"/>
                  </a:lnTo>
                  <a:lnTo>
                    <a:pt x="6279976" y="273780"/>
                  </a:lnTo>
                  <a:close/>
                </a:path>
                <a:path w="6537959" h="5924550">
                  <a:moveTo>
                    <a:pt x="6338384" y="372666"/>
                  </a:moveTo>
                  <a:lnTo>
                    <a:pt x="6341336" y="377787"/>
                  </a:lnTo>
                  <a:lnTo>
                    <a:pt x="6336215" y="380744"/>
                  </a:lnTo>
                  <a:lnTo>
                    <a:pt x="6333258" y="375623"/>
                  </a:lnTo>
                  <a:lnTo>
                    <a:pt x="6338384" y="372666"/>
                  </a:lnTo>
                  <a:close/>
                </a:path>
                <a:path w="6537959" h="5924550">
                  <a:moveTo>
                    <a:pt x="6396787" y="471551"/>
                  </a:moveTo>
                  <a:lnTo>
                    <a:pt x="6400876" y="478639"/>
                  </a:lnTo>
                  <a:lnTo>
                    <a:pt x="6393788" y="482733"/>
                  </a:lnTo>
                  <a:lnTo>
                    <a:pt x="6389694" y="475645"/>
                  </a:lnTo>
                  <a:lnTo>
                    <a:pt x="6396787" y="471551"/>
                  </a:lnTo>
                  <a:close/>
                </a:path>
                <a:path w="6537959" h="5924550">
                  <a:moveTo>
                    <a:pt x="6455103" y="570748"/>
                  </a:moveTo>
                  <a:lnTo>
                    <a:pt x="6460105" y="579408"/>
                  </a:lnTo>
                  <a:lnTo>
                    <a:pt x="6451444" y="584410"/>
                  </a:lnTo>
                  <a:lnTo>
                    <a:pt x="6446443" y="575750"/>
                  </a:lnTo>
                  <a:lnTo>
                    <a:pt x="6455103" y="570748"/>
                  </a:lnTo>
                  <a:close/>
                </a:path>
                <a:path w="6537959" h="5924550">
                  <a:moveTo>
                    <a:pt x="6513511" y="669633"/>
                  </a:moveTo>
                  <a:lnTo>
                    <a:pt x="6519650" y="680265"/>
                  </a:lnTo>
                  <a:lnTo>
                    <a:pt x="6509013" y="686404"/>
                  </a:lnTo>
                  <a:lnTo>
                    <a:pt x="6502874" y="675772"/>
                  </a:lnTo>
                  <a:lnTo>
                    <a:pt x="6513511" y="669633"/>
                  </a:lnTo>
                  <a:close/>
                </a:path>
                <a:path w="6537959" h="5924550">
                  <a:moveTo>
                    <a:pt x="6119955" y="233566"/>
                  </a:moveTo>
                  <a:lnTo>
                    <a:pt x="6121525" y="233566"/>
                  </a:lnTo>
                  <a:lnTo>
                    <a:pt x="6121816" y="234070"/>
                  </a:lnTo>
                  <a:lnTo>
                    <a:pt x="6120246" y="234070"/>
                  </a:lnTo>
                  <a:lnTo>
                    <a:pt x="6119955" y="233566"/>
                  </a:lnTo>
                  <a:close/>
                </a:path>
                <a:path w="6537959" h="5924550">
                  <a:moveTo>
                    <a:pt x="6179459" y="332079"/>
                  </a:moveTo>
                  <a:lnTo>
                    <a:pt x="6181049" y="334835"/>
                  </a:lnTo>
                  <a:lnTo>
                    <a:pt x="6178289" y="336430"/>
                  </a:lnTo>
                  <a:lnTo>
                    <a:pt x="6176699" y="333675"/>
                  </a:lnTo>
                  <a:lnTo>
                    <a:pt x="6179459" y="332079"/>
                  </a:lnTo>
                  <a:close/>
                </a:path>
                <a:path w="6537959" h="5924550">
                  <a:moveTo>
                    <a:pt x="6237861" y="430965"/>
                  </a:moveTo>
                  <a:lnTo>
                    <a:pt x="6240590" y="435691"/>
                  </a:lnTo>
                  <a:lnTo>
                    <a:pt x="6235863" y="438424"/>
                  </a:lnTo>
                  <a:lnTo>
                    <a:pt x="6233130" y="433692"/>
                  </a:lnTo>
                  <a:lnTo>
                    <a:pt x="6237861" y="430965"/>
                  </a:lnTo>
                  <a:close/>
                </a:path>
                <a:path w="6537959" h="5924550">
                  <a:moveTo>
                    <a:pt x="6296265" y="529850"/>
                  </a:moveTo>
                  <a:lnTo>
                    <a:pt x="6300134" y="536548"/>
                  </a:lnTo>
                  <a:lnTo>
                    <a:pt x="6293436" y="540413"/>
                  </a:lnTo>
                  <a:lnTo>
                    <a:pt x="6289567" y="533715"/>
                  </a:lnTo>
                  <a:lnTo>
                    <a:pt x="6296265" y="529850"/>
                  </a:lnTo>
                  <a:close/>
                </a:path>
                <a:path w="6537959" h="5924550">
                  <a:moveTo>
                    <a:pt x="6354586" y="629047"/>
                  </a:moveTo>
                  <a:lnTo>
                    <a:pt x="6359358" y="637318"/>
                  </a:lnTo>
                  <a:lnTo>
                    <a:pt x="6351092" y="642095"/>
                  </a:lnTo>
                  <a:lnTo>
                    <a:pt x="6346315" y="633824"/>
                  </a:lnTo>
                  <a:lnTo>
                    <a:pt x="6354586" y="629047"/>
                  </a:lnTo>
                  <a:close/>
                </a:path>
                <a:path w="6537959" h="5924550">
                  <a:moveTo>
                    <a:pt x="6412988" y="727928"/>
                  </a:moveTo>
                  <a:lnTo>
                    <a:pt x="6418903" y="738174"/>
                  </a:lnTo>
                  <a:lnTo>
                    <a:pt x="6408661" y="744083"/>
                  </a:lnTo>
                  <a:lnTo>
                    <a:pt x="6402747" y="733842"/>
                  </a:lnTo>
                  <a:lnTo>
                    <a:pt x="6412988" y="727928"/>
                  </a:lnTo>
                  <a:close/>
                </a:path>
                <a:path w="6537959" h="5924550">
                  <a:moveTo>
                    <a:pt x="6471314" y="827125"/>
                  </a:moveTo>
                  <a:lnTo>
                    <a:pt x="6478136" y="838939"/>
                  </a:lnTo>
                  <a:lnTo>
                    <a:pt x="6466312" y="845765"/>
                  </a:lnTo>
                  <a:lnTo>
                    <a:pt x="6459490" y="833951"/>
                  </a:lnTo>
                  <a:lnTo>
                    <a:pt x="6471314" y="827125"/>
                  </a:lnTo>
                  <a:close/>
                </a:path>
                <a:path w="6537959" h="5924550">
                  <a:moveTo>
                    <a:pt x="6529713" y="926005"/>
                  </a:moveTo>
                  <a:lnTo>
                    <a:pt x="6537676" y="939796"/>
                  </a:lnTo>
                  <a:lnTo>
                    <a:pt x="6523886" y="947759"/>
                  </a:lnTo>
                  <a:lnTo>
                    <a:pt x="6515927" y="933969"/>
                  </a:lnTo>
                  <a:lnTo>
                    <a:pt x="6529713" y="926005"/>
                  </a:lnTo>
                  <a:close/>
                </a:path>
                <a:path w="6537959" h="5924550">
                  <a:moveTo>
                    <a:pt x="6079019" y="390071"/>
                  </a:moveTo>
                  <a:lnTo>
                    <a:pt x="6080610" y="392826"/>
                  </a:lnTo>
                  <a:lnTo>
                    <a:pt x="6077855" y="394417"/>
                  </a:lnTo>
                  <a:lnTo>
                    <a:pt x="6076264" y="391662"/>
                  </a:lnTo>
                  <a:lnTo>
                    <a:pt x="6079019" y="390071"/>
                  </a:lnTo>
                  <a:close/>
                </a:path>
                <a:path w="6537959" h="5924550">
                  <a:moveTo>
                    <a:pt x="6137340" y="489263"/>
                  </a:moveTo>
                  <a:lnTo>
                    <a:pt x="6139838" y="493596"/>
                  </a:lnTo>
                  <a:lnTo>
                    <a:pt x="6135506" y="496099"/>
                  </a:lnTo>
                  <a:lnTo>
                    <a:pt x="6133007" y="491767"/>
                  </a:lnTo>
                  <a:lnTo>
                    <a:pt x="6137340" y="489263"/>
                  </a:lnTo>
                  <a:close/>
                </a:path>
                <a:path w="6537959" h="5924550">
                  <a:moveTo>
                    <a:pt x="6195743" y="588153"/>
                  </a:moveTo>
                  <a:lnTo>
                    <a:pt x="6199379" y="594453"/>
                  </a:lnTo>
                  <a:lnTo>
                    <a:pt x="6193079" y="598088"/>
                  </a:lnTo>
                  <a:lnTo>
                    <a:pt x="6189439" y="591789"/>
                  </a:lnTo>
                  <a:lnTo>
                    <a:pt x="6195743" y="588153"/>
                  </a:lnTo>
                  <a:close/>
                </a:path>
                <a:path w="6537959" h="5924550">
                  <a:moveTo>
                    <a:pt x="6254146" y="687039"/>
                  </a:moveTo>
                  <a:lnTo>
                    <a:pt x="6258923" y="695309"/>
                  </a:lnTo>
                  <a:lnTo>
                    <a:pt x="6250653" y="700082"/>
                  </a:lnTo>
                  <a:lnTo>
                    <a:pt x="6245876" y="691811"/>
                  </a:lnTo>
                  <a:lnTo>
                    <a:pt x="6254146" y="687039"/>
                  </a:lnTo>
                  <a:close/>
                </a:path>
                <a:path w="6537959" h="5924550">
                  <a:moveTo>
                    <a:pt x="6312467" y="786231"/>
                  </a:moveTo>
                  <a:lnTo>
                    <a:pt x="6318152" y="796074"/>
                  </a:lnTo>
                  <a:lnTo>
                    <a:pt x="6308309" y="801759"/>
                  </a:lnTo>
                  <a:lnTo>
                    <a:pt x="6302624" y="791916"/>
                  </a:lnTo>
                  <a:lnTo>
                    <a:pt x="6312467" y="786231"/>
                  </a:lnTo>
                  <a:close/>
                </a:path>
                <a:path w="6537959" h="5924550">
                  <a:moveTo>
                    <a:pt x="6370788" y="885424"/>
                  </a:moveTo>
                  <a:lnTo>
                    <a:pt x="6377380" y="896849"/>
                  </a:lnTo>
                  <a:lnTo>
                    <a:pt x="6365960" y="903441"/>
                  </a:lnTo>
                  <a:lnTo>
                    <a:pt x="6359363" y="892021"/>
                  </a:lnTo>
                  <a:lnTo>
                    <a:pt x="6370788" y="885424"/>
                  </a:lnTo>
                  <a:close/>
                </a:path>
                <a:path w="6537959" h="5924550">
                  <a:moveTo>
                    <a:pt x="6429191" y="984309"/>
                  </a:moveTo>
                  <a:lnTo>
                    <a:pt x="6436925" y="997701"/>
                  </a:lnTo>
                  <a:lnTo>
                    <a:pt x="6423533" y="1005435"/>
                  </a:lnTo>
                  <a:lnTo>
                    <a:pt x="6415799" y="992044"/>
                  </a:lnTo>
                  <a:lnTo>
                    <a:pt x="6429191" y="984309"/>
                  </a:lnTo>
                  <a:close/>
                </a:path>
                <a:path w="6537959" h="5924550">
                  <a:moveTo>
                    <a:pt x="6487599" y="1083195"/>
                  </a:moveTo>
                  <a:lnTo>
                    <a:pt x="6496465" y="1098558"/>
                  </a:lnTo>
                  <a:lnTo>
                    <a:pt x="6481102" y="1107424"/>
                  </a:lnTo>
                  <a:lnTo>
                    <a:pt x="6472236" y="1092066"/>
                  </a:lnTo>
                  <a:lnTo>
                    <a:pt x="6487599" y="1083195"/>
                  </a:lnTo>
                  <a:close/>
                </a:path>
                <a:path w="6537959" h="5924550">
                  <a:moveTo>
                    <a:pt x="6537666" y="1187151"/>
                  </a:moveTo>
                  <a:lnTo>
                    <a:pt x="6537666" y="1207215"/>
                  </a:lnTo>
                  <a:lnTo>
                    <a:pt x="6528979" y="1192166"/>
                  </a:lnTo>
                  <a:lnTo>
                    <a:pt x="6537666" y="1187151"/>
                  </a:lnTo>
                  <a:close/>
                </a:path>
                <a:path w="6537959" h="5924550">
                  <a:moveTo>
                    <a:pt x="5978497" y="448366"/>
                  </a:moveTo>
                  <a:lnTo>
                    <a:pt x="5979863" y="450732"/>
                  </a:lnTo>
                  <a:lnTo>
                    <a:pt x="5977498" y="452098"/>
                  </a:lnTo>
                  <a:lnTo>
                    <a:pt x="5976132" y="449733"/>
                  </a:lnTo>
                  <a:lnTo>
                    <a:pt x="5978497" y="448366"/>
                  </a:lnTo>
                  <a:close/>
                </a:path>
                <a:path w="6537959" h="5924550">
                  <a:moveTo>
                    <a:pt x="6036818" y="547568"/>
                  </a:moveTo>
                  <a:lnTo>
                    <a:pt x="6039092" y="551506"/>
                  </a:lnTo>
                  <a:lnTo>
                    <a:pt x="6035154" y="553780"/>
                  </a:lnTo>
                  <a:lnTo>
                    <a:pt x="6032880" y="549842"/>
                  </a:lnTo>
                  <a:lnTo>
                    <a:pt x="6036818" y="547568"/>
                  </a:lnTo>
                  <a:close/>
                </a:path>
                <a:path w="6537959" h="5924550">
                  <a:moveTo>
                    <a:pt x="6095221" y="646448"/>
                  </a:moveTo>
                  <a:lnTo>
                    <a:pt x="6098632" y="652357"/>
                  </a:lnTo>
                  <a:lnTo>
                    <a:pt x="6092722" y="655769"/>
                  </a:lnTo>
                  <a:lnTo>
                    <a:pt x="6089312" y="649859"/>
                  </a:lnTo>
                  <a:lnTo>
                    <a:pt x="6095221" y="646448"/>
                  </a:lnTo>
                  <a:close/>
                </a:path>
                <a:path w="6537959" h="5924550">
                  <a:moveTo>
                    <a:pt x="6153624" y="745333"/>
                  </a:moveTo>
                  <a:lnTo>
                    <a:pt x="6158172" y="753210"/>
                  </a:lnTo>
                  <a:lnTo>
                    <a:pt x="6150296" y="757758"/>
                  </a:lnTo>
                  <a:lnTo>
                    <a:pt x="6145748" y="749881"/>
                  </a:lnTo>
                  <a:lnTo>
                    <a:pt x="6153624" y="745333"/>
                  </a:lnTo>
                  <a:close/>
                </a:path>
                <a:path w="6537959" h="5924550">
                  <a:moveTo>
                    <a:pt x="6211945" y="844530"/>
                  </a:moveTo>
                  <a:lnTo>
                    <a:pt x="6217401" y="853984"/>
                  </a:lnTo>
                  <a:lnTo>
                    <a:pt x="6207952" y="859440"/>
                  </a:lnTo>
                  <a:lnTo>
                    <a:pt x="6202496" y="849986"/>
                  </a:lnTo>
                  <a:lnTo>
                    <a:pt x="6211945" y="844530"/>
                  </a:lnTo>
                  <a:close/>
                </a:path>
                <a:path w="6537959" h="5924550">
                  <a:moveTo>
                    <a:pt x="6270348" y="943416"/>
                  </a:moveTo>
                  <a:lnTo>
                    <a:pt x="6276945" y="954836"/>
                  </a:lnTo>
                  <a:lnTo>
                    <a:pt x="6265525" y="961429"/>
                  </a:lnTo>
                  <a:lnTo>
                    <a:pt x="6258928" y="950009"/>
                  </a:lnTo>
                  <a:lnTo>
                    <a:pt x="6270348" y="943416"/>
                  </a:lnTo>
                  <a:close/>
                </a:path>
                <a:path w="6537959" h="5924550">
                  <a:moveTo>
                    <a:pt x="6328673" y="1042608"/>
                  </a:moveTo>
                  <a:lnTo>
                    <a:pt x="6336174" y="1055606"/>
                  </a:lnTo>
                  <a:lnTo>
                    <a:pt x="6323177" y="1063111"/>
                  </a:lnTo>
                  <a:lnTo>
                    <a:pt x="6315676" y="1050113"/>
                  </a:lnTo>
                  <a:lnTo>
                    <a:pt x="6328673" y="1042608"/>
                  </a:lnTo>
                  <a:close/>
                </a:path>
                <a:path w="6537959" h="5924550">
                  <a:moveTo>
                    <a:pt x="6387077" y="1141494"/>
                  </a:moveTo>
                  <a:lnTo>
                    <a:pt x="6395719" y="1156463"/>
                  </a:lnTo>
                  <a:lnTo>
                    <a:pt x="6380750" y="1165105"/>
                  </a:lnTo>
                  <a:lnTo>
                    <a:pt x="6372108" y="1150136"/>
                  </a:lnTo>
                  <a:lnTo>
                    <a:pt x="6387077" y="1141494"/>
                  </a:lnTo>
                  <a:close/>
                </a:path>
                <a:path w="6537959" h="5924550">
                  <a:moveTo>
                    <a:pt x="6445480" y="1240379"/>
                  </a:moveTo>
                  <a:lnTo>
                    <a:pt x="6455259" y="1257315"/>
                  </a:lnTo>
                  <a:lnTo>
                    <a:pt x="6438323" y="1267094"/>
                  </a:lnTo>
                  <a:lnTo>
                    <a:pt x="6428544" y="1250158"/>
                  </a:lnTo>
                  <a:lnTo>
                    <a:pt x="6445480" y="1240379"/>
                  </a:lnTo>
                  <a:close/>
                </a:path>
                <a:path w="6537959" h="5924550">
                  <a:moveTo>
                    <a:pt x="6503796" y="1339572"/>
                  </a:moveTo>
                  <a:lnTo>
                    <a:pt x="6514487" y="1358089"/>
                  </a:lnTo>
                  <a:lnTo>
                    <a:pt x="6495979" y="1368775"/>
                  </a:lnTo>
                  <a:lnTo>
                    <a:pt x="6485288" y="1350258"/>
                  </a:lnTo>
                  <a:lnTo>
                    <a:pt x="6503796" y="1339572"/>
                  </a:lnTo>
                  <a:close/>
                </a:path>
                <a:path w="6537959" h="5924550">
                  <a:moveTo>
                    <a:pt x="5877975" y="506670"/>
                  </a:moveTo>
                  <a:lnTo>
                    <a:pt x="5879112" y="508641"/>
                  </a:lnTo>
                  <a:lnTo>
                    <a:pt x="5877146" y="509779"/>
                  </a:lnTo>
                  <a:lnTo>
                    <a:pt x="5876009" y="507807"/>
                  </a:lnTo>
                  <a:lnTo>
                    <a:pt x="5877975" y="506670"/>
                  </a:lnTo>
                  <a:close/>
                </a:path>
                <a:path w="6537959" h="5924550">
                  <a:moveTo>
                    <a:pt x="5936301" y="605863"/>
                  </a:moveTo>
                  <a:lnTo>
                    <a:pt x="5938345" y="609411"/>
                  </a:lnTo>
                  <a:lnTo>
                    <a:pt x="5934801" y="611456"/>
                  </a:lnTo>
                  <a:lnTo>
                    <a:pt x="5932752" y="607912"/>
                  </a:lnTo>
                  <a:lnTo>
                    <a:pt x="5936301" y="605863"/>
                  </a:lnTo>
                  <a:close/>
                </a:path>
                <a:path w="6537959" h="5924550">
                  <a:moveTo>
                    <a:pt x="5994704" y="704748"/>
                  </a:moveTo>
                  <a:lnTo>
                    <a:pt x="5997886" y="710264"/>
                  </a:lnTo>
                  <a:lnTo>
                    <a:pt x="5992370" y="713450"/>
                  </a:lnTo>
                  <a:lnTo>
                    <a:pt x="5989189" y="707935"/>
                  </a:lnTo>
                  <a:lnTo>
                    <a:pt x="5994704" y="704748"/>
                  </a:lnTo>
                  <a:close/>
                </a:path>
                <a:path w="6537959" h="5924550">
                  <a:moveTo>
                    <a:pt x="6053107" y="803634"/>
                  </a:moveTo>
                  <a:lnTo>
                    <a:pt x="6057430" y="811120"/>
                  </a:lnTo>
                  <a:lnTo>
                    <a:pt x="6049944" y="815439"/>
                  </a:lnTo>
                  <a:lnTo>
                    <a:pt x="6045625" y="807957"/>
                  </a:lnTo>
                  <a:lnTo>
                    <a:pt x="6053107" y="803634"/>
                  </a:lnTo>
                  <a:close/>
                </a:path>
                <a:path w="6537959" h="5924550">
                  <a:moveTo>
                    <a:pt x="6111428" y="902831"/>
                  </a:moveTo>
                  <a:lnTo>
                    <a:pt x="6116659" y="911890"/>
                  </a:lnTo>
                  <a:lnTo>
                    <a:pt x="6107595" y="917121"/>
                  </a:lnTo>
                  <a:lnTo>
                    <a:pt x="6102364" y="908062"/>
                  </a:lnTo>
                  <a:lnTo>
                    <a:pt x="6111428" y="902831"/>
                  </a:lnTo>
                  <a:close/>
                </a:path>
                <a:path w="6537959" h="5924550">
                  <a:moveTo>
                    <a:pt x="6169831" y="1001716"/>
                  </a:moveTo>
                  <a:lnTo>
                    <a:pt x="6176199" y="1012746"/>
                  </a:lnTo>
                  <a:lnTo>
                    <a:pt x="6165168" y="1019114"/>
                  </a:lnTo>
                  <a:lnTo>
                    <a:pt x="6158800" y="1008084"/>
                  </a:lnTo>
                  <a:lnTo>
                    <a:pt x="6169831" y="1001716"/>
                  </a:lnTo>
                  <a:close/>
                </a:path>
                <a:path w="6537959" h="5924550">
                  <a:moveTo>
                    <a:pt x="6228147" y="1100909"/>
                  </a:moveTo>
                  <a:lnTo>
                    <a:pt x="6235427" y="1113516"/>
                  </a:lnTo>
                  <a:lnTo>
                    <a:pt x="6222824" y="1120792"/>
                  </a:lnTo>
                  <a:lnTo>
                    <a:pt x="6215549" y="1108184"/>
                  </a:lnTo>
                  <a:lnTo>
                    <a:pt x="6228147" y="1100909"/>
                  </a:lnTo>
                  <a:close/>
                </a:path>
                <a:path w="6537959" h="5924550">
                  <a:moveTo>
                    <a:pt x="6286555" y="1199794"/>
                  </a:moveTo>
                  <a:lnTo>
                    <a:pt x="6294968" y="1214368"/>
                  </a:lnTo>
                  <a:lnTo>
                    <a:pt x="6280393" y="1222781"/>
                  </a:lnTo>
                  <a:lnTo>
                    <a:pt x="6271980" y="1208207"/>
                  </a:lnTo>
                  <a:lnTo>
                    <a:pt x="6286555" y="1199794"/>
                  </a:lnTo>
                  <a:close/>
                </a:path>
                <a:path w="6537959" h="5924550">
                  <a:moveTo>
                    <a:pt x="6344958" y="1298684"/>
                  </a:moveTo>
                  <a:lnTo>
                    <a:pt x="6354508" y="1315221"/>
                  </a:lnTo>
                  <a:lnTo>
                    <a:pt x="6337967" y="1324770"/>
                  </a:lnTo>
                  <a:lnTo>
                    <a:pt x="6328417" y="1308234"/>
                  </a:lnTo>
                  <a:lnTo>
                    <a:pt x="6344958" y="1298684"/>
                  </a:lnTo>
                  <a:close/>
                </a:path>
                <a:path w="6537959" h="5924550">
                  <a:moveTo>
                    <a:pt x="6403279" y="1397877"/>
                  </a:moveTo>
                  <a:lnTo>
                    <a:pt x="6413741" y="1415990"/>
                  </a:lnTo>
                  <a:lnTo>
                    <a:pt x="6395622" y="1426452"/>
                  </a:lnTo>
                  <a:lnTo>
                    <a:pt x="6385165" y="1408334"/>
                  </a:lnTo>
                  <a:lnTo>
                    <a:pt x="6403279" y="1397877"/>
                  </a:lnTo>
                  <a:close/>
                </a:path>
                <a:path w="6537959" h="5924550">
                  <a:moveTo>
                    <a:pt x="6461682" y="1496762"/>
                  </a:moveTo>
                  <a:lnTo>
                    <a:pt x="6473281" y="1516847"/>
                  </a:lnTo>
                  <a:lnTo>
                    <a:pt x="6453196" y="1528441"/>
                  </a:lnTo>
                  <a:lnTo>
                    <a:pt x="6441597" y="1508356"/>
                  </a:lnTo>
                  <a:lnTo>
                    <a:pt x="6461682" y="1496762"/>
                  </a:lnTo>
                  <a:close/>
                </a:path>
                <a:path w="6537959" h="5924550">
                  <a:moveTo>
                    <a:pt x="6520090" y="1595647"/>
                  </a:moveTo>
                  <a:lnTo>
                    <a:pt x="6532821" y="1617699"/>
                  </a:lnTo>
                  <a:lnTo>
                    <a:pt x="6510765" y="1630435"/>
                  </a:lnTo>
                  <a:lnTo>
                    <a:pt x="6498033" y="1608378"/>
                  </a:lnTo>
                  <a:lnTo>
                    <a:pt x="6520090" y="1595647"/>
                  </a:lnTo>
                  <a:close/>
                </a:path>
                <a:path w="6537959" h="5924550">
                  <a:moveTo>
                    <a:pt x="5777536" y="564662"/>
                  </a:moveTo>
                  <a:lnTo>
                    <a:pt x="5778673" y="566629"/>
                  </a:lnTo>
                  <a:lnTo>
                    <a:pt x="5776706" y="567766"/>
                  </a:lnTo>
                  <a:lnTo>
                    <a:pt x="5775569" y="565799"/>
                  </a:lnTo>
                  <a:lnTo>
                    <a:pt x="5777536" y="564662"/>
                  </a:lnTo>
                  <a:close/>
                </a:path>
                <a:path w="6537959" h="5924550">
                  <a:moveTo>
                    <a:pt x="5835861" y="663855"/>
                  </a:moveTo>
                  <a:lnTo>
                    <a:pt x="5837906" y="667399"/>
                  </a:lnTo>
                  <a:lnTo>
                    <a:pt x="5834362" y="669448"/>
                  </a:lnTo>
                  <a:lnTo>
                    <a:pt x="5832313" y="665899"/>
                  </a:lnTo>
                  <a:lnTo>
                    <a:pt x="5835861" y="663855"/>
                  </a:lnTo>
                  <a:close/>
                </a:path>
                <a:path w="6537959" h="5924550">
                  <a:moveTo>
                    <a:pt x="5894264" y="762740"/>
                  </a:moveTo>
                  <a:lnTo>
                    <a:pt x="5897446" y="768256"/>
                  </a:lnTo>
                  <a:lnTo>
                    <a:pt x="5891935" y="771437"/>
                  </a:lnTo>
                  <a:lnTo>
                    <a:pt x="5888749" y="765922"/>
                  </a:lnTo>
                  <a:lnTo>
                    <a:pt x="5894264" y="762740"/>
                  </a:lnTo>
                  <a:close/>
                </a:path>
                <a:path w="6537959" h="5924550">
                  <a:moveTo>
                    <a:pt x="5952580" y="861933"/>
                  </a:moveTo>
                  <a:lnTo>
                    <a:pt x="5956675" y="869025"/>
                  </a:lnTo>
                  <a:lnTo>
                    <a:pt x="5949591" y="873119"/>
                  </a:lnTo>
                  <a:lnTo>
                    <a:pt x="5945497" y="866027"/>
                  </a:lnTo>
                  <a:lnTo>
                    <a:pt x="5952580" y="861933"/>
                  </a:lnTo>
                  <a:close/>
                </a:path>
                <a:path w="6537959" h="5924550">
                  <a:moveTo>
                    <a:pt x="6010906" y="961130"/>
                  </a:moveTo>
                  <a:lnTo>
                    <a:pt x="6015908" y="969795"/>
                  </a:lnTo>
                  <a:lnTo>
                    <a:pt x="6007243" y="974797"/>
                  </a:lnTo>
                  <a:lnTo>
                    <a:pt x="6002241" y="966137"/>
                  </a:lnTo>
                  <a:lnTo>
                    <a:pt x="6010906" y="961130"/>
                  </a:lnTo>
                  <a:close/>
                </a:path>
                <a:path w="6537959" h="5924550">
                  <a:moveTo>
                    <a:pt x="6069309" y="1060010"/>
                  </a:moveTo>
                  <a:lnTo>
                    <a:pt x="6075452" y="1070647"/>
                  </a:lnTo>
                  <a:lnTo>
                    <a:pt x="6064811" y="1076790"/>
                  </a:lnTo>
                  <a:lnTo>
                    <a:pt x="6058673" y="1066154"/>
                  </a:lnTo>
                  <a:lnTo>
                    <a:pt x="6069309" y="1060010"/>
                  </a:lnTo>
                  <a:close/>
                </a:path>
                <a:path w="6537959" h="5924550">
                  <a:moveTo>
                    <a:pt x="6127630" y="1159212"/>
                  </a:moveTo>
                  <a:lnTo>
                    <a:pt x="6134681" y="1171420"/>
                  </a:lnTo>
                  <a:lnTo>
                    <a:pt x="6122472" y="1178467"/>
                  </a:lnTo>
                  <a:lnTo>
                    <a:pt x="6115421" y="1166258"/>
                  </a:lnTo>
                  <a:lnTo>
                    <a:pt x="6127630" y="1159212"/>
                  </a:lnTo>
                  <a:close/>
                </a:path>
                <a:path w="6537959" h="5924550">
                  <a:moveTo>
                    <a:pt x="6186033" y="1258098"/>
                  </a:moveTo>
                  <a:lnTo>
                    <a:pt x="6194221" y="1272273"/>
                  </a:lnTo>
                  <a:lnTo>
                    <a:pt x="6180041" y="1280461"/>
                  </a:lnTo>
                  <a:lnTo>
                    <a:pt x="6171857" y="1266281"/>
                  </a:lnTo>
                  <a:lnTo>
                    <a:pt x="6186033" y="1258098"/>
                  </a:lnTo>
                  <a:close/>
                </a:path>
                <a:path w="6537959" h="5924550">
                  <a:moveTo>
                    <a:pt x="6244436" y="1356978"/>
                  </a:moveTo>
                  <a:lnTo>
                    <a:pt x="6253761" y="1373129"/>
                  </a:lnTo>
                  <a:lnTo>
                    <a:pt x="6237614" y="1382450"/>
                  </a:lnTo>
                  <a:lnTo>
                    <a:pt x="6228289" y="1366303"/>
                  </a:lnTo>
                  <a:lnTo>
                    <a:pt x="6244436" y="1356978"/>
                  </a:lnTo>
                  <a:close/>
                </a:path>
                <a:path w="6537959" h="5924550">
                  <a:moveTo>
                    <a:pt x="6302757" y="1456175"/>
                  </a:moveTo>
                  <a:lnTo>
                    <a:pt x="6312989" y="1473899"/>
                  </a:lnTo>
                  <a:lnTo>
                    <a:pt x="6295265" y="1484132"/>
                  </a:lnTo>
                  <a:lnTo>
                    <a:pt x="6285033" y="1466408"/>
                  </a:lnTo>
                  <a:lnTo>
                    <a:pt x="6302757" y="1456175"/>
                  </a:lnTo>
                  <a:close/>
                </a:path>
                <a:path w="6537959" h="5924550">
                  <a:moveTo>
                    <a:pt x="6361164" y="1555055"/>
                  </a:moveTo>
                  <a:lnTo>
                    <a:pt x="6372534" y="1574751"/>
                  </a:lnTo>
                  <a:lnTo>
                    <a:pt x="6352839" y="1586125"/>
                  </a:lnTo>
                  <a:lnTo>
                    <a:pt x="6341464" y="1566429"/>
                  </a:lnTo>
                  <a:lnTo>
                    <a:pt x="6361164" y="1555055"/>
                  </a:lnTo>
                  <a:close/>
                </a:path>
                <a:path w="6537959" h="5924550">
                  <a:moveTo>
                    <a:pt x="6419568" y="1653941"/>
                  </a:moveTo>
                  <a:lnTo>
                    <a:pt x="6432074" y="1675603"/>
                  </a:lnTo>
                  <a:lnTo>
                    <a:pt x="6410408" y="1688114"/>
                  </a:lnTo>
                  <a:lnTo>
                    <a:pt x="6397901" y="1666452"/>
                  </a:lnTo>
                  <a:lnTo>
                    <a:pt x="6419568" y="1653941"/>
                  </a:lnTo>
                  <a:close/>
                </a:path>
                <a:path w="6537959" h="5924550">
                  <a:moveTo>
                    <a:pt x="6477888" y="1753142"/>
                  </a:moveTo>
                  <a:lnTo>
                    <a:pt x="6491303" y="1776377"/>
                  </a:lnTo>
                  <a:lnTo>
                    <a:pt x="6468068" y="1789796"/>
                  </a:lnTo>
                  <a:lnTo>
                    <a:pt x="6454649" y="1766556"/>
                  </a:lnTo>
                  <a:lnTo>
                    <a:pt x="6477888" y="1753142"/>
                  </a:lnTo>
                  <a:close/>
                </a:path>
                <a:path w="6537959" h="5924550">
                  <a:moveTo>
                    <a:pt x="6536292" y="1852023"/>
                  </a:moveTo>
                  <a:lnTo>
                    <a:pt x="6537666" y="1854404"/>
                  </a:lnTo>
                  <a:lnTo>
                    <a:pt x="6537666" y="1884838"/>
                  </a:lnTo>
                  <a:lnTo>
                    <a:pt x="6525637" y="1891785"/>
                  </a:lnTo>
                  <a:lnTo>
                    <a:pt x="6511081" y="1866574"/>
                  </a:lnTo>
                  <a:lnTo>
                    <a:pt x="6536292" y="1852023"/>
                  </a:lnTo>
                  <a:close/>
                </a:path>
                <a:path w="6537959" h="5924550">
                  <a:moveTo>
                    <a:pt x="5677019" y="622957"/>
                  </a:moveTo>
                  <a:lnTo>
                    <a:pt x="5677926" y="624534"/>
                  </a:lnTo>
                  <a:lnTo>
                    <a:pt x="5676349" y="625442"/>
                  </a:lnTo>
                  <a:lnTo>
                    <a:pt x="5675442" y="623869"/>
                  </a:lnTo>
                  <a:lnTo>
                    <a:pt x="5677019" y="622957"/>
                  </a:lnTo>
                  <a:close/>
                </a:path>
                <a:path w="6537959" h="5924550">
                  <a:moveTo>
                    <a:pt x="5735339" y="722158"/>
                  </a:moveTo>
                  <a:lnTo>
                    <a:pt x="5737155" y="725303"/>
                  </a:lnTo>
                  <a:lnTo>
                    <a:pt x="5734005" y="727123"/>
                  </a:lnTo>
                  <a:lnTo>
                    <a:pt x="5732190" y="723973"/>
                  </a:lnTo>
                  <a:lnTo>
                    <a:pt x="5735339" y="722158"/>
                  </a:lnTo>
                  <a:close/>
                </a:path>
                <a:path w="6537959" h="5924550">
                  <a:moveTo>
                    <a:pt x="5793742" y="821043"/>
                  </a:moveTo>
                  <a:lnTo>
                    <a:pt x="5796695" y="826160"/>
                  </a:lnTo>
                  <a:lnTo>
                    <a:pt x="5791579" y="829113"/>
                  </a:lnTo>
                  <a:lnTo>
                    <a:pt x="5788626" y="823996"/>
                  </a:lnTo>
                  <a:lnTo>
                    <a:pt x="5793742" y="821043"/>
                  </a:lnTo>
                  <a:close/>
                </a:path>
                <a:path w="6537959" h="5924550">
                  <a:moveTo>
                    <a:pt x="5852146" y="919924"/>
                  </a:moveTo>
                  <a:lnTo>
                    <a:pt x="5856240" y="927016"/>
                  </a:lnTo>
                  <a:lnTo>
                    <a:pt x="5849152" y="931106"/>
                  </a:lnTo>
                  <a:lnTo>
                    <a:pt x="5845058" y="924013"/>
                  </a:lnTo>
                  <a:lnTo>
                    <a:pt x="5852146" y="919924"/>
                  </a:lnTo>
                  <a:close/>
                </a:path>
                <a:path w="6537959" h="5924550">
                  <a:moveTo>
                    <a:pt x="5910465" y="1019121"/>
                  </a:moveTo>
                  <a:lnTo>
                    <a:pt x="5915468" y="1027781"/>
                  </a:lnTo>
                  <a:lnTo>
                    <a:pt x="5906803" y="1032787"/>
                  </a:lnTo>
                  <a:lnTo>
                    <a:pt x="5901801" y="1024122"/>
                  </a:lnTo>
                  <a:lnTo>
                    <a:pt x="5910465" y="1019121"/>
                  </a:lnTo>
                  <a:close/>
                </a:path>
                <a:path w="6537959" h="5924550">
                  <a:moveTo>
                    <a:pt x="5968786" y="1118313"/>
                  </a:moveTo>
                  <a:lnTo>
                    <a:pt x="5974696" y="1128555"/>
                  </a:lnTo>
                  <a:lnTo>
                    <a:pt x="5964459" y="1134465"/>
                  </a:lnTo>
                  <a:lnTo>
                    <a:pt x="5958545" y="1124227"/>
                  </a:lnTo>
                  <a:lnTo>
                    <a:pt x="5968786" y="1118313"/>
                  </a:lnTo>
                  <a:close/>
                </a:path>
                <a:path w="6537959" h="5924550">
                  <a:moveTo>
                    <a:pt x="6027190" y="1217199"/>
                  </a:moveTo>
                  <a:lnTo>
                    <a:pt x="6034241" y="1229408"/>
                  </a:lnTo>
                  <a:lnTo>
                    <a:pt x="6022032" y="1236459"/>
                  </a:lnTo>
                  <a:lnTo>
                    <a:pt x="6014981" y="1224250"/>
                  </a:lnTo>
                  <a:lnTo>
                    <a:pt x="6027190" y="1217199"/>
                  </a:lnTo>
                  <a:close/>
                </a:path>
                <a:path w="6537959" h="5924550">
                  <a:moveTo>
                    <a:pt x="6085515" y="1316391"/>
                  </a:moveTo>
                  <a:lnTo>
                    <a:pt x="6093474" y="1330177"/>
                  </a:lnTo>
                  <a:lnTo>
                    <a:pt x="6079688" y="1338136"/>
                  </a:lnTo>
                  <a:lnTo>
                    <a:pt x="6071730" y="1324350"/>
                  </a:lnTo>
                  <a:lnTo>
                    <a:pt x="6085515" y="1316391"/>
                  </a:lnTo>
                  <a:close/>
                </a:path>
                <a:path w="6537959" h="5924550">
                  <a:moveTo>
                    <a:pt x="6143919" y="1415277"/>
                  </a:moveTo>
                  <a:lnTo>
                    <a:pt x="6153014" y="1431034"/>
                  </a:lnTo>
                  <a:lnTo>
                    <a:pt x="6137257" y="1440130"/>
                  </a:lnTo>
                  <a:lnTo>
                    <a:pt x="6128161" y="1424373"/>
                  </a:lnTo>
                  <a:lnTo>
                    <a:pt x="6143919" y="1415277"/>
                  </a:lnTo>
                  <a:close/>
                </a:path>
                <a:path w="6537959" h="5924550">
                  <a:moveTo>
                    <a:pt x="6202322" y="1514162"/>
                  </a:moveTo>
                  <a:lnTo>
                    <a:pt x="6212555" y="1531886"/>
                  </a:lnTo>
                  <a:lnTo>
                    <a:pt x="6194831" y="1542119"/>
                  </a:lnTo>
                  <a:lnTo>
                    <a:pt x="6184598" y="1524395"/>
                  </a:lnTo>
                  <a:lnTo>
                    <a:pt x="6202322" y="1514162"/>
                  </a:lnTo>
                  <a:close/>
                </a:path>
                <a:path w="6537959" h="5924550">
                  <a:moveTo>
                    <a:pt x="6260642" y="1613359"/>
                  </a:moveTo>
                  <a:lnTo>
                    <a:pt x="6271783" y="1632660"/>
                  </a:lnTo>
                  <a:lnTo>
                    <a:pt x="6252482" y="1643801"/>
                  </a:lnTo>
                  <a:lnTo>
                    <a:pt x="6241341" y="1624500"/>
                  </a:lnTo>
                  <a:lnTo>
                    <a:pt x="6260642" y="1613359"/>
                  </a:lnTo>
                  <a:close/>
                </a:path>
                <a:path w="6537959" h="5924550">
                  <a:moveTo>
                    <a:pt x="6319045" y="1712245"/>
                  </a:moveTo>
                  <a:lnTo>
                    <a:pt x="6331323" y="1733512"/>
                  </a:lnTo>
                  <a:lnTo>
                    <a:pt x="6310055" y="1745795"/>
                  </a:lnTo>
                  <a:lnTo>
                    <a:pt x="6297778" y="1724522"/>
                  </a:lnTo>
                  <a:lnTo>
                    <a:pt x="6319045" y="1712245"/>
                  </a:lnTo>
                  <a:close/>
                </a:path>
                <a:path w="6537959" h="5924550">
                  <a:moveTo>
                    <a:pt x="6377366" y="1811437"/>
                  </a:moveTo>
                  <a:lnTo>
                    <a:pt x="6390556" y="1834282"/>
                  </a:lnTo>
                  <a:lnTo>
                    <a:pt x="6367711" y="1847472"/>
                  </a:lnTo>
                  <a:lnTo>
                    <a:pt x="6354521" y="1824627"/>
                  </a:lnTo>
                  <a:lnTo>
                    <a:pt x="6377366" y="1811437"/>
                  </a:lnTo>
                  <a:close/>
                </a:path>
                <a:path w="6537959" h="5924550">
                  <a:moveTo>
                    <a:pt x="6435770" y="1910323"/>
                  </a:moveTo>
                  <a:lnTo>
                    <a:pt x="6450096" y="1935139"/>
                  </a:lnTo>
                  <a:lnTo>
                    <a:pt x="6425285" y="1949466"/>
                  </a:lnTo>
                  <a:lnTo>
                    <a:pt x="6410958" y="1924649"/>
                  </a:lnTo>
                  <a:lnTo>
                    <a:pt x="6435770" y="1910323"/>
                  </a:lnTo>
                  <a:close/>
                </a:path>
                <a:path w="6537959" h="5924550">
                  <a:moveTo>
                    <a:pt x="6494177" y="2009208"/>
                  </a:moveTo>
                  <a:lnTo>
                    <a:pt x="6509637" y="2035987"/>
                  </a:lnTo>
                  <a:lnTo>
                    <a:pt x="6482853" y="2051451"/>
                  </a:lnTo>
                  <a:lnTo>
                    <a:pt x="6467394" y="2024672"/>
                  </a:lnTo>
                  <a:lnTo>
                    <a:pt x="6494177" y="2009208"/>
                  </a:lnTo>
                  <a:close/>
                </a:path>
                <a:path w="6537959" h="5924550">
                  <a:moveTo>
                    <a:pt x="6537666" y="2116964"/>
                  </a:moveTo>
                  <a:lnTo>
                    <a:pt x="6537666" y="2148213"/>
                  </a:lnTo>
                  <a:lnTo>
                    <a:pt x="6524133" y="2124777"/>
                  </a:lnTo>
                  <a:lnTo>
                    <a:pt x="6537666" y="2116964"/>
                  </a:lnTo>
                  <a:close/>
                </a:path>
                <a:path w="6537959" h="5924550">
                  <a:moveTo>
                    <a:pt x="5575314" y="681940"/>
                  </a:moveTo>
                  <a:lnTo>
                    <a:pt x="5576890" y="681940"/>
                  </a:lnTo>
                  <a:lnTo>
                    <a:pt x="5577180" y="682444"/>
                  </a:lnTo>
                  <a:lnTo>
                    <a:pt x="5575604" y="682444"/>
                  </a:lnTo>
                  <a:lnTo>
                    <a:pt x="5575314" y="681940"/>
                  </a:lnTo>
                  <a:close/>
                </a:path>
                <a:path w="6537959" h="5924550">
                  <a:moveTo>
                    <a:pt x="5634817" y="780454"/>
                  </a:moveTo>
                  <a:lnTo>
                    <a:pt x="5636408" y="783214"/>
                  </a:lnTo>
                  <a:lnTo>
                    <a:pt x="5633653" y="784804"/>
                  </a:lnTo>
                  <a:lnTo>
                    <a:pt x="5632062" y="782045"/>
                  </a:lnTo>
                  <a:lnTo>
                    <a:pt x="5634817" y="780454"/>
                  </a:lnTo>
                  <a:close/>
                </a:path>
                <a:path w="6537959" h="5924550">
                  <a:moveTo>
                    <a:pt x="5693220" y="879339"/>
                  </a:moveTo>
                  <a:lnTo>
                    <a:pt x="5695953" y="884066"/>
                  </a:lnTo>
                  <a:lnTo>
                    <a:pt x="5691226" y="886794"/>
                  </a:lnTo>
                  <a:lnTo>
                    <a:pt x="5688494" y="882067"/>
                  </a:lnTo>
                  <a:lnTo>
                    <a:pt x="5693220" y="879339"/>
                  </a:lnTo>
                  <a:close/>
                </a:path>
                <a:path w="6537959" h="5924550">
                  <a:moveTo>
                    <a:pt x="5751623" y="978225"/>
                  </a:moveTo>
                  <a:lnTo>
                    <a:pt x="5755488" y="984918"/>
                  </a:lnTo>
                  <a:lnTo>
                    <a:pt x="5748795" y="988783"/>
                  </a:lnTo>
                  <a:lnTo>
                    <a:pt x="5744930" y="982090"/>
                  </a:lnTo>
                  <a:lnTo>
                    <a:pt x="5751623" y="978225"/>
                  </a:lnTo>
                  <a:close/>
                </a:path>
                <a:path w="6537959" h="5924550">
                  <a:moveTo>
                    <a:pt x="5809949" y="1077417"/>
                  </a:moveTo>
                  <a:lnTo>
                    <a:pt x="5814726" y="1085692"/>
                  </a:lnTo>
                  <a:lnTo>
                    <a:pt x="5806451" y="1090470"/>
                  </a:lnTo>
                  <a:lnTo>
                    <a:pt x="5801673" y="1082194"/>
                  </a:lnTo>
                  <a:lnTo>
                    <a:pt x="5809949" y="1077417"/>
                  </a:lnTo>
                  <a:close/>
                </a:path>
                <a:path w="6537959" h="5924550">
                  <a:moveTo>
                    <a:pt x="5868352" y="1176303"/>
                  </a:moveTo>
                  <a:lnTo>
                    <a:pt x="5874261" y="1186545"/>
                  </a:lnTo>
                  <a:lnTo>
                    <a:pt x="5864019" y="1192459"/>
                  </a:lnTo>
                  <a:lnTo>
                    <a:pt x="5858110" y="1182217"/>
                  </a:lnTo>
                  <a:lnTo>
                    <a:pt x="5868352" y="1176303"/>
                  </a:lnTo>
                  <a:close/>
                </a:path>
                <a:path w="6537959" h="5924550">
                  <a:moveTo>
                    <a:pt x="5926668" y="1275500"/>
                  </a:moveTo>
                  <a:lnTo>
                    <a:pt x="5933494" y="1287319"/>
                  </a:lnTo>
                  <a:lnTo>
                    <a:pt x="5921680" y="1294141"/>
                  </a:lnTo>
                  <a:lnTo>
                    <a:pt x="5914854" y="1282322"/>
                  </a:lnTo>
                  <a:lnTo>
                    <a:pt x="5926668" y="1275500"/>
                  </a:lnTo>
                  <a:close/>
                </a:path>
                <a:path w="6537959" h="5924550">
                  <a:moveTo>
                    <a:pt x="5984989" y="1374697"/>
                  </a:moveTo>
                  <a:lnTo>
                    <a:pt x="5992723" y="1388088"/>
                  </a:lnTo>
                  <a:lnTo>
                    <a:pt x="5979331" y="1395823"/>
                  </a:lnTo>
                  <a:lnTo>
                    <a:pt x="5971597" y="1382431"/>
                  </a:lnTo>
                  <a:lnTo>
                    <a:pt x="5984989" y="1374697"/>
                  </a:lnTo>
                  <a:close/>
                </a:path>
                <a:path w="6537959" h="5924550">
                  <a:moveTo>
                    <a:pt x="6043396" y="1473582"/>
                  </a:moveTo>
                  <a:lnTo>
                    <a:pt x="6052263" y="1488941"/>
                  </a:lnTo>
                  <a:lnTo>
                    <a:pt x="6036900" y="1497807"/>
                  </a:lnTo>
                  <a:lnTo>
                    <a:pt x="6028033" y="1482453"/>
                  </a:lnTo>
                  <a:lnTo>
                    <a:pt x="6043396" y="1473582"/>
                  </a:lnTo>
                  <a:close/>
                </a:path>
                <a:path w="6537959" h="5924550">
                  <a:moveTo>
                    <a:pt x="6101795" y="1572463"/>
                  </a:moveTo>
                  <a:lnTo>
                    <a:pt x="6111803" y="1589797"/>
                  </a:lnTo>
                  <a:lnTo>
                    <a:pt x="6094473" y="1599801"/>
                  </a:lnTo>
                  <a:lnTo>
                    <a:pt x="6084465" y="1582471"/>
                  </a:lnTo>
                  <a:lnTo>
                    <a:pt x="6101795" y="1572463"/>
                  </a:lnTo>
                  <a:close/>
                </a:path>
                <a:path w="6537959" h="5924550">
                  <a:moveTo>
                    <a:pt x="6160120" y="1671660"/>
                  </a:moveTo>
                  <a:lnTo>
                    <a:pt x="6171036" y="1690562"/>
                  </a:lnTo>
                  <a:lnTo>
                    <a:pt x="6152129" y="1701478"/>
                  </a:lnTo>
                  <a:lnTo>
                    <a:pt x="6141213" y="1682576"/>
                  </a:lnTo>
                  <a:lnTo>
                    <a:pt x="6160120" y="1671660"/>
                  </a:lnTo>
                  <a:close/>
                </a:path>
                <a:path w="6537959" h="5924550">
                  <a:moveTo>
                    <a:pt x="6218524" y="1770540"/>
                  </a:moveTo>
                  <a:lnTo>
                    <a:pt x="6230576" y="1791419"/>
                  </a:lnTo>
                  <a:lnTo>
                    <a:pt x="6209698" y="1803471"/>
                  </a:lnTo>
                  <a:lnTo>
                    <a:pt x="6197645" y="1782593"/>
                  </a:lnTo>
                  <a:lnTo>
                    <a:pt x="6218524" y="1770540"/>
                  </a:lnTo>
                  <a:close/>
                </a:path>
                <a:path w="6537959" h="5924550">
                  <a:moveTo>
                    <a:pt x="6276927" y="1869426"/>
                  </a:moveTo>
                  <a:lnTo>
                    <a:pt x="6290117" y="1892275"/>
                  </a:lnTo>
                  <a:lnTo>
                    <a:pt x="6267272" y="1905465"/>
                  </a:lnTo>
                  <a:lnTo>
                    <a:pt x="6254082" y="1882615"/>
                  </a:lnTo>
                  <a:lnTo>
                    <a:pt x="6276927" y="1869426"/>
                  </a:lnTo>
                  <a:close/>
                </a:path>
                <a:path w="6537959" h="5924550">
                  <a:moveTo>
                    <a:pt x="6335247" y="1968627"/>
                  </a:moveTo>
                  <a:lnTo>
                    <a:pt x="6349345" y="1993045"/>
                  </a:lnTo>
                  <a:lnTo>
                    <a:pt x="6324927" y="2007142"/>
                  </a:lnTo>
                  <a:lnTo>
                    <a:pt x="6310830" y="1982725"/>
                  </a:lnTo>
                  <a:lnTo>
                    <a:pt x="6335247" y="1968627"/>
                  </a:lnTo>
                  <a:close/>
                </a:path>
                <a:path w="6537959" h="5924550">
                  <a:moveTo>
                    <a:pt x="6393651" y="2067508"/>
                  </a:moveTo>
                  <a:lnTo>
                    <a:pt x="6408890" y="2093901"/>
                  </a:lnTo>
                  <a:lnTo>
                    <a:pt x="6382501" y="2109136"/>
                  </a:lnTo>
                  <a:lnTo>
                    <a:pt x="6367262" y="2082743"/>
                  </a:lnTo>
                  <a:lnTo>
                    <a:pt x="6393651" y="2067508"/>
                  </a:lnTo>
                  <a:close/>
                </a:path>
                <a:path w="6537959" h="5924550">
                  <a:moveTo>
                    <a:pt x="6452054" y="2166393"/>
                  </a:moveTo>
                  <a:lnTo>
                    <a:pt x="6468430" y="2194754"/>
                  </a:lnTo>
                  <a:lnTo>
                    <a:pt x="6440074" y="2211125"/>
                  </a:lnTo>
                  <a:lnTo>
                    <a:pt x="6423698" y="2182765"/>
                  </a:lnTo>
                  <a:lnTo>
                    <a:pt x="6452054" y="2166393"/>
                  </a:lnTo>
                  <a:close/>
                </a:path>
                <a:path w="6537959" h="5924550">
                  <a:moveTo>
                    <a:pt x="6510379" y="2265586"/>
                  </a:moveTo>
                  <a:lnTo>
                    <a:pt x="6527663" y="2295523"/>
                  </a:lnTo>
                  <a:lnTo>
                    <a:pt x="6497726" y="2312807"/>
                  </a:lnTo>
                  <a:lnTo>
                    <a:pt x="6480442" y="2282870"/>
                  </a:lnTo>
                  <a:lnTo>
                    <a:pt x="6510379" y="2265586"/>
                  </a:lnTo>
                  <a:close/>
                </a:path>
                <a:path w="6537959" h="5924550">
                  <a:moveTo>
                    <a:pt x="5534377" y="838441"/>
                  </a:moveTo>
                  <a:lnTo>
                    <a:pt x="5535968" y="841200"/>
                  </a:lnTo>
                  <a:lnTo>
                    <a:pt x="5533213" y="842791"/>
                  </a:lnTo>
                  <a:lnTo>
                    <a:pt x="5531622" y="840031"/>
                  </a:lnTo>
                  <a:lnTo>
                    <a:pt x="5534377" y="838441"/>
                  </a:lnTo>
                  <a:close/>
                </a:path>
                <a:path w="6537959" h="5924550">
                  <a:moveTo>
                    <a:pt x="5592703" y="937638"/>
                  </a:moveTo>
                  <a:lnTo>
                    <a:pt x="5595201" y="941970"/>
                  </a:lnTo>
                  <a:lnTo>
                    <a:pt x="5590869" y="944473"/>
                  </a:lnTo>
                  <a:lnTo>
                    <a:pt x="5588370" y="940141"/>
                  </a:lnTo>
                  <a:lnTo>
                    <a:pt x="5592703" y="937638"/>
                  </a:lnTo>
                  <a:close/>
                </a:path>
                <a:path w="6537959" h="5924550">
                  <a:moveTo>
                    <a:pt x="5651105" y="1036523"/>
                  </a:moveTo>
                  <a:lnTo>
                    <a:pt x="5654746" y="1042827"/>
                  </a:lnTo>
                  <a:lnTo>
                    <a:pt x="5648442" y="1046462"/>
                  </a:lnTo>
                  <a:lnTo>
                    <a:pt x="5644807" y="1040163"/>
                  </a:lnTo>
                  <a:lnTo>
                    <a:pt x="5651105" y="1036523"/>
                  </a:lnTo>
                  <a:close/>
                </a:path>
                <a:path w="6537959" h="5924550">
                  <a:moveTo>
                    <a:pt x="5709427" y="1135720"/>
                  </a:moveTo>
                  <a:lnTo>
                    <a:pt x="5713974" y="1143596"/>
                  </a:lnTo>
                  <a:lnTo>
                    <a:pt x="5706094" y="1148144"/>
                  </a:lnTo>
                  <a:lnTo>
                    <a:pt x="5701546" y="1140268"/>
                  </a:lnTo>
                  <a:lnTo>
                    <a:pt x="5709427" y="1135720"/>
                  </a:lnTo>
                  <a:close/>
                </a:path>
                <a:path w="6537959" h="5924550">
                  <a:moveTo>
                    <a:pt x="5767830" y="1234606"/>
                  </a:moveTo>
                  <a:lnTo>
                    <a:pt x="5773515" y="1244453"/>
                  </a:lnTo>
                  <a:lnTo>
                    <a:pt x="5763667" y="1250139"/>
                  </a:lnTo>
                  <a:lnTo>
                    <a:pt x="5757982" y="1240291"/>
                  </a:lnTo>
                  <a:lnTo>
                    <a:pt x="5767830" y="1234606"/>
                  </a:lnTo>
                  <a:close/>
                </a:path>
                <a:path w="6537959" h="5924550">
                  <a:moveTo>
                    <a:pt x="5826150" y="1333798"/>
                  </a:moveTo>
                  <a:lnTo>
                    <a:pt x="5832748" y="1345223"/>
                  </a:lnTo>
                  <a:lnTo>
                    <a:pt x="5821323" y="1351815"/>
                  </a:lnTo>
                  <a:lnTo>
                    <a:pt x="5814730" y="1340391"/>
                  </a:lnTo>
                  <a:lnTo>
                    <a:pt x="5826150" y="1333798"/>
                  </a:lnTo>
                  <a:close/>
                </a:path>
                <a:path w="6537959" h="5924550">
                  <a:moveTo>
                    <a:pt x="5884554" y="1432684"/>
                  </a:moveTo>
                  <a:lnTo>
                    <a:pt x="5892288" y="1446075"/>
                  </a:lnTo>
                  <a:lnTo>
                    <a:pt x="5878896" y="1453809"/>
                  </a:lnTo>
                  <a:lnTo>
                    <a:pt x="5871162" y="1440418"/>
                  </a:lnTo>
                  <a:lnTo>
                    <a:pt x="5884554" y="1432684"/>
                  </a:lnTo>
                  <a:close/>
                </a:path>
                <a:path w="6537959" h="5924550">
                  <a:moveTo>
                    <a:pt x="5942961" y="1531569"/>
                  </a:moveTo>
                  <a:lnTo>
                    <a:pt x="5951828" y="1546927"/>
                  </a:lnTo>
                  <a:lnTo>
                    <a:pt x="5936465" y="1555794"/>
                  </a:lnTo>
                  <a:lnTo>
                    <a:pt x="5927598" y="1540440"/>
                  </a:lnTo>
                  <a:lnTo>
                    <a:pt x="5942961" y="1531569"/>
                  </a:lnTo>
                  <a:close/>
                </a:path>
                <a:path w="6537959" h="5924550">
                  <a:moveTo>
                    <a:pt x="6001277" y="1630766"/>
                  </a:moveTo>
                  <a:lnTo>
                    <a:pt x="6011056" y="1647702"/>
                  </a:lnTo>
                  <a:lnTo>
                    <a:pt x="5994121" y="1657481"/>
                  </a:lnTo>
                  <a:lnTo>
                    <a:pt x="5984342" y="1640545"/>
                  </a:lnTo>
                  <a:lnTo>
                    <a:pt x="6001277" y="1630766"/>
                  </a:lnTo>
                  <a:close/>
                </a:path>
                <a:path w="6537959" h="5924550">
                  <a:moveTo>
                    <a:pt x="6059681" y="1729651"/>
                  </a:moveTo>
                  <a:lnTo>
                    <a:pt x="6070597" y="1748554"/>
                  </a:lnTo>
                  <a:lnTo>
                    <a:pt x="6051690" y="1759470"/>
                  </a:lnTo>
                  <a:lnTo>
                    <a:pt x="6040774" y="1740567"/>
                  </a:lnTo>
                  <a:lnTo>
                    <a:pt x="6059681" y="1729651"/>
                  </a:lnTo>
                  <a:close/>
                </a:path>
                <a:path w="6537959" h="5924550">
                  <a:moveTo>
                    <a:pt x="6118001" y="1828844"/>
                  </a:moveTo>
                  <a:lnTo>
                    <a:pt x="6129825" y="1849328"/>
                  </a:lnTo>
                  <a:lnTo>
                    <a:pt x="6109346" y="1861151"/>
                  </a:lnTo>
                  <a:lnTo>
                    <a:pt x="6097522" y="1840668"/>
                  </a:lnTo>
                  <a:lnTo>
                    <a:pt x="6118001" y="1828844"/>
                  </a:lnTo>
                  <a:close/>
                </a:path>
                <a:path w="6537959" h="5924550">
                  <a:moveTo>
                    <a:pt x="6176405" y="1927729"/>
                  </a:moveTo>
                  <a:lnTo>
                    <a:pt x="6189365" y="1950180"/>
                  </a:lnTo>
                  <a:lnTo>
                    <a:pt x="6166919" y="1963140"/>
                  </a:lnTo>
                  <a:lnTo>
                    <a:pt x="6153958" y="1940690"/>
                  </a:lnTo>
                  <a:lnTo>
                    <a:pt x="6176405" y="1927729"/>
                  </a:lnTo>
                  <a:close/>
                </a:path>
                <a:path w="6537959" h="5924550">
                  <a:moveTo>
                    <a:pt x="6234730" y="2026922"/>
                  </a:moveTo>
                  <a:lnTo>
                    <a:pt x="6248603" y="2050950"/>
                  </a:lnTo>
                  <a:lnTo>
                    <a:pt x="6224570" y="2064823"/>
                  </a:lnTo>
                  <a:lnTo>
                    <a:pt x="6210697" y="2040795"/>
                  </a:lnTo>
                  <a:lnTo>
                    <a:pt x="6234730" y="2026922"/>
                  </a:lnTo>
                  <a:close/>
                </a:path>
                <a:path w="6537959" h="5924550">
                  <a:moveTo>
                    <a:pt x="6293133" y="2125807"/>
                  </a:moveTo>
                  <a:lnTo>
                    <a:pt x="6308138" y="2151802"/>
                  </a:lnTo>
                  <a:lnTo>
                    <a:pt x="6282144" y="2166812"/>
                  </a:lnTo>
                  <a:lnTo>
                    <a:pt x="6267134" y="2140817"/>
                  </a:lnTo>
                  <a:lnTo>
                    <a:pt x="6293133" y="2125807"/>
                  </a:lnTo>
                  <a:close/>
                </a:path>
                <a:path w="6537959" h="5924550">
                  <a:moveTo>
                    <a:pt x="6351536" y="2224693"/>
                  </a:moveTo>
                  <a:lnTo>
                    <a:pt x="6367683" y="2252659"/>
                  </a:lnTo>
                  <a:lnTo>
                    <a:pt x="6339713" y="2268806"/>
                  </a:lnTo>
                  <a:lnTo>
                    <a:pt x="6323570" y="2240840"/>
                  </a:lnTo>
                  <a:lnTo>
                    <a:pt x="6351536" y="2224693"/>
                  </a:lnTo>
                  <a:close/>
                </a:path>
                <a:path w="6537959" h="5924550">
                  <a:moveTo>
                    <a:pt x="6409857" y="2323890"/>
                  </a:moveTo>
                  <a:lnTo>
                    <a:pt x="6426912" y="2353428"/>
                  </a:lnTo>
                  <a:lnTo>
                    <a:pt x="6397368" y="2370483"/>
                  </a:lnTo>
                  <a:lnTo>
                    <a:pt x="6380314" y="2340945"/>
                  </a:lnTo>
                  <a:lnTo>
                    <a:pt x="6409857" y="2323890"/>
                  </a:lnTo>
                  <a:close/>
                </a:path>
                <a:path w="6537959" h="5924550">
                  <a:moveTo>
                    <a:pt x="6468260" y="2422775"/>
                  </a:moveTo>
                  <a:lnTo>
                    <a:pt x="6486452" y="2454285"/>
                  </a:lnTo>
                  <a:lnTo>
                    <a:pt x="6454942" y="2472477"/>
                  </a:lnTo>
                  <a:lnTo>
                    <a:pt x="6436750" y="2440967"/>
                  </a:lnTo>
                  <a:lnTo>
                    <a:pt x="6468260" y="2422775"/>
                  </a:lnTo>
                  <a:close/>
                </a:path>
                <a:path w="6537959" h="5924550">
                  <a:moveTo>
                    <a:pt x="6526581" y="2521968"/>
                  </a:moveTo>
                  <a:lnTo>
                    <a:pt x="6537666" y="2541167"/>
                  </a:lnTo>
                  <a:lnTo>
                    <a:pt x="6537666" y="2559683"/>
                  </a:lnTo>
                  <a:lnTo>
                    <a:pt x="6512598" y="2574154"/>
                  </a:lnTo>
                  <a:lnTo>
                    <a:pt x="6493556" y="2541167"/>
                  </a:lnTo>
                  <a:lnTo>
                    <a:pt x="6493326" y="2541167"/>
                  </a:lnTo>
                  <a:lnTo>
                    <a:pt x="6526581" y="2521968"/>
                  </a:lnTo>
                  <a:close/>
                </a:path>
                <a:path w="6537959" h="5924550">
                  <a:moveTo>
                    <a:pt x="5433860" y="896746"/>
                  </a:moveTo>
                  <a:lnTo>
                    <a:pt x="5435222" y="899107"/>
                  </a:lnTo>
                  <a:lnTo>
                    <a:pt x="5432861" y="900473"/>
                  </a:lnTo>
                  <a:lnTo>
                    <a:pt x="5431494" y="898108"/>
                  </a:lnTo>
                  <a:lnTo>
                    <a:pt x="5433860" y="896746"/>
                  </a:lnTo>
                  <a:close/>
                </a:path>
                <a:path w="6537959" h="5924550">
                  <a:moveTo>
                    <a:pt x="5492176" y="995938"/>
                  </a:moveTo>
                  <a:lnTo>
                    <a:pt x="5494450" y="999876"/>
                  </a:lnTo>
                  <a:lnTo>
                    <a:pt x="5490512" y="1002150"/>
                  </a:lnTo>
                  <a:lnTo>
                    <a:pt x="5488238" y="998212"/>
                  </a:lnTo>
                  <a:lnTo>
                    <a:pt x="5492176" y="995938"/>
                  </a:lnTo>
                  <a:close/>
                </a:path>
                <a:path w="6537959" h="5924550">
                  <a:moveTo>
                    <a:pt x="5550579" y="1094824"/>
                  </a:moveTo>
                  <a:lnTo>
                    <a:pt x="5553990" y="1100733"/>
                  </a:lnTo>
                  <a:lnTo>
                    <a:pt x="5548085" y="1104144"/>
                  </a:lnTo>
                  <a:lnTo>
                    <a:pt x="5544674" y="1098235"/>
                  </a:lnTo>
                  <a:lnTo>
                    <a:pt x="5550579" y="1094824"/>
                  </a:lnTo>
                  <a:close/>
                </a:path>
                <a:path w="6537959" h="5924550">
                  <a:moveTo>
                    <a:pt x="5608987" y="1193709"/>
                  </a:moveTo>
                  <a:lnTo>
                    <a:pt x="5613535" y="1201590"/>
                  </a:lnTo>
                  <a:lnTo>
                    <a:pt x="5605654" y="1206138"/>
                  </a:lnTo>
                  <a:lnTo>
                    <a:pt x="5601106" y="1198257"/>
                  </a:lnTo>
                  <a:lnTo>
                    <a:pt x="5608987" y="1193709"/>
                  </a:lnTo>
                  <a:close/>
                </a:path>
                <a:path w="6537959" h="5924550">
                  <a:moveTo>
                    <a:pt x="5667308" y="1292902"/>
                  </a:moveTo>
                  <a:lnTo>
                    <a:pt x="5672768" y="1302355"/>
                  </a:lnTo>
                  <a:lnTo>
                    <a:pt x="5663314" y="1307815"/>
                  </a:lnTo>
                  <a:lnTo>
                    <a:pt x="5657854" y="1298362"/>
                  </a:lnTo>
                  <a:lnTo>
                    <a:pt x="5667308" y="1292902"/>
                  </a:lnTo>
                  <a:close/>
                </a:path>
                <a:path w="6537959" h="5924550">
                  <a:moveTo>
                    <a:pt x="5725711" y="1391787"/>
                  </a:moveTo>
                  <a:lnTo>
                    <a:pt x="5732308" y="1403212"/>
                  </a:lnTo>
                  <a:lnTo>
                    <a:pt x="5720883" y="1409809"/>
                  </a:lnTo>
                  <a:lnTo>
                    <a:pt x="5714291" y="1398384"/>
                  </a:lnTo>
                  <a:lnTo>
                    <a:pt x="5725711" y="1391787"/>
                  </a:lnTo>
                  <a:close/>
                </a:path>
                <a:path w="6537959" h="5924550">
                  <a:moveTo>
                    <a:pt x="5784031" y="1490984"/>
                  </a:moveTo>
                  <a:lnTo>
                    <a:pt x="5791536" y="1503981"/>
                  </a:lnTo>
                  <a:lnTo>
                    <a:pt x="5778539" y="1511486"/>
                  </a:lnTo>
                  <a:lnTo>
                    <a:pt x="5771034" y="1498484"/>
                  </a:lnTo>
                  <a:lnTo>
                    <a:pt x="5784031" y="1490984"/>
                  </a:lnTo>
                  <a:close/>
                </a:path>
                <a:path w="6537959" h="5924550">
                  <a:moveTo>
                    <a:pt x="5842435" y="1589870"/>
                  </a:moveTo>
                  <a:lnTo>
                    <a:pt x="5851077" y="1604838"/>
                  </a:lnTo>
                  <a:lnTo>
                    <a:pt x="5836112" y="1613476"/>
                  </a:lnTo>
                  <a:lnTo>
                    <a:pt x="5827470" y="1598512"/>
                  </a:lnTo>
                  <a:lnTo>
                    <a:pt x="5842435" y="1589870"/>
                  </a:lnTo>
                  <a:close/>
                </a:path>
                <a:path w="6537959" h="5924550">
                  <a:moveTo>
                    <a:pt x="5900838" y="1688755"/>
                  </a:moveTo>
                  <a:lnTo>
                    <a:pt x="5910617" y="1705695"/>
                  </a:lnTo>
                  <a:lnTo>
                    <a:pt x="5893686" y="1715470"/>
                  </a:lnTo>
                  <a:lnTo>
                    <a:pt x="5883907" y="1698534"/>
                  </a:lnTo>
                  <a:lnTo>
                    <a:pt x="5900838" y="1688755"/>
                  </a:lnTo>
                  <a:close/>
                </a:path>
                <a:path w="6537959" h="5924550">
                  <a:moveTo>
                    <a:pt x="5959163" y="1787947"/>
                  </a:moveTo>
                  <a:lnTo>
                    <a:pt x="5969850" y="1806460"/>
                  </a:lnTo>
                  <a:lnTo>
                    <a:pt x="5951337" y="1817151"/>
                  </a:lnTo>
                  <a:lnTo>
                    <a:pt x="5940646" y="1798639"/>
                  </a:lnTo>
                  <a:lnTo>
                    <a:pt x="5959163" y="1787947"/>
                  </a:lnTo>
                  <a:close/>
                </a:path>
                <a:path w="6537959" h="5924550">
                  <a:moveTo>
                    <a:pt x="6017566" y="1886833"/>
                  </a:moveTo>
                  <a:lnTo>
                    <a:pt x="6029390" y="1907317"/>
                  </a:lnTo>
                  <a:lnTo>
                    <a:pt x="6008910" y="1919145"/>
                  </a:lnTo>
                  <a:lnTo>
                    <a:pt x="5997082" y="1898661"/>
                  </a:lnTo>
                  <a:lnTo>
                    <a:pt x="6017566" y="1886833"/>
                  </a:lnTo>
                  <a:close/>
                </a:path>
                <a:path w="6537959" h="5924550">
                  <a:moveTo>
                    <a:pt x="6075882" y="1986030"/>
                  </a:moveTo>
                  <a:lnTo>
                    <a:pt x="6088618" y="2008086"/>
                  </a:lnTo>
                  <a:lnTo>
                    <a:pt x="6066566" y="2020823"/>
                  </a:lnTo>
                  <a:lnTo>
                    <a:pt x="6053830" y="1998761"/>
                  </a:lnTo>
                  <a:lnTo>
                    <a:pt x="6075882" y="1986030"/>
                  </a:lnTo>
                  <a:close/>
                </a:path>
                <a:path w="6537959" h="5924550">
                  <a:moveTo>
                    <a:pt x="6134203" y="2085227"/>
                  </a:moveTo>
                  <a:lnTo>
                    <a:pt x="6147847" y="2108860"/>
                  </a:lnTo>
                  <a:lnTo>
                    <a:pt x="6124218" y="2122504"/>
                  </a:lnTo>
                  <a:lnTo>
                    <a:pt x="6110574" y="2098871"/>
                  </a:lnTo>
                  <a:lnTo>
                    <a:pt x="6134203" y="2085227"/>
                  </a:lnTo>
                  <a:close/>
                </a:path>
                <a:path w="6537959" h="5924550">
                  <a:moveTo>
                    <a:pt x="6192606" y="2184107"/>
                  </a:moveTo>
                  <a:lnTo>
                    <a:pt x="6207391" y="2209712"/>
                  </a:lnTo>
                  <a:lnTo>
                    <a:pt x="6181791" y="2224493"/>
                  </a:lnTo>
                  <a:lnTo>
                    <a:pt x="6167006" y="2198888"/>
                  </a:lnTo>
                  <a:lnTo>
                    <a:pt x="6192606" y="2184107"/>
                  </a:lnTo>
                  <a:close/>
                </a:path>
                <a:path w="6537959" h="5924550">
                  <a:moveTo>
                    <a:pt x="6251009" y="2282993"/>
                  </a:moveTo>
                  <a:lnTo>
                    <a:pt x="6266927" y="2310564"/>
                  </a:lnTo>
                  <a:lnTo>
                    <a:pt x="6239360" y="2326482"/>
                  </a:lnTo>
                  <a:lnTo>
                    <a:pt x="6223442" y="2298910"/>
                  </a:lnTo>
                  <a:lnTo>
                    <a:pt x="6251009" y="2282993"/>
                  </a:lnTo>
                  <a:close/>
                </a:path>
                <a:path w="6537959" h="5924550">
                  <a:moveTo>
                    <a:pt x="6309335" y="2382190"/>
                  </a:moveTo>
                  <a:lnTo>
                    <a:pt x="6326165" y="2411339"/>
                  </a:lnTo>
                  <a:lnTo>
                    <a:pt x="6297016" y="2428164"/>
                  </a:lnTo>
                  <a:lnTo>
                    <a:pt x="6280190" y="2399020"/>
                  </a:lnTo>
                  <a:lnTo>
                    <a:pt x="6309335" y="2382190"/>
                  </a:lnTo>
                  <a:close/>
                </a:path>
                <a:path w="6537959" h="5924550">
                  <a:moveTo>
                    <a:pt x="6367738" y="2481070"/>
                  </a:moveTo>
                  <a:lnTo>
                    <a:pt x="6385705" y="2512186"/>
                  </a:lnTo>
                  <a:lnTo>
                    <a:pt x="6354585" y="2530153"/>
                  </a:lnTo>
                  <a:lnTo>
                    <a:pt x="6336622" y="2499038"/>
                  </a:lnTo>
                  <a:lnTo>
                    <a:pt x="6367738" y="2481070"/>
                  </a:lnTo>
                  <a:close/>
                </a:path>
                <a:path w="6537959" h="5924550">
                  <a:moveTo>
                    <a:pt x="6426059" y="2580272"/>
                  </a:moveTo>
                  <a:lnTo>
                    <a:pt x="6444933" y="2612964"/>
                  </a:lnTo>
                  <a:lnTo>
                    <a:pt x="6412241" y="2631839"/>
                  </a:lnTo>
                  <a:lnTo>
                    <a:pt x="6393366" y="2599147"/>
                  </a:lnTo>
                  <a:lnTo>
                    <a:pt x="6426059" y="2580272"/>
                  </a:lnTo>
                  <a:close/>
                </a:path>
                <a:path w="6537959" h="5924550">
                  <a:moveTo>
                    <a:pt x="6484462" y="2679152"/>
                  </a:moveTo>
                  <a:lnTo>
                    <a:pt x="6504474" y="2713812"/>
                  </a:lnTo>
                  <a:lnTo>
                    <a:pt x="6469809" y="2733824"/>
                  </a:lnTo>
                  <a:lnTo>
                    <a:pt x="6449798" y="2699164"/>
                  </a:lnTo>
                  <a:lnTo>
                    <a:pt x="6484462" y="2679152"/>
                  </a:lnTo>
                  <a:close/>
                </a:path>
                <a:path w="6537959" h="5924550">
                  <a:moveTo>
                    <a:pt x="6537666" y="2781039"/>
                  </a:moveTo>
                  <a:lnTo>
                    <a:pt x="6537666" y="2829880"/>
                  </a:lnTo>
                  <a:lnTo>
                    <a:pt x="6527383" y="2835817"/>
                  </a:lnTo>
                  <a:lnTo>
                    <a:pt x="6506234" y="2799186"/>
                  </a:lnTo>
                  <a:lnTo>
                    <a:pt x="6537666" y="2781039"/>
                  </a:lnTo>
                  <a:close/>
                </a:path>
                <a:path w="6537959" h="5924550">
                  <a:moveTo>
                    <a:pt x="5333338" y="955045"/>
                  </a:moveTo>
                  <a:lnTo>
                    <a:pt x="5334475" y="957017"/>
                  </a:lnTo>
                  <a:lnTo>
                    <a:pt x="5332508" y="958154"/>
                  </a:lnTo>
                  <a:lnTo>
                    <a:pt x="5331371" y="956183"/>
                  </a:lnTo>
                  <a:lnTo>
                    <a:pt x="5333338" y="955045"/>
                  </a:lnTo>
                  <a:close/>
                </a:path>
                <a:path w="6537959" h="5924550">
                  <a:moveTo>
                    <a:pt x="5391658" y="1054242"/>
                  </a:moveTo>
                  <a:lnTo>
                    <a:pt x="5393703" y="1057786"/>
                  </a:lnTo>
                  <a:lnTo>
                    <a:pt x="5390159" y="1059831"/>
                  </a:lnTo>
                  <a:lnTo>
                    <a:pt x="5388110" y="1056287"/>
                  </a:lnTo>
                  <a:lnTo>
                    <a:pt x="5391658" y="1054242"/>
                  </a:lnTo>
                  <a:close/>
                </a:path>
                <a:path w="6537959" h="5924550">
                  <a:moveTo>
                    <a:pt x="5450062" y="1153128"/>
                  </a:moveTo>
                  <a:lnTo>
                    <a:pt x="5453248" y="1158643"/>
                  </a:lnTo>
                  <a:lnTo>
                    <a:pt x="5447733" y="1161825"/>
                  </a:lnTo>
                  <a:lnTo>
                    <a:pt x="5444546" y="1156310"/>
                  </a:lnTo>
                  <a:lnTo>
                    <a:pt x="5450062" y="1153128"/>
                  </a:lnTo>
                  <a:close/>
                </a:path>
                <a:path w="6537959" h="5924550">
                  <a:moveTo>
                    <a:pt x="5508464" y="1252013"/>
                  </a:moveTo>
                  <a:lnTo>
                    <a:pt x="5512783" y="1259490"/>
                  </a:lnTo>
                  <a:lnTo>
                    <a:pt x="5505301" y="1263814"/>
                  </a:lnTo>
                  <a:lnTo>
                    <a:pt x="5500983" y="1256331"/>
                  </a:lnTo>
                  <a:lnTo>
                    <a:pt x="5508464" y="1252013"/>
                  </a:lnTo>
                  <a:close/>
                </a:path>
                <a:path w="6537959" h="5924550">
                  <a:moveTo>
                    <a:pt x="5566785" y="1351206"/>
                  </a:moveTo>
                  <a:lnTo>
                    <a:pt x="5572016" y="1360265"/>
                  </a:lnTo>
                  <a:lnTo>
                    <a:pt x="5562957" y="1365496"/>
                  </a:lnTo>
                  <a:lnTo>
                    <a:pt x="5557726" y="1356437"/>
                  </a:lnTo>
                  <a:lnTo>
                    <a:pt x="5566785" y="1351206"/>
                  </a:lnTo>
                  <a:close/>
                </a:path>
                <a:path w="6537959" h="5924550">
                  <a:moveTo>
                    <a:pt x="5625189" y="1450091"/>
                  </a:moveTo>
                  <a:lnTo>
                    <a:pt x="5631557" y="1461117"/>
                  </a:lnTo>
                  <a:lnTo>
                    <a:pt x="5620531" y="1467485"/>
                  </a:lnTo>
                  <a:lnTo>
                    <a:pt x="5614163" y="1456459"/>
                  </a:lnTo>
                  <a:lnTo>
                    <a:pt x="5625189" y="1450091"/>
                  </a:lnTo>
                  <a:close/>
                </a:path>
                <a:path w="6537959" h="5924550">
                  <a:moveTo>
                    <a:pt x="5683509" y="1549284"/>
                  </a:moveTo>
                  <a:lnTo>
                    <a:pt x="5690785" y="1561887"/>
                  </a:lnTo>
                  <a:lnTo>
                    <a:pt x="5678182" y="1569167"/>
                  </a:lnTo>
                  <a:lnTo>
                    <a:pt x="5670906" y="1556564"/>
                  </a:lnTo>
                  <a:lnTo>
                    <a:pt x="5683509" y="1549284"/>
                  </a:lnTo>
                  <a:close/>
                </a:path>
                <a:path w="6537959" h="5924550">
                  <a:moveTo>
                    <a:pt x="5741916" y="1648169"/>
                  </a:moveTo>
                  <a:lnTo>
                    <a:pt x="5750330" y="1662744"/>
                  </a:lnTo>
                  <a:lnTo>
                    <a:pt x="5735755" y="1671156"/>
                  </a:lnTo>
                  <a:lnTo>
                    <a:pt x="5727343" y="1656586"/>
                  </a:lnTo>
                  <a:lnTo>
                    <a:pt x="5741916" y="1648169"/>
                  </a:lnTo>
                  <a:close/>
                </a:path>
                <a:path w="6537959" h="5924550">
                  <a:moveTo>
                    <a:pt x="5800320" y="1747055"/>
                  </a:moveTo>
                  <a:lnTo>
                    <a:pt x="5809870" y="1763596"/>
                  </a:lnTo>
                  <a:lnTo>
                    <a:pt x="5793324" y="1773150"/>
                  </a:lnTo>
                  <a:lnTo>
                    <a:pt x="5783774" y="1756609"/>
                  </a:lnTo>
                  <a:lnTo>
                    <a:pt x="5800320" y="1747055"/>
                  </a:lnTo>
                  <a:close/>
                </a:path>
                <a:path w="6537959" h="5924550">
                  <a:moveTo>
                    <a:pt x="5858641" y="1846252"/>
                  </a:moveTo>
                  <a:lnTo>
                    <a:pt x="5869098" y="1864370"/>
                  </a:lnTo>
                  <a:lnTo>
                    <a:pt x="5850980" y="1874827"/>
                  </a:lnTo>
                  <a:lnTo>
                    <a:pt x="5840522" y="1856709"/>
                  </a:lnTo>
                  <a:lnTo>
                    <a:pt x="5858641" y="1846252"/>
                  </a:lnTo>
                  <a:close/>
                </a:path>
                <a:path w="6537959" h="5924550">
                  <a:moveTo>
                    <a:pt x="5917043" y="1945137"/>
                  </a:moveTo>
                  <a:lnTo>
                    <a:pt x="5928638" y="1965222"/>
                  </a:lnTo>
                  <a:lnTo>
                    <a:pt x="5908553" y="1976821"/>
                  </a:lnTo>
                  <a:lnTo>
                    <a:pt x="5896959" y="1956731"/>
                  </a:lnTo>
                  <a:lnTo>
                    <a:pt x="5917043" y="1945137"/>
                  </a:lnTo>
                  <a:close/>
                </a:path>
                <a:path w="6537959" h="5924550">
                  <a:moveTo>
                    <a:pt x="5975446" y="2044017"/>
                  </a:moveTo>
                  <a:lnTo>
                    <a:pt x="5988183" y="2066079"/>
                  </a:lnTo>
                  <a:lnTo>
                    <a:pt x="5966127" y="2078810"/>
                  </a:lnTo>
                  <a:lnTo>
                    <a:pt x="5953391" y="2056753"/>
                  </a:lnTo>
                  <a:lnTo>
                    <a:pt x="5975446" y="2044017"/>
                  </a:lnTo>
                  <a:close/>
                </a:path>
                <a:path w="6537959" h="5924550">
                  <a:moveTo>
                    <a:pt x="6033768" y="2143214"/>
                  </a:moveTo>
                  <a:lnTo>
                    <a:pt x="6047412" y="2166848"/>
                  </a:lnTo>
                  <a:lnTo>
                    <a:pt x="6023783" y="2180492"/>
                  </a:lnTo>
                  <a:lnTo>
                    <a:pt x="6010139" y="2156858"/>
                  </a:lnTo>
                  <a:lnTo>
                    <a:pt x="6033768" y="2143214"/>
                  </a:lnTo>
                  <a:close/>
                </a:path>
                <a:path w="6537959" h="5924550">
                  <a:moveTo>
                    <a:pt x="6092171" y="2242095"/>
                  </a:moveTo>
                  <a:lnTo>
                    <a:pt x="6106956" y="2267700"/>
                  </a:lnTo>
                  <a:lnTo>
                    <a:pt x="6081356" y="2282481"/>
                  </a:lnTo>
                  <a:lnTo>
                    <a:pt x="6066571" y="2256876"/>
                  </a:lnTo>
                  <a:lnTo>
                    <a:pt x="6092171" y="2242095"/>
                  </a:lnTo>
                  <a:close/>
                </a:path>
                <a:path w="6537959" h="5924550">
                  <a:moveTo>
                    <a:pt x="6150574" y="2340980"/>
                  </a:moveTo>
                  <a:lnTo>
                    <a:pt x="6166492" y="2368552"/>
                  </a:lnTo>
                  <a:lnTo>
                    <a:pt x="6138920" y="2384474"/>
                  </a:lnTo>
                  <a:lnTo>
                    <a:pt x="6123003" y="2356903"/>
                  </a:lnTo>
                  <a:lnTo>
                    <a:pt x="6150574" y="2340980"/>
                  </a:lnTo>
                  <a:close/>
                </a:path>
                <a:path w="6537959" h="5924550">
                  <a:moveTo>
                    <a:pt x="6208895" y="2440182"/>
                  </a:moveTo>
                  <a:lnTo>
                    <a:pt x="6225725" y="2469326"/>
                  </a:lnTo>
                  <a:lnTo>
                    <a:pt x="6196576" y="2486156"/>
                  </a:lnTo>
                  <a:lnTo>
                    <a:pt x="6179751" y="2457007"/>
                  </a:lnTo>
                  <a:lnTo>
                    <a:pt x="6208895" y="2440182"/>
                  </a:lnTo>
                  <a:close/>
                </a:path>
                <a:path w="6537959" h="5924550">
                  <a:moveTo>
                    <a:pt x="6267298" y="2539062"/>
                  </a:moveTo>
                  <a:lnTo>
                    <a:pt x="6285265" y="2570178"/>
                  </a:lnTo>
                  <a:lnTo>
                    <a:pt x="6254150" y="2588140"/>
                  </a:lnTo>
                  <a:lnTo>
                    <a:pt x="6236182" y="2557025"/>
                  </a:lnTo>
                  <a:lnTo>
                    <a:pt x="6267298" y="2539062"/>
                  </a:lnTo>
                  <a:close/>
                </a:path>
                <a:path w="6537959" h="5924550">
                  <a:moveTo>
                    <a:pt x="6325536" y="2638567"/>
                  </a:moveTo>
                  <a:lnTo>
                    <a:pt x="6344187" y="2670865"/>
                  </a:lnTo>
                  <a:lnTo>
                    <a:pt x="6311888" y="2689515"/>
                  </a:lnTo>
                  <a:lnTo>
                    <a:pt x="6293238" y="2657217"/>
                  </a:lnTo>
                  <a:lnTo>
                    <a:pt x="6325536" y="2638567"/>
                  </a:lnTo>
                  <a:close/>
                </a:path>
                <a:path w="6537959" h="5924550">
                  <a:moveTo>
                    <a:pt x="6383939" y="2737452"/>
                  </a:moveTo>
                  <a:lnTo>
                    <a:pt x="6403727" y="2771722"/>
                  </a:lnTo>
                  <a:lnTo>
                    <a:pt x="6369457" y="2791504"/>
                  </a:lnTo>
                  <a:lnTo>
                    <a:pt x="6349674" y="2757239"/>
                  </a:lnTo>
                  <a:lnTo>
                    <a:pt x="6383939" y="2737452"/>
                  </a:lnTo>
                  <a:close/>
                </a:path>
                <a:path w="6537959" h="5924550">
                  <a:moveTo>
                    <a:pt x="6442347" y="2836337"/>
                  </a:moveTo>
                  <a:lnTo>
                    <a:pt x="6463267" y="2872578"/>
                  </a:lnTo>
                  <a:lnTo>
                    <a:pt x="6427030" y="2893497"/>
                  </a:lnTo>
                  <a:lnTo>
                    <a:pt x="6406111" y="2857261"/>
                  </a:lnTo>
                  <a:lnTo>
                    <a:pt x="6442347" y="2836337"/>
                  </a:lnTo>
                  <a:close/>
                </a:path>
                <a:path w="6537959" h="5924550">
                  <a:moveTo>
                    <a:pt x="6500663" y="2935534"/>
                  </a:moveTo>
                  <a:lnTo>
                    <a:pt x="6522495" y="2973348"/>
                  </a:lnTo>
                  <a:lnTo>
                    <a:pt x="6484686" y="2995175"/>
                  </a:lnTo>
                  <a:lnTo>
                    <a:pt x="6462854" y="2957361"/>
                  </a:lnTo>
                  <a:lnTo>
                    <a:pt x="6500663" y="2935534"/>
                  </a:lnTo>
                  <a:close/>
                </a:path>
                <a:path w="6537959" h="5924550">
                  <a:moveTo>
                    <a:pt x="6537666" y="3046776"/>
                  </a:moveTo>
                  <a:lnTo>
                    <a:pt x="6537666" y="3089215"/>
                  </a:lnTo>
                  <a:lnTo>
                    <a:pt x="6519291" y="3057383"/>
                  </a:lnTo>
                  <a:lnTo>
                    <a:pt x="6537666" y="3046776"/>
                  </a:lnTo>
                  <a:close/>
                </a:path>
                <a:path w="6537959" h="5924550">
                  <a:moveTo>
                    <a:pt x="5232816" y="1013344"/>
                  </a:moveTo>
                  <a:lnTo>
                    <a:pt x="5233723" y="1014921"/>
                  </a:lnTo>
                  <a:lnTo>
                    <a:pt x="5232146" y="1015829"/>
                  </a:lnTo>
                  <a:lnTo>
                    <a:pt x="5231238" y="1014252"/>
                  </a:lnTo>
                  <a:lnTo>
                    <a:pt x="5232816" y="1013344"/>
                  </a:lnTo>
                  <a:close/>
                </a:path>
                <a:path w="6537959" h="5924550">
                  <a:moveTo>
                    <a:pt x="5291141" y="1112541"/>
                  </a:moveTo>
                  <a:lnTo>
                    <a:pt x="5292956" y="1115691"/>
                  </a:lnTo>
                  <a:lnTo>
                    <a:pt x="5289802" y="1117511"/>
                  </a:lnTo>
                  <a:lnTo>
                    <a:pt x="5287987" y="1114361"/>
                  </a:lnTo>
                  <a:lnTo>
                    <a:pt x="5291141" y="1112541"/>
                  </a:lnTo>
                  <a:close/>
                </a:path>
                <a:path w="6537959" h="5924550">
                  <a:moveTo>
                    <a:pt x="5349539" y="1211422"/>
                  </a:moveTo>
                  <a:lnTo>
                    <a:pt x="5352496" y="1216542"/>
                  </a:lnTo>
                  <a:lnTo>
                    <a:pt x="5347375" y="1219500"/>
                  </a:lnTo>
                  <a:lnTo>
                    <a:pt x="5344418" y="1214379"/>
                  </a:lnTo>
                  <a:lnTo>
                    <a:pt x="5349539" y="1211422"/>
                  </a:lnTo>
                  <a:close/>
                </a:path>
                <a:path w="6537959" h="5924550">
                  <a:moveTo>
                    <a:pt x="5407947" y="1310307"/>
                  </a:moveTo>
                  <a:lnTo>
                    <a:pt x="5412041" y="1317399"/>
                  </a:lnTo>
                  <a:lnTo>
                    <a:pt x="5404949" y="1321493"/>
                  </a:lnTo>
                  <a:lnTo>
                    <a:pt x="5400855" y="1314401"/>
                  </a:lnTo>
                  <a:lnTo>
                    <a:pt x="5407947" y="1310307"/>
                  </a:lnTo>
                  <a:close/>
                </a:path>
                <a:path w="6537959" h="5924550">
                  <a:moveTo>
                    <a:pt x="5466263" y="1409504"/>
                  </a:moveTo>
                  <a:lnTo>
                    <a:pt x="5471270" y="1418169"/>
                  </a:lnTo>
                  <a:lnTo>
                    <a:pt x="5462605" y="1423171"/>
                  </a:lnTo>
                  <a:lnTo>
                    <a:pt x="5457598" y="1414506"/>
                  </a:lnTo>
                  <a:lnTo>
                    <a:pt x="5466263" y="1409504"/>
                  </a:lnTo>
                  <a:close/>
                </a:path>
                <a:path w="6537959" h="5924550">
                  <a:moveTo>
                    <a:pt x="5524666" y="1508389"/>
                  </a:moveTo>
                  <a:lnTo>
                    <a:pt x="5530810" y="1519026"/>
                  </a:lnTo>
                  <a:lnTo>
                    <a:pt x="5520178" y="1525164"/>
                  </a:lnTo>
                  <a:lnTo>
                    <a:pt x="5514035" y="1514528"/>
                  </a:lnTo>
                  <a:lnTo>
                    <a:pt x="5524666" y="1508389"/>
                  </a:lnTo>
                  <a:close/>
                </a:path>
                <a:path w="6537959" h="5924550">
                  <a:moveTo>
                    <a:pt x="5582987" y="1607586"/>
                  </a:moveTo>
                  <a:lnTo>
                    <a:pt x="5590038" y="1619795"/>
                  </a:lnTo>
                  <a:lnTo>
                    <a:pt x="5577829" y="1626846"/>
                  </a:lnTo>
                  <a:lnTo>
                    <a:pt x="5570778" y="1614637"/>
                  </a:lnTo>
                  <a:lnTo>
                    <a:pt x="5582987" y="1607586"/>
                  </a:lnTo>
                  <a:close/>
                </a:path>
                <a:path w="6537959" h="5924550">
                  <a:moveTo>
                    <a:pt x="5641390" y="1706467"/>
                  </a:moveTo>
                  <a:lnTo>
                    <a:pt x="5649578" y="1720652"/>
                  </a:lnTo>
                  <a:lnTo>
                    <a:pt x="5635403" y="1728835"/>
                  </a:lnTo>
                  <a:lnTo>
                    <a:pt x="5627215" y="1714655"/>
                  </a:lnTo>
                  <a:lnTo>
                    <a:pt x="5641390" y="1706467"/>
                  </a:lnTo>
                  <a:close/>
                </a:path>
                <a:path w="6537959" h="5924550">
                  <a:moveTo>
                    <a:pt x="5699798" y="1805352"/>
                  </a:moveTo>
                  <a:lnTo>
                    <a:pt x="5709123" y="1821499"/>
                  </a:lnTo>
                  <a:lnTo>
                    <a:pt x="5692972" y="1830824"/>
                  </a:lnTo>
                  <a:lnTo>
                    <a:pt x="5683646" y="1814677"/>
                  </a:lnTo>
                  <a:lnTo>
                    <a:pt x="5699798" y="1805352"/>
                  </a:lnTo>
                  <a:close/>
                </a:path>
                <a:path w="6537959" h="5924550">
                  <a:moveTo>
                    <a:pt x="5758119" y="1904545"/>
                  </a:moveTo>
                  <a:lnTo>
                    <a:pt x="5768351" y="1922273"/>
                  </a:lnTo>
                  <a:lnTo>
                    <a:pt x="5750627" y="1932506"/>
                  </a:lnTo>
                  <a:lnTo>
                    <a:pt x="5740395" y="1914778"/>
                  </a:lnTo>
                  <a:lnTo>
                    <a:pt x="5758119" y="1904545"/>
                  </a:lnTo>
                  <a:close/>
                </a:path>
                <a:path w="6537959" h="5924550">
                  <a:moveTo>
                    <a:pt x="5816522" y="2003430"/>
                  </a:moveTo>
                  <a:lnTo>
                    <a:pt x="5827892" y="2023126"/>
                  </a:lnTo>
                  <a:lnTo>
                    <a:pt x="5808201" y="2034495"/>
                  </a:lnTo>
                  <a:lnTo>
                    <a:pt x="5796831" y="2014800"/>
                  </a:lnTo>
                  <a:lnTo>
                    <a:pt x="5816522" y="2003430"/>
                  </a:lnTo>
                  <a:close/>
                </a:path>
                <a:path w="6537959" h="5924550">
                  <a:moveTo>
                    <a:pt x="5874925" y="2102316"/>
                  </a:moveTo>
                  <a:lnTo>
                    <a:pt x="5887432" y="2123982"/>
                  </a:lnTo>
                  <a:lnTo>
                    <a:pt x="5865769" y="2136489"/>
                  </a:lnTo>
                  <a:lnTo>
                    <a:pt x="5853263" y="2114823"/>
                  </a:lnTo>
                  <a:lnTo>
                    <a:pt x="5874925" y="2102316"/>
                  </a:lnTo>
                  <a:close/>
                </a:path>
                <a:path w="6537959" h="5924550">
                  <a:moveTo>
                    <a:pt x="5933246" y="2201513"/>
                  </a:moveTo>
                  <a:lnTo>
                    <a:pt x="5946660" y="2224752"/>
                  </a:lnTo>
                  <a:lnTo>
                    <a:pt x="5923421" y="2238167"/>
                  </a:lnTo>
                  <a:lnTo>
                    <a:pt x="5910006" y="2214932"/>
                  </a:lnTo>
                  <a:lnTo>
                    <a:pt x="5933246" y="2201513"/>
                  </a:lnTo>
                  <a:close/>
                </a:path>
                <a:path w="6537959" h="5924550">
                  <a:moveTo>
                    <a:pt x="5991649" y="2300398"/>
                  </a:moveTo>
                  <a:lnTo>
                    <a:pt x="6006205" y="2325604"/>
                  </a:lnTo>
                  <a:lnTo>
                    <a:pt x="5980994" y="2340161"/>
                  </a:lnTo>
                  <a:lnTo>
                    <a:pt x="5966443" y="2314954"/>
                  </a:lnTo>
                  <a:lnTo>
                    <a:pt x="5991649" y="2300398"/>
                  </a:lnTo>
                  <a:close/>
                </a:path>
                <a:path w="6537959" h="5924550">
                  <a:moveTo>
                    <a:pt x="6050052" y="2399284"/>
                  </a:moveTo>
                  <a:lnTo>
                    <a:pt x="6065745" y="2426461"/>
                  </a:lnTo>
                  <a:lnTo>
                    <a:pt x="6038568" y="2442154"/>
                  </a:lnTo>
                  <a:lnTo>
                    <a:pt x="6022874" y="2414977"/>
                  </a:lnTo>
                  <a:lnTo>
                    <a:pt x="6050052" y="2399284"/>
                  </a:lnTo>
                  <a:close/>
                </a:path>
                <a:path w="6537959" h="5924550">
                  <a:moveTo>
                    <a:pt x="6108377" y="2498476"/>
                  </a:moveTo>
                  <a:lnTo>
                    <a:pt x="6124978" y="2527231"/>
                  </a:lnTo>
                  <a:lnTo>
                    <a:pt x="6096223" y="2543831"/>
                  </a:lnTo>
                  <a:lnTo>
                    <a:pt x="6079623" y="2515077"/>
                  </a:lnTo>
                  <a:lnTo>
                    <a:pt x="6108377" y="2498476"/>
                  </a:lnTo>
                  <a:close/>
                </a:path>
                <a:path w="6537959" h="5924550">
                  <a:moveTo>
                    <a:pt x="6166780" y="2597361"/>
                  </a:moveTo>
                  <a:lnTo>
                    <a:pt x="6184518" y="2628087"/>
                  </a:lnTo>
                  <a:lnTo>
                    <a:pt x="6153797" y="2645825"/>
                  </a:lnTo>
                  <a:lnTo>
                    <a:pt x="6136059" y="2615099"/>
                  </a:lnTo>
                  <a:lnTo>
                    <a:pt x="6166780" y="2597361"/>
                  </a:lnTo>
                  <a:close/>
                </a:path>
                <a:path w="6537959" h="5924550">
                  <a:moveTo>
                    <a:pt x="6225097" y="2696559"/>
                  </a:moveTo>
                  <a:lnTo>
                    <a:pt x="6243747" y="2728857"/>
                  </a:lnTo>
                  <a:lnTo>
                    <a:pt x="6211453" y="2747503"/>
                  </a:lnTo>
                  <a:lnTo>
                    <a:pt x="6192803" y="2715204"/>
                  </a:lnTo>
                  <a:lnTo>
                    <a:pt x="6225097" y="2696559"/>
                  </a:lnTo>
                  <a:close/>
                </a:path>
                <a:path w="6537959" h="5924550">
                  <a:moveTo>
                    <a:pt x="6283504" y="2795444"/>
                  </a:moveTo>
                  <a:lnTo>
                    <a:pt x="6303287" y="2829709"/>
                  </a:lnTo>
                  <a:lnTo>
                    <a:pt x="6269022" y="2849492"/>
                  </a:lnTo>
                  <a:lnTo>
                    <a:pt x="6249239" y="2815226"/>
                  </a:lnTo>
                  <a:lnTo>
                    <a:pt x="6283504" y="2795444"/>
                  </a:lnTo>
                  <a:close/>
                </a:path>
                <a:path w="6537959" h="5924550">
                  <a:moveTo>
                    <a:pt x="6341825" y="2894636"/>
                  </a:moveTo>
                  <a:lnTo>
                    <a:pt x="6362520" y="2930478"/>
                  </a:lnTo>
                  <a:lnTo>
                    <a:pt x="6326677" y="2951173"/>
                  </a:lnTo>
                  <a:lnTo>
                    <a:pt x="6305983" y="2915331"/>
                  </a:lnTo>
                  <a:lnTo>
                    <a:pt x="6341825" y="2894636"/>
                  </a:lnTo>
                  <a:close/>
                </a:path>
                <a:path w="6537959" h="5924550">
                  <a:moveTo>
                    <a:pt x="6400228" y="2993521"/>
                  </a:moveTo>
                  <a:lnTo>
                    <a:pt x="6422060" y="3031335"/>
                  </a:lnTo>
                  <a:lnTo>
                    <a:pt x="6384246" y="3053167"/>
                  </a:lnTo>
                  <a:lnTo>
                    <a:pt x="6362414" y="3015353"/>
                  </a:lnTo>
                  <a:lnTo>
                    <a:pt x="6400228" y="2993521"/>
                  </a:lnTo>
                  <a:close/>
                </a:path>
                <a:path w="6537959" h="5924550">
                  <a:moveTo>
                    <a:pt x="6458549" y="3092718"/>
                  </a:moveTo>
                  <a:lnTo>
                    <a:pt x="6481288" y="3132105"/>
                  </a:lnTo>
                  <a:lnTo>
                    <a:pt x="6441902" y="3154844"/>
                  </a:lnTo>
                  <a:lnTo>
                    <a:pt x="6419163" y="3115458"/>
                  </a:lnTo>
                  <a:lnTo>
                    <a:pt x="6458549" y="3092718"/>
                  </a:lnTo>
                  <a:close/>
                </a:path>
                <a:path w="6537959" h="5924550">
                  <a:moveTo>
                    <a:pt x="6516952" y="3191599"/>
                  </a:moveTo>
                  <a:lnTo>
                    <a:pt x="6537666" y="3227476"/>
                  </a:lnTo>
                  <a:lnTo>
                    <a:pt x="6537666" y="3234790"/>
                  </a:lnTo>
                  <a:lnTo>
                    <a:pt x="6499476" y="3256838"/>
                  </a:lnTo>
                  <a:lnTo>
                    <a:pt x="6475594" y="3215476"/>
                  </a:lnTo>
                  <a:lnTo>
                    <a:pt x="6516952" y="3191599"/>
                  </a:lnTo>
                  <a:close/>
                </a:path>
                <a:path w="6537959" h="5924550">
                  <a:moveTo>
                    <a:pt x="6537666" y="3312249"/>
                  </a:moveTo>
                  <a:lnTo>
                    <a:pt x="6537666" y="3325263"/>
                  </a:lnTo>
                  <a:lnTo>
                    <a:pt x="6532031" y="3315502"/>
                  </a:lnTo>
                  <a:lnTo>
                    <a:pt x="6537666" y="3312249"/>
                  </a:lnTo>
                  <a:close/>
                </a:path>
                <a:path w="6537959" h="5924550">
                  <a:moveTo>
                    <a:pt x="5132376" y="1071332"/>
                  </a:moveTo>
                  <a:lnTo>
                    <a:pt x="5133284" y="1072909"/>
                  </a:lnTo>
                  <a:lnTo>
                    <a:pt x="5131711" y="1073817"/>
                  </a:lnTo>
                  <a:lnTo>
                    <a:pt x="5130803" y="1072240"/>
                  </a:lnTo>
                  <a:lnTo>
                    <a:pt x="5132376" y="1071332"/>
                  </a:lnTo>
                  <a:close/>
                </a:path>
                <a:path w="6537959" h="5924550">
                  <a:moveTo>
                    <a:pt x="5190701" y="1170529"/>
                  </a:moveTo>
                  <a:lnTo>
                    <a:pt x="5192516" y="1173679"/>
                  </a:lnTo>
                  <a:lnTo>
                    <a:pt x="5189367" y="1175499"/>
                  </a:lnTo>
                  <a:lnTo>
                    <a:pt x="5187547" y="1172349"/>
                  </a:lnTo>
                  <a:lnTo>
                    <a:pt x="5190701" y="1170529"/>
                  </a:lnTo>
                  <a:close/>
                </a:path>
                <a:path w="6537959" h="5924550">
                  <a:moveTo>
                    <a:pt x="5249017" y="1269726"/>
                  </a:moveTo>
                  <a:lnTo>
                    <a:pt x="5251745" y="1274448"/>
                  </a:lnTo>
                  <a:lnTo>
                    <a:pt x="5247023" y="1277176"/>
                  </a:lnTo>
                  <a:lnTo>
                    <a:pt x="5244295" y="1272454"/>
                  </a:lnTo>
                  <a:lnTo>
                    <a:pt x="5249017" y="1269726"/>
                  </a:lnTo>
                  <a:close/>
                </a:path>
                <a:path w="6537959" h="5924550">
                  <a:moveTo>
                    <a:pt x="5307420" y="1368611"/>
                  </a:moveTo>
                  <a:lnTo>
                    <a:pt x="5311285" y="1375305"/>
                  </a:lnTo>
                  <a:lnTo>
                    <a:pt x="5304591" y="1379170"/>
                  </a:lnTo>
                  <a:lnTo>
                    <a:pt x="5300727" y="1372476"/>
                  </a:lnTo>
                  <a:lnTo>
                    <a:pt x="5307420" y="1368611"/>
                  </a:lnTo>
                  <a:close/>
                </a:path>
                <a:path w="6537959" h="5924550">
                  <a:moveTo>
                    <a:pt x="5365823" y="1467492"/>
                  </a:moveTo>
                  <a:lnTo>
                    <a:pt x="5370830" y="1476162"/>
                  </a:lnTo>
                  <a:lnTo>
                    <a:pt x="5362165" y="1481163"/>
                  </a:lnTo>
                  <a:lnTo>
                    <a:pt x="5357163" y="1472494"/>
                  </a:lnTo>
                  <a:lnTo>
                    <a:pt x="5365823" y="1467492"/>
                  </a:lnTo>
                  <a:close/>
                </a:path>
                <a:path w="6537959" h="5924550">
                  <a:moveTo>
                    <a:pt x="5424149" y="1566689"/>
                  </a:moveTo>
                  <a:lnTo>
                    <a:pt x="5430063" y="1576926"/>
                  </a:lnTo>
                  <a:lnTo>
                    <a:pt x="5419816" y="1582841"/>
                  </a:lnTo>
                  <a:lnTo>
                    <a:pt x="5413907" y="1572603"/>
                  </a:lnTo>
                  <a:lnTo>
                    <a:pt x="5424149" y="1566689"/>
                  </a:lnTo>
                  <a:close/>
                </a:path>
                <a:path w="6537959" h="5924550">
                  <a:moveTo>
                    <a:pt x="5482552" y="1665574"/>
                  </a:moveTo>
                  <a:lnTo>
                    <a:pt x="5489603" y="1677783"/>
                  </a:lnTo>
                  <a:lnTo>
                    <a:pt x="5477390" y="1684834"/>
                  </a:lnTo>
                  <a:lnTo>
                    <a:pt x="5470339" y="1672625"/>
                  </a:lnTo>
                  <a:lnTo>
                    <a:pt x="5482552" y="1665574"/>
                  </a:lnTo>
                  <a:close/>
                </a:path>
                <a:path w="6537959" h="5924550">
                  <a:moveTo>
                    <a:pt x="5540872" y="1764771"/>
                  </a:moveTo>
                  <a:lnTo>
                    <a:pt x="5548831" y="1778553"/>
                  </a:lnTo>
                  <a:lnTo>
                    <a:pt x="5535046" y="1786512"/>
                  </a:lnTo>
                  <a:lnTo>
                    <a:pt x="5527087" y="1772730"/>
                  </a:lnTo>
                  <a:lnTo>
                    <a:pt x="5540872" y="1764771"/>
                  </a:lnTo>
                  <a:close/>
                </a:path>
                <a:path w="6537959" h="5924550">
                  <a:moveTo>
                    <a:pt x="5599276" y="1863657"/>
                  </a:moveTo>
                  <a:lnTo>
                    <a:pt x="5608372" y="1879410"/>
                  </a:lnTo>
                  <a:lnTo>
                    <a:pt x="5592619" y="1888505"/>
                  </a:lnTo>
                  <a:lnTo>
                    <a:pt x="5583523" y="1872753"/>
                  </a:lnTo>
                  <a:lnTo>
                    <a:pt x="5599276" y="1863657"/>
                  </a:lnTo>
                  <a:close/>
                </a:path>
                <a:path w="6537959" h="5924550">
                  <a:moveTo>
                    <a:pt x="5657596" y="1962849"/>
                  </a:moveTo>
                  <a:lnTo>
                    <a:pt x="5667605" y="1980179"/>
                  </a:lnTo>
                  <a:lnTo>
                    <a:pt x="5650275" y="1990183"/>
                  </a:lnTo>
                  <a:lnTo>
                    <a:pt x="5640266" y="1972853"/>
                  </a:lnTo>
                  <a:lnTo>
                    <a:pt x="5657596" y="1962849"/>
                  </a:lnTo>
                  <a:close/>
                </a:path>
                <a:path w="6537959" h="5924550">
                  <a:moveTo>
                    <a:pt x="5716004" y="2061735"/>
                  </a:moveTo>
                  <a:lnTo>
                    <a:pt x="5727145" y="2081031"/>
                  </a:lnTo>
                  <a:lnTo>
                    <a:pt x="5707843" y="2092176"/>
                  </a:lnTo>
                  <a:lnTo>
                    <a:pt x="5696703" y="2072875"/>
                  </a:lnTo>
                  <a:lnTo>
                    <a:pt x="5716004" y="2061735"/>
                  </a:lnTo>
                  <a:close/>
                </a:path>
                <a:path w="6537959" h="5924550">
                  <a:moveTo>
                    <a:pt x="5774406" y="2160620"/>
                  </a:moveTo>
                  <a:lnTo>
                    <a:pt x="5786685" y="2181888"/>
                  </a:lnTo>
                  <a:lnTo>
                    <a:pt x="5765417" y="2194170"/>
                  </a:lnTo>
                  <a:lnTo>
                    <a:pt x="5753139" y="2172897"/>
                  </a:lnTo>
                  <a:lnTo>
                    <a:pt x="5774406" y="2160620"/>
                  </a:lnTo>
                  <a:close/>
                </a:path>
                <a:path w="6537959" h="5924550">
                  <a:moveTo>
                    <a:pt x="5832723" y="2259813"/>
                  </a:moveTo>
                  <a:lnTo>
                    <a:pt x="5845913" y="2282658"/>
                  </a:lnTo>
                  <a:lnTo>
                    <a:pt x="5823068" y="2295848"/>
                  </a:lnTo>
                  <a:lnTo>
                    <a:pt x="5809878" y="2273002"/>
                  </a:lnTo>
                  <a:lnTo>
                    <a:pt x="5832723" y="2259813"/>
                  </a:lnTo>
                  <a:close/>
                </a:path>
                <a:path w="6537959" h="5924550">
                  <a:moveTo>
                    <a:pt x="5891131" y="2358698"/>
                  </a:moveTo>
                  <a:lnTo>
                    <a:pt x="5905453" y="2383510"/>
                  </a:lnTo>
                  <a:lnTo>
                    <a:pt x="5880641" y="2397837"/>
                  </a:lnTo>
                  <a:lnTo>
                    <a:pt x="5866315" y="2373025"/>
                  </a:lnTo>
                  <a:lnTo>
                    <a:pt x="5891131" y="2358698"/>
                  </a:lnTo>
                  <a:close/>
                </a:path>
                <a:path w="6537959" h="5924550">
                  <a:moveTo>
                    <a:pt x="5949534" y="2457584"/>
                  </a:moveTo>
                  <a:lnTo>
                    <a:pt x="5964998" y="2484367"/>
                  </a:lnTo>
                  <a:lnTo>
                    <a:pt x="5938210" y="2499831"/>
                  </a:lnTo>
                  <a:lnTo>
                    <a:pt x="5922746" y="2473048"/>
                  </a:lnTo>
                  <a:lnTo>
                    <a:pt x="5949534" y="2457584"/>
                  </a:lnTo>
                  <a:close/>
                </a:path>
                <a:path w="6537959" h="5924550">
                  <a:moveTo>
                    <a:pt x="6007850" y="2556781"/>
                  </a:moveTo>
                  <a:lnTo>
                    <a:pt x="6024222" y="2585136"/>
                  </a:lnTo>
                  <a:lnTo>
                    <a:pt x="5995866" y="2601508"/>
                  </a:lnTo>
                  <a:lnTo>
                    <a:pt x="5979495" y="2573152"/>
                  </a:lnTo>
                  <a:lnTo>
                    <a:pt x="6007850" y="2556781"/>
                  </a:lnTo>
                  <a:close/>
                </a:path>
                <a:path w="6537959" h="5924550">
                  <a:moveTo>
                    <a:pt x="6066257" y="2655666"/>
                  </a:moveTo>
                  <a:lnTo>
                    <a:pt x="6083767" y="2685993"/>
                  </a:lnTo>
                  <a:lnTo>
                    <a:pt x="6053440" y="2703502"/>
                  </a:lnTo>
                  <a:lnTo>
                    <a:pt x="6035931" y="2673174"/>
                  </a:lnTo>
                  <a:lnTo>
                    <a:pt x="6066257" y="2655666"/>
                  </a:lnTo>
                  <a:close/>
                </a:path>
                <a:path w="6537959" h="5924550">
                  <a:moveTo>
                    <a:pt x="6124579" y="2754858"/>
                  </a:moveTo>
                  <a:lnTo>
                    <a:pt x="6143000" y="2786763"/>
                  </a:lnTo>
                  <a:lnTo>
                    <a:pt x="6111091" y="2805184"/>
                  </a:lnTo>
                  <a:lnTo>
                    <a:pt x="6092675" y="2773279"/>
                  </a:lnTo>
                  <a:lnTo>
                    <a:pt x="6124579" y="2754858"/>
                  </a:lnTo>
                  <a:close/>
                </a:path>
                <a:path w="6537959" h="5924550">
                  <a:moveTo>
                    <a:pt x="6182982" y="2853744"/>
                  </a:moveTo>
                  <a:lnTo>
                    <a:pt x="6202540" y="2887615"/>
                  </a:lnTo>
                  <a:lnTo>
                    <a:pt x="6168664" y="2907172"/>
                  </a:lnTo>
                  <a:lnTo>
                    <a:pt x="6149106" y="2873301"/>
                  </a:lnTo>
                  <a:lnTo>
                    <a:pt x="6182982" y="2853744"/>
                  </a:lnTo>
                  <a:close/>
                </a:path>
                <a:path w="6537959" h="5924550">
                  <a:moveTo>
                    <a:pt x="6241385" y="2952624"/>
                  </a:moveTo>
                  <a:lnTo>
                    <a:pt x="6262080" y="2988471"/>
                  </a:lnTo>
                  <a:lnTo>
                    <a:pt x="6226238" y="3009166"/>
                  </a:lnTo>
                  <a:lnTo>
                    <a:pt x="6205543" y="2973319"/>
                  </a:lnTo>
                  <a:lnTo>
                    <a:pt x="6241385" y="2952624"/>
                  </a:lnTo>
                  <a:close/>
                </a:path>
                <a:path w="6537959" h="5924550">
                  <a:moveTo>
                    <a:pt x="6299706" y="3051826"/>
                  </a:moveTo>
                  <a:lnTo>
                    <a:pt x="6321309" y="3089241"/>
                  </a:lnTo>
                  <a:lnTo>
                    <a:pt x="6283894" y="3110843"/>
                  </a:lnTo>
                  <a:lnTo>
                    <a:pt x="6262291" y="3073428"/>
                  </a:lnTo>
                  <a:lnTo>
                    <a:pt x="6299706" y="3051826"/>
                  </a:lnTo>
                  <a:close/>
                </a:path>
                <a:path w="6537959" h="5924550">
                  <a:moveTo>
                    <a:pt x="6358027" y="3151018"/>
                  </a:moveTo>
                  <a:lnTo>
                    <a:pt x="6380542" y="3190010"/>
                  </a:lnTo>
                  <a:lnTo>
                    <a:pt x="6341549" y="3212520"/>
                  </a:lnTo>
                  <a:lnTo>
                    <a:pt x="6319035" y="3173528"/>
                  </a:lnTo>
                  <a:lnTo>
                    <a:pt x="6358027" y="3151018"/>
                  </a:lnTo>
                  <a:close/>
                </a:path>
                <a:path w="6537959" h="5924550">
                  <a:moveTo>
                    <a:pt x="6416434" y="3249903"/>
                  </a:moveTo>
                  <a:lnTo>
                    <a:pt x="6440082" y="3290867"/>
                  </a:lnTo>
                  <a:lnTo>
                    <a:pt x="6399118" y="3314514"/>
                  </a:lnTo>
                  <a:lnTo>
                    <a:pt x="6375471" y="3273551"/>
                  </a:lnTo>
                  <a:lnTo>
                    <a:pt x="6416434" y="3249903"/>
                  </a:lnTo>
                  <a:close/>
                </a:path>
                <a:path w="6537959" h="5924550">
                  <a:moveTo>
                    <a:pt x="6474838" y="3348788"/>
                  </a:moveTo>
                  <a:lnTo>
                    <a:pt x="6499626" y="3391719"/>
                  </a:lnTo>
                  <a:lnTo>
                    <a:pt x="6456692" y="3416508"/>
                  </a:lnTo>
                  <a:lnTo>
                    <a:pt x="6431907" y="3373573"/>
                  </a:lnTo>
                  <a:lnTo>
                    <a:pt x="6474838" y="3348788"/>
                  </a:lnTo>
                  <a:close/>
                </a:path>
                <a:path w="6537959" h="5924550">
                  <a:moveTo>
                    <a:pt x="6533154" y="3447981"/>
                  </a:moveTo>
                  <a:lnTo>
                    <a:pt x="6537666" y="3455797"/>
                  </a:lnTo>
                  <a:lnTo>
                    <a:pt x="6537666" y="3504719"/>
                  </a:lnTo>
                  <a:lnTo>
                    <a:pt x="6514343" y="3518185"/>
                  </a:lnTo>
                  <a:lnTo>
                    <a:pt x="6488646" y="3473677"/>
                  </a:lnTo>
                  <a:lnTo>
                    <a:pt x="6533154" y="3447981"/>
                  </a:lnTo>
                  <a:close/>
                </a:path>
                <a:path w="6537959" h="5924550">
                  <a:moveTo>
                    <a:pt x="5030675" y="1130315"/>
                  </a:moveTo>
                  <a:lnTo>
                    <a:pt x="5032249" y="1130315"/>
                  </a:lnTo>
                  <a:lnTo>
                    <a:pt x="5032537" y="1130815"/>
                  </a:lnTo>
                  <a:lnTo>
                    <a:pt x="5030965" y="1130815"/>
                  </a:lnTo>
                  <a:lnTo>
                    <a:pt x="5030675" y="1130315"/>
                  </a:lnTo>
                  <a:close/>
                </a:path>
                <a:path w="6537959" h="5924550">
                  <a:moveTo>
                    <a:pt x="5090179" y="1228829"/>
                  </a:moveTo>
                  <a:lnTo>
                    <a:pt x="5091770" y="1231588"/>
                  </a:lnTo>
                  <a:lnTo>
                    <a:pt x="5089014" y="1233179"/>
                  </a:lnTo>
                  <a:lnTo>
                    <a:pt x="5087419" y="1230419"/>
                  </a:lnTo>
                  <a:lnTo>
                    <a:pt x="5090179" y="1228829"/>
                  </a:lnTo>
                  <a:close/>
                </a:path>
                <a:path w="6537959" h="5924550">
                  <a:moveTo>
                    <a:pt x="5148582" y="1327714"/>
                  </a:moveTo>
                  <a:lnTo>
                    <a:pt x="5151310" y="1332436"/>
                  </a:lnTo>
                  <a:lnTo>
                    <a:pt x="5146583" y="1335169"/>
                  </a:lnTo>
                  <a:lnTo>
                    <a:pt x="5143855" y="1330442"/>
                  </a:lnTo>
                  <a:lnTo>
                    <a:pt x="5148582" y="1327714"/>
                  </a:lnTo>
                  <a:close/>
                </a:path>
                <a:path w="6537959" h="5924550">
                  <a:moveTo>
                    <a:pt x="5206902" y="1426907"/>
                  </a:moveTo>
                  <a:lnTo>
                    <a:pt x="5210543" y="1433215"/>
                  </a:lnTo>
                  <a:lnTo>
                    <a:pt x="5204239" y="1436850"/>
                  </a:lnTo>
                  <a:lnTo>
                    <a:pt x="5200599" y="1430547"/>
                  </a:lnTo>
                  <a:lnTo>
                    <a:pt x="5206902" y="1426907"/>
                  </a:lnTo>
                  <a:close/>
                </a:path>
                <a:path w="6537959" h="5924550">
                  <a:moveTo>
                    <a:pt x="5265306" y="1525792"/>
                  </a:moveTo>
                  <a:lnTo>
                    <a:pt x="5270078" y="1534063"/>
                  </a:lnTo>
                  <a:lnTo>
                    <a:pt x="5261812" y="1538840"/>
                  </a:lnTo>
                  <a:lnTo>
                    <a:pt x="5257035" y="1530569"/>
                  </a:lnTo>
                  <a:lnTo>
                    <a:pt x="5265306" y="1525792"/>
                  </a:lnTo>
                  <a:close/>
                </a:path>
                <a:path w="6537959" h="5924550">
                  <a:moveTo>
                    <a:pt x="5323622" y="1624989"/>
                  </a:moveTo>
                  <a:lnTo>
                    <a:pt x="5329311" y="1634841"/>
                  </a:lnTo>
                  <a:lnTo>
                    <a:pt x="5319464" y="1640527"/>
                  </a:lnTo>
                  <a:lnTo>
                    <a:pt x="5313779" y="1630674"/>
                  </a:lnTo>
                  <a:lnTo>
                    <a:pt x="5323622" y="1624989"/>
                  </a:lnTo>
                  <a:close/>
                </a:path>
                <a:path w="6537959" h="5924550">
                  <a:moveTo>
                    <a:pt x="5382030" y="1723874"/>
                  </a:moveTo>
                  <a:lnTo>
                    <a:pt x="5388851" y="1735689"/>
                  </a:lnTo>
                  <a:lnTo>
                    <a:pt x="5377032" y="1742511"/>
                  </a:lnTo>
                  <a:lnTo>
                    <a:pt x="5370210" y="1730696"/>
                  </a:lnTo>
                  <a:lnTo>
                    <a:pt x="5382030" y="1723874"/>
                  </a:lnTo>
                  <a:close/>
                </a:path>
                <a:path w="6537959" h="5924550">
                  <a:moveTo>
                    <a:pt x="5440355" y="1823072"/>
                  </a:moveTo>
                  <a:lnTo>
                    <a:pt x="5448085" y="1836459"/>
                  </a:lnTo>
                  <a:lnTo>
                    <a:pt x="5434688" y="1844193"/>
                  </a:lnTo>
                  <a:lnTo>
                    <a:pt x="5426959" y="1830801"/>
                  </a:lnTo>
                  <a:lnTo>
                    <a:pt x="5440355" y="1823072"/>
                  </a:lnTo>
                  <a:close/>
                </a:path>
                <a:path w="6537959" h="5924550">
                  <a:moveTo>
                    <a:pt x="5498753" y="1921952"/>
                  </a:moveTo>
                  <a:lnTo>
                    <a:pt x="5507625" y="1937315"/>
                  </a:lnTo>
                  <a:lnTo>
                    <a:pt x="5492262" y="1946181"/>
                  </a:lnTo>
                  <a:lnTo>
                    <a:pt x="5483395" y="1930823"/>
                  </a:lnTo>
                  <a:lnTo>
                    <a:pt x="5498753" y="1921952"/>
                  </a:lnTo>
                  <a:close/>
                </a:path>
                <a:path w="6537959" h="5924550">
                  <a:moveTo>
                    <a:pt x="5557161" y="2020837"/>
                  </a:moveTo>
                  <a:lnTo>
                    <a:pt x="5567165" y="2038167"/>
                  </a:lnTo>
                  <a:lnTo>
                    <a:pt x="5549835" y="2048175"/>
                  </a:lnTo>
                  <a:lnTo>
                    <a:pt x="5539827" y="2030846"/>
                  </a:lnTo>
                  <a:lnTo>
                    <a:pt x="5557161" y="2020837"/>
                  </a:lnTo>
                  <a:close/>
                </a:path>
                <a:path w="6537959" h="5924550">
                  <a:moveTo>
                    <a:pt x="5615477" y="2120034"/>
                  </a:moveTo>
                  <a:lnTo>
                    <a:pt x="5626393" y="2138941"/>
                  </a:lnTo>
                  <a:lnTo>
                    <a:pt x="5607486" y="2149857"/>
                  </a:lnTo>
                  <a:lnTo>
                    <a:pt x="5596570" y="2130950"/>
                  </a:lnTo>
                  <a:lnTo>
                    <a:pt x="5615477" y="2120034"/>
                  </a:lnTo>
                  <a:close/>
                </a:path>
                <a:path w="6537959" h="5924550">
                  <a:moveTo>
                    <a:pt x="5673880" y="2218920"/>
                  </a:moveTo>
                  <a:lnTo>
                    <a:pt x="5685933" y="2239794"/>
                  </a:lnTo>
                  <a:lnTo>
                    <a:pt x="5665060" y="2251847"/>
                  </a:lnTo>
                  <a:lnTo>
                    <a:pt x="5653007" y="2230973"/>
                  </a:lnTo>
                  <a:lnTo>
                    <a:pt x="5673880" y="2218920"/>
                  </a:lnTo>
                  <a:close/>
                </a:path>
                <a:path w="6537959" h="5924550">
                  <a:moveTo>
                    <a:pt x="5732288" y="2317805"/>
                  </a:moveTo>
                  <a:lnTo>
                    <a:pt x="5745478" y="2340650"/>
                  </a:lnTo>
                  <a:lnTo>
                    <a:pt x="5722633" y="2353840"/>
                  </a:lnTo>
                  <a:lnTo>
                    <a:pt x="5709443" y="2330995"/>
                  </a:lnTo>
                  <a:lnTo>
                    <a:pt x="5732288" y="2317805"/>
                  </a:lnTo>
                  <a:close/>
                </a:path>
                <a:path w="6537959" h="5924550">
                  <a:moveTo>
                    <a:pt x="5790609" y="2416998"/>
                  </a:moveTo>
                  <a:lnTo>
                    <a:pt x="5804706" y="2441420"/>
                  </a:lnTo>
                  <a:lnTo>
                    <a:pt x="5780289" y="2455517"/>
                  </a:lnTo>
                  <a:lnTo>
                    <a:pt x="5766187" y="2431095"/>
                  </a:lnTo>
                  <a:lnTo>
                    <a:pt x="5790609" y="2416998"/>
                  </a:lnTo>
                  <a:close/>
                </a:path>
                <a:path w="6537959" h="5924550">
                  <a:moveTo>
                    <a:pt x="5849011" y="2515883"/>
                  </a:moveTo>
                  <a:lnTo>
                    <a:pt x="5864251" y="2542272"/>
                  </a:lnTo>
                  <a:lnTo>
                    <a:pt x="5837858" y="2557511"/>
                  </a:lnTo>
                  <a:lnTo>
                    <a:pt x="5822623" y="2531118"/>
                  </a:lnTo>
                  <a:lnTo>
                    <a:pt x="5849011" y="2515883"/>
                  </a:lnTo>
                  <a:close/>
                </a:path>
                <a:path w="6537959" h="5924550">
                  <a:moveTo>
                    <a:pt x="5907419" y="2614769"/>
                  </a:moveTo>
                  <a:lnTo>
                    <a:pt x="5923791" y="2643124"/>
                  </a:lnTo>
                  <a:lnTo>
                    <a:pt x="5895426" y="2659500"/>
                  </a:lnTo>
                  <a:lnTo>
                    <a:pt x="5879055" y="2631140"/>
                  </a:lnTo>
                  <a:lnTo>
                    <a:pt x="5907419" y="2614769"/>
                  </a:lnTo>
                  <a:close/>
                </a:path>
                <a:path w="6537959" h="5924550">
                  <a:moveTo>
                    <a:pt x="5965736" y="2713961"/>
                  </a:moveTo>
                  <a:lnTo>
                    <a:pt x="5983020" y="2743898"/>
                  </a:lnTo>
                  <a:lnTo>
                    <a:pt x="5953087" y="2761182"/>
                  </a:lnTo>
                  <a:lnTo>
                    <a:pt x="5935803" y="2731245"/>
                  </a:lnTo>
                  <a:lnTo>
                    <a:pt x="5965736" y="2713961"/>
                  </a:lnTo>
                  <a:close/>
                </a:path>
                <a:path w="6537959" h="5924550">
                  <a:moveTo>
                    <a:pt x="6024056" y="2813162"/>
                  </a:moveTo>
                  <a:lnTo>
                    <a:pt x="6042248" y="2844672"/>
                  </a:lnTo>
                  <a:lnTo>
                    <a:pt x="6010738" y="2862864"/>
                  </a:lnTo>
                  <a:lnTo>
                    <a:pt x="5992546" y="2831354"/>
                  </a:lnTo>
                  <a:lnTo>
                    <a:pt x="6024056" y="2813162"/>
                  </a:lnTo>
                  <a:close/>
                </a:path>
                <a:path w="6537959" h="5924550">
                  <a:moveTo>
                    <a:pt x="6082460" y="2912043"/>
                  </a:moveTo>
                  <a:lnTo>
                    <a:pt x="6101788" y="2945524"/>
                  </a:lnTo>
                  <a:lnTo>
                    <a:pt x="6068312" y="2964853"/>
                  </a:lnTo>
                  <a:lnTo>
                    <a:pt x="6048978" y="2931372"/>
                  </a:lnTo>
                  <a:lnTo>
                    <a:pt x="6082460" y="2912043"/>
                  </a:lnTo>
                  <a:close/>
                </a:path>
                <a:path w="6537959" h="5924550">
                  <a:moveTo>
                    <a:pt x="6140863" y="3010928"/>
                  </a:moveTo>
                  <a:lnTo>
                    <a:pt x="6161329" y="3046376"/>
                  </a:lnTo>
                  <a:lnTo>
                    <a:pt x="6125880" y="3066842"/>
                  </a:lnTo>
                  <a:lnTo>
                    <a:pt x="6105415" y="3031394"/>
                  </a:lnTo>
                  <a:lnTo>
                    <a:pt x="6140863" y="3010928"/>
                  </a:lnTo>
                  <a:close/>
                </a:path>
                <a:path w="6537959" h="5924550">
                  <a:moveTo>
                    <a:pt x="6199184" y="3110121"/>
                  </a:moveTo>
                  <a:lnTo>
                    <a:pt x="6220562" y="3147146"/>
                  </a:lnTo>
                  <a:lnTo>
                    <a:pt x="6183536" y="3168519"/>
                  </a:lnTo>
                  <a:lnTo>
                    <a:pt x="6162163" y="3131499"/>
                  </a:lnTo>
                  <a:lnTo>
                    <a:pt x="6199184" y="3110121"/>
                  </a:lnTo>
                  <a:close/>
                </a:path>
                <a:path w="6537959" h="5924550">
                  <a:moveTo>
                    <a:pt x="6257591" y="3209006"/>
                  </a:moveTo>
                  <a:lnTo>
                    <a:pt x="6280102" y="3247998"/>
                  </a:lnTo>
                  <a:lnTo>
                    <a:pt x="6241110" y="3270513"/>
                  </a:lnTo>
                  <a:lnTo>
                    <a:pt x="6218595" y="3231521"/>
                  </a:lnTo>
                  <a:lnTo>
                    <a:pt x="6257591" y="3209006"/>
                  </a:lnTo>
                  <a:close/>
                </a:path>
                <a:path w="6537959" h="5924550">
                  <a:moveTo>
                    <a:pt x="6315995" y="3307891"/>
                  </a:moveTo>
                  <a:lnTo>
                    <a:pt x="6339642" y="3348854"/>
                  </a:lnTo>
                  <a:lnTo>
                    <a:pt x="6298683" y="3372506"/>
                  </a:lnTo>
                  <a:lnTo>
                    <a:pt x="6275031" y="3331543"/>
                  </a:lnTo>
                  <a:lnTo>
                    <a:pt x="6315995" y="3307891"/>
                  </a:lnTo>
                  <a:close/>
                </a:path>
                <a:path w="6537959" h="5924550">
                  <a:moveTo>
                    <a:pt x="6374311" y="3407088"/>
                  </a:moveTo>
                  <a:lnTo>
                    <a:pt x="6398870" y="3449624"/>
                  </a:lnTo>
                  <a:lnTo>
                    <a:pt x="6356334" y="3474184"/>
                  </a:lnTo>
                  <a:lnTo>
                    <a:pt x="6331775" y="3431648"/>
                  </a:lnTo>
                  <a:lnTo>
                    <a:pt x="6374311" y="3407088"/>
                  </a:lnTo>
                  <a:close/>
                </a:path>
                <a:path w="6537959" h="5924550">
                  <a:moveTo>
                    <a:pt x="6432718" y="3505973"/>
                  </a:moveTo>
                  <a:lnTo>
                    <a:pt x="6458415" y="3550481"/>
                  </a:lnTo>
                  <a:lnTo>
                    <a:pt x="6413903" y="3576177"/>
                  </a:lnTo>
                  <a:lnTo>
                    <a:pt x="6388206" y="3531670"/>
                  </a:lnTo>
                  <a:lnTo>
                    <a:pt x="6432718" y="3505973"/>
                  </a:lnTo>
                  <a:close/>
                </a:path>
                <a:path w="6537959" h="5924550">
                  <a:moveTo>
                    <a:pt x="6491122" y="3604858"/>
                  </a:moveTo>
                  <a:lnTo>
                    <a:pt x="6517955" y="3651337"/>
                  </a:lnTo>
                  <a:lnTo>
                    <a:pt x="6471477" y="3678171"/>
                  </a:lnTo>
                  <a:lnTo>
                    <a:pt x="6444643" y="3631692"/>
                  </a:lnTo>
                  <a:lnTo>
                    <a:pt x="6491122" y="3604858"/>
                  </a:lnTo>
                  <a:close/>
                </a:path>
                <a:path w="6537959" h="5924550">
                  <a:moveTo>
                    <a:pt x="6537666" y="3710850"/>
                  </a:moveTo>
                  <a:lnTo>
                    <a:pt x="6537666" y="3774921"/>
                  </a:lnTo>
                  <a:lnTo>
                    <a:pt x="6529133" y="3779848"/>
                  </a:lnTo>
                  <a:lnTo>
                    <a:pt x="6501391" y="3731792"/>
                  </a:lnTo>
                  <a:lnTo>
                    <a:pt x="6537666" y="3710850"/>
                  </a:lnTo>
                  <a:close/>
                </a:path>
                <a:path w="6537959" h="5924550">
                  <a:moveTo>
                    <a:pt x="4989656" y="1287133"/>
                  </a:moveTo>
                  <a:lnTo>
                    <a:pt x="4991018" y="1289494"/>
                  </a:lnTo>
                  <a:lnTo>
                    <a:pt x="4988657" y="1290856"/>
                  </a:lnTo>
                  <a:lnTo>
                    <a:pt x="4987295" y="1288494"/>
                  </a:lnTo>
                  <a:lnTo>
                    <a:pt x="4989656" y="1287133"/>
                  </a:lnTo>
                  <a:close/>
                </a:path>
                <a:path w="6537959" h="5924550">
                  <a:moveTo>
                    <a:pt x="5048059" y="1386018"/>
                  </a:moveTo>
                  <a:lnTo>
                    <a:pt x="5050563" y="1390346"/>
                  </a:lnTo>
                  <a:lnTo>
                    <a:pt x="5046230" y="1392849"/>
                  </a:lnTo>
                  <a:lnTo>
                    <a:pt x="5043727" y="1388517"/>
                  </a:lnTo>
                  <a:lnTo>
                    <a:pt x="5048059" y="1386018"/>
                  </a:lnTo>
                  <a:close/>
                </a:path>
                <a:path w="6537959" h="5924550">
                  <a:moveTo>
                    <a:pt x="5106463" y="1484899"/>
                  </a:moveTo>
                  <a:lnTo>
                    <a:pt x="5110103" y="1491203"/>
                  </a:lnTo>
                  <a:lnTo>
                    <a:pt x="5103799" y="1494843"/>
                  </a:lnTo>
                  <a:lnTo>
                    <a:pt x="5100159" y="1488535"/>
                  </a:lnTo>
                  <a:lnTo>
                    <a:pt x="5106463" y="1484899"/>
                  </a:lnTo>
                  <a:close/>
                </a:path>
                <a:path w="6537959" h="5924550">
                  <a:moveTo>
                    <a:pt x="5164788" y="1584096"/>
                  </a:moveTo>
                  <a:lnTo>
                    <a:pt x="5169336" y="1591972"/>
                  </a:lnTo>
                  <a:lnTo>
                    <a:pt x="5161455" y="1596520"/>
                  </a:lnTo>
                  <a:lnTo>
                    <a:pt x="5156907" y="1588644"/>
                  </a:lnTo>
                  <a:lnTo>
                    <a:pt x="5164788" y="1584096"/>
                  </a:lnTo>
                  <a:close/>
                </a:path>
                <a:path w="6537959" h="5924550">
                  <a:moveTo>
                    <a:pt x="5223186" y="1682976"/>
                  </a:moveTo>
                  <a:lnTo>
                    <a:pt x="5228876" y="1692829"/>
                  </a:lnTo>
                  <a:lnTo>
                    <a:pt x="5219028" y="1698514"/>
                  </a:lnTo>
                  <a:lnTo>
                    <a:pt x="5213343" y="1688661"/>
                  </a:lnTo>
                  <a:lnTo>
                    <a:pt x="5223186" y="1682976"/>
                  </a:lnTo>
                  <a:close/>
                </a:path>
                <a:path w="6537959" h="5924550">
                  <a:moveTo>
                    <a:pt x="5281507" y="1782173"/>
                  </a:moveTo>
                  <a:lnTo>
                    <a:pt x="5288104" y="1793598"/>
                  </a:lnTo>
                  <a:lnTo>
                    <a:pt x="5276680" y="1800191"/>
                  </a:lnTo>
                  <a:lnTo>
                    <a:pt x="5270087" y="1788770"/>
                  </a:lnTo>
                  <a:lnTo>
                    <a:pt x="5281507" y="1782173"/>
                  </a:lnTo>
                  <a:close/>
                </a:path>
                <a:path w="6537959" h="5924550">
                  <a:moveTo>
                    <a:pt x="5339915" y="1881059"/>
                  </a:moveTo>
                  <a:lnTo>
                    <a:pt x="5347645" y="1894450"/>
                  </a:lnTo>
                  <a:lnTo>
                    <a:pt x="5334253" y="1902180"/>
                  </a:lnTo>
                  <a:lnTo>
                    <a:pt x="5326523" y="1888793"/>
                  </a:lnTo>
                  <a:lnTo>
                    <a:pt x="5339915" y="1881059"/>
                  </a:lnTo>
                  <a:close/>
                </a:path>
                <a:path w="6537959" h="5924550">
                  <a:moveTo>
                    <a:pt x="5398231" y="1980256"/>
                  </a:moveTo>
                  <a:lnTo>
                    <a:pt x="5406873" y="1995225"/>
                  </a:lnTo>
                  <a:lnTo>
                    <a:pt x="5391909" y="2003862"/>
                  </a:lnTo>
                  <a:lnTo>
                    <a:pt x="5383267" y="1988893"/>
                  </a:lnTo>
                  <a:lnTo>
                    <a:pt x="5398231" y="1980256"/>
                  </a:lnTo>
                  <a:close/>
                </a:path>
                <a:path w="6537959" h="5924550">
                  <a:moveTo>
                    <a:pt x="5456634" y="2079141"/>
                  </a:moveTo>
                  <a:lnTo>
                    <a:pt x="5466413" y="2096077"/>
                  </a:lnTo>
                  <a:lnTo>
                    <a:pt x="5449478" y="2105851"/>
                  </a:lnTo>
                  <a:lnTo>
                    <a:pt x="5439703" y="2088916"/>
                  </a:lnTo>
                  <a:lnTo>
                    <a:pt x="5456634" y="2079141"/>
                  </a:lnTo>
                  <a:close/>
                </a:path>
                <a:path w="6537959" h="5924550">
                  <a:moveTo>
                    <a:pt x="5514959" y="2178334"/>
                  </a:moveTo>
                  <a:lnTo>
                    <a:pt x="5525646" y="2196846"/>
                  </a:lnTo>
                  <a:lnTo>
                    <a:pt x="5507134" y="2207538"/>
                  </a:lnTo>
                  <a:lnTo>
                    <a:pt x="5496447" y="2189021"/>
                  </a:lnTo>
                  <a:lnTo>
                    <a:pt x="5514959" y="2178334"/>
                  </a:lnTo>
                  <a:close/>
                </a:path>
                <a:path w="6537959" h="5924550">
                  <a:moveTo>
                    <a:pt x="5573362" y="2277219"/>
                  </a:moveTo>
                  <a:lnTo>
                    <a:pt x="5585186" y="2297698"/>
                  </a:lnTo>
                  <a:lnTo>
                    <a:pt x="5564702" y="2309522"/>
                  </a:lnTo>
                  <a:lnTo>
                    <a:pt x="5552879" y="2289047"/>
                  </a:lnTo>
                  <a:lnTo>
                    <a:pt x="5573362" y="2277219"/>
                  </a:lnTo>
                  <a:close/>
                </a:path>
                <a:path w="6537959" h="5924550">
                  <a:moveTo>
                    <a:pt x="5631765" y="2376104"/>
                  </a:moveTo>
                  <a:lnTo>
                    <a:pt x="5644726" y="2398555"/>
                  </a:lnTo>
                  <a:lnTo>
                    <a:pt x="5622276" y="2411516"/>
                  </a:lnTo>
                  <a:lnTo>
                    <a:pt x="5609315" y="2389069"/>
                  </a:lnTo>
                  <a:lnTo>
                    <a:pt x="5631765" y="2376104"/>
                  </a:lnTo>
                  <a:close/>
                </a:path>
                <a:path w="6537959" h="5924550">
                  <a:moveTo>
                    <a:pt x="5690086" y="2475301"/>
                  </a:moveTo>
                  <a:lnTo>
                    <a:pt x="5703955" y="2499325"/>
                  </a:lnTo>
                  <a:lnTo>
                    <a:pt x="5679931" y="2513193"/>
                  </a:lnTo>
                  <a:lnTo>
                    <a:pt x="5666058" y="2489170"/>
                  </a:lnTo>
                  <a:lnTo>
                    <a:pt x="5690086" y="2475301"/>
                  </a:lnTo>
                  <a:close/>
                </a:path>
                <a:path w="6537959" h="5924550">
                  <a:moveTo>
                    <a:pt x="5748489" y="2574187"/>
                  </a:moveTo>
                  <a:lnTo>
                    <a:pt x="5763499" y="2600182"/>
                  </a:lnTo>
                  <a:lnTo>
                    <a:pt x="5737505" y="2615187"/>
                  </a:lnTo>
                  <a:lnTo>
                    <a:pt x="5722495" y="2589192"/>
                  </a:lnTo>
                  <a:lnTo>
                    <a:pt x="5748489" y="2574187"/>
                  </a:lnTo>
                  <a:close/>
                </a:path>
                <a:path w="6537959" h="5924550">
                  <a:moveTo>
                    <a:pt x="5806893" y="2673067"/>
                  </a:moveTo>
                  <a:lnTo>
                    <a:pt x="5823040" y="2701033"/>
                  </a:lnTo>
                  <a:lnTo>
                    <a:pt x="5795074" y="2717180"/>
                  </a:lnTo>
                  <a:lnTo>
                    <a:pt x="5778927" y="2689210"/>
                  </a:lnTo>
                  <a:lnTo>
                    <a:pt x="5806893" y="2673067"/>
                  </a:lnTo>
                  <a:close/>
                </a:path>
                <a:path w="6537959" h="5924550">
                  <a:moveTo>
                    <a:pt x="5865218" y="2772264"/>
                  </a:moveTo>
                  <a:lnTo>
                    <a:pt x="5882273" y="2801803"/>
                  </a:lnTo>
                  <a:lnTo>
                    <a:pt x="5852729" y="2818858"/>
                  </a:lnTo>
                  <a:lnTo>
                    <a:pt x="5835675" y="2789319"/>
                  </a:lnTo>
                  <a:lnTo>
                    <a:pt x="5865218" y="2772264"/>
                  </a:lnTo>
                  <a:close/>
                </a:path>
                <a:path w="6537959" h="5924550">
                  <a:moveTo>
                    <a:pt x="5923621" y="2871150"/>
                  </a:moveTo>
                  <a:lnTo>
                    <a:pt x="5941813" y="2902660"/>
                  </a:lnTo>
                  <a:lnTo>
                    <a:pt x="5910298" y="2920851"/>
                  </a:lnTo>
                  <a:lnTo>
                    <a:pt x="5892106" y="2889341"/>
                  </a:lnTo>
                  <a:lnTo>
                    <a:pt x="5923621" y="2871150"/>
                  </a:lnTo>
                  <a:close/>
                </a:path>
                <a:path w="6537959" h="5924550">
                  <a:moveTo>
                    <a:pt x="5981937" y="2970342"/>
                  </a:moveTo>
                  <a:lnTo>
                    <a:pt x="6001041" y="3003429"/>
                  </a:lnTo>
                  <a:lnTo>
                    <a:pt x="5967954" y="3022528"/>
                  </a:lnTo>
                  <a:lnTo>
                    <a:pt x="5948855" y="2989446"/>
                  </a:lnTo>
                  <a:lnTo>
                    <a:pt x="5981937" y="2970342"/>
                  </a:lnTo>
                  <a:close/>
                </a:path>
                <a:path w="6537959" h="5924550">
                  <a:moveTo>
                    <a:pt x="6040345" y="3069227"/>
                  </a:moveTo>
                  <a:lnTo>
                    <a:pt x="6060581" y="3104286"/>
                  </a:lnTo>
                  <a:lnTo>
                    <a:pt x="6025527" y="3124522"/>
                  </a:lnTo>
                  <a:lnTo>
                    <a:pt x="6005291" y="3089468"/>
                  </a:lnTo>
                  <a:lnTo>
                    <a:pt x="6040345" y="3069227"/>
                  </a:lnTo>
                  <a:close/>
                </a:path>
                <a:path w="6537959" h="5924550">
                  <a:moveTo>
                    <a:pt x="6098744" y="3168112"/>
                  </a:moveTo>
                  <a:lnTo>
                    <a:pt x="6120122" y="3205133"/>
                  </a:lnTo>
                  <a:lnTo>
                    <a:pt x="6083096" y="3226511"/>
                  </a:lnTo>
                  <a:lnTo>
                    <a:pt x="6061723" y="3189486"/>
                  </a:lnTo>
                  <a:lnTo>
                    <a:pt x="6098744" y="3168112"/>
                  </a:lnTo>
                  <a:close/>
                </a:path>
                <a:path w="6537959" h="5924550">
                  <a:moveTo>
                    <a:pt x="6157064" y="3267309"/>
                  </a:moveTo>
                  <a:lnTo>
                    <a:pt x="6179350" y="3305907"/>
                  </a:lnTo>
                  <a:lnTo>
                    <a:pt x="6140757" y="3328193"/>
                  </a:lnTo>
                  <a:lnTo>
                    <a:pt x="6118471" y="3289590"/>
                  </a:lnTo>
                  <a:lnTo>
                    <a:pt x="6157064" y="3267309"/>
                  </a:lnTo>
                  <a:close/>
                </a:path>
                <a:path w="6537959" h="5924550">
                  <a:moveTo>
                    <a:pt x="6215472" y="3366194"/>
                  </a:moveTo>
                  <a:lnTo>
                    <a:pt x="6238890" y="3406759"/>
                  </a:lnTo>
                  <a:lnTo>
                    <a:pt x="6198326" y="3430182"/>
                  </a:lnTo>
                  <a:lnTo>
                    <a:pt x="6174907" y="3389617"/>
                  </a:lnTo>
                  <a:lnTo>
                    <a:pt x="6215472" y="3366194"/>
                  </a:lnTo>
                  <a:close/>
                </a:path>
                <a:path w="6537959" h="5924550">
                  <a:moveTo>
                    <a:pt x="6273875" y="3465075"/>
                  </a:moveTo>
                  <a:lnTo>
                    <a:pt x="6298435" y="3507611"/>
                  </a:lnTo>
                  <a:lnTo>
                    <a:pt x="6255899" y="3532171"/>
                  </a:lnTo>
                  <a:lnTo>
                    <a:pt x="6231339" y="3489635"/>
                  </a:lnTo>
                  <a:lnTo>
                    <a:pt x="6273875" y="3465075"/>
                  </a:lnTo>
                  <a:close/>
                </a:path>
                <a:path w="6537959" h="5924550">
                  <a:moveTo>
                    <a:pt x="6332196" y="3564272"/>
                  </a:moveTo>
                  <a:lnTo>
                    <a:pt x="6357663" y="3608385"/>
                  </a:lnTo>
                  <a:lnTo>
                    <a:pt x="6313550" y="3633853"/>
                  </a:lnTo>
                  <a:lnTo>
                    <a:pt x="6288083" y="3589744"/>
                  </a:lnTo>
                  <a:lnTo>
                    <a:pt x="6332196" y="3564272"/>
                  </a:lnTo>
                  <a:close/>
                </a:path>
                <a:path w="6537959" h="5924550">
                  <a:moveTo>
                    <a:pt x="6390599" y="3663153"/>
                  </a:moveTo>
                  <a:lnTo>
                    <a:pt x="6417208" y="3709237"/>
                  </a:lnTo>
                  <a:lnTo>
                    <a:pt x="6371124" y="3735846"/>
                  </a:lnTo>
                  <a:lnTo>
                    <a:pt x="6344515" y="3689762"/>
                  </a:lnTo>
                  <a:lnTo>
                    <a:pt x="6390599" y="3663153"/>
                  </a:lnTo>
                  <a:close/>
                </a:path>
                <a:path w="6537959" h="5924550">
                  <a:moveTo>
                    <a:pt x="6448920" y="3762354"/>
                  </a:moveTo>
                  <a:lnTo>
                    <a:pt x="6476437" y="3810011"/>
                  </a:lnTo>
                  <a:lnTo>
                    <a:pt x="6428780" y="3837523"/>
                  </a:lnTo>
                  <a:lnTo>
                    <a:pt x="6401263" y="3789866"/>
                  </a:lnTo>
                  <a:lnTo>
                    <a:pt x="6448920" y="3762354"/>
                  </a:lnTo>
                  <a:close/>
                </a:path>
                <a:path w="6537959" h="5924550">
                  <a:moveTo>
                    <a:pt x="6507240" y="3861547"/>
                  </a:moveTo>
                  <a:lnTo>
                    <a:pt x="6535665" y="3910776"/>
                  </a:lnTo>
                  <a:lnTo>
                    <a:pt x="6486431" y="3939205"/>
                  </a:lnTo>
                  <a:lnTo>
                    <a:pt x="6458006" y="3889971"/>
                  </a:lnTo>
                  <a:lnTo>
                    <a:pt x="6507240" y="3861547"/>
                  </a:lnTo>
                  <a:close/>
                </a:path>
                <a:path w="6537959" h="5924550">
                  <a:moveTo>
                    <a:pt x="6537666" y="3976587"/>
                  </a:moveTo>
                  <a:lnTo>
                    <a:pt x="6537666" y="4030220"/>
                  </a:lnTo>
                  <a:lnTo>
                    <a:pt x="6514443" y="3989994"/>
                  </a:lnTo>
                  <a:lnTo>
                    <a:pt x="6537666" y="3976587"/>
                  </a:lnTo>
                  <a:close/>
                </a:path>
                <a:path w="6537959" h="5924550">
                  <a:moveTo>
                    <a:pt x="4889216" y="1345119"/>
                  </a:moveTo>
                  <a:lnTo>
                    <a:pt x="4890578" y="1347481"/>
                  </a:lnTo>
                  <a:lnTo>
                    <a:pt x="4888217" y="1348847"/>
                  </a:lnTo>
                  <a:lnTo>
                    <a:pt x="4886855" y="1346486"/>
                  </a:lnTo>
                  <a:lnTo>
                    <a:pt x="4889216" y="1345119"/>
                  </a:lnTo>
                  <a:close/>
                </a:path>
                <a:path w="6537959" h="5924550">
                  <a:moveTo>
                    <a:pt x="4947537" y="1444312"/>
                  </a:moveTo>
                  <a:lnTo>
                    <a:pt x="4949811" y="1448250"/>
                  </a:lnTo>
                  <a:lnTo>
                    <a:pt x="4945873" y="1450524"/>
                  </a:lnTo>
                  <a:lnTo>
                    <a:pt x="4943599" y="1446586"/>
                  </a:lnTo>
                  <a:lnTo>
                    <a:pt x="4947537" y="1444312"/>
                  </a:lnTo>
                  <a:close/>
                </a:path>
                <a:path w="6537959" h="5924550">
                  <a:moveTo>
                    <a:pt x="5005945" y="1543197"/>
                  </a:moveTo>
                  <a:lnTo>
                    <a:pt x="5009356" y="1549107"/>
                  </a:lnTo>
                  <a:lnTo>
                    <a:pt x="5003446" y="1552518"/>
                  </a:lnTo>
                  <a:lnTo>
                    <a:pt x="5000035" y="1546609"/>
                  </a:lnTo>
                  <a:lnTo>
                    <a:pt x="5005945" y="1543197"/>
                  </a:lnTo>
                  <a:close/>
                </a:path>
                <a:path w="6537959" h="5924550">
                  <a:moveTo>
                    <a:pt x="5064348" y="1642083"/>
                  </a:moveTo>
                  <a:lnTo>
                    <a:pt x="5068896" y="1649959"/>
                  </a:lnTo>
                  <a:lnTo>
                    <a:pt x="5061020" y="1654507"/>
                  </a:lnTo>
                  <a:lnTo>
                    <a:pt x="5056472" y="1646631"/>
                  </a:lnTo>
                  <a:lnTo>
                    <a:pt x="5064348" y="1642083"/>
                  </a:lnTo>
                  <a:close/>
                </a:path>
                <a:path w="6537959" h="5924550">
                  <a:moveTo>
                    <a:pt x="5122664" y="1741280"/>
                  </a:moveTo>
                  <a:lnTo>
                    <a:pt x="5128124" y="1750733"/>
                  </a:lnTo>
                  <a:lnTo>
                    <a:pt x="5118671" y="1756189"/>
                  </a:lnTo>
                  <a:lnTo>
                    <a:pt x="5113211" y="1746736"/>
                  </a:lnTo>
                  <a:lnTo>
                    <a:pt x="5122664" y="1741280"/>
                  </a:lnTo>
                  <a:close/>
                </a:path>
                <a:path w="6537959" h="5924550">
                  <a:moveTo>
                    <a:pt x="5181072" y="1840165"/>
                  </a:moveTo>
                  <a:lnTo>
                    <a:pt x="5187664" y="1851586"/>
                  </a:lnTo>
                  <a:lnTo>
                    <a:pt x="5176244" y="1858183"/>
                  </a:lnTo>
                  <a:lnTo>
                    <a:pt x="5169647" y="1846758"/>
                  </a:lnTo>
                  <a:lnTo>
                    <a:pt x="5181072" y="1840165"/>
                  </a:lnTo>
                  <a:close/>
                </a:path>
                <a:path w="6537959" h="5924550">
                  <a:moveTo>
                    <a:pt x="5239392" y="1939358"/>
                  </a:moveTo>
                  <a:lnTo>
                    <a:pt x="5246897" y="1952355"/>
                  </a:lnTo>
                  <a:lnTo>
                    <a:pt x="5233900" y="1959860"/>
                  </a:lnTo>
                  <a:lnTo>
                    <a:pt x="5226395" y="1946863"/>
                  </a:lnTo>
                  <a:lnTo>
                    <a:pt x="5239392" y="1939358"/>
                  </a:lnTo>
                  <a:close/>
                </a:path>
                <a:path w="6537959" h="5924550">
                  <a:moveTo>
                    <a:pt x="5297796" y="2038243"/>
                  </a:moveTo>
                  <a:lnTo>
                    <a:pt x="5306438" y="2053212"/>
                  </a:lnTo>
                  <a:lnTo>
                    <a:pt x="5291469" y="2061854"/>
                  </a:lnTo>
                  <a:lnTo>
                    <a:pt x="5282827" y="2046885"/>
                  </a:lnTo>
                  <a:lnTo>
                    <a:pt x="5297796" y="2038243"/>
                  </a:lnTo>
                  <a:close/>
                </a:path>
                <a:path w="6537959" h="5924550">
                  <a:moveTo>
                    <a:pt x="5356116" y="2137436"/>
                  </a:moveTo>
                  <a:lnTo>
                    <a:pt x="5365666" y="2153982"/>
                  </a:lnTo>
                  <a:lnTo>
                    <a:pt x="5349125" y="2163531"/>
                  </a:lnTo>
                  <a:lnTo>
                    <a:pt x="5339575" y="2146986"/>
                  </a:lnTo>
                  <a:lnTo>
                    <a:pt x="5356116" y="2137436"/>
                  </a:lnTo>
                  <a:close/>
                </a:path>
                <a:path w="6537959" h="5924550">
                  <a:moveTo>
                    <a:pt x="5414437" y="2236638"/>
                  </a:moveTo>
                  <a:lnTo>
                    <a:pt x="5424894" y="2254751"/>
                  </a:lnTo>
                  <a:lnTo>
                    <a:pt x="5406776" y="2265213"/>
                  </a:lnTo>
                  <a:lnTo>
                    <a:pt x="5396319" y="2247095"/>
                  </a:lnTo>
                  <a:lnTo>
                    <a:pt x="5414437" y="2236638"/>
                  </a:lnTo>
                  <a:close/>
                </a:path>
                <a:path w="6537959" h="5924550">
                  <a:moveTo>
                    <a:pt x="5472836" y="2335518"/>
                  </a:moveTo>
                  <a:lnTo>
                    <a:pt x="5484435" y="2355608"/>
                  </a:lnTo>
                  <a:lnTo>
                    <a:pt x="5464349" y="2367207"/>
                  </a:lnTo>
                  <a:lnTo>
                    <a:pt x="5452750" y="2347112"/>
                  </a:lnTo>
                  <a:lnTo>
                    <a:pt x="5472836" y="2335518"/>
                  </a:lnTo>
                  <a:close/>
                </a:path>
                <a:path w="6537959" h="5924550">
                  <a:moveTo>
                    <a:pt x="5531242" y="2434403"/>
                  </a:moveTo>
                  <a:lnTo>
                    <a:pt x="5543979" y="2456464"/>
                  </a:lnTo>
                  <a:lnTo>
                    <a:pt x="5521923" y="2469196"/>
                  </a:lnTo>
                  <a:lnTo>
                    <a:pt x="5509187" y="2447139"/>
                  </a:lnTo>
                  <a:lnTo>
                    <a:pt x="5531242" y="2434403"/>
                  </a:lnTo>
                  <a:close/>
                </a:path>
                <a:path w="6537959" h="5924550">
                  <a:moveTo>
                    <a:pt x="5589569" y="2533600"/>
                  </a:moveTo>
                  <a:lnTo>
                    <a:pt x="5603212" y="2557229"/>
                  </a:lnTo>
                  <a:lnTo>
                    <a:pt x="5579579" y="2570873"/>
                  </a:lnTo>
                  <a:lnTo>
                    <a:pt x="5565935" y="2547244"/>
                  </a:lnTo>
                  <a:lnTo>
                    <a:pt x="5589569" y="2533600"/>
                  </a:lnTo>
                  <a:close/>
                </a:path>
                <a:path w="6537959" h="5924550">
                  <a:moveTo>
                    <a:pt x="5647967" y="2632481"/>
                  </a:moveTo>
                  <a:lnTo>
                    <a:pt x="5662748" y="2658081"/>
                  </a:lnTo>
                  <a:lnTo>
                    <a:pt x="5637147" y="2672862"/>
                  </a:lnTo>
                  <a:lnTo>
                    <a:pt x="5622367" y="2647262"/>
                  </a:lnTo>
                  <a:lnTo>
                    <a:pt x="5647967" y="2632481"/>
                  </a:lnTo>
                  <a:close/>
                </a:path>
                <a:path w="6537959" h="5924550">
                  <a:moveTo>
                    <a:pt x="5706375" y="2731366"/>
                  </a:moveTo>
                  <a:lnTo>
                    <a:pt x="5722293" y="2758938"/>
                  </a:lnTo>
                  <a:lnTo>
                    <a:pt x="5694721" y="2774856"/>
                  </a:lnTo>
                  <a:lnTo>
                    <a:pt x="5678803" y="2747284"/>
                  </a:lnTo>
                  <a:lnTo>
                    <a:pt x="5706375" y="2731366"/>
                  </a:lnTo>
                  <a:close/>
                </a:path>
                <a:path w="6537959" h="5924550">
                  <a:moveTo>
                    <a:pt x="5764691" y="2830563"/>
                  </a:moveTo>
                  <a:lnTo>
                    <a:pt x="5781521" y="2859707"/>
                  </a:lnTo>
                  <a:lnTo>
                    <a:pt x="5752372" y="2876537"/>
                  </a:lnTo>
                  <a:lnTo>
                    <a:pt x="5735547" y="2847388"/>
                  </a:lnTo>
                  <a:lnTo>
                    <a:pt x="5764691" y="2830563"/>
                  </a:lnTo>
                  <a:close/>
                </a:path>
                <a:path w="6537959" h="5924550">
                  <a:moveTo>
                    <a:pt x="5823094" y="2929448"/>
                  </a:moveTo>
                  <a:lnTo>
                    <a:pt x="5841061" y="2960564"/>
                  </a:lnTo>
                  <a:lnTo>
                    <a:pt x="5809945" y="2978526"/>
                  </a:lnTo>
                  <a:lnTo>
                    <a:pt x="5791978" y="2947411"/>
                  </a:lnTo>
                  <a:lnTo>
                    <a:pt x="5823094" y="2929448"/>
                  </a:lnTo>
                  <a:close/>
                </a:path>
                <a:path w="6537959" h="5924550">
                  <a:moveTo>
                    <a:pt x="5881419" y="3028640"/>
                  </a:moveTo>
                  <a:lnTo>
                    <a:pt x="5900294" y="3061333"/>
                  </a:lnTo>
                  <a:lnTo>
                    <a:pt x="5867601" y="3080208"/>
                  </a:lnTo>
                  <a:lnTo>
                    <a:pt x="5848727" y="3047515"/>
                  </a:lnTo>
                  <a:lnTo>
                    <a:pt x="5881419" y="3028640"/>
                  </a:lnTo>
                  <a:close/>
                </a:path>
                <a:path w="6537959" h="5924550">
                  <a:moveTo>
                    <a:pt x="5939823" y="3127526"/>
                  </a:moveTo>
                  <a:lnTo>
                    <a:pt x="5959834" y="3162185"/>
                  </a:lnTo>
                  <a:lnTo>
                    <a:pt x="5925175" y="3182197"/>
                  </a:lnTo>
                  <a:lnTo>
                    <a:pt x="5905163" y="3147537"/>
                  </a:lnTo>
                  <a:lnTo>
                    <a:pt x="5939823" y="3127526"/>
                  </a:lnTo>
                  <a:close/>
                </a:path>
                <a:path w="6537959" h="5924550">
                  <a:moveTo>
                    <a:pt x="5998226" y="3226411"/>
                  </a:moveTo>
                  <a:lnTo>
                    <a:pt x="6019375" y="3263042"/>
                  </a:lnTo>
                  <a:lnTo>
                    <a:pt x="5982744" y="3284190"/>
                  </a:lnTo>
                  <a:lnTo>
                    <a:pt x="5961595" y="3247559"/>
                  </a:lnTo>
                  <a:lnTo>
                    <a:pt x="5998226" y="3226411"/>
                  </a:lnTo>
                  <a:close/>
                </a:path>
                <a:path w="6537959" h="5924550">
                  <a:moveTo>
                    <a:pt x="6056546" y="3325603"/>
                  </a:moveTo>
                  <a:lnTo>
                    <a:pt x="6078603" y="3363811"/>
                  </a:lnTo>
                  <a:lnTo>
                    <a:pt x="6040395" y="3385872"/>
                  </a:lnTo>
                  <a:lnTo>
                    <a:pt x="6018338" y="3347664"/>
                  </a:lnTo>
                  <a:lnTo>
                    <a:pt x="6056546" y="3325603"/>
                  </a:lnTo>
                  <a:close/>
                </a:path>
                <a:path w="6537959" h="5924550">
                  <a:moveTo>
                    <a:pt x="6114950" y="3424488"/>
                  </a:moveTo>
                  <a:lnTo>
                    <a:pt x="6138143" y="3464668"/>
                  </a:lnTo>
                  <a:lnTo>
                    <a:pt x="6097968" y="3487861"/>
                  </a:lnTo>
                  <a:lnTo>
                    <a:pt x="6074775" y="3447686"/>
                  </a:lnTo>
                  <a:lnTo>
                    <a:pt x="6114950" y="3424488"/>
                  </a:lnTo>
                  <a:close/>
                </a:path>
                <a:path w="6537959" h="5924550">
                  <a:moveTo>
                    <a:pt x="6173353" y="3523378"/>
                  </a:moveTo>
                  <a:lnTo>
                    <a:pt x="6197688" y="3565520"/>
                  </a:lnTo>
                  <a:lnTo>
                    <a:pt x="6155542" y="3589855"/>
                  </a:lnTo>
                  <a:lnTo>
                    <a:pt x="6131207" y="3547709"/>
                  </a:lnTo>
                  <a:lnTo>
                    <a:pt x="6173353" y="3523378"/>
                  </a:lnTo>
                  <a:close/>
                </a:path>
                <a:path w="6537959" h="5924550">
                  <a:moveTo>
                    <a:pt x="6231678" y="3622570"/>
                  </a:moveTo>
                  <a:lnTo>
                    <a:pt x="6256921" y="3666289"/>
                  </a:lnTo>
                  <a:lnTo>
                    <a:pt x="6213198" y="3691532"/>
                  </a:lnTo>
                  <a:lnTo>
                    <a:pt x="6187955" y="3647813"/>
                  </a:lnTo>
                  <a:lnTo>
                    <a:pt x="6231678" y="3622570"/>
                  </a:lnTo>
                  <a:close/>
                </a:path>
                <a:path w="6537959" h="5924550">
                  <a:moveTo>
                    <a:pt x="6290081" y="3721456"/>
                  </a:moveTo>
                  <a:lnTo>
                    <a:pt x="6316461" y="3767146"/>
                  </a:lnTo>
                  <a:lnTo>
                    <a:pt x="6270771" y="3793526"/>
                  </a:lnTo>
                  <a:lnTo>
                    <a:pt x="6244391" y="3747835"/>
                  </a:lnTo>
                  <a:lnTo>
                    <a:pt x="6290081" y="3721456"/>
                  </a:lnTo>
                  <a:close/>
                </a:path>
                <a:path w="6537959" h="5924550">
                  <a:moveTo>
                    <a:pt x="6348485" y="3820341"/>
                  </a:moveTo>
                  <a:lnTo>
                    <a:pt x="6376001" y="3867998"/>
                  </a:lnTo>
                  <a:lnTo>
                    <a:pt x="6328340" y="3895515"/>
                  </a:lnTo>
                  <a:lnTo>
                    <a:pt x="6300823" y="3847858"/>
                  </a:lnTo>
                  <a:lnTo>
                    <a:pt x="6348485" y="3820341"/>
                  </a:lnTo>
                  <a:close/>
                </a:path>
                <a:path w="6537959" h="5924550">
                  <a:moveTo>
                    <a:pt x="6406805" y="3919533"/>
                  </a:moveTo>
                  <a:lnTo>
                    <a:pt x="6435230" y="3968767"/>
                  </a:lnTo>
                  <a:lnTo>
                    <a:pt x="6385996" y="3997192"/>
                  </a:lnTo>
                  <a:lnTo>
                    <a:pt x="6357571" y="3947958"/>
                  </a:lnTo>
                  <a:lnTo>
                    <a:pt x="6406805" y="3919533"/>
                  </a:lnTo>
                  <a:close/>
                </a:path>
                <a:path w="6537959" h="5924550">
                  <a:moveTo>
                    <a:pt x="6465208" y="4018418"/>
                  </a:moveTo>
                  <a:lnTo>
                    <a:pt x="6494770" y="4069624"/>
                  </a:lnTo>
                  <a:lnTo>
                    <a:pt x="6443569" y="4099185"/>
                  </a:lnTo>
                  <a:lnTo>
                    <a:pt x="6414008" y="4047980"/>
                  </a:lnTo>
                  <a:lnTo>
                    <a:pt x="6465208" y="4018418"/>
                  </a:lnTo>
                  <a:close/>
                </a:path>
                <a:path w="6537959" h="5924550">
                  <a:moveTo>
                    <a:pt x="6523525" y="4117615"/>
                  </a:moveTo>
                  <a:lnTo>
                    <a:pt x="6537666" y="4142108"/>
                  </a:lnTo>
                  <a:lnTo>
                    <a:pt x="6537666" y="4179822"/>
                  </a:lnTo>
                  <a:lnTo>
                    <a:pt x="6501220" y="4200863"/>
                  </a:lnTo>
                  <a:lnTo>
                    <a:pt x="6470747" y="4148085"/>
                  </a:lnTo>
                  <a:lnTo>
                    <a:pt x="6523525" y="4117615"/>
                  </a:lnTo>
                  <a:close/>
                </a:path>
                <a:path w="6537959" h="5924550">
                  <a:moveTo>
                    <a:pt x="6537666" y="4242055"/>
                  </a:moveTo>
                  <a:lnTo>
                    <a:pt x="6537666" y="4266266"/>
                  </a:lnTo>
                  <a:lnTo>
                    <a:pt x="6527183" y="4248107"/>
                  </a:lnTo>
                  <a:lnTo>
                    <a:pt x="6537666" y="4242055"/>
                  </a:lnTo>
                  <a:close/>
                </a:path>
                <a:path w="6537959" h="5924550">
                  <a:moveTo>
                    <a:pt x="4788694" y="1403418"/>
                  </a:moveTo>
                  <a:lnTo>
                    <a:pt x="4789831" y="1405385"/>
                  </a:lnTo>
                  <a:lnTo>
                    <a:pt x="4787864" y="1406522"/>
                  </a:lnTo>
                  <a:lnTo>
                    <a:pt x="4786727" y="1404555"/>
                  </a:lnTo>
                  <a:lnTo>
                    <a:pt x="4788694" y="1403418"/>
                  </a:lnTo>
                  <a:close/>
                </a:path>
                <a:path w="6537959" h="5924550">
                  <a:moveTo>
                    <a:pt x="4847015" y="1502615"/>
                  </a:moveTo>
                  <a:lnTo>
                    <a:pt x="4849064" y="1506159"/>
                  </a:lnTo>
                  <a:lnTo>
                    <a:pt x="4845520" y="1508204"/>
                  </a:lnTo>
                  <a:lnTo>
                    <a:pt x="4843475" y="1504660"/>
                  </a:lnTo>
                  <a:lnTo>
                    <a:pt x="4847015" y="1502615"/>
                  </a:lnTo>
                  <a:close/>
                </a:path>
                <a:path w="6537959" h="5924550">
                  <a:moveTo>
                    <a:pt x="4905418" y="1601501"/>
                  </a:moveTo>
                  <a:lnTo>
                    <a:pt x="4908600" y="1607011"/>
                  </a:lnTo>
                  <a:lnTo>
                    <a:pt x="4903089" y="1610193"/>
                  </a:lnTo>
                  <a:lnTo>
                    <a:pt x="4899907" y="1604683"/>
                  </a:lnTo>
                  <a:lnTo>
                    <a:pt x="4905418" y="1601501"/>
                  </a:lnTo>
                  <a:close/>
                </a:path>
                <a:path w="6537959" h="5924550">
                  <a:moveTo>
                    <a:pt x="4963821" y="1700381"/>
                  </a:moveTo>
                  <a:lnTo>
                    <a:pt x="4968144" y="1707868"/>
                  </a:lnTo>
                  <a:lnTo>
                    <a:pt x="4960663" y="1712186"/>
                  </a:lnTo>
                  <a:lnTo>
                    <a:pt x="4956344" y="1704700"/>
                  </a:lnTo>
                  <a:lnTo>
                    <a:pt x="4963821" y="1700381"/>
                  </a:lnTo>
                  <a:close/>
                </a:path>
                <a:path w="6537959" h="5924550">
                  <a:moveTo>
                    <a:pt x="5022146" y="1799578"/>
                  </a:moveTo>
                  <a:lnTo>
                    <a:pt x="5027377" y="1808633"/>
                  </a:lnTo>
                  <a:lnTo>
                    <a:pt x="5018314" y="1813864"/>
                  </a:lnTo>
                  <a:lnTo>
                    <a:pt x="5013087" y="1804809"/>
                  </a:lnTo>
                  <a:lnTo>
                    <a:pt x="5022146" y="1799578"/>
                  </a:lnTo>
                  <a:close/>
                </a:path>
                <a:path w="6537959" h="5924550">
                  <a:moveTo>
                    <a:pt x="5080550" y="1898459"/>
                  </a:moveTo>
                  <a:lnTo>
                    <a:pt x="5086918" y="1909489"/>
                  </a:lnTo>
                  <a:lnTo>
                    <a:pt x="5075887" y="1915857"/>
                  </a:lnTo>
                  <a:lnTo>
                    <a:pt x="5069519" y="1904826"/>
                  </a:lnTo>
                  <a:lnTo>
                    <a:pt x="5080550" y="1898459"/>
                  </a:lnTo>
                  <a:close/>
                </a:path>
                <a:path w="6537959" h="5924550">
                  <a:moveTo>
                    <a:pt x="5138870" y="1997660"/>
                  </a:moveTo>
                  <a:lnTo>
                    <a:pt x="5146146" y="2010259"/>
                  </a:lnTo>
                  <a:lnTo>
                    <a:pt x="5133543" y="2017535"/>
                  </a:lnTo>
                  <a:lnTo>
                    <a:pt x="5126267" y="2004936"/>
                  </a:lnTo>
                  <a:lnTo>
                    <a:pt x="5138870" y="1997660"/>
                  </a:lnTo>
                  <a:close/>
                </a:path>
                <a:path w="6537959" h="5924550">
                  <a:moveTo>
                    <a:pt x="5197273" y="2096546"/>
                  </a:moveTo>
                  <a:lnTo>
                    <a:pt x="5205686" y="2111116"/>
                  </a:lnTo>
                  <a:lnTo>
                    <a:pt x="5191116" y="2119528"/>
                  </a:lnTo>
                  <a:lnTo>
                    <a:pt x="5182703" y="2104958"/>
                  </a:lnTo>
                  <a:lnTo>
                    <a:pt x="5197273" y="2096546"/>
                  </a:lnTo>
                  <a:close/>
                </a:path>
                <a:path w="6537959" h="5924550">
                  <a:moveTo>
                    <a:pt x="5255677" y="2195426"/>
                  </a:moveTo>
                  <a:lnTo>
                    <a:pt x="5265226" y="2211972"/>
                  </a:lnTo>
                  <a:lnTo>
                    <a:pt x="5248685" y="2221522"/>
                  </a:lnTo>
                  <a:lnTo>
                    <a:pt x="5239135" y="2204976"/>
                  </a:lnTo>
                  <a:lnTo>
                    <a:pt x="5255677" y="2195426"/>
                  </a:lnTo>
                  <a:close/>
                </a:path>
                <a:path w="6537959" h="5924550">
                  <a:moveTo>
                    <a:pt x="5314002" y="2294623"/>
                  </a:moveTo>
                  <a:lnTo>
                    <a:pt x="5324459" y="2312737"/>
                  </a:lnTo>
                  <a:lnTo>
                    <a:pt x="5306341" y="2323199"/>
                  </a:lnTo>
                  <a:lnTo>
                    <a:pt x="5295879" y="2305085"/>
                  </a:lnTo>
                  <a:lnTo>
                    <a:pt x="5314002" y="2294623"/>
                  </a:lnTo>
                  <a:close/>
                </a:path>
                <a:path w="6537959" h="5924550">
                  <a:moveTo>
                    <a:pt x="5372400" y="2393504"/>
                  </a:moveTo>
                  <a:lnTo>
                    <a:pt x="5383999" y="2413593"/>
                  </a:lnTo>
                  <a:lnTo>
                    <a:pt x="5363910" y="2425192"/>
                  </a:lnTo>
                  <a:lnTo>
                    <a:pt x="5352311" y="2405102"/>
                  </a:lnTo>
                  <a:lnTo>
                    <a:pt x="5372400" y="2393504"/>
                  </a:lnTo>
                  <a:close/>
                </a:path>
                <a:path w="6537959" h="5924550">
                  <a:moveTo>
                    <a:pt x="5430808" y="2492389"/>
                  </a:moveTo>
                  <a:lnTo>
                    <a:pt x="5443544" y="2514450"/>
                  </a:lnTo>
                  <a:lnTo>
                    <a:pt x="5421483" y="2527186"/>
                  </a:lnTo>
                  <a:lnTo>
                    <a:pt x="5408747" y="2505125"/>
                  </a:lnTo>
                  <a:lnTo>
                    <a:pt x="5430808" y="2492389"/>
                  </a:lnTo>
                  <a:close/>
                </a:path>
                <a:path w="6537959" h="5924550">
                  <a:moveTo>
                    <a:pt x="5489129" y="2591586"/>
                  </a:moveTo>
                  <a:lnTo>
                    <a:pt x="5502773" y="2615219"/>
                  </a:lnTo>
                  <a:lnTo>
                    <a:pt x="5479139" y="2628863"/>
                  </a:lnTo>
                  <a:lnTo>
                    <a:pt x="5465495" y="2605230"/>
                  </a:lnTo>
                  <a:lnTo>
                    <a:pt x="5489129" y="2591586"/>
                  </a:lnTo>
                  <a:close/>
                </a:path>
                <a:path w="6537959" h="5924550">
                  <a:moveTo>
                    <a:pt x="5547527" y="2690471"/>
                  </a:moveTo>
                  <a:lnTo>
                    <a:pt x="5562308" y="2716071"/>
                  </a:lnTo>
                  <a:lnTo>
                    <a:pt x="5536708" y="2730852"/>
                  </a:lnTo>
                  <a:lnTo>
                    <a:pt x="5521927" y="2705252"/>
                  </a:lnTo>
                  <a:lnTo>
                    <a:pt x="5547527" y="2690471"/>
                  </a:lnTo>
                  <a:close/>
                </a:path>
                <a:path w="6537959" h="5924550">
                  <a:moveTo>
                    <a:pt x="5605853" y="2789663"/>
                  </a:moveTo>
                  <a:lnTo>
                    <a:pt x="5621546" y="2816841"/>
                  </a:lnTo>
                  <a:lnTo>
                    <a:pt x="5594368" y="2832534"/>
                  </a:lnTo>
                  <a:lnTo>
                    <a:pt x="5578675" y="2805357"/>
                  </a:lnTo>
                  <a:lnTo>
                    <a:pt x="5605853" y="2789663"/>
                  </a:lnTo>
                  <a:close/>
                </a:path>
                <a:path w="6537959" h="5924550">
                  <a:moveTo>
                    <a:pt x="5664173" y="2888860"/>
                  </a:moveTo>
                  <a:lnTo>
                    <a:pt x="5680774" y="2917615"/>
                  </a:lnTo>
                  <a:lnTo>
                    <a:pt x="5652019" y="2934216"/>
                  </a:lnTo>
                  <a:lnTo>
                    <a:pt x="5635419" y="2905461"/>
                  </a:lnTo>
                  <a:lnTo>
                    <a:pt x="5664173" y="2888860"/>
                  </a:lnTo>
                  <a:close/>
                </a:path>
                <a:path w="6537959" h="5924550">
                  <a:moveTo>
                    <a:pt x="5722576" y="2987746"/>
                  </a:moveTo>
                  <a:lnTo>
                    <a:pt x="5740314" y="3018467"/>
                  </a:lnTo>
                  <a:lnTo>
                    <a:pt x="5709593" y="3036205"/>
                  </a:lnTo>
                  <a:lnTo>
                    <a:pt x="5691855" y="3005483"/>
                  </a:lnTo>
                  <a:lnTo>
                    <a:pt x="5722576" y="2987746"/>
                  </a:lnTo>
                  <a:close/>
                </a:path>
                <a:path w="6537959" h="5924550">
                  <a:moveTo>
                    <a:pt x="5780897" y="3086943"/>
                  </a:moveTo>
                  <a:lnTo>
                    <a:pt x="5799543" y="3119241"/>
                  </a:lnTo>
                  <a:lnTo>
                    <a:pt x="5767249" y="3137887"/>
                  </a:lnTo>
                  <a:lnTo>
                    <a:pt x="5748599" y="3105588"/>
                  </a:lnTo>
                  <a:lnTo>
                    <a:pt x="5780897" y="3086943"/>
                  </a:lnTo>
                  <a:close/>
                </a:path>
                <a:path w="6537959" h="5924550">
                  <a:moveTo>
                    <a:pt x="5839300" y="3185828"/>
                  </a:moveTo>
                  <a:lnTo>
                    <a:pt x="5859083" y="3220093"/>
                  </a:lnTo>
                  <a:lnTo>
                    <a:pt x="5824817" y="3239876"/>
                  </a:lnTo>
                  <a:lnTo>
                    <a:pt x="5805035" y="3205610"/>
                  </a:lnTo>
                  <a:lnTo>
                    <a:pt x="5839300" y="3185828"/>
                  </a:lnTo>
                  <a:close/>
                </a:path>
                <a:path w="6537959" h="5924550">
                  <a:moveTo>
                    <a:pt x="5897703" y="3284713"/>
                  </a:moveTo>
                  <a:lnTo>
                    <a:pt x="5918623" y="3320945"/>
                  </a:lnTo>
                  <a:lnTo>
                    <a:pt x="5882391" y="3341865"/>
                  </a:lnTo>
                  <a:lnTo>
                    <a:pt x="5861471" y="3305633"/>
                  </a:lnTo>
                  <a:lnTo>
                    <a:pt x="5897703" y="3284713"/>
                  </a:lnTo>
                  <a:close/>
                </a:path>
                <a:path w="6537959" h="5924550">
                  <a:moveTo>
                    <a:pt x="5956024" y="3383905"/>
                  </a:moveTo>
                  <a:lnTo>
                    <a:pt x="5977856" y="3421715"/>
                  </a:lnTo>
                  <a:lnTo>
                    <a:pt x="5940042" y="3443547"/>
                  </a:lnTo>
                  <a:lnTo>
                    <a:pt x="5918210" y="3405737"/>
                  </a:lnTo>
                  <a:lnTo>
                    <a:pt x="5956024" y="3383905"/>
                  </a:lnTo>
                  <a:close/>
                </a:path>
                <a:path w="6537959" h="5924550">
                  <a:moveTo>
                    <a:pt x="6014432" y="3482791"/>
                  </a:moveTo>
                  <a:lnTo>
                    <a:pt x="6037396" y="3522566"/>
                  </a:lnTo>
                  <a:lnTo>
                    <a:pt x="5997616" y="3545535"/>
                  </a:lnTo>
                  <a:lnTo>
                    <a:pt x="5974647" y="3505759"/>
                  </a:lnTo>
                  <a:lnTo>
                    <a:pt x="6014432" y="3482791"/>
                  </a:lnTo>
                  <a:close/>
                </a:path>
                <a:path w="6537959" h="5924550">
                  <a:moveTo>
                    <a:pt x="6072830" y="3581671"/>
                  </a:moveTo>
                  <a:lnTo>
                    <a:pt x="6096936" y="3623423"/>
                  </a:lnTo>
                  <a:lnTo>
                    <a:pt x="6055184" y="3647529"/>
                  </a:lnTo>
                  <a:lnTo>
                    <a:pt x="6031079" y="3605777"/>
                  </a:lnTo>
                  <a:lnTo>
                    <a:pt x="6072830" y="3581671"/>
                  </a:lnTo>
                  <a:close/>
                </a:path>
                <a:path w="6537959" h="5924550">
                  <a:moveTo>
                    <a:pt x="6131151" y="3680868"/>
                  </a:moveTo>
                  <a:lnTo>
                    <a:pt x="6156165" y="3724193"/>
                  </a:lnTo>
                  <a:lnTo>
                    <a:pt x="6112840" y="3749206"/>
                  </a:lnTo>
                  <a:lnTo>
                    <a:pt x="6087827" y="3705882"/>
                  </a:lnTo>
                  <a:lnTo>
                    <a:pt x="6131151" y="3680868"/>
                  </a:lnTo>
                  <a:close/>
                </a:path>
                <a:path w="6537959" h="5924550">
                  <a:moveTo>
                    <a:pt x="6189559" y="3779753"/>
                  </a:moveTo>
                  <a:lnTo>
                    <a:pt x="6215710" y="3825049"/>
                  </a:lnTo>
                  <a:lnTo>
                    <a:pt x="6170414" y="3851200"/>
                  </a:lnTo>
                  <a:lnTo>
                    <a:pt x="6144263" y="3805904"/>
                  </a:lnTo>
                  <a:lnTo>
                    <a:pt x="6189559" y="3779753"/>
                  </a:lnTo>
                  <a:close/>
                </a:path>
                <a:path w="6537959" h="5924550">
                  <a:moveTo>
                    <a:pt x="6247958" y="3878639"/>
                  </a:moveTo>
                  <a:lnTo>
                    <a:pt x="6275250" y="3925906"/>
                  </a:lnTo>
                  <a:lnTo>
                    <a:pt x="6227987" y="3953193"/>
                  </a:lnTo>
                  <a:lnTo>
                    <a:pt x="6200695" y="3905926"/>
                  </a:lnTo>
                  <a:lnTo>
                    <a:pt x="6247958" y="3878639"/>
                  </a:lnTo>
                  <a:close/>
                </a:path>
                <a:path w="6537959" h="5924550">
                  <a:moveTo>
                    <a:pt x="6306283" y="3977836"/>
                  </a:moveTo>
                  <a:lnTo>
                    <a:pt x="6334483" y="4026671"/>
                  </a:lnTo>
                  <a:lnTo>
                    <a:pt x="6285638" y="4054871"/>
                  </a:lnTo>
                  <a:lnTo>
                    <a:pt x="6257438" y="4006035"/>
                  </a:lnTo>
                  <a:lnTo>
                    <a:pt x="6306283" y="3977836"/>
                  </a:lnTo>
                  <a:close/>
                </a:path>
                <a:path w="6537959" h="5924550">
                  <a:moveTo>
                    <a:pt x="6364686" y="4076716"/>
                  </a:moveTo>
                  <a:lnTo>
                    <a:pt x="6394023" y="4127528"/>
                  </a:lnTo>
                  <a:lnTo>
                    <a:pt x="6343212" y="4156865"/>
                  </a:lnTo>
                  <a:lnTo>
                    <a:pt x="6313875" y="4106053"/>
                  </a:lnTo>
                  <a:lnTo>
                    <a:pt x="6364686" y="4076716"/>
                  </a:lnTo>
                  <a:close/>
                </a:path>
                <a:path w="6537959" h="5924550">
                  <a:moveTo>
                    <a:pt x="6423007" y="4175913"/>
                  </a:moveTo>
                  <a:lnTo>
                    <a:pt x="6453251" y="4228297"/>
                  </a:lnTo>
                  <a:lnTo>
                    <a:pt x="6400868" y="4258542"/>
                  </a:lnTo>
                  <a:lnTo>
                    <a:pt x="6370623" y="4206158"/>
                  </a:lnTo>
                  <a:lnTo>
                    <a:pt x="6423007" y="4175913"/>
                  </a:lnTo>
                  <a:close/>
                </a:path>
                <a:path w="6537959" h="5924550">
                  <a:moveTo>
                    <a:pt x="6481410" y="4274799"/>
                  </a:moveTo>
                  <a:lnTo>
                    <a:pt x="6512792" y="4329154"/>
                  </a:lnTo>
                  <a:lnTo>
                    <a:pt x="6458437" y="4360535"/>
                  </a:lnTo>
                  <a:lnTo>
                    <a:pt x="6427055" y="4306180"/>
                  </a:lnTo>
                  <a:lnTo>
                    <a:pt x="6481410" y="4274799"/>
                  </a:lnTo>
                  <a:close/>
                </a:path>
                <a:path w="6537959" h="5924550">
                  <a:moveTo>
                    <a:pt x="6537666" y="4374919"/>
                  </a:moveTo>
                  <a:lnTo>
                    <a:pt x="6537666" y="4450021"/>
                  </a:lnTo>
                  <a:lnTo>
                    <a:pt x="6516010" y="4462524"/>
                  </a:lnTo>
                  <a:lnTo>
                    <a:pt x="6483491" y="4406198"/>
                  </a:lnTo>
                  <a:lnTo>
                    <a:pt x="6537666" y="4374919"/>
                  </a:lnTo>
                  <a:close/>
                </a:path>
                <a:path w="6537959" h="5924550">
                  <a:moveTo>
                    <a:pt x="4688176" y="1461716"/>
                  </a:moveTo>
                  <a:lnTo>
                    <a:pt x="4689084" y="1463293"/>
                  </a:lnTo>
                  <a:lnTo>
                    <a:pt x="4687511" y="1464201"/>
                  </a:lnTo>
                  <a:lnTo>
                    <a:pt x="4686599" y="1462624"/>
                  </a:lnTo>
                  <a:lnTo>
                    <a:pt x="4688176" y="1461716"/>
                  </a:lnTo>
                  <a:close/>
                </a:path>
                <a:path w="6537959" h="5924550">
                  <a:moveTo>
                    <a:pt x="4746492" y="1560909"/>
                  </a:moveTo>
                  <a:lnTo>
                    <a:pt x="4748313" y="1564063"/>
                  </a:lnTo>
                  <a:lnTo>
                    <a:pt x="4745163" y="1565883"/>
                  </a:lnTo>
                  <a:lnTo>
                    <a:pt x="4743343" y="1562729"/>
                  </a:lnTo>
                  <a:lnTo>
                    <a:pt x="4746492" y="1560909"/>
                  </a:lnTo>
                  <a:close/>
                </a:path>
                <a:path w="6537959" h="5924550">
                  <a:moveTo>
                    <a:pt x="4804900" y="1659794"/>
                  </a:moveTo>
                  <a:lnTo>
                    <a:pt x="4807857" y="1664919"/>
                  </a:lnTo>
                  <a:lnTo>
                    <a:pt x="4802732" y="1667877"/>
                  </a:lnTo>
                  <a:lnTo>
                    <a:pt x="4799774" y="1662751"/>
                  </a:lnTo>
                  <a:lnTo>
                    <a:pt x="4804900" y="1659794"/>
                  </a:lnTo>
                  <a:close/>
                </a:path>
                <a:path w="6537959" h="5924550">
                  <a:moveTo>
                    <a:pt x="4863303" y="1758679"/>
                  </a:moveTo>
                  <a:lnTo>
                    <a:pt x="4867397" y="1765772"/>
                  </a:lnTo>
                  <a:lnTo>
                    <a:pt x="4860305" y="1769866"/>
                  </a:lnTo>
                  <a:lnTo>
                    <a:pt x="4856211" y="1762773"/>
                  </a:lnTo>
                  <a:lnTo>
                    <a:pt x="4863303" y="1758679"/>
                  </a:lnTo>
                  <a:close/>
                </a:path>
                <a:path w="6537959" h="5924550">
                  <a:moveTo>
                    <a:pt x="4921620" y="1857876"/>
                  </a:moveTo>
                  <a:lnTo>
                    <a:pt x="4926626" y="1866546"/>
                  </a:lnTo>
                  <a:lnTo>
                    <a:pt x="4917961" y="1871548"/>
                  </a:lnTo>
                  <a:lnTo>
                    <a:pt x="4912959" y="1862878"/>
                  </a:lnTo>
                  <a:lnTo>
                    <a:pt x="4921620" y="1857876"/>
                  </a:lnTo>
                  <a:close/>
                </a:path>
                <a:path w="6537959" h="5924550">
                  <a:moveTo>
                    <a:pt x="4980027" y="1956762"/>
                  </a:moveTo>
                  <a:lnTo>
                    <a:pt x="4986166" y="1967394"/>
                  </a:lnTo>
                  <a:lnTo>
                    <a:pt x="4975530" y="1973532"/>
                  </a:lnTo>
                  <a:lnTo>
                    <a:pt x="4969391" y="1962900"/>
                  </a:lnTo>
                  <a:lnTo>
                    <a:pt x="4980027" y="1956762"/>
                  </a:lnTo>
                  <a:close/>
                </a:path>
                <a:path w="6537959" h="5924550">
                  <a:moveTo>
                    <a:pt x="5038348" y="2055954"/>
                  </a:moveTo>
                  <a:lnTo>
                    <a:pt x="5045399" y="2068168"/>
                  </a:lnTo>
                  <a:lnTo>
                    <a:pt x="5033190" y="2075214"/>
                  </a:lnTo>
                  <a:lnTo>
                    <a:pt x="5026139" y="2063005"/>
                  </a:lnTo>
                  <a:lnTo>
                    <a:pt x="5038348" y="2055954"/>
                  </a:lnTo>
                  <a:close/>
                </a:path>
                <a:path w="6537959" h="5924550">
                  <a:moveTo>
                    <a:pt x="5096750" y="2154840"/>
                  </a:moveTo>
                  <a:lnTo>
                    <a:pt x="5104939" y="2169020"/>
                  </a:lnTo>
                  <a:lnTo>
                    <a:pt x="5090759" y="2177203"/>
                  </a:lnTo>
                  <a:lnTo>
                    <a:pt x="5082576" y="2163028"/>
                  </a:lnTo>
                  <a:lnTo>
                    <a:pt x="5096750" y="2154840"/>
                  </a:lnTo>
                  <a:close/>
                </a:path>
                <a:path w="6537959" h="5924550">
                  <a:moveTo>
                    <a:pt x="5155159" y="2253725"/>
                  </a:moveTo>
                  <a:lnTo>
                    <a:pt x="5164479" y="2269872"/>
                  </a:lnTo>
                  <a:lnTo>
                    <a:pt x="5148332" y="2279197"/>
                  </a:lnTo>
                  <a:lnTo>
                    <a:pt x="5139007" y="2263050"/>
                  </a:lnTo>
                  <a:lnTo>
                    <a:pt x="5155159" y="2253725"/>
                  </a:lnTo>
                  <a:close/>
                </a:path>
                <a:path w="6537959" h="5924550">
                  <a:moveTo>
                    <a:pt x="5213475" y="2352922"/>
                  </a:moveTo>
                  <a:lnTo>
                    <a:pt x="5223708" y="2370646"/>
                  </a:lnTo>
                  <a:lnTo>
                    <a:pt x="5205984" y="2380879"/>
                  </a:lnTo>
                  <a:lnTo>
                    <a:pt x="5195751" y="2363155"/>
                  </a:lnTo>
                  <a:lnTo>
                    <a:pt x="5213475" y="2352922"/>
                  </a:lnTo>
                  <a:close/>
                </a:path>
                <a:path w="6537959" h="5924550">
                  <a:moveTo>
                    <a:pt x="5271878" y="2451808"/>
                  </a:moveTo>
                  <a:lnTo>
                    <a:pt x="5283248" y="2471499"/>
                  </a:lnTo>
                  <a:lnTo>
                    <a:pt x="5263557" y="2482868"/>
                  </a:lnTo>
                  <a:lnTo>
                    <a:pt x="5252187" y="2463177"/>
                  </a:lnTo>
                  <a:lnTo>
                    <a:pt x="5271878" y="2451808"/>
                  </a:lnTo>
                  <a:close/>
                </a:path>
                <a:path w="6537959" h="5924550">
                  <a:moveTo>
                    <a:pt x="5330286" y="2550693"/>
                  </a:moveTo>
                  <a:lnTo>
                    <a:pt x="5342793" y="2572355"/>
                  </a:lnTo>
                  <a:lnTo>
                    <a:pt x="5321130" y="2584862"/>
                  </a:lnTo>
                  <a:lnTo>
                    <a:pt x="5308624" y="2563200"/>
                  </a:lnTo>
                  <a:lnTo>
                    <a:pt x="5330286" y="2550693"/>
                  </a:lnTo>
                  <a:close/>
                </a:path>
                <a:path w="6537959" h="5924550">
                  <a:moveTo>
                    <a:pt x="5388606" y="2649886"/>
                  </a:moveTo>
                  <a:lnTo>
                    <a:pt x="5402021" y="2673125"/>
                  </a:lnTo>
                  <a:lnTo>
                    <a:pt x="5378786" y="2686540"/>
                  </a:lnTo>
                  <a:lnTo>
                    <a:pt x="5365367" y="2663300"/>
                  </a:lnTo>
                  <a:lnTo>
                    <a:pt x="5388606" y="2649886"/>
                  </a:lnTo>
                  <a:close/>
                </a:path>
                <a:path w="6537959" h="5924550">
                  <a:moveTo>
                    <a:pt x="5447009" y="2748771"/>
                  </a:moveTo>
                  <a:lnTo>
                    <a:pt x="5461566" y="2773977"/>
                  </a:lnTo>
                  <a:lnTo>
                    <a:pt x="5436355" y="2788533"/>
                  </a:lnTo>
                  <a:lnTo>
                    <a:pt x="5421804" y="2763322"/>
                  </a:lnTo>
                  <a:lnTo>
                    <a:pt x="5447009" y="2748771"/>
                  </a:lnTo>
                  <a:close/>
                </a:path>
                <a:path w="6537959" h="5924550">
                  <a:moveTo>
                    <a:pt x="5505413" y="2847656"/>
                  </a:moveTo>
                  <a:lnTo>
                    <a:pt x="5521106" y="2874833"/>
                  </a:lnTo>
                  <a:lnTo>
                    <a:pt x="5493928" y="2890522"/>
                  </a:lnTo>
                  <a:lnTo>
                    <a:pt x="5478240" y="2863345"/>
                  </a:lnTo>
                  <a:lnTo>
                    <a:pt x="5505413" y="2847656"/>
                  </a:lnTo>
                  <a:close/>
                </a:path>
                <a:path w="6537959" h="5924550">
                  <a:moveTo>
                    <a:pt x="5563733" y="2946848"/>
                  </a:moveTo>
                  <a:lnTo>
                    <a:pt x="5580334" y="2975603"/>
                  </a:lnTo>
                  <a:lnTo>
                    <a:pt x="5551580" y="2992204"/>
                  </a:lnTo>
                  <a:lnTo>
                    <a:pt x="5534979" y="2963449"/>
                  </a:lnTo>
                  <a:lnTo>
                    <a:pt x="5563733" y="2946848"/>
                  </a:lnTo>
                  <a:close/>
                </a:path>
                <a:path w="6537959" h="5924550">
                  <a:moveTo>
                    <a:pt x="5622054" y="3046041"/>
                  </a:moveTo>
                  <a:lnTo>
                    <a:pt x="5639567" y="3076372"/>
                  </a:lnTo>
                  <a:lnTo>
                    <a:pt x="5609236" y="3093886"/>
                  </a:lnTo>
                  <a:lnTo>
                    <a:pt x="5591727" y="3063554"/>
                  </a:lnTo>
                  <a:lnTo>
                    <a:pt x="5622054" y="3046041"/>
                  </a:lnTo>
                  <a:close/>
                </a:path>
                <a:path w="6537959" h="5924550">
                  <a:moveTo>
                    <a:pt x="5680462" y="3144930"/>
                  </a:moveTo>
                  <a:lnTo>
                    <a:pt x="5699107" y="3177229"/>
                  </a:lnTo>
                  <a:lnTo>
                    <a:pt x="5666809" y="3195875"/>
                  </a:lnTo>
                  <a:lnTo>
                    <a:pt x="5648159" y="3163576"/>
                  </a:lnTo>
                  <a:lnTo>
                    <a:pt x="5680462" y="3144930"/>
                  </a:lnTo>
                  <a:close/>
                </a:path>
                <a:path w="6537959" h="5924550">
                  <a:moveTo>
                    <a:pt x="5738778" y="3244123"/>
                  </a:moveTo>
                  <a:lnTo>
                    <a:pt x="5758336" y="3277998"/>
                  </a:lnTo>
                  <a:lnTo>
                    <a:pt x="5724465" y="3297556"/>
                  </a:lnTo>
                  <a:lnTo>
                    <a:pt x="5704907" y="3263681"/>
                  </a:lnTo>
                  <a:lnTo>
                    <a:pt x="5738778" y="3244123"/>
                  </a:lnTo>
                  <a:close/>
                </a:path>
                <a:path w="6537959" h="5924550">
                  <a:moveTo>
                    <a:pt x="5797181" y="3343008"/>
                  </a:moveTo>
                  <a:lnTo>
                    <a:pt x="5817876" y="3378855"/>
                  </a:lnTo>
                  <a:lnTo>
                    <a:pt x="5782038" y="3399545"/>
                  </a:lnTo>
                  <a:lnTo>
                    <a:pt x="5761343" y="3363703"/>
                  </a:lnTo>
                  <a:lnTo>
                    <a:pt x="5797181" y="3343008"/>
                  </a:lnTo>
                  <a:close/>
                </a:path>
                <a:path w="6537959" h="5924550">
                  <a:moveTo>
                    <a:pt x="5855589" y="3441893"/>
                  </a:moveTo>
                  <a:lnTo>
                    <a:pt x="5877416" y="3479702"/>
                  </a:lnTo>
                  <a:lnTo>
                    <a:pt x="5839607" y="3501534"/>
                  </a:lnTo>
                  <a:lnTo>
                    <a:pt x="5817775" y="3463725"/>
                  </a:lnTo>
                  <a:lnTo>
                    <a:pt x="5855589" y="3441893"/>
                  </a:lnTo>
                  <a:close/>
                </a:path>
                <a:path w="6537959" h="5924550">
                  <a:moveTo>
                    <a:pt x="5913905" y="3541090"/>
                  </a:moveTo>
                  <a:lnTo>
                    <a:pt x="5936649" y="3580481"/>
                  </a:lnTo>
                  <a:lnTo>
                    <a:pt x="5897263" y="3603221"/>
                  </a:lnTo>
                  <a:lnTo>
                    <a:pt x="5874519" y="3563830"/>
                  </a:lnTo>
                  <a:lnTo>
                    <a:pt x="5913905" y="3541090"/>
                  </a:lnTo>
                  <a:close/>
                </a:path>
                <a:path w="6537959" h="5924550">
                  <a:moveTo>
                    <a:pt x="5972308" y="3639975"/>
                  </a:moveTo>
                  <a:lnTo>
                    <a:pt x="5996185" y="3681329"/>
                  </a:lnTo>
                  <a:lnTo>
                    <a:pt x="5954832" y="3705205"/>
                  </a:lnTo>
                  <a:lnTo>
                    <a:pt x="5930955" y="3663852"/>
                  </a:lnTo>
                  <a:lnTo>
                    <a:pt x="5972308" y="3639975"/>
                  </a:lnTo>
                  <a:close/>
                </a:path>
                <a:path w="6537959" h="5924550">
                  <a:moveTo>
                    <a:pt x="6030633" y="3739168"/>
                  </a:moveTo>
                  <a:lnTo>
                    <a:pt x="6055422" y="3782102"/>
                  </a:lnTo>
                  <a:lnTo>
                    <a:pt x="6012488" y="3806887"/>
                  </a:lnTo>
                  <a:lnTo>
                    <a:pt x="5987699" y="3763952"/>
                  </a:lnTo>
                  <a:lnTo>
                    <a:pt x="6030633" y="3739168"/>
                  </a:lnTo>
                  <a:close/>
                </a:path>
                <a:path w="6537959" h="5924550">
                  <a:moveTo>
                    <a:pt x="6089037" y="3838053"/>
                  </a:moveTo>
                  <a:lnTo>
                    <a:pt x="6114958" y="3882954"/>
                  </a:lnTo>
                  <a:lnTo>
                    <a:pt x="6070061" y="3908876"/>
                  </a:lnTo>
                  <a:lnTo>
                    <a:pt x="6044135" y="3863974"/>
                  </a:lnTo>
                  <a:lnTo>
                    <a:pt x="6089037" y="3838053"/>
                  </a:lnTo>
                  <a:close/>
                </a:path>
                <a:path w="6537959" h="5924550">
                  <a:moveTo>
                    <a:pt x="6147440" y="3936938"/>
                  </a:moveTo>
                  <a:lnTo>
                    <a:pt x="6174503" y="3983806"/>
                  </a:lnTo>
                  <a:lnTo>
                    <a:pt x="6127630" y="4010869"/>
                  </a:lnTo>
                  <a:lnTo>
                    <a:pt x="6100571" y="3963996"/>
                  </a:lnTo>
                  <a:lnTo>
                    <a:pt x="6147440" y="3936938"/>
                  </a:lnTo>
                  <a:close/>
                </a:path>
                <a:path w="6537959" h="5924550">
                  <a:moveTo>
                    <a:pt x="6205761" y="4036130"/>
                  </a:moveTo>
                  <a:lnTo>
                    <a:pt x="6233731" y="4084581"/>
                  </a:lnTo>
                  <a:lnTo>
                    <a:pt x="6185281" y="4112551"/>
                  </a:lnTo>
                  <a:lnTo>
                    <a:pt x="6157310" y="4064101"/>
                  </a:lnTo>
                  <a:lnTo>
                    <a:pt x="6205761" y="4036130"/>
                  </a:lnTo>
                  <a:close/>
                </a:path>
                <a:path w="6537959" h="5924550">
                  <a:moveTo>
                    <a:pt x="6264164" y="4135020"/>
                  </a:moveTo>
                  <a:lnTo>
                    <a:pt x="6293271" y="4185433"/>
                  </a:lnTo>
                  <a:lnTo>
                    <a:pt x="6242855" y="4214540"/>
                  </a:lnTo>
                  <a:lnTo>
                    <a:pt x="6213747" y="4164128"/>
                  </a:lnTo>
                  <a:lnTo>
                    <a:pt x="6264164" y="4135020"/>
                  </a:lnTo>
                  <a:close/>
                </a:path>
                <a:path w="6537959" h="5924550">
                  <a:moveTo>
                    <a:pt x="6322484" y="4234213"/>
                  </a:moveTo>
                  <a:lnTo>
                    <a:pt x="6352504" y="4286202"/>
                  </a:lnTo>
                  <a:lnTo>
                    <a:pt x="6300510" y="4316222"/>
                  </a:lnTo>
                  <a:lnTo>
                    <a:pt x="6270495" y="4264228"/>
                  </a:lnTo>
                  <a:lnTo>
                    <a:pt x="6322484" y="4234213"/>
                  </a:lnTo>
                  <a:close/>
                </a:path>
                <a:path w="6537959" h="5924550">
                  <a:moveTo>
                    <a:pt x="6380892" y="4333098"/>
                  </a:moveTo>
                  <a:lnTo>
                    <a:pt x="6412045" y="4387059"/>
                  </a:lnTo>
                  <a:lnTo>
                    <a:pt x="6358084" y="4418211"/>
                  </a:lnTo>
                  <a:lnTo>
                    <a:pt x="6326927" y="4364250"/>
                  </a:lnTo>
                  <a:lnTo>
                    <a:pt x="6380892" y="4333098"/>
                  </a:lnTo>
                  <a:close/>
                </a:path>
                <a:path w="6537959" h="5924550">
                  <a:moveTo>
                    <a:pt x="6439295" y="4431983"/>
                  </a:moveTo>
                  <a:lnTo>
                    <a:pt x="6471585" y="4487911"/>
                  </a:lnTo>
                  <a:lnTo>
                    <a:pt x="6415657" y="4520205"/>
                  </a:lnTo>
                  <a:lnTo>
                    <a:pt x="6383363" y="4464272"/>
                  </a:lnTo>
                  <a:lnTo>
                    <a:pt x="6439295" y="4431983"/>
                  </a:lnTo>
                  <a:close/>
                </a:path>
                <a:path w="6537959" h="5924550">
                  <a:moveTo>
                    <a:pt x="6497611" y="4531175"/>
                  </a:moveTo>
                  <a:lnTo>
                    <a:pt x="6530813" y="4588684"/>
                  </a:lnTo>
                  <a:lnTo>
                    <a:pt x="6473309" y="4621886"/>
                  </a:lnTo>
                  <a:lnTo>
                    <a:pt x="6440107" y="4564377"/>
                  </a:lnTo>
                  <a:lnTo>
                    <a:pt x="6497611" y="4531175"/>
                  </a:lnTo>
                  <a:close/>
                </a:path>
                <a:path w="6537959" h="5924550">
                  <a:moveTo>
                    <a:pt x="6537666" y="4640657"/>
                  </a:moveTo>
                  <a:lnTo>
                    <a:pt x="6537666" y="4719958"/>
                  </a:lnTo>
                  <a:lnTo>
                    <a:pt x="6530882" y="4723875"/>
                  </a:lnTo>
                  <a:lnTo>
                    <a:pt x="6496543" y="4664399"/>
                  </a:lnTo>
                  <a:lnTo>
                    <a:pt x="6537666" y="4640657"/>
                  </a:lnTo>
                  <a:close/>
                </a:path>
                <a:path w="6537959" h="5924550">
                  <a:moveTo>
                    <a:pt x="4586476" y="1520699"/>
                  </a:moveTo>
                  <a:lnTo>
                    <a:pt x="4588045" y="1520699"/>
                  </a:lnTo>
                  <a:lnTo>
                    <a:pt x="4588332" y="1521198"/>
                  </a:lnTo>
                  <a:lnTo>
                    <a:pt x="4586763" y="1521198"/>
                  </a:lnTo>
                  <a:lnTo>
                    <a:pt x="4586476" y="1520699"/>
                  </a:lnTo>
                  <a:close/>
                </a:path>
                <a:path w="6537959" h="5924550">
                  <a:moveTo>
                    <a:pt x="4646057" y="1618901"/>
                  </a:moveTo>
                  <a:lnTo>
                    <a:pt x="4647877" y="1622050"/>
                  </a:lnTo>
                  <a:lnTo>
                    <a:pt x="4644728" y="1623870"/>
                  </a:lnTo>
                  <a:lnTo>
                    <a:pt x="4642907" y="1620716"/>
                  </a:lnTo>
                  <a:lnTo>
                    <a:pt x="4646057" y="1618901"/>
                  </a:lnTo>
                  <a:close/>
                </a:path>
                <a:path w="6537959" h="5924550">
                  <a:moveTo>
                    <a:pt x="4704378" y="1718098"/>
                  </a:moveTo>
                  <a:lnTo>
                    <a:pt x="4707106" y="1722820"/>
                  </a:lnTo>
                  <a:lnTo>
                    <a:pt x="4702379" y="1725552"/>
                  </a:lnTo>
                  <a:lnTo>
                    <a:pt x="4699651" y="1720826"/>
                  </a:lnTo>
                  <a:lnTo>
                    <a:pt x="4704378" y="1718098"/>
                  </a:lnTo>
                  <a:close/>
                </a:path>
                <a:path w="6537959" h="5924550">
                  <a:moveTo>
                    <a:pt x="4762781" y="1816978"/>
                  </a:moveTo>
                  <a:lnTo>
                    <a:pt x="4766650" y="1823676"/>
                  </a:lnTo>
                  <a:lnTo>
                    <a:pt x="4759952" y="1827541"/>
                  </a:lnTo>
                  <a:lnTo>
                    <a:pt x="4756083" y="1820843"/>
                  </a:lnTo>
                  <a:lnTo>
                    <a:pt x="4762781" y="1816978"/>
                  </a:lnTo>
                  <a:close/>
                </a:path>
                <a:path w="6537959" h="5924550">
                  <a:moveTo>
                    <a:pt x="4821102" y="1916175"/>
                  </a:moveTo>
                  <a:lnTo>
                    <a:pt x="4825879" y="1924446"/>
                  </a:lnTo>
                  <a:lnTo>
                    <a:pt x="4817608" y="1929223"/>
                  </a:lnTo>
                  <a:lnTo>
                    <a:pt x="4812831" y="1920952"/>
                  </a:lnTo>
                  <a:lnTo>
                    <a:pt x="4821102" y="1916175"/>
                  </a:lnTo>
                  <a:close/>
                </a:path>
                <a:path w="6537959" h="5924550">
                  <a:moveTo>
                    <a:pt x="4879504" y="2015061"/>
                  </a:moveTo>
                  <a:lnTo>
                    <a:pt x="4885419" y="2025302"/>
                  </a:lnTo>
                  <a:lnTo>
                    <a:pt x="4875177" y="2031212"/>
                  </a:lnTo>
                  <a:lnTo>
                    <a:pt x="4869268" y="2020974"/>
                  </a:lnTo>
                  <a:lnTo>
                    <a:pt x="4879504" y="2015061"/>
                  </a:lnTo>
                  <a:close/>
                </a:path>
                <a:path w="6537959" h="5924550">
                  <a:moveTo>
                    <a:pt x="4937830" y="2114254"/>
                  </a:moveTo>
                  <a:lnTo>
                    <a:pt x="4944652" y="2126072"/>
                  </a:lnTo>
                  <a:lnTo>
                    <a:pt x="4932833" y="2132894"/>
                  </a:lnTo>
                  <a:lnTo>
                    <a:pt x="4926011" y="2121080"/>
                  </a:lnTo>
                  <a:lnTo>
                    <a:pt x="4937830" y="2114254"/>
                  </a:lnTo>
                  <a:close/>
                </a:path>
                <a:path w="6537959" h="5924550">
                  <a:moveTo>
                    <a:pt x="4996234" y="2213138"/>
                  </a:moveTo>
                  <a:lnTo>
                    <a:pt x="5004192" y="2226925"/>
                  </a:lnTo>
                  <a:lnTo>
                    <a:pt x="4990402" y="2234888"/>
                  </a:lnTo>
                  <a:lnTo>
                    <a:pt x="4982443" y="2221102"/>
                  </a:lnTo>
                  <a:lnTo>
                    <a:pt x="4996234" y="2213138"/>
                  </a:lnTo>
                  <a:close/>
                </a:path>
                <a:path w="6537959" h="5924550">
                  <a:moveTo>
                    <a:pt x="5054637" y="2312024"/>
                  </a:moveTo>
                  <a:lnTo>
                    <a:pt x="5063733" y="2327781"/>
                  </a:lnTo>
                  <a:lnTo>
                    <a:pt x="5047975" y="2336877"/>
                  </a:lnTo>
                  <a:lnTo>
                    <a:pt x="5038879" y="2321120"/>
                  </a:lnTo>
                  <a:lnTo>
                    <a:pt x="5054637" y="2312024"/>
                  </a:lnTo>
                  <a:close/>
                </a:path>
                <a:path w="6537959" h="5924550">
                  <a:moveTo>
                    <a:pt x="5112957" y="2411221"/>
                  </a:moveTo>
                  <a:lnTo>
                    <a:pt x="5122961" y="2428551"/>
                  </a:lnTo>
                  <a:lnTo>
                    <a:pt x="5105631" y="2438559"/>
                  </a:lnTo>
                  <a:lnTo>
                    <a:pt x="5095628" y="2421229"/>
                  </a:lnTo>
                  <a:lnTo>
                    <a:pt x="5112957" y="2411221"/>
                  </a:lnTo>
                  <a:close/>
                </a:path>
                <a:path w="6537959" h="5924550">
                  <a:moveTo>
                    <a:pt x="5171361" y="2510106"/>
                  </a:moveTo>
                  <a:lnTo>
                    <a:pt x="5182506" y="2529407"/>
                  </a:lnTo>
                  <a:lnTo>
                    <a:pt x="5163204" y="2540548"/>
                  </a:lnTo>
                  <a:lnTo>
                    <a:pt x="5152059" y="2521251"/>
                  </a:lnTo>
                  <a:lnTo>
                    <a:pt x="5171361" y="2510106"/>
                  </a:lnTo>
                  <a:close/>
                </a:path>
                <a:path w="6537959" h="5924550">
                  <a:moveTo>
                    <a:pt x="5229764" y="2608987"/>
                  </a:moveTo>
                  <a:lnTo>
                    <a:pt x="5242041" y="2630260"/>
                  </a:lnTo>
                  <a:lnTo>
                    <a:pt x="5220773" y="2642537"/>
                  </a:lnTo>
                  <a:lnTo>
                    <a:pt x="5208491" y="2621269"/>
                  </a:lnTo>
                  <a:lnTo>
                    <a:pt x="5229764" y="2608987"/>
                  </a:lnTo>
                  <a:close/>
                </a:path>
                <a:path w="6537959" h="5924550">
                  <a:moveTo>
                    <a:pt x="5288084" y="2708188"/>
                  </a:moveTo>
                  <a:lnTo>
                    <a:pt x="5301270" y="2731029"/>
                  </a:lnTo>
                  <a:lnTo>
                    <a:pt x="5278429" y="2744214"/>
                  </a:lnTo>
                  <a:lnTo>
                    <a:pt x="5265244" y="2721374"/>
                  </a:lnTo>
                  <a:lnTo>
                    <a:pt x="5288084" y="2708188"/>
                  </a:lnTo>
                  <a:close/>
                </a:path>
                <a:path w="6537959" h="5924550">
                  <a:moveTo>
                    <a:pt x="5346488" y="2807069"/>
                  </a:moveTo>
                  <a:lnTo>
                    <a:pt x="5360814" y="2831885"/>
                  </a:lnTo>
                  <a:lnTo>
                    <a:pt x="5336002" y="2846208"/>
                  </a:lnTo>
                  <a:lnTo>
                    <a:pt x="5321676" y="2821391"/>
                  </a:lnTo>
                  <a:lnTo>
                    <a:pt x="5346488" y="2807069"/>
                  </a:lnTo>
                  <a:close/>
                </a:path>
                <a:path w="6537959" h="5924550">
                  <a:moveTo>
                    <a:pt x="5404890" y="2905954"/>
                  </a:moveTo>
                  <a:lnTo>
                    <a:pt x="5420355" y="2932737"/>
                  </a:lnTo>
                  <a:lnTo>
                    <a:pt x="5393571" y="2948201"/>
                  </a:lnTo>
                  <a:lnTo>
                    <a:pt x="5378107" y="2921413"/>
                  </a:lnTo>
                  <a:lnTo>
                    <a:pt x="5404890" y="2905954"/>
                  </a:lnTo>
                  <a:close/>
                </a:path>
                <a:path w="6537959" h="5924550">
                  <a:moveTo>
                    <a:pt x="5463216" y="3005151"/>
                  </a:moveTo>
                  <a:lnTo>
                    <a:pt x="5479587" y="3033507"/>
                  </a:lnTo>
                  <a:lnTo>
                    <a:pt x="5451227" y="3049879"/>
                  </a:lnTo>
                  <a:lnTo>
                    <a:pt x="5434856" y="3021523"/>
                  </a:lnTo>
                  <a:lnTo>
                    <a:pt x="5463216" y="3005151"/>
                  </a:lnTo>
                  <a:close/>
                </a:path>
                <a:path w="6537959" h="5924550">
                  <a:moveTo>
                    <a:pt x="5521615" y="3104032"/>
                  </a:moveTo>
                  <a:lnTo>
                    <a:pt x="5539128" y="3134364"/>
                  </a:lnTo>
                  <a:lnTo>
                    <a:pt x="5508796" y="3151872"/>
                  </a:lnTo>
                  <a:lnTo>
                    <a:pt x="5491287" y="3121541"/>
                  </a:lnTo>
                  <a:lnTo>
                    <a:pt x="5521615" y="3104032"/>
                  </a:lnTo>
                  <a:close/>
                </a:path>
                <a:path w="6537959" h="5924550">
                  <a:moveTo>
                    <a:pt x="5579935" y="3203229"/>
                  </a:moveTo>
                  <a:lnTo>
                    <a:pt x="5598356" y="3235133"/>
                  </a:lnTo>
                  <a:lnTo>
                    <a:pt x="5566452" y="3253549"/>
                  </a:lnTo>
                  <a:lnTo>
                    <a:pt x="5548035" y="3221650"/>
                  </a:lnTo>
                  <a:lnTo>
                    <a:pt x="5579935" y="3203229"/>
                  </a:lnTo>
                  <a:close/>
                </a:path>
                <a:path w="6537959" h="5924550">
                  <a:moveTo>
                    <a:pt x="5638260" y="3302421"/>
                  </a:moveTo>
                  <a:lnTo>
                    <a:pt x="5657589" y="3335903"/>
                  </a:lnTo>
                  <a:lnTo>
                    <a:pt x="5624108" y="3355231"/>
                  </a:lnTo>
                  <a:lnTo>
                    <a:pt x="5604779" y="3321755"/>
                  </a:lnTo>
                  <a:lnTo>
                    <a:pt x="5638260" y="3302421"/>
                  </a:lnTo>
                  <a:close/>
                </a:path>
                <a:path w="6537959" h="5924550">
                  <a:moveTo>
                    <a:pt x="5696664" y="3401306"/>
                  </a:moveTo>
                  <a:lnTo>
                    <a:pt x="5717129" y="3436755"/>
                  </a:lnTo>
                  <a:lnTo>
                    <a:pt x="5681676" y="3457225"/>
                  </a:lnTo>
                  <a:lnTo>
                    <a:pt x="5661211" y="3421777"/>
                  </a:lnTo>
                  <a:lnTo>
                    <a:pt x="5696664" y="3401306"/>
                  </a:lnTo>
                  <a:close/>
                </a:path>
                <a:path w="6537959" h="5924550">
                  <a:moveTo>
                    <a:pt x="5755067" y="3500196"/>
                  </a:moveTo>
                  <a:lnTo>
                    <a:pt x="5776669" y="3537611"/>
                  </a:lnTo>
                  <a:lnTo>
                    <a:pt x="5739250" y="3559214"/>
                  </a:lnTo>
                  <a:lnTo>
                    <a:pt x="5717647" y="3521799"/>
                  </a:lnTo>
                  <a:lnTo>
                    <a:pt x="5755067" y="3500196"/>
                  </a:lnTo>
                  <a:close/>
                </a:path>
                <a:path w="6537959" h="5924550">
                  <a:moveTo>
                    <a:pt x="5813387" y="3599389"/>
                  </a:moveTo>
                  <a:lnTo>
                    <a:pt x="5835898" y="3638381"/>
                  </a:lnTo>
                  <a:lnTo>
                    <a:pt x="5796906" y="3660896"/>
                  </a:lnTo>
                  <a:lnTo>
                    <a:pt x="5774395" y="3621904"/>
                  </a:lnTo>
                  <a:lnTo>
                    <a:pt x="5813387" y="3599389"/>
                  </a:lnTo>
                  <a:close/>
                </a:path>
                <a:path w="6537959" h="5924550">
                  <a:moveTo>
                    <a:pt x="5871791" y="3698274"/>
                  </a:moveTo>
                  <a:lnTo>
                    <a:pt x="5895443" y="3739237"/>
                  </a:lnTo>
                  <a:lnTo>
                    <a:pt x="5854479" y="3762885"/>
                  </a:lnTo>
                  <a:lnTo>
                    <a:pt x="5830827" y="3721926"/>
                  </a:lnTo>
                  <a:lnTo>
                    <a:pt x="5871791" y="3698274"/>
                  </a:lnTo>
                  <a:close/>
                </a:path>
                <a:path w="6537959" h="5924550">
                  <a:moveTo>
                    <a:pt x="5930194" y="3797155"/>
                  </a:moveTo>
                  <a:lnTo>
                    <a:pt x="5954983" y="3840089"/>
                  </a:lnTo>
                  <a:lnTo>
                    <a:pt x="5912048" y="3864878"/>
                  </a:lnTo>
                  <a:lnTo>
                    <a:pt x="5887259" y="3821943"/>
                  </a:lnTo>
                  <a:lnTo>
                    <a:pt x="5930194" y="3797155"/>
                  </a:lnTo>
                  <a:close/>
                </a:path>
                <a:path w="6537959" h="5924550">
                  <a:moveTo>
                    <a:pt x="5988514" y="3896356"/>
                  </a:moveTo>
                  <a:lnTo>
                    <a:pt x="6014211" y="3940863"/>
                  </a:lnTo>
                  <a:lnTo>
                    <a:pt x="5969704" y="3966556"/>
                  </a:lnTo>
                  <a:lnTo>
                    <a:pt x="5944007" y="3922048"/>
                  </a:lnTo>
                  <a:lnTo>
                    <a:pt x="5988514" y="3896356"/>
                  </a:lnTo>
                  <a:close/>
                </a:path>
                <a:path w="6537959" h="5924550">
                  <a:moveTo>
                    <a:pt x="6046918" y="3995241"/>
                  </a:moveTo>
                  <a:lnTo>
                    <a:pt x="6073751" y="4041715"/>
                  </a:lnTo>
                  <a:lnTo>
                    <a:pt x="6027277" y="4068549"/>
                  </a:lnTo>
                  <a:lnTo>
                    <a:pt x="6000444" y="4022070"/>
                  </a:lnTo>
                  <a:lnTo>
                    <a:pt x="6046918" y="3995241"/>
                  </a:lnTo>
                  <a:close/>
                </a:path>
                <a:path w="6537959" h="5924550">
                  <a:moveTo>
                    <a:pt x="6105321" y="4094122"/>
                  </a:moveTo>
                  <a:lnTo>
                    <a:pt x="6133291" y="4142567"/>
                  </a:lnTo>
                  <a:lnTo>
                    <a:pt x="6084846" y="4170538"/>
                  </a:lnTo>
                  <a:lnTo>
                    <a:pt x="6056875" y="4122093"/>
                  </a:lnTo>
                  <a:lnTo>
                    <a:pt x="6105321" y="4094122"/>
                  </a:lnTo>
                  <a:close/>
                </a:path>
                <a:path w="6537959" h="5924550">
                  <a:moveTo>
                    <a:pt x="6163646" y="4193319"/>
                  </a:moveTo>
                  <a:lnTo>
                    <a:pt x="6192524" y="4243337"/>
                  </a:lnTo>
                  <a:lnTo>
                    <a:pt x="6142502" y="4272220"/>
                  </a:lnTo>
                  <a:lnTo>
                    <a:pt x="6113624" y="4222198"/>
                  </a:lnTo>
                  <a:lnTo>
                    <a:pt x="6163646" y="4193319"/>
                  </a:lnTo>
                  <a:close/>
                </a:path>
                <a:path w="6537959" h="5924550">
                  <a:moveTo>
                    <a:pt x="6222045" y="4292200"/>
                  </a:moveTo>
                  <a:lnTo>
                    <a:pt x="6252065" y="4344194"/>
                  </a:lnTo>
                  <a:lnTo>
                    <a:pt x="6200071" y="4374209"/>
                  </a:lnTo>
                  <a:lnTo>
                    <a:pt x="6170055" y="4322220"/>
                  </a:lnTo>
                  <a:lnTo>
                    <a:pt x="6222045" y="4292200"/>
                  </a:lnTo>
                  <a:close/>
                </a:path>
                <a:path w="6537959" h="5924550">
                  <a:moveTo>
                    <a:pt x="6280365" y="4391397"/>
                  </a:moveTo>
                  <a:lnTo>
                    <a:pt x="6311293" y="4444963"/>
                  </a:lnTo>
                  <a:lnTo>
                    <a:pt x="6257727" y="4475886"/>
                  </a:lnTo>
                  <a:lnTo>
                    <a:pt x="6226804" y="4422324"/>
                  </a:lnTo>
                  <a:lnTo>
                    <a:pt x="6280365" y="4391397"/>
                  </a:lnTo>
                  <a:close/>
                </a:path>
                <a:path w="6537959" h="5924550">
                  <a:moveTo>
                    <a:pt x="6338773" y="4490282"/>
                  </a:moveTo>
                  <a:lnTo>
                    <a:pt x="6370833" y="4545820"/>
                  </a:lnTo>
                  <a:lnTo>
                    <a:pt x="6315300" y="4577880"/>
                  </a:lnTo>
                  <a:lnTo>
                    <a:pt x="6283240" y="4522347"/>
                  </a:lnTo>
                  <a:lnTo>
                    <a:pt x="6338773" y="4490282"/>
                  </a:lnTo>
                  <a:close/>
                </a:path>
                <a:path w="6537959" h="5924550">
                  <a:moveTo>
                    <a:pt x="6397094" y="4589474"/>
                  </a:moveTo>
                  <a:lnTo>
                    <a:pt x="6430066" y="4646585"/>
                  </a:lnTo>
                  <a:lnTo>
                    <a:pt x="6372951" y="4679562"/>
                  </a:lnTo>
                  <a:lnTo>
                    <a:pt x="6339979" y="4622451"/>
                  </a:lnTo>
                  <a:lnTo>
                    <a:pt x="6397094" y="4589474"/>
                  </a:lnTo>
                  <a:close/>
                </a:path>
                <a:path w="6537959" h="5924550">
                  <a:moveTo>
                    <a:pt x="6455497" y="4688364"/>
                  </a:moveTo>
                  <a:lnTo>
                    <a:pt x="6489607" y="4747441"/>
                  </a:lnTo>
                  <a:lnTo>
                    <a:pt x="6430525" y="4781551"/>
                  </a:lnTo>
                  <a:lnTo>
                    <a:pt x="6396415" y="4722474"/>
                  </a:lnTo>
                  <a:lnTo>
                    <a:pt x="6455497" y="4688364"/>
                  </a:lnTo>
                  <a:close/>
                </a:path>
                <a:path w="6537959" h="5924550">
                  <a:moveTo>
                    <a:pt x="6513900" y="4787245"/>
                  </a:moveTo>
                  <a:lnTo>
                    <a:pt x="6537666" y="4828406"/>
                  </a:lnTo>
                  <a:lnTo>
                    <a:pt x="6537666" y="4854928"/>
                  </a:lnTo>
                  <a:lnTo>
                    <a:pt x="6488098" y="4883544"/>
                  </a:lnTo>
                  <a:lnTo>
                    <a:pt x="6452847" y="4822491"/>
                  </a:lnTo>
                  <a:lnTo>
                    <a:pt x="6513900" y="4787245"/>
                  </a:lnTo>
                  <a:close/>
                </a:path>
                <a:path w="6537959" h="5924550">
                  <a:moveTo>
                    <a:pt x="6537666" y="4906393"/>
                  </a:moveTo>
                  <a:lnTo>
                    <a:pt x="6537666" y="4971215"/>
                  </a:lnTo>
                  <a:lnTo>
                    <a:pt x="6509595" y="4922600"/>
                  </a:lnTo>
                  <a:lnTo>
                    <a:pt x="6537666" y="4906393"/>
                  </a:lnTo>
                  <a:close/>
                </a:path>
                <a:path w="6537959" h="5924550">
                  <a:moveTo>
                    <a:pt x="4545535" y="1677199"/>
                  </a:moveTo>
                  <a:lnTo>
                    <a:pt x="4547126" y="1679955"/>
                  </a:lnTo>
                  <a:lnTo>
                    <a:pt x="4544371" y="1681545"/>
                  </a:lnTo>
                  <a:lnTo>
                    <a:pt x="4542780" y="1678790"/>
                  </a:lnTo>
                  <a:lnTo>
                    <a:pt x="4545535" y="1677199"/>
                  </a:lnTo>
                  <a:close/>
                </a:path>
                <a:path w="6537959" h="5924550">
                  <a:moveTo>
                    <a:pt x="4603856" y="1776396"/>
                  </a:moveTo>
                  <a:lnTo>
                    <a:pt x="4606359" y="1780729"/>
                  </a:lnTo>
                  <a:lnTo>
                    <a:pt x="4602026" y="1783232"/>
                  </a:lnTo>
                  <a:lnTo>
                    <a:pt x="4599523" y="1778895"/>
                  </a:lnTo>
                  <a:lnTo>
                    <a:pt x="4603856" y="1776396"/>
                  </a:lnTo>
                  <a:close/>
                </a:path>
                <a:path w="6537959" h="5924550">
                  <a:moveTo>
                    <a:pt x="4662259" y="1875282"/>
                  </a:moveTo>
                  <a:lnTo>
                    <a:pt x="4665895" y="1881581"/>
                  </a:lnTo>
                  <a:lnTo>
                    <a:pt x="4659595" y="1885221"/>
                  </a:lnTo>
                  <a:lnTo>
                    <a:pt x="4655959" y="1878918"/>
                  </a:lnTo>
                  <a:lnTo>
                    <a:pt x="4662259" y="1875282"/>
                  </a:lnTo>
                  <a:close/>
                </a:path>
                <a:path w="6537959" h="5924550">
                  <a:moveTo>
                    <a:pt x="4720662" y="1974167"/>
                  </a:moveTo>
                  <a:lnTo>
                    <a:pt x="4725439" y="1982438"/>
                  </a:lnTo>
                  <a:lnTo>
                    <a:pt x="4717169" y="1987210"/>
                  </a:lnTo>
                  <a:lnTo>
                    <a:pt x="4712391" y="1978940"/>
                  </a:lnTo>
                  <a:lnTo>
                    <a:pt x="4720662" y="1974167"/>
                  </a:lnTo>
                  <a:close/>
                </a:path>
                <a:path w="6537959" h="5924550">
                  <a:moveTo>
                    <a:pt x="4778987" y="2073360"/>
                  </a:moveTo>
                  <a:lnTo>
                    <a:pt x="4784672" y="2083208"/>
                  </a:lnTo>
                  <a:lnTo>
                    <a:pt x="4774825" y="2088893"/>
                  </a:lnTo>
                  <a:lnTo>
                    <a:pt x="4769140" y="2079045"/>
                  </a:lnTo>
                  <a:lnTo>
                    <a:pt x="4778987" y="2073360"/>
                  </a:lnTo>
                  <a:close/>
                </a:path>
                <a:path w="6537959" h="5924550">
                  <a:moveTo>
                    <a:pt x="4837391" y="2172245"/>
                  </a:moveTo>
                  <a:lnTo>
                    <a:pt x="4844213" y="2184059"/>
                  </a:lnTo>
                  <a:lnTo>
                    <a:pt x="4832398" y="2190881"/>
                  </a:lnTo>
                  <a:lnTo>
                    <a:pt x="4825576" y="2179067"/>
                  </a:lnTo>
                  <a:lnTo>
                    <a:pt x="4837391" y="2172245"/>
                  </a:lnTo>
                  <a:close/>
                </a:path>
                <a:path w="6537959" h="5924550">
                  <a:moveTo>
                    <a:pt x="4895707" y="2271438"/>
                  </a:moveTo>
                  <a:lnTo>
                    <a:pt x="4903441" y="2284829"/>
                  </a:lnTo>
                  <a:lnTo>
                    <a:pt x="4890050" y="2292564"/>
                  </a:lnTo>
                  <a:lnTo>
                    <a:pt x="4882315" y="2279172"/>
                  </a:lnTo>
                  <a:lnTo>
                    <a:pt x="4895707" y="2271438"/>
                  </a:lnTo>
                  <a:close/>
                </a:path>
                <a:path w="6537959" h="5924550">
                  <a:moveTo>
                    <a:pt x="4954115" y="2370323"/>
                  </a:moveTo>
                  <a:lnTo>
                    <a:pt x="4962981" y="2385686"/>
                  </a:lnTo>
                  <a:lnTo>
                    <a:pt x="4947618" y="2394557"/>
                  </a:lnTo>
                  <a:lnTo>
                    <a:pt x="4938752" y="2379194"/>
                  </a:lnTo>
                  <a:lnTo>
                    <a:pt x="4954115" y="2370323"/>
                  </a:lnTo>
                  <a:close/>
                </a:path>
                <a:path w="6537959" h="5924550">
                  <a:moveTo>
                    <a:pt x="5012518" y="2469213"/>
                  </a:moveTo>
                  <a:lnTo>
                    <a:pt x="5022521" y="2486543"/>
                  </a:lnTo>
                  <a:lnTo>
                    <a:pt x="5005192" y="2496546"/>
                  </a:lnTo>
                  <a:lnTo>
                    <a:pt x="4995188" y="2479217"/>
                  </a:lnTo>
                  <a:lnTo>
                    <a:pt x="5012518" y="2469213"/>
                  </a:lnTo>
                  <a:close/>
                </a:path>
                <a:path w="6537959" h="5924550">
                  <a:moveTo>
                    <a:pt x="5070838" y="2568406"/>
                  </a:moveTo>
                  <a:lnTo>
                    <a:pt x="5081754" y="2587313"/>
                  </a:lnTo>
                  <a:lnTo>
                    <a:pt x="5062848" y="2598228"/>
                  </a:lnTo>
                  <a:lnTo>
                    <a:pt x="5051932" y="2579321"/>
                  </a:lnTo>
                  <a:lnTo>
                    <a:pt x="5070838" y="2568406"/>
                  </a:lnTo>
                  <a:close/>
                </a:path>
                <a:path w="6537959" h="5924550">
                  <a:moveTo>
                    <a:pt x="5129246" y="2667291"/>
                  </a:moveTo>
                  <a:lnTo>
                    <a:pt x="5141299" y="2688165"/>
                  </a:lnTo>
                  <a:lnTo>
                    <a:pt x="5120421" y="2700217"/>
                  </a:lnTo>
                  <a:lnTo>
                    <a:pt x="5108368" y="2679344"/>
                  </a:lnTo>
                  <a:lnTo>
                    <a:pt x="5129246" y="2667291"/>
                  </a:lnTo>
                  <a:close/>
                </a:path>
                <a:path w="6537959" h="5924550">
                  <a:moveTo>
                    <a:pt x="5187649" y="2766176"/>
                  </a:moveTo>
                  <a:lnTo>
                    <a:pt x="5200835" y="2789017"/>
                  </a:lnTo>
                  <a:lnTo>
                    <a:pt x="5177990" y="2802206"/>
                  </a:lnTo>
                  <a:lnTo>
                    <a:pt x="5164804" y="2779366"/>
                  </a:lnTo>
                  <a:lnTo>
                    <a:pt x="5187649" y="2766176"/>
                  </a:lnTo>
                  <a:close/>
                </a:path>
                <a:path w="6537959" h="5924550">
                  <a:moveTo>
                    <a:pt x="5245965" y="2865368"/>
                  </a:moveTo>
                  <a:lnTo>
                    <a:pt x="5260068" y="2889791"/>
                  </a:lnTo>
                  <a:lnTo>
                    <a:pt x="5235646" y="2903893"/>
                  </a:lnTo>
                  <a:lnTo>
                    <a:pt x="5221543" y="2879471"/>
                  </a:lnTo>
                  <a:lnTo>
                    <a:pt x="5245965" y="2865368"/>
                  </a:lnTo>
                  <a:close/>
                </a:path>
                <a:path w="6537959" h="5924550">
                  <a:moveTo>
                    <a:pt x="5304373" y="2964254"/>
                  </a:moveTo>
                  <a:lnTo>
                    <a:pt x="5319608" y="2990643"/>
                  </a:lnTo>
                  <a:lnTo>
                    <a:pt x="5293214" y="3005877"/>
                  </a:lnTo>
                  <a:lnTo>
                    <a:pt x="5277980" y="2979493"/>
                  </a:lnTo>
                  <a:lnTo>
                    <a:pt x="5304373" y="2964254"/>
                  </a:lnTo>
                  <a:close/>
                </a:path>
                <a:path w="6537959" h="5924550">
                  <a:moveTo>
                    <a:pt x="5362689" y="3063451"/>
                  </a:moveTo>
                  <a:lnTo>
                    <a:pt x="5378836" y="3091417"/>
                  </a:lnTo>
                  <a:lnTo>
                    <a:pt x="5350875" y="3107564"/>
                  </a:lnTo>
                  <a:lnTo>
                    <a:pt x="5334728" y="3079593"/>
                  </a:lnTo>
                  <a:lnTo>
                    <a:pt x="5362689" y="3063451"/>
                  </a:lnTo>
                  <a:close/>
                </a:path>
                <a:path w="6537959" h="5924550">
                  <a:moveTo>
                    <a:pt x="5421092" y="3162336"/>
                  </a:moveTo>
                  <a:lnTo>
                    <a:pt x="5438376" y="3192269"/>
                  </a:lnTo>
                  <a:lnTo>
                    <a:pt x="5408443" y="3209548"/>
                  </a:lnTo>
                  <a:lnTo>
                    <a:pt x="5391160" y="3179615"/>
                  </a:lnTo>
                  <a:lnTo>
                    <a:pt x="5421092" y="3162336"/>
                  </a:lnTo>
                  <a:close/>
                </a:path>
                <a:path w="6537959" h="5924550">
                  <a:moveTo>
                    <a:pt x="5479418" y="3261528"/>
                  </a:moveTo>
                  <a:lnTo>
                    <a:pt x="5497609" y="3293038"/>
                  </a:lnTo>
                  <a:lnTo>
                    <a:pt x="5466099" y="3311230"/>
                  </a:lnTo>
                  <a:lnTo>
                    <a:pt x="5447908" y="3279720"/>
                  </a:lnTo>
                  <a:lnTo>
                    <a:pt x="5479418" y="3261528"/>
                  </a:lnTo>
                  <a:close/>
                </a:path>
                <a:path w="6537959" h="5924550">
                  <a:moveTo>
                    <a:pt x="5537821" y="3360413"/>
                  </a:moveTo>
                  <a:lnTo>
                    <a:pt x="5557150" y="3393890"/>
                  </a:lnTo>
                  <a:lnTo>
                    <a:pt x="5523673" y="3413219"/>
                  </a:lnTo>
                  <a:lnTo>
                    <a:pt x="5504344" y="3379742"/>
                  </a:lnTo>
                  <a:lnTo>
                    <a:pt x="5537821" y="3360413"/>
                  </a:lnTo>
                  <a:close/>
                </a:path>
                <a:path w="6537959" h="5924550">
                  <a:moveTo>
                    <a:pt x="5596224" y="3459299"/>
                  </a:moveTo>
                  <a:lnTo>
                    <a:pt x="5616690" y="3494747"/>
                  </a:lnTo>
                  <a:lnTo>
                    <a:pt x="5581241" y="3515212"/>
                  </a:lnTo>
                  <a:lnTo>
                    <a:pt x="5560776" y="3479764"/>
                  </a:lnTo>
                  <a:lnTo>
                    <a:pt x="5596224" y="3459299"/>
                  </a:lnTo>
                  <a:close/>
                </a:path>
                <a:path w="6537959" h="5924550">
                  <a:moveTo>
                    <a:pt x="5654545" y="3558491"/>
                  </a:moveTo>
                  <a:lnTo>
                    <a:pt x="5675918" y="3595516"/>
                  </a:lnTo>
                  <a:lnTo>
                    <a:pt x="5638893" y="3616894"/>
                  </a:lnTo>
                  <a:lnTo>
                    <a:pt x="5617519" y="3579869"/>
                  </a:lnTo>
                  <a:lnTo>
                    <a:pt x="5654545" y="3558491"/>
                  </a:lnTo>
                  <a:close/>
                </a:path>
                <a:path w="6537959" h="5924550">
                  <a:moveTo>
                    <a:pt x="5712948" y="3657381"/>
                  </a:moveTo>
                  <a:lnTo>
                    <a:pt x="5735458" y="3696373"/>
                  </a:lnTo>
                  <a:lnTo>
                    <a:pt x="5696466" y="3718883"/>
                  </a:lnTo>
                  <a:lnTo>
                    <a:pt x="5673956" y="3679891"/>
                  </a:lnTo>
                  <a:lnTo>
                    <a:pt x="5712948" y="3657381"/>
                  </a:lnTo>
                  <a:close/>
                </a:path>
                <a:path w="6537959" h="5924550">
                  <a:moveTo>
                    <a:pt x="5771269" y="3756573"/>
                  </a:moveTo>
                  <a:lnTo>
                    <a:pt x="5794691" y="3797142"/>
                  </a:lnTo>
                  <a:lnTo>
                    <a:pt x="5754122" y="3820565"/>
                  </a:lnTo>
                  <a:lnTo>
                    <a:pt x="5730699" y="3779996"/>
                  </a:lnTo>
                  <a:lnTo>
                    <a:pt x="5771269" y="3756573"/>
                  </a:lnTo>
                  <a:close/>
                </a:path>
                <a:path w="6537959" h="5924550">
                  <a:moveTo>
                    <a:pt x="5829676" y="3855458"/>
                  </a:moveTo>
                  <a:lnTo>
                    <a:pt x="5854236" y="3897994"/>
                  </a:lnTo>
                  <a:lnTo>
                    <a:pt x="5811695" y="3922554"/>
                  </a:lnTo>
                  <a:lnTo>
                    <a:pt x="5787136" y="3880018"/>
                  </a:lnTo>
                  <a:lnTo>
                    <a:pt x="5829676" y="3855458"/>
                  </a:lnTo>
                  <a:close/>
                </a:path>
                <a:path w="6537959" h="5924550">
                  <a:moveTo>
                    <a:pt x="5887992" y="3954651"/>
                  </a:moveTo>
                  <a:lnTo>
                    <a:pt x="5913460" y="3998768"/>
                  </a:lnTo>
                  <a:lnTo>
                    <a:pt x="5869347" y="4024236"/>
                  </a:lnTo>
                  <a:lnTo>
                    <a:pt x="5843879" y="3980122"/>
                  </a:lnTo>
                  <a:lnTo>
                    <a:pt x="5887992" y="3954651"/>
                  </a:lnTo>
                  <a:close/>
                </a:path>
                <a:path w="6537959" h="5924550">
                  <a:moveTo>
                    <a:pt x="5946396" y="4053536"/>
                  </a:moveTo>
                  <a:lnTo>
                    <a:pt x="5973005" y="4099620"/>
                  </a:lnTo>
                  <a:lnTo>
                    <a:pt x="5926920" y="4126229"/>
                  </a:lnTo>
                  <a:lnTo>
                    <a:pt x="5900311" y="4080145"/>
                  </a:lnTo>
                  <a:lnTo>
                    <a:pt x="5946396" y="4053536"/>
                  </a:lnTo>
                  <a:close/>
                </a:path>
                <a:path w="6537959" h="5924550">
                  <a:moveTo>
                    <a:pt x="6004803" y="4152421"/>
                  </a:moveTo>
                  <a:lnTo>
                    <a:pt x="6032545" y="4200477"/>
                  </a:lnTo>
                  <a:lnTo>
                    <a:pt x="5984494" y="4228218"/>
                  </a:lnTo>
                  <a:lnTo>
                    <a:pt x="5956748" y="4180167"/>
                  </a:lnTo>
                  <a:lnTo>
                    <a:pt x="6004803" y="4152421"/>
                  </a:lnTo>
                  <a:close/>
                </a:path>
                <a:path w="6537959" h="5924550">
                  <a:moveTo>
                    <a:pt x="6063124" y="4251613"/>
                  </a:moveTo>
                  <a:lnTo>
                    <a:pt x="6091778" y="4301246"/>
                  </a:lnTo>
                  <a:lnTo>
                    <a:pt x="6042149" y="4329900"/>
                  </a:lnTo>
                  <a:lnTo>
                    <a:pt x="6013496" y="4280267"/>
                  </a:lnTo>
                  <a:lnTo>
                    <a:pt x="6063124" y="4251613"/>
                  </a:lnTo>
                  <a:close/>
                </a:path>
                <a:path w="6537959" h="5924550">
                  <a:moveTo>
                    <a:pt x="6121527" y="4350498"/>
                  </a:moveTo>
                  <a:lnTo>
                    <a:pt x="6151318" y="4402098"/>
                  </a:lnTo>
                  <a:lnTo>
                    <a:pt x="6099718" y="4431889"/>
                  </a:lnTo>
                  <a:lnTo>
                    <a:pt x="6069928" y="4380289"/>
                  </a:lnTo>
                  <a:lnTo>
                    <a:pt x="6121527" y="4350498"/>
                  </a:lnTo>
                  <a:close/>
                </a:path>
                <a:path w="6537959" h="5924550">
                  <a:moveTo>
                    <a:pt x="6179848" y="4449695"/>
                  </a:moveTo>
                  <a:lnTo>
                    <a:pt x="6210546" y="4502872"/>
                  </a:lnTo>
                  <a:lnTo>
                    <a:pt x="6157374" y="4533571"/>
                  </a:lnTo>
                  <a:lnTo>
                    <a:pt x="6126676" y="4480394"/>
                  </a:lnTo>
                  <a:lnTo>
                    <a:pt x="6179848" y="4449695"/>
                  </a:lnTo>
                  <a:close/>
                </a:path>
                <a:path w="6537959" h="5924550">
                  <a:moveTo>
                    <a:pt x="6238251" y="4548581"/>
                  </a:moveTo>
                  <a:lnTo>
                    <a:pt x="6270087" y="4603724"/>
                  </a:lnTo>
                  <a:lnTo>
                    <a:pt x="6214948" y="4635560"/>
                  </a:lnTo>
                  <a:lnTo>
                    <a:pt x="6183112" y="4580416"/>
                  </a:lnTo>
                  <a:lnTo>
                    <a:pt x="6238251" y="4548581"/>
                  </a:lnTo>
                  <a:close/>
                </a:path>
                <a:path w="6537959" h="5924550">
                  <a:moveTo>
                    <a:pt x="6296654" y="4647466"/>
                  </a:moveTo>
                  <a:lnTo>
                    <a:pt x="6329627" y="4704576"/>
                  </a:lnTo>
                  <a:lnTo>
                    <a:pt x="6272512" y="4737549"/>
                  </a:lnTo>
                  <a:lnTo>
                    <a:pt x="6239539" y="4680438"/>
                  </a:lnTo>
                  <a:lnTo>
                    <a:pt x="6296654" y="4647466"/>
                  </a:lnTo>
                  <a:close/>
                </a:path>
                <a:path w="6537959" h="5924550">
                  <a:moveTo>
                    <a:pt x="6354975" y="4746658"/>
                  </a:moveTo>
                  <a:lnTo>
                    <a:pt x="6388860" y="4805350"/>
                  </a:lnTo>
                  <a:lnTo>
                    <a:pt x="6330172" y="4839235"/>
                  </a:lnTo>
                  <a:lnTo>
                    <a:pt x="6296288" y="4780543"/>
                  </a:lnTo>
                  <a:lnTo>
                    <a:pt x="6354975" y="4746658"/>
                  </a:lnTo>
                  <a:close/>
                </a:path>
                <a:path w="6537959" h="5924550">
                  <a:moveTo>
                    <a:pt x="6413378" y="4845548"/>
                  </a:moveTo>
                  <a:lnTo>
                    <a:pt x="6448395" y="4906202"/>
                  </a:lnTo>
                  <a:lnTo>
                    <a:pt x="6387741" y="4941219"/>
                  </a:lnTo>
                  <a:lnTo>
                    <a:pt x="6352724" y="4880565"/>
                  </a:lnTo>
                  <a:lnTo>
                    <a:pt x="6413378" y="4845548"/>
                  </a:lnTo>
                  <a:close/>
                </a:path>
                <a:path w="6537959" h="5924550">
                  <a:moveTo>
                    <a:pt x="6471781" y="4944433"/>
                  </a:moveTo>
                  <a:lnTo>
                    <a:pt x="6507940" y="5007054"/>
                  </a:lnTo>
                  <a:lnTo>
                    <a:pt x="6445315" y="5043213"/>
                  </a:lnTo>
                  <a:lnTo>
                    <a:pt x="6409156" y="4980587"/>
                  </a:lnTo>
                  <a:lnTo>
                    <a:pt x="6471781" y="4944433"/>
                  </a:lnTo>
                  <a:close/>
                </a:path>
                <a:path w="6537959" h="5924550">
                  <a:moveTo>
                    <a:pt x="6537666" y="5847849"/>
                  </a:moveTo>
                  <a:lnTo>
                    <a:pt x="6537666" y="5924049"/>
                  </a:lnTo>
                  <a:lnTo>
                    <a:pt x="6504749" y="5860549"/>
                  </a:lnTo>
                  <a:lnTo>
                    <a:pt x="6537666" y="5847849"/>
                  </a:lnTo>
                  <a:close/>
                </a:path>
                <a:path w="6537959" h="5924550">
                  <a:moveTo>
                    <a:pt x="6478277" y="5873249"/>
                  </a:moveTo>
                  <a:lnTo>
                    <a:pt x="6509047" y="5924049"/>
                  </a:lnTo>
                  <a:lnTo>
                    <a:pt x="6404621" y="5924049"/>
                  </a:lnTo>
                  <a:lnTo>
                    <a:pt x="6478277" y="5873249"/>
                  </a:lnTo>
                  <a:close/>
                </a:path>
                <a:path w="6537959" h="5924550">
                  <a:moveTo>
                    <a:pt x="6319434" y="5835149"/>
                  </a:moveTo>
                  <a:lnTo>
                    <a:pt x="6360820" y="5911349"/>
                  </a:lnTo>
                  <a:lnTo>
                    <a:pt x="6321827" y="5924049"/>
                  </a:lnTo>
                  <a:lnTo>
                    <a:pt x="6278237" y="5924049"/>
                  </a:lnTo>
                  <a:lnTo>
                    <a:pt x="6247750" y="5873249"/>
                  </a:lnTo>
                  <a:lnTo>
                    <a:pt x="6319434" y="5835149"/>
                  </a:lnTo>
                  <a:close/>
                </a:path>
                <a:path w="6537959" h="5924550">
                  <a:moveTo>
                    <a:pt x="6218912" y="5898649"/>
                  </a:moveTo>
                  <a:lnTo>
                    <a:pt x="6239637" y="5924049"/>
                  </a:lnTo>
                  <a:lnTo>
                    <a:pt x="6156741" y="5924049"/>
                  </a:lnTo>
                  <a:lnTo>
                    <a:pt x="6218912" y="5898649"/>
                  </a:lnTo>
                  <a:close/>
                </a:path>
                <a:path w="6537959" h="5924550">
                  <a:moveTo>
                    <a:pt x="6060070" y="5847849"/>
                  </a:moveTo>
                  <a:lnTo>
                    <a:pt x="6100093" y="5924049"/>
                  </a:lnTo>
                  <a:lnTo>
                    <a:pt x="6011976" y="5924049"/>
                  </a:lnTo>
                  <a:lnTo>
                    <a:pt x="5990746" y="5898649"/>
                  </a:lnTo>
                  <a:lnTo>
                    <a:pt x="6060070" y="5847849"/>
                  </a:lnTo>
                  <a:close/>
                </a:path>
                <a:path w="6537959" h="5924550">
                  <a:moveTo>
                    <a:pt x="5959553" y="5911349"/>
                  </a:moveTo>
                  <a:lnTo>
                    <a:pt x="5970231" y="5924049"/>
                  </a:lnTo>
                  <a:lnTo>
                    <a:pt x="5927518" y="5924049"/>
                  </a:lnTo>
                  <a:lnTo>
                    <a:pt x="5959553" y="5911349"/>
                  </a:lnTo>
                  <a:close/>
                </a:path>
                <a:path w="6537959" h="5924550">
                  <a:moveTo>
                    <a:pt x="5901227" y="5809749"/>
                  </a:moveTo>
                  <a:lnTo>
                    <a:pt x="5940114" y="5885949"/>
                  </a:lnTo>
                  <a:lnTo>
                    <a:pt x="5872766" y="5924049"/>
                  </a:lnTo>
                  <a:lnTo>
                    <a:pt x="5833880" y="5847849"/>
                  </a:lnTo>
                  <a:lnTo>
                    <a:pt x="5901227" y="5809749"/>
                  </a:lnTo>
                  <a:close/>
                </a:path>
                <a:path w="6537959" h="5924550">
                  <a:moveTo>
                    <a:pt x="5800710" y="5873249"/>
                  </a:moveTo>
                  <a:lnTo>
                    <a:pt x="5834998" y="5924049"/>
                  </a:lnTo>
                  <a:lnTo>
                    <a:pt x="5745723" y="5924049"/>
                  </a:lnTo>
                  <a:lnTo>
                    <a:pt x="5733752" y="5911349"/>
                  </a:lnTo>
                  <a:lnTo>
                    <a:pt x="5800710" y="5873249"/>
                  </a:lnTo>
                  <a:close/>
                </a:path>
                <a:path w="6537959" h="5924550">
                  <a:moveTo>
                    <a:pt x="5641785" y="5835149"/>
                  </a:moveTo>
                  <a:lnTo>
                    <a:pt x="5679081" y="5898649"/>
                  </a:lnTo>
                  <a:lnTo>
                    <a:pt x="5617789" y="5924049"/>
                  </a:lnTo>
                  <a:lnTo>
                    <a:pt x="5613376" y="5924049"/>
                  </a:lnTo>
                  <a:lnTo>
                    <a:pt x="5577188" y="5873249"/>
                  </a:lnTo>
                  <a:lnTo>
                    <a:pt x="5641785" y="5835149"/>
                  </a:lnTo>
                  <a:close/>
                </a:path>
                <a:path w="6537959" h="5924550">
                  <a:moveTo>
                    <a:pt x="5541264" y="5885949"/>
                  </a:moveTo>
                  <a:lnTo>
                    <a:pt x="5565326" y="5924049"/>
                  </a:lnTo>
                  <a:lnTo>
                    <a:pt x="5477061" y="5924049"/>
                  </a:lnTo>
                  <a:lnTo>
                    <a:pt x="5541264" y="5885949"/>
                  </a:lnTo>
                  <a:close/>
                </a:path>
                <a:path w="6537959" h="5924550">
                  <a:moveTo>
                    <a:pt x="5382426" y="5847849"/>
                  </a:moveTo>
                  <a:lnTo>
                    <a:pt x="5418356" y="5911349"/>
                  </a:lnTo>
                  <a:lnTo>
                    <a:pt x="5383118" y="5924049"/>
                  </a:lnTo>
                  <a:lnTo>
                    <a:pt x="5347121" y="5924049"/>
                  </a:lnTo>
                  <a:lnTo>
                    <a:pt x="5320190" y="5885949"/>
                  </a:lnTo>
                  <a:lnTo>
                    <a:pt x="5382426" y="5847849"/>
                  </a:lnTo>
                  <a:close/>
                </a:path>
                <a:path w="6537959" h="5924550">
                  <a:moveTo>
                    <a:pt x="5281987" y="5911349"/>
                  </a:moveTo>
                  <a:lnTo>
                    <a:pt x="5296184" y="5924049"/>
                  </a:lnTo>
                  <a:lnTo>
                    <a:pt x="5239399" y="5924049"/>
                  </a:lnTo>
                  <a:lnTo>
                    <a:pt x="5281987" y="5911349"/>
                  </a:lnTo>
                  <a:close/>
                </a:path>
                <a:path w="6537959" h="5924550">
                  <a:moveTo>
                    <a:pt x="5123058" y="5860549"/>
                  </a:moveTo>
                  <a:lnTo>
                    <a:pt x="5157626" y="5924049"/>
                  </a:lnTo>
                  <a:lnTo>
                    <a:pt x="5080867" y="5924049"/>
                  </a:lnTo>
                  <a:lnTo>
                    <a:pt x="5063197" y="5898649"/>
                  </a:lnTo>
                  <a:lnTo>
                    <a:pt x="5123058" y="5860549"/>
                  </a:lnTo>
                  <a:close/>
                </a:path>
                <a:path w="6537959" h="5924550">
                  <a:moveTo>
                    <a:pt x="4863699" y="5885949"/>
                  </a:moveTo>
                  <a:lnTo>
                    <a:pt x="4891282" y="5924049"/>
                  </a:lnTo>
                  <a:lnTo>
                    <a:pt x="4814608" y="5924049"/>
                  </a:lnTo>
                  <a:lnTo>
                    <a:pt x="4806195" y="5911349"/>
                  </a:lnTo>
                  <a:lnTo>
                    <a:pt x="4863699" y="5885949"/>
                  </a:lnTo>
                  <a:close/>
                </a:path>
                <a:path w="6537959" h="5924550">
                  <a:moveTo>
                    <a:pt x="4704775" y="5847849"/>
                  </a:moveTo>
                  <a:lnTo>
                    <a:pt x="4736615" y="5898649"/>
                  </a:lnTo>
                  <a:lnTo>
                    <a:pt x="4681467" y="5924049"/>
                  </a:lnTo>
                  <a:lnTo>
                    <a:pt x="4649632" y="5873249"/>
                  </a:lnTo>
                  <a:lnTo>
                    <a:pt x="4704775" y="5847849"/>
                  </a:lnTo>
                  <a:close/>
                </a:path>
                <a:path w="6537959" h="5924550">
                  <a:moveTo>
                    <a:pt x="4604337" y="5898649"/>
                  </a:moveTo>
                  <a:lnTo>
                    <a:pt x="4621873" y="5924049"/>
                  </a:lnTo>
                  <a:lnTo>
                    <a:pt x="4551735" y="5924049"/>
                  </a:lnTo>
                  <a:lnTo>
                    <a:pt x="4604337" y="5898649"/>
                  </a:lnTo>
                  <a:close/>
                </a:path>
                <a:path w="6537959" h="5924550">
                  <a:moveTo>
                    <a:pt x="4445416" y="5860549"/>
                  </a:moveTo>
                  <a:lnTo>
                    <a:pt x="4475890" y="5911349"/>
                  </a:lnTo>
                  <a:lnTo>
                    <a:pt x="4444406" y="5924049"/>
                  </a:lnTo>
                  <a:lnTo>
                    <a:pt x="4416014" y="5924049"/>
                  </a:lnTo>
                  <a:lnTo>
                    <a:pt x="4392638" y="5885949"/>
                  </a:lnTo>
                  <a:lnTo>
                    <a:pt x="4445416" y="5860549"/>
                  </a:lnTo>
                  <a:close/>
                </a:path>
                <a:path w="6537959" h="5924550">
                  <a:moveTo>
                    <a:pt x="4186052" y="5873249"/>
                  </a:moveTo>
                  <a:lnTo>
                    <a:pt x="4215160" y="5924049"/>
                  </a:lnTo>
                  <a:lnTo>
                    <a:pt x="4149751" y="5924049"/>
                  </a:lnTo>
                  <a:lnTo>
                    <a:pt x="4135635" y="5911349"/>
                  </a:lnTo>
                  <a:lnTo>
                    <a:pt x="4186052" y="5873249"/>
                  </a:lnTo>
                  <a:close/>
                </a:path>
                <a:path w="6537959" h="5924550">
                  <a:moveTo>
                    <a:pt x="3926686" y="5898649"/>
                  </a:moveTo>
                  <a:lnTo>
                    <a:pt x="3947558" y="5924049"/>
                  </a:lnTo>
                  <a:lnTo>
                    <a:pt x="3878635" y="5924049"/>
                  </a:lnTo>
                  <a:lnTo>
                    <a:pt x="3926686" y="5898649"/>
                  </a:lnTo>
                  <a:close/>
                </a:path>
                <a:path w="6537959" h="5924550">
                  <a:moveTo>
                    <a:pt x="3767848" y="5847849"/>
                  </a:moveTo>
                  <a:lnTo>
                    <a:pt x="3794452" y="5898649"/>
                  </a:lnTo>
                  <a:lnTo>
                    <a:pt x="3748368" y="5924049"/>
                  </a:lnTo>
                  <a:lnTo>
                    <a:pt x="3721763" y="5885949"/>
                  </a:lnTo>
                  <a:lnTo>
                    <a:pt x="3767848" y="5847849"/>
                  </a:lnTo>
                  <a:close/>
                </a:path>
                <a:path w="6537959" h="5924550">
                  <a:moveTo>
                    <a:pt x="3667325" y="5911349"/>
                  </a:moveTo>
                  <a:lnTo>
                    <a:pt x="3678150" y="5924049"/>
                  </a:lnTo>
                  <a:lnTo>
                    <a:pt x="3634844" y="5924049"/>
                  </a:lnTo>
                  <a:lnTo>
                    <a:pt x="3667325" y="5911349"/>
                  </a:lnTo>
                  <a:close/>
                </a:path>
                <a:path w="6537959" h="5924550">
                  <a:moveTo>
                    <a:pt x="3508399" y="5873249"/>
                  </a:moveTo>
                  <a:lnTo>
                    <a:pt x="3533413" y="5911349"/>
                  </a:lnTo>
                  <a:lnTo>
                    <a:pt x="3505680" y="5924049"/>
                  </a:lnTo>
                  <a:lnTo>
                    <a:pt x="3484891" y="5924049"/>
                  </a:lnTo>
                  <a:lnTo>
                    <a:pt x="3465075" y="5898649"/>
                  </a:lnTo>
                  <a:lnTo>
                    <a:pt x="3508399" y="5873249"/>
                  </a:lnTo>
                  <a:close/>
                </a:path>
                <a:path w="6537959" h="5924550">
                  <a:moveTo>
                    <a:pt x="3249038" y="5885949"/>
                  </a:moveTo>
                  <a:lnTo>
                    <a:pt x="3272685" y="5924049"/>
                  </a:lnTo>
                  <a:lnTo>
                    <a:pt x="3218630" y="5924049"/>
                  </a:lnTo>
                  <a:lnTo>
                    <a:pt x="3208074" y="5911349"/>
                  </a:lnTo>
                  <a:lnTo>
                    <a:pt x="3249038" y="5885949"/>
                  </a:lnTo>
                  <a:close/>
                </a:path>
                <a:path w="6537959" h="5924550">
                  <a:moveTo>
                    <a:pt x="2989671" y="5911349"/>
                  </a:moveTo>
                  <a:lnTo>
                    <a:pt x="3003838" y="5924049"/>
                  </a:lnTo>
                  <a:lnTo>
                    <a:pt x="2951069" y="5924049"/>
                  </a:lnTo>
                  <a:lnTo>
                    <a:pt x="2989671" y="5911349"/>
                  </a:lnTo>
                  <a:close/>
                </a:path>
                <a:path w="6537959" h="5924550">
                  <a:moveTo>
                    <a:pt x="2830827" y="5860549"/>
                  </a:moveTo>
                  <a:lnTo>
                    <a:pt x="2851976" y="5898649"/>
                  </a:lnTo>
                  <a:lnTo>
                    <a:pt x="2815345" y="5924049"/>
                  </a:lnTo>
                  <a:lnTo>
                    <a:pt x="2794196" y="5885949"/>
                  </a:lnTo>
                  <a:lnTo>
                    <a:pt x="2830827" y="5860549"/>
                  </a:lnTo>
                  <a:close/>
                </a:path>
                <a:path w="6537959" h="5924550">
                  <a:moveTo>
                    <a:pt x="2571378" y="5885949"/>
                  </a:moveTo>
                  <a:lnTo>
                    <a:pt x="2590936" y="5911349"/>
                  </a:lnTo>
                  <a:lnTo>
                    <a:pt x="2566955" y="5924049"/>
                  </a:lnTo>
                  <a:lnTo>
                    <a:pt x="2553769" y="5924049"/>
                  </a:lnTo>
                  <a:lnTo>
                    <a:pt x="2537507" y="5898649"/>
                  </a:lnTo>
                  <a:lnTo>
                    <a:pt x="2571378" y="5885949"/>
                  </a:lnTo>
                  <a:close/>
                </a:path>
                <a:path w="6537959" h="5924550">
                  <a:moveTo>
                    <a:pt x="2312013" y="5898649"/>
                  </a:moveTo>
                  <a:lnTo>
                    <a:pt x="2329519" y="5924049"/>
                  </a:lnTo>
                  <a:lnTo>
                    <a:pt x="2280508" y="5924049"/>
                  </a:lnTo>
                  <a:lnTo>
                    <a:pt x="2312013" y="5898649"/>
                  </a:lnTo>
                  <a:close/>
                </a:path>
                <a:path w="6537959" h="5924550">
                  <a:moveTo>
                    <a:pt x="2052652" y="5911349"/>
                  </a:moveTo>
                  <a:lnTo>
                    <a:pt x="2060112" y="5924049"/>
                  </a:lnTo>
                  <a:lnTo>
                    <a:pt x="2030281" y="5924049"/>
                  </a:lnTo>
                  <a:lnTo>
                    <a:pt x="2052652" y="5911349"/>
                  </a:lnTo>
                  <a:close/>
                </a:path>
                <a:path w="6537959" h="5924550">
                  <a:moveTo>
                    <a:pt x="1893809" y="5873249"/>
                  </a:moveTo>
                  <a:lnTo>
                    <a:pt x="1909497" y="5898649"/>
                  </a:lnTo>
                  <a:lnTo>
                    <a:pt x="1882324" y="5924049"/>
                  </a:lnTo>
                  <a:lnTo>
                    <a:pt x="1866631" y="5885949"/>
                  </a:lnTo>
                  <a:lnTo>
                    <a:pt x="1893809" y="5873249"/>
                  </a:lnTo>
                  <a:close/>
                </a:path>
                <a:path w="6537959" h="5924550">
                  <a:moveTo>
                    <a:pt x="1634360" y="5898649"/>
                  </a:moveTo>
                  <a:lnTo>
                    <a:pt x="1648457" y="5924049"/>
                  </a:lnTo>
                  <a:lnTo>
                    <a:pt x="1622645" y="5924049"/>
                  </a:lnTo>
                  <a:lnTo>
                    <a:pt x="1609942" y="5911349"/>
                  </a:lnTo>
                  <a:lnTo>
                    <a:pt x="1634360" y="5898649"/>
                  </a:lnTo>
                  <a:close/>
                </a:path>
                <a:path w="6537959" h="5924550">
                  <a:moveTo>
                    <a:pt x="1375079" y="5911349"/>
                  </a:moveTo>
                  <a:lnTo>
                    <a:pt x="1386054" y="5924049"/>
                  </a:lnTo>
                  <a:lnTo>
                    <a:pt x="1352628" y="5924049"/>
                  </a:lnTo>
                  <a:lnTo>
                    <a:pt x="1375079" y="5911349"/>
                  </a:lnTo>
                  <a:close/>
                </a:path>
                <a:path w="6537959" h="5924550">
                  <a:moveTo>
                    <a:pt x="4964138" y="5822449"/>
                  </a:moveTo>
                  <a:lnTo>
                    <a:pt x="4997335" y="5885949"/>
                  </a:lnTo>
                  <a:lnTo>
                    <a:pt x="4939830" y="5911349"/>
                  </a:lnTo>
                  <a:lnTo>
                    <a:pt x="4906629" y="5860549"/>
                  </a:lnTo>
                  <a:lnTo>
                    <a:pt x="4964138" y="5822449"/>
                  </a:lnTo>
                  <a:close/>
                </a:path>
                <a:path w="6537959" h="5924550">
                  <a:moveTo>
                    <a:pt x="4027209" y="5835149"/>
                  </a:moveTo>
                  <a:lnTo>
                    <a:pt x="4055180" y="5885949"/>
                  </a:lnTo>
                  <a:lnTo>
                    <a:pt x="4006734" y="5911349"/>
                  </a:lnTo>
                  <a:lnTo>
                    <a:pt x="3978764" y="5860549"/>
                  </a:lnTo>
                  <a:lnTo>
                    <a:pt x="4027209" y="5835149"/>
                  </a:lnTo>
                  <a:close/>
                </a:path>
                <a:path w="6537959" h="5924550">
                  <a:moveTo>
                    <a:pt x="3090188" y="5847849"/>
                  </a:moveTo>
                  <a:lnTo>
                    <a:pt x="3112704" y="5885949"/>
                  </a:lnTo>
                  <a:lnTo>
                    <a:pt x="3073712" y="5911349"/>
                  </a:lnTo>
                  <a:lnTo>
                    <a:pt x="3051197" y="5873249"/>
                  </a:lnTo>
                  <a:lnTo>
                    <a:pt x="3090188" y="5847849"/>
                  </a:lnTo>
                  <a:close/>
                </a:path>
                <a:path w="6537959" h="5924550">
                  <a:moveTo>
                    <a:pt x="2153170" y="5860549"/>
                  </a:moveTo>
                  <a:lnTo>
                    <a:pt x="2170225" y="5885949"/>
                  </a:lnTo>
                  <a:lnTo>
                    <a:pt x="2140687" y="5911349"/>
                  </a:lnTo>
                  <a:lnTo>
                    <a:pt x="2123632" y="5873249"/>
                  </a:lnTo>
                  <a:lnTo>
                    <a:pt x="2153170" y="5860549"/>
                  </a:lnTo>
                  <a:close/>
                </a:path>
                <a:path w="6537959" h="5924550">
                  <a:moveTo>
                    <a:pt x="6160509" y="5797049"/>
                  </a:moveTo>
                  <a:lnTo>
                    <a:pt x="6200533" y="5860549"/>
                  </a:lnTo>
                  <a:lnTo>
                    <a:pt x="6131209" y="5898649"/>
                  </a:lnTo>
                  <a:lnTo>
                    <a:pt x="6091186" y="5835149"/>
                  </a:lnTo>
                  <a:lnTo>
                    <a:pt x="6160509" y="5797049"/>
                  </a:lnTo>
                  <a:close/>
                </a:path>
                <a:path w="6537959" h="5924550">
                  <a:moveTo>
                    <a:pt x="5223584" y="5809749"/>
                  </a:moveTo>
                  <a:lnTo>
                    <a:pt x="5258377" y="5873249"/>
                  </a:lnTo>
                  <a:lnTo>
                    <a:pt x="5198112" y="5898649"/>
                  </a:lnTo>
                  <a:lnTo>
                    <a:pt x="5163320" y="5847849"/>
                  </a:lnTo>
                  <a:lnTo>
                    <a:pt x="5223584" y="5809749"/>
                  </a:lnTo>
                  <a:close/>
                </a:path>
                <a:path w="6537959" h="5924550">
                  <a:moveTo>
                    <a:pt x="4286574" y="5822449"/>
                  </a:moveTo>
                  <a:lnTo>
                    <a:pt x="4315906" y="5873249"/>
                  </a:lnTo>
                  <a:lnTo>
                    <a:pt x="4265100" y="5898649"/>
                  </a:lnTo>
                  <a:lnTo>
                    <a:pt x="4235763" y="5847849"/>
                  </a:lnTo>
                  <a:lnTo>
                    <a:pt x="4286574" y="5822449"/>
                  </a:lnTo>
                  <a:close/>
                </a:path>
                <a:path w="6537959" h="5924550">
                  <a:moveTo>
                    <a:pt x="3349556" y="5835149"/>
                  </a:moveTo>
                  <a:lnTo>
                    <a:pt x="3373433" y="5873249"/>
                  </a:lnTo>
                  <a:lnTo>
                    <a:pt x="3332075" y="5898649"/>
                  </a:lnTo>
                  <a:lnTo>
                    <a:pt x="3308199" y="5847849"/>
                  </a:lnTo>
                  <a:lnTo>
                    <a:pt x="3349556" y="5835149"/>
                  </a:lnTo>
                  <a:close/>
                </a:path>
                <a:path w="6537959" h="5924550">
                  <a:moveTo>
                    <a:pt x="1216153" y="5873249"/>
                  </a:moveTo>
                  <a:lnTo>
                    <a:pt x="1227748" y="5885949"/>
                  </a:lnTo>
                  <a:lnTo>
                    <a:pt x="1207663" y="5898649"/>
                  </a:lnTo>
                  <a:lnTo>
                    <a:pt x="1196069" y="5885949"/>
                  </a:lnTo>
                  <a:lnTo>
                    <a:pt x="1216153" y="5873249"/>
                  </a:lnTo>
                  <a:close/>
                </a:path>
                <a:path w="6537959" h="5924550">
                  <a:moveTo>
                    <a:pt x="6419956" y="5771649"/>
                  </a:moveTo>
                  <a:lnTo>
                    <a:pt x="6461571" y="5847849"/>
                  </a:lnTo>
                  <a:lnTo>
                    <a:pt x="6389492" y="5885949"/>
                  </a:lnTo>
                  <a:lnTo>
                    <a:pt x="6347877" y="5822449"/>
                  </a:lnTo>
                  <a:lnTo>
                    <a:pt x="6419956" y="5771649"/>
                  </a:lnTo>
                  <a:close/>
                </a:path>
                <a:path w="6537959" h="5924550">
                  <a:moveTo>
                    <a:pt x="5482943" y="5784349"/>
                  </a:moveTo>
                  <a:lnTo>
                    <a:pt x="5519102" y="5847849"/>
                  </a:lnTo>
                  <a:lnTo>
                    <a:pt x="5456476" y="5885949"/>
                  </a:lnTo>
                  <a:lnTo>
                    <a:pt x="5420318" y="5822449"/>
                  </a:lnTo>
                  <a:lnTo>
                    <a:pt x="5482943" y="5784349"/>
                  </a:lnTo>
                  <a:close/>
                </a:path>
                <a:path w="6537959" h="5924550">
                  <a:moveTo>
                    <a:pt x="4545933" y="5797049"/>
                  </a:moveTo>
                  <a:lnTo>
                    <a:pt x="4576632" y="5860549"/>
                  </a:lnTo>
                  <a:lnTo>
                    <a:pt x="4523464" y="5885949"/>
                  </a:lnTo>
                  <a:lnTo>
                    <a:pt x="4492766" y="5835149"/>
                  </a:lnTo>
                  <a:lnTo>
                    <a:pt x="4545933" y="5797049"/>
                  </a:lnTo>
                  <a:close/>
                </a:path>
                <a:path w="6537959" h="5924550">
                  <a:moveTo>
                    <a:pt x="3608917" y="5809749"/>
                  </a:moveTo>
                  <a:lnTo>
                    <a:pt x="3634160" y="5860549"/>
                  </a:lnTo>
                  <a:lnTo>
                    <a:pt x="3590441" y="5885949"/>
                  </a:lnTo>
                  <a:lnTo>
                    <a:pt x="3565199" y="5835149"/>
                  </a:lnTo>
                  <a:lnTo>
                    <a:pt x="3608917" y="5809749"/>
                  </a:lnTo>
                  <a:close/>
                </a:path>
                <a:path w="6537959" h="5924550">
                  <a:moveTo>
                    <a:pt x="2412536" y="5847849"/>
                  </a:moveTo>
                  <a:lnTo>
                    <a:pt x="2430957" y="5873249"/>
                  </a:lnTo>
                  <a:lnTo>
                    <a:pt x="2399053" y="5885949"/>
                  </a:lnTo>
                  <a:lnTo>
                    <a:pt x="2380632" y="5860549"/>
                  </a:lnTo>
                  <a:lnTo>
                    <a:pt x="2412536" y="5847849"/>
                  </a:lnTo>
                  <a:close/>
                </a:path>
                <a:path w="6537959" h="5924550">
                  <a:moveTo>
                    <a:pt x="1475520" y="5847849"/>
                  </a:moveTo>
                  <a:lnTo>
                    <a:pt x="1488480" y="5873249"/>
                  </a:lnTo>
                  <a:lnTo>
                    <a:pt x="1466029" y="5885949"/>
                  </a:lnTo>
                  <a:lnTo>
                    <a:pt x="1453069" y="5860549"/>
                  </a:lnTo>
                  <a:lnTo>
                    <a:pt x="1475520" y="5847849"/>
                  </a:lnTo>
                  <a:close/>
                </a:path>
                <a:path w="6537959" h="5924550">
                  <a:moveTo>
                    <a:pt x="5742302" y="5771649"/>
                  </a:moveTo>
                  <a:lnTo>
                    <a:pt x="5779827" y="5835149"/>
                  </a:lnTo>
                  <a:lnTo>
                    <a:pt x="5714841" y="5873249"/>
                  </a:lnTo>
                  <a:lnTo>
                    <a:pt x="5677316" y="5809749"/>
                  </a:lnTo>
                  <a:lnTo>
                    <a:pt x="5742302" y="5771649"/>
                  </a:lnTo>
                  <a:close/>
                </a:path>
                <a:path w="6537959" h="5924550">
                  <a:moveTo>
                    <a:pt x="4805296" y="5784349"/>
                  </a:moveTo>
                  <a:lnTo>
                    <a:pt x="4837356" y="5835149"/>
                  </a:lnTo>
                  <a:lnTo>
                    <a:pt x="4781823" y="5873249"/>
                  </a:lnTo>
                  <a:lnTo>
                    <a:pt x="4749763" y="5809749"/>
                  </a:lnTo>
                  <a:lnTo>
                    <a:pt x="4805296" y="5784349"/>
                  </a:lnTo>
                  <a:close/>
                </a:path>
                <a:path w="6537959" h="5924550">
                  <a:moveTo>
                    <a:pt x="3868366" y="5797049"/>
                  </a:moveTo>
                  <a:lnTo>
                    <a:pt x="3895199" y="5847849"/>
                  </a:lnTo>
                  <a:lnTo>
                    <a:pt x="3848725" y="5873249"/>
                  </a:lnTo>
                  <a:lnTo>
                    <a:pt x="3821892" y="5822449"/>
                  </a:lnTo>
                  <a:lnTo>
                    <a:pt x="3868366" y="5797049"/>
                  </a:lnTo>
                  <a:close/>
                </a:path>
                <a:path w="6537959" h="5924550">
                  <a:moveTo>
                    <a:pt x="2671902" y="5822449"/>
                  </a:moveTo>
                  <a:lnTo>
                    <a:pt x="2691689" y="5860549"/>
                  </a:lnTo>
                  <a:lnTo>
                    <a:pt x="2657419" y="5873249"/>
                  </a:lnTo>
                  <a:lnTo>
                    <a:pt x="2637632" y="5847849"/>
                  </a:lnTo>
                  <a:lnTo>
                    <a:pt x="2671902" y="5822449"/>
                  </a:lnTo>
                  <a:close/>
                </a:path>
                <a:path w="6537959" h="5924550">
                  <a:moveTo>
                    <a:pt x="1734882" y="5835149"/>
                  </a:moveTo>
                  <a:lnTo>
                    <a:pt x="1749209" y="5860549"/>
                  </a:lnTo>
                  <a:lnTo>
                    <a:pt x="1724397" y="5873249"/>
                  </a:lnTo>
                  <a:lnTo>
                    <a:pt x="1710071" y="5847849"/>
                  </a:lnTo>
                  <a:lnTo>
                    <a:pt x="1734882" y="5835149"/>
                  </a:lnTo>
                  <a:close/>
                </a:path>
                <a:path w="6537959" h="5924550">
                  <a:moveTo>
                    <a:pt x="6001754" y="5758949"/>
                  </a:moveTo>
                  <a:lnTo>
                    <a:pt x="6040865" y="5822449"/>
                  </a:lnTo>
                  <a:lnTo>
                    <a:pt x="5973118" y="5860549"/>
                  </a:lnTo>
                  <a:lnTo>
                    <a:pt x="5934007" y="5797049"/>
                  </a:lnTo>
                  <a:lnTo>
                    <a:pt x="6001754" y="5758949"/>
                  </a:lnTo>
                  <a:close/>
                </a:path>
                <a:path w="6537959" h="5924550">
                  <a:moveTo>
                    <a:pt x="5064655" y="5771649"/>
                  </a:moveTo>
                  <a:lnTo>
                    <a:pt x="5098086" y="5822449"/>
                  </a:lnTo>
                  <a:lnTo>
                    <a:pt x="5040187" y="5860549"/>
                  </a:lnTo>
                  <a:lnTo>
                    <a:pt x="5006761" y="5797049"/>
                  </a:lnTo>
                  <a:lnTo>
                    <a:pt x="5064655" y="5771649"/>
                  </a:lnTo>
                  <a:close/>
                </a:path>
                <a:path w="6537959" h="5924550">
                  <a:moveTo>
                    <a:pt x="4127649" y="5771649"/>
                  </a:moveTo>
                  <a:lnTo>
                    <a:pt x="4155619" y="5822449"/>
                  </a:lnTo>
                  <a:lnTo>
                    <a:pt x="4107174" y="5860549"/>
                  </a:lnTo>
                  <a:lnTo>
                    <a:pt x="4079203" y="5809749"/>
                  </a:lnTo>
                  <a:lnTo>
                    <a:pt x="4127649" y="5771649"/>
                  </a:lnTo>
                  <a:close/>
                </a:path>
                <a:path w="6537959" h="5924550">
                  <a:moveTo>
                    <a:pt x="2931346" y="5809749"/>
                  </a:moveTo>
                  <a:lnTo>
                    <a:pt x="2952724" y="5847849"/>
                  </a:lnTo>
                  <a:lnTo>
                    <a:pt x="2915699" y="5860549"/>
                  </a:lnTo>
                  <a:lnTo>
                    <a:pt x="2894325" y="5822449"/>
                  </a:lnTo>
                  <a:lnTo>
                    <a:pt x="2931346" y="5809749"/>
                  </a:lnTo>
                  <a:close/>
                </a:path>
                <a:path w="6537959" h="5924550">
                  <a:moveTo>
                    <a:pt x="1994332" y="5822449"/>
                  </a:moveTo>
                  <a:lnTo>
                    <a:pt x="2010254" y="5847849"/>
                  </a:lnTo>
                  <a:lnTo>
                    <a:pt x="1982678" y="5860549"/>
                  </a:lnTo>
                  <a:lnTo>
                    <a:pt x="1966760" y="5835149"/>
                  </a:lnTo>
                  <a:lnTo>
                    <a:pt x="1994332" y="5822449"/>
                  </a:lnTo>
                  <a:close/>
                </a:path>
                <a:path w="6537959" h="5924550">
                  <a:moveTo>
                    <a:pt x="1039503" y="5835149"/>
                  </a:moveTo>
                  <a:lnTo>
                    <a:pt x="1057227" y="5835149"/>
                  </a:lnTo>
                  <a:lnTo>
                    <a:pt x="1067460" y="5847849"/>
                  </a:lnTo>
                  <a:lnTo>
                    <a:pt x="1049736" y="5860549"/>
                  </a:lnTo>
                  <a:lnTo>
                    <a:pt x="1039503" y="5835149"/>
                  </a:lnTo>
                  <a:close/>
                </a:path>
                <a:path w="6537959" h="5924550">
                  <a:moveTo>
                    <a:pt x="6261031" y="5733549"/>
                  </a:moveTo>
                  <a:lnTo>
                    <a:pt x="6301279" y="5809749"/>
                  </a:lnTo>
                  <a:lnTo>
                    <a:pt x="6231566" y="5847849"/>
                  </a:lnTo>
                  <a:lnTo>
                    <a:pt x="6191313" y="5771649"/>
                  </a:lnTo>
                  <a:lnTo>
                    <a:pt x="6261031" y="5733549"/>
                  </a:lnTo>
                  <a:close/>
                </a:path>
                <a:path w="6537959" h="5924550">
                  <a:moveTo>
                    <a:pt x="5324101" y="5746249"/>
                  </a:moveTo>
                  <a:lnTo>
                    <a:pt x="5359123" y="5809749"/>
                  </a:lnTo>
                  <a:lnTo>
                    <a:pt x="5298468" y="5847849"/>
                  </a:lnTo>
                  <a:lnTo>
                    <a:pt x="5263447" y="5784349"/>
                  </a:lnTo>
                  <a:lnTo>
                    <a:pt x="5324101" y="5746249"/>
                  </a:lnTo>
                  <a:close/>
                </a:path>
                <a:path w="6537959" h="5924550">
                  <a:moveTo>
                    <a:pt x="3190630" y="5784349"/>
                  </a:moveTo>
                  <a:lnTo>
                    <a:pt x="3213145" y="5822449"/>
                  </a:lnTo>
                  <a:lnTo>
                    <a:pt x="3174153" y="5847849"/>
                  </a:lnTo>
                  <a:lnTo>
                    <a:pt x="3151638" y="5809749"/>
                  </a:lnTo>
                  <a:lnTo>
                    <a:pt x="3190630" y="5784349"/>
                  </a:lnTo>
                  <a:close/>
                </a:path>
                <a:path w="6537959" h="5924550">
                  <a:moveTo>
                    <a:pt x="2253697" y="5797049"/>
                  </a:moveTo>
                  <a:lnTo>
                    <a:pt x="2270981" y="5835149"/>
                  </a:lnTo>
                  <a:lnTo>
                    <a:pt x="2241044" y="5847849"/>
                  </a:lnTo>
                  <a:lnTo>
                    <a:pt x="2223760" y="5822449"/>
                  </a:lnTo>
                  <a:lnTo>
                    <a:pt x="2253697" y="5797049"/>
                  </a:lnTo>
                  <a:close/>
                </a:path>
                <a:path w="6537959" h="5924550">
                  <a:moveTo>
                    <a:pt x="1316676" y="5809749"/>
                  </a:moveTo>
                  <a:lnTo>
                    <a:pt x="1328499" y="5835149"/>
                  </a:lnTo>
                  <a:lnTo>
                    <a:pt x="1308016" y="5847849"/>
                  </a:lnTo>
                  <a:lnTo>
                    <a:pt x="1296192" y="5822449"/>
                  </a:lnTo>
                  <a:lnTo>
                    <a:pt x="1316676" y="5809749"/>
                  </a:lnTo>
                  <a:close/>
                </a:path>
                <a:path w="6537959" h="5924550">
                  <a:moveTo>
                    <a:pt x="6520391" y="5720849"/>
                  </a:moveTo>
                  <a:lnTo>
                    <a:pt x="6537666" y="5746249"/>
                  </a:lnTo>
                  <a:lnTo>
                    <a:pt x="6537666" y="5809749"/>
                  </a:lnTo>
                  <a:lnTo>
                    <a:pt x="6489927" y="5835149"/>
                  </a:lnTo>
                  <a:lnTo>
                    <a:pt x="6448312" y="5758949"/>
                  </a:lnTo>
                  <a:lnTo>
                    <a:pt x="6520391" y="5720849"/>
                  </a:lnTo>
                  <a:close/>
                </a:path>
                <a:path w="6537959" h="5924550">
                  <a:moveTo>
                    <a:pt x="5583465" y="5733549"/>
                  </a:moveTo>
                  <a:lnTo>
                    <a:pt x="5619848" y="5797049"/>
                  </a:lnTo>
                  <a:lnTo>
                    <a:pt x="5556828" y="5835149"/>
                  </a:lnTo>
                  <a:lnTo>
                    <a:pt x="5520445" y="5771649"/>
                  </a:lnTo>
                  <a:lnTo>
                    <a:pt x="5583465" y="5733549"/>
                  </a:lnTo>
                  <a:close/>
                </a:path>
                <a:path w="6537959" h="5924550">
                  <a:moveTo>
                    <a:pt x="4387090" y="5758949"/>
                  </a:moveTo>
                  <a:lnTo>
                    <a:pt x="4416652" y="5809749"/>
                  </a:lnTo>
                  <a:lnTo>
                    <a:pt x="4365451" y="5835149"/>
                  </a:lnTo>
                  <a:lnTo>
                    <a:pt x="4335890" y="5784349"/>
                  </a:lnTo>
                  <a:lnTo>
                    <a:pt x="4387090" y="5758949"/>
                  </a:lnTo>
                  <a:close/>
                </a:path>
                <a:path w="6537959" h="5924550">
                  <a:moveTo>
                    <a:pt x="3450079" y="5771649"/>
                  </a:moveTo>
                  <a:lnTo>
                    <a:pt x="3474185" y="5809749"/>
                  </a:lnTo>
                  <a:lnTo>
                    <a:pt x="3432433" y="5835149"/>
                  </a:lnTo>
                  <a:lnTo>
                    <a:pt x="3408327" y="5797049"/>
                  </a:lnTo>
                  <a:lnTo>
                    <a:pt x="3450079" y="5771649"/>
                  </a:lnTo>
                  <a:close/>
                </a:path>
                <a:path w="6537959" h="5924550">
                  <a:moveTo>
                    <a:pt x="2513058" y="5784349"/>
                  </a:moveTo>
                  <a:lnTo>
                    <a:pt x="2531703" y="5809749"/>
                  </a:lnTo>
                  <a:lnTo>
                    <a:pt x="2499405" y="5835149"/>
                  </a:lnTo>
                  <a:lnTo>
                    <a:pt x="2480759" y="5797049"/>
                  </a:lnTo>
                  <a:lnTo>
                    <a:pt x="2513058" y="5784349"/>
                  </a:lnTo>
                  <a:close/>
                </a:path>
                <a:path w="6537959" h="5924550">
                  <a:moveTo>
                    <a:pt x="1576039" y="5797049"/>
                  </a:moveTo>
                  <a:lnTo>
                    <a:pt x="1589229" y="5822449"/>
                  </a:lnTo>
                  <a:lnTo>
                    <a:pt x="1566384" y="5835149"/>
                  </a:lnTo>
                  <a:lnTo>
                    <a:pt x="1553194" y="5809749"/>
                  </a:lnTo>
                  <a:lnTo>
                    <a:pt x="1576039" y="5797049"/>
                  </a:lnTo>
                  <a:close/>
                </a:path>
                <a:path w="6537959" h="5924550">
                  <a:moveTo>
                    <a:pt x="5842824" y="5708149"/>
                  </a:moveTo>
                  <a:lnTo>
                    <a:pt x="5880574" y="5784349"/>
                  </a:lnTo>
                  <a:lnTo>
                    <a:pt x="5815193" y="5822449"/>
                  </a:lnTo>
                  <a:lnTo>
                    <a:pt x="5777443" y="5746249"/>
                  </a:lnTo>
                  <a:lnTo>
                    <a:pt x="5842824" y="5708149"/>
                  </a:lnTo>
                  <a:close/>
                </a:path>
                <a:path w="6537959" h="5924550">
                  <a:moveTo>
                    <a:pt x="4646459" y="5746249"/>
                  </a:moveTo>
                  <a:lnTo>
                    <a:pt x="4677387" y="5797049"/>
                  </a:lnTo>
                  <a:lnTo>
                    <a:pt x="4623816" y="5822449"/>
                  </a:lnTo>
                  <a:lnTo>
                    <a:pt x="4592888" y="5771649"/>
                  </a:lnTo>
                  <a:lnTo>
                    <a:pt x="4646459" y="5746249"/>
                  </a:lnTo>
                  <a:close/>
                </a:path>
                <a:path w="6537959" h="5924550">
                  <a:moveTo>
                    <a:pt x="3709440" y="5758949"/>
                  </a:moveTo>
                  <a:lnTo>
                    <a:pt x="3734912" y="5797049"/>
                  </a:lnTo>
                  <a:lnTo>
                    <a:pt x="3690799" y="5822449"/>
                  </a:lnTo>
                  <a:lnTo>
                    <a:pt x="3665327" y="5784349"/>
                  </a:lnTo>
                  <a:lnTo>
                    <a:pt x="3709440" y="5758949"/>
                  </a:lnTo>
                  <a:close/>
                </a:path>
                <a:path w="6537959" h="5924550">
                  <a:moveTo>
                    <a:pt x="2772424" y="5771649"/>
                  </a:moveTo>
                  <a:lnTo>
                    <a:pt x="2792436" y="5797049"/>
                  </a:lnTo>
                  <a:lnTo>
                    <a:pt x="2757772" y="5822449"/>
                  </a:lnTo>
                  <a:lnTo>
                    <a:pt x="2737760" y="5784349"/>
                  </a:lnTo>
                  <a:lnTo>
                    <a:pt x="2772424" y="5771649"/>
                  </a:lnTo>
                  <a:close/>
                </a:path>
                <a:path w="6537959" h="5924550">
                  <a:moveTo>
                    <a:pt x="1835406" y="5771649"/>
                  </a:moveTo>
                  <a:lnTo>
                    <a:pt x="1849957" y="5797049"/>
                  </a:lnTo>
                  <a:lnTo>
                    <a:pt x="1824751" y="5822449"/>
                  </a:lnTo>
                  <a:lnTo>
                    <a:pt x="1810195" y="5797049"/>
                  </a:lnTo>
                  <a:lnTo>
                    <a:pt x="1835406" y="5771649"/>
                  </a:lnTo>
                  <a:close/>
                </a:path>
                <a:path w="6537959" h="5924550">
                  <a:moveTo>
                    <a:pt x="4905817" y="5720849"/>
                  </a:moveTo>
                  <a:lnTo>
                    <a:pt x="4938107" y="5784349"/>
                  </a:lnTo>
                  <a:lnTo>
                    <a:pt x="4882179" y="5809749"/>
                  </a:lnTo>
                  <a:lnTo>
                    <a:pt x="4849885" y="5758949"/>
                  </a:lnTo>
                  <a:lnTo>
                    <a:pt x="4905817" y="5720849"/>
                  </a:lnTo>
                  <a:close/>
                </a:path>
                <a:path w="6537959" h="5924550">
                  <a:moveTo>
                    <a:pt x="3968806" y="5733549"/>
                  </a:moveTo>
                  <a:lnTo>
                    <a:pt x="3995639" y="5784349"/>
                  </a:lnTo>
                  <a:lnTo>
                    <a:pt x="3949165" y="5809749"/>
                  </a:lnTo>
                  <a:lnTo>
                    <a:pt x="3922332" y="5758949"/>
                  </a:lnTo>
                  <a:lnTo>
                    <a:pt x="3968806" y="5733549"/>
                  </a:lnTo>
                  <a:close/>
                </a:path>
                <a:path w="6537959" h="5924550">
                  <a:moveTo>
                    <a:pt x="3031786" y="5746249"/>
                  </a:moveTo>
                  <a:lnTo>
                    <a:pt x="3053164" y="5784349"/>
                  </a:lnTo>
                  <a:lnTo>
                    <a:pt x="3016139" y="5809749"/>
                  </a:lnTo>
                  <a:lnTo>
                    <a:pt x="2994765" y="5771649"/>
                  </a:lnTo>
                  <a:lnTo>
                    <a:pt x="3031786" y="5746249"/>
                  </a:lnTo>
                  <a:close/>
                </a:path>
                <a:path w="6537959" h="5924550">
                  <a:moveTo>
                    <a:pt x="2094854" y="5758949"/>
                  </a:moveTo>
                  <a:lnTo>
                    <a:pt x="2110996" y="5784349"/>
                  </a:lnTo>
                  <a:lnTo>
                    <a:pt x="2083030" y="5809749"/>
                  </a:lnTo>
                  <a:lnTo>
                    <a:pt x="2066888" y="5771649"/>
                  </a:lnTo>
                  <a:lnTo>
                    <a:pt x="2094854" y="5758949"/>
                  </a:lnTo>
                  <a:close/>
                </a:path>
                <a:path w="6537959" h="5924550">
                  <a:moveTo>
                    <a:pt x="6102189" y="5695449"/>
                  </a:moveTo>
                  <a:lnTo>
                    <a:pt x="6141304" y="5758949"/>
                  </a:lnTo>
                  <a:lnTo>
                    <a:pt x="6073558" y="5797049"/>
                  </a:lnTo>
                  <a:lnTo>
                    <a:pt x="6034442" y="5733549"/>
                  </a:lnTo>
                  <a:lnTo>
                    <a:pt x="6102189" y="5695449"/>
                  </a:lnTo>
                  <a:close/>
                </a:path>
                <a:path w="6537959" h="5924550">
                  <a:moveTo>
                    <a:pt x="5165176" y="5708149"/>
                  </a:moveTo>
                  <a:lnTo>
                    <a:pt x="5198832" y="5771649"/>
                  </a:lnTo>
                  <a:lnTo>
                    <a:pt x="5140539" y="5797049"/>
                  </a:lnTo>
                  <a:lnTo>
                    <a:pt x="5106883" y="5746249"/>
                  </a:lnTo>
                  <a:lnTo>
                    <a:pt x="5165176" y="5708149"/>
                  </a:lnTo>
                  <a:close/>
                </a:path>
                <a:path w="6537959" h="5924550">
                  <a:moveTo>
                    <a:pt x="4228171" y="5720849"/>
                  </a:moveTo>
                  <a:lnTo>
                    <a:pt x="4256366" y="5771649"/>
                  </a:lnTo>
                  <a:lnTo>
                    <a:pt x="4207526" y="5797049"/>
                  </a:lnTo>
                  <a:lnTo>
                    <a:pt x="4179331" y="5746249"/>
                  </a:lnTo>
                  <a:lnTo>
                    <a:pt x="4228171" y="5720849"/>
                  </a:lnTo>
                  <a:close/>
                </a:path>
                <a:path w="6537959" h="5924550">
                  <a:moveTo>
                    <a:pt x="3291153" y="5733549"/>
                  </a:moveTo>
                  <a:lnTo>
                    <a:pt x="3313893" y="5771649"/>
                  </a:lnTo>
                  <a:lnTo>
                    <a:pt x="3274506" y="5797049"/>
                  </a:lnTo>
                  <a:lnTo>
                    <a:pt x="3251767" y="5758949"/>
                  </a:lnTo>
                  <a:lnTo>
                    <a:pt x="3291153" y="5733549"/>
                  </a:lnTo>
                  <a:close/>
                </a:path>
                <a:path w="6537959" h="5924550">
                  <a:moveTo>
                    <a:pt x="1157746" y="5771649"/>
                  </a:moveTo>
                  <a:lnTo>
                    <a:pt x="1168208" y="5784349"/>
                  </a:lnTo>
                  <a:lnTo>
                    <a:pt x="1150090" y="5797049"/>
                  </a:lnTo>
                  <a:lnTo>
                    <a:pt x="1139632" y="5784349"/>
                  </a:lnTo>
                  <a:lnTo>
                    <a:pt x="1157746" y="5771649"/>
                  </a:lnTo>
                  <a:close/>
                </a:path>
                <a:path w="6537959" h="5924550">
                  <a:moveTo>
                    <a:pt x="6361553" y="5682749"/>
                  </a:moveTo>
                  <a:lnTo>
                    <a:pt x="6402031" y="5746249"/>
                  </a:lnTo>
                  <a:lnTo>
                    <a:pt x="6331923" y="5784349"/>
                  </a:lnTo>
                  <a:lnTo>
                    <a:pt x="6291445" y="5720849"/>
                  </a:lnTo>
                  <a:lnTo>
                    <a:pt x="6361553" y="5682749"/>
                  </a:lnTo>
                  <a:close/>
                </a:path>
                <a:path w="6537959" h="5924550">
                  <a:moveTo>
                    <a:pt x="5424540" y="5695449"/>
                  </a:moveTo>
                  <a:lnTo>
                    <a:pt x="5459562" y="5746249"/>
                  </a:lnTo>
                  <a:lnTo>
                    <a:pt x="5398903" y="5784349"/>
                  </a:lnTo>
                  <a:lnTo>
                    <a:pt x="5363886" y="5720849"/>
                  </a:lnTo>
                  <a:lnTo>
                    <a:pt x="5424540" y="5695449"/>
                  </a:lnTo>
                  <a:close/>
                </a:path>
                <a:path w="6537959" h="5924550">
                  <a:moveTo>
                    <a:pt x="4487613" y="5708149"/>
                  </a:moveTo>
                  <a:lnTo>
                    <a:pt x="4517403" y="5758949"/>
                  </a:lnTo>
                  <a:lnTo>
                    <a:pt x="4465808" y="5784349"/>
                  </a:lnTo>
                  <a:lnTo>
                    <a:pt x="4436018" y="5733549"/>
                  </a:lnTo>
                  <a:lnTo>
                    <a:pt x="4487613" y="5708149"/>
                  </a:lnTo>
                  <a:close/>
                </a:path>
                <a:path w="6537959" h="5924550">
                  <a:moveTo>
                    <a:pt x="3550601" y="5708149"/>
                  </a:moveTo>
                  <a:lnTo>
                    <a:pt x="3574931" y="5758949"/>
                  </a:lnTo>
                  <a:lnTo>
                    <a:pt x="3532785" y="5784349"/>
                  </a:lnTo>
                  <a:lnTo>
                    <a:pt x="3508455" y="5733549"/>
                  </a:lnTo>
                  <a:lnTo>
                    <a:pt x="3550601" y="5708149"/>
                  </a:lnTo>
                  <a:close/>
                </a:path>
                <a:path w="6537959" h="5924550">
                  <a:moveTo>
                    <a:pt x="2354133" y="5746249"/>
                  </a:moveTo>
                  <a:lnTo>
                    <a:pt x="2371412" y="5771649"/>
                  </a:lnTo>
                  <a:lnTo>
                    <a:pt x="2341484" y="5784349"/>
                  </a:lnTo>
                  <a:lnTo>
                    <a:pt x="2324200" y="5758949"/>
                  </a:lnTo>
                  <a:lnTo>
                    <a:pt x="2354133" y="5746249"/>
                  </a:lnTo>
                  <a:close/>
                </a:path>
                <a:path w="6537959" h="5924550">
                  <a:moveTo>
                    <a:pt x="1417194" y="5758949"/>
                  </a:moveTo>
                  <a:lnTo>
                    <a:pt x="1429247" y="5771649"/>
                  </a:lnTo>
                  <a:lnTo>
                    <a:pt x="1408374" y="5784349"/>
                  </a:lnTo>
                  <a:lnTo>
                    <a:pt x="1396321" y="5771649"/>
                  </a:lnTo>
                  <a:lnTo>
                    <a:pt x="1417194" y="5758949"/>
                  </a:lnTo>
                  <a:close/>
                </a:path>
                <a:path w="6537959" h="5924550">
                  <a:moveTo>
                    <a:pt x="5683904" y="5670049"/>
                  </a:moveTo>
                  <a:lnTo>
                    <a:pt x="5720287" y="5733549"/>
                  </a:lnTo>
                  <a:lnTo>
                    <a:pt x="5657267" y="5771649"/>
                  </a:lnTo>
                  <a:lnTo>
                    <a:pt x="5620884" y="5708149"/>
                  </a:lnTo>
                  <a:lnTo>
                    <a:pt x="5683904" y="5670049"/>
                  </a:lnTo>
                  <a:close/>
                </a:path>
                <a:path w="6537959" h="5924550">
                  <a:moveTo>
                    <a:pt x="4746893" y="5682749"/>
                  </a:moveTo>
                  <a:lnTo>
                    <a:pt x="4777820" y="5733549"/>
                  </a:lnTo>
                  <a:lnTo>
                    <a:pt x="4724254" y="5771649"/>
                  </a:lnTo>
                  <a:lnTo>
                    <a:pt x="4693326" y="5720849"/>
                  </a:lnTo>
                  <a:lnTo>
                    <a:pt x="4746893" y="5682749"/>
                  </a:lnTo>
                  <a:close/>
                </a:path>
                <a:path w="6537959" h="5924550">
                  <a:moveTo>
                    <a:pt x="3809962" y="5695449"/>
                  </a:moveTo>
                  <a:lnTo>
                    <a:pt x="3835659" y="5746249"/>
                  </a:lnTo>
                  <a:lnTo>
                    <a:pt x="3791152" y="5771649"/>
                  </a:lnTo>
                  <a:lnTo>
                    <a:pt x="3765455" y="5720849"/>
                  </a:lnTo>
                  <a:lnTo>
                    <a:pt x="3809962" y="5695449"/>
                  </a:lnTo>
                  <a:close/>
                </a:path>
                <a:path w="6537959" h="5924550">
                  <a:moveTo>
                    <a:pt x="2613499" y="5720849"/>
                  </a:moveTo>
                  <a:lnTo>
                    <a:pt x="2632144" y="5758949"/>
                  </a:lnTo>
                  <a:lnTo>
                    <a:pt x="2599846" y="5771649"/>
                  </a:lnTo>
                  <a:lnTo>
                    <a:pt x="2581200" y="5746249"/>
                  </a:lnTo>
                  <a:lnTo>
                    <a:pt x="2613499" y="5720849"/>
                  </a:lnTo>
                  <a:close/>
                </a:path>
                <a:path w="6537959" h="5924550">
                  <a:moveTo>
                    <a:pt x="1676562" y="5733549"/>
                  </a:moveTo>
                  <a:lnTo>
                    <a:pt x="1689976" y="5758949"/>
                  </a:lnTo>
                  <a:lnTo>
                    <a:pt x="1666737" y="5771649"/>
                  </a:lnTo>
                  <a:lnTo>
                    <a:pt x="1653322" y="5746249"/>
                  </a:lnTo>
                  <a:lnTo>
                    <a:pt x="1676562" y="5733549"/>
                  </a:lnTo>
                  <a:close/>
                </a:path>
                <a:path w="6537959" h="5924550">
                  <a:moveTo>
                    <a:pt x="5943346" y="5657349"/>
                  </a:moveTo>
                  <a:lnTo>
                    <a:pt x="5981325" y="5720849"/>
                  </a:lnTo>
                  <a:lnTo>
                    <a:pt x="5915545" y="5758949"/>
                  </a:lnTo>
                  <a:lnTo>
                    <a:pt x="5877571" y="5695449"/>
                  </a:lnTo>
                  <a:lnTo>
                    <a:pt x="5943346" y="5657349"/>
                  </a:lnTo>
                  <a:close/>
                </a:path>
                <a:path w="6537959" h="5924550">
                  <a:moveTo>
                    <a:pt x="5006339" y="5670049"/>
                  </a:moveTo>
                  <a:lnTo>
                    <a:pt x="5038857" y="5720849"/>
                  </a:lnTo>
                  <a:lnTo>
                    <a:pt x="4982531" y="5758949"/>
                  </a:lnTo>
                  <a:lnTo>
                    <a:pt x="4950012" y="5695449"/>
                  </a:lnTo>
                  <a:lnTo>
                    <a:pt x="5006339" y="5670049"/>
                  </a:lnTo>
                  <a:close/>
                </a:path>
                <a:path w="6537959" h="5924550">
                  <a:moveTo>
                    <a:pt x="4069328" y="5682749"/>
                  </a:moveTo>
                  <a:lnTo>
                    <a:pt x="4096386" y="5720849"/>
                  </a:lnTo>
                  <a:lnTo>
                    <a:pt x="4049518" y="5758949"/>
                  </a:lnTo>
                  <a:lnTo>
                    <a:pt x="4022455" y="5708149"/>
                  </a:lnTo>
                  <a:lnTo>
                    <a:pt x="4069328" y="5682749"/>
                  </a:lnTo>
                  <a:close/>
                </a:path>
                <a:path w="6537959" h="5924550">
                  <a:moveTo>
                    <a:pt x="2872943" y="5708149"/>
                  </a:moveTo>
                  <a:lnTo>
                    <a:pt x="2893184" y="5746249"/>
                  </a:lnTo>
                  <a:lnTo>
                    <a:pt x="2858126" y="5758949"/>
                  </a:lnTo>
                  <a:lnTo>
                    <a:pt x="2837890" y="5733549"/>
                  </a:lnTo>
                  <a:lnTo>
                    <a:pt x="2872943" y="5708149"/>
                  </a:lnTo>
                  <a:close/>
                </a:path>
                <a:path w="6537959" h="5924550">
                  <a:moveTo>
                    <a:pt x="1935924" y="5720849"/>
                  </a:moveTo>
                  <a:lnTo>
                    <a:pt x="1950705" y="5746249"/>
                  </a:lnTo>
                  <a:lnTo>
                    <a:pt x="1925104" y="5758949"/>
                  </a:lnTo>
                  <a:lnTo>
                    <a:pt x="1910324" y="5733549"/>
                  </a:lnTo>
                  <a:lnTo>
                    <a:pt x="1935924" y="5720849"/>
                  </a:lnTo>
                  <a:close/>
                </a:path>
                <a:path w="6537959" h="5924550">
                  <a:moveTo>
                    <a:pt x="6202711" y="5631949"/>
                  </a:moveTo>
                  <a:lnTo>
                    <a:pt x="6242051" y="5708149"/>
                  </a:lnTo>
                  <a:lnTo>
                    <a:pt x="6173915" y="5746249"/>
                  </a:lnTo>
                  <a:lnTo>
                    <a:pt x="6134570" y="5682749"/>
                  </a:lnTo>
                  <a:lnTo>
                    <a:pt x="6202711" y="5631949"/>
                  </a:lnTo>
                  <a:close/>
                </a:path>
                <a:path w="6537959" h="5924550">
                  <a:moveTo>
                    <a:pt x="5265698" y="5644649"/>
                  </a:moveTo>
                  <a:lnTo>
                    <a:pt x="5299582" y="5708149"/>
                  </a:lnTo>
                  <a:lnTo>
                    <a:pt x="5240895" y="5746249"/>
                  </a:lnTo>
                  <a:lnTo>
                    <a:pt x="5207010" y="5682749"/>
                  </a:lnTo>
                  <a:lnTo>
                    <a:pt x="5265698" y="5644649"/>
                  </a:lnTo>
                  <a:close/>
                </a:path>
                <a:path w="6537959" h="5924550">
                  <a:moveTo>
                    <a:pt x="3132304" y="5695449"/>
                  </a:moveTo>
                  <a:lnTo>
                    <a:pt x="3153912" y="5733549"/>
                  </a:lnTo>
                  <a:lnTo>
                    <a:pt x="3116497" y="5746249"/>
                  </a:lnTo>
                  <a:lnTo>
                    <a:pt x="3094889" y="5708149"/>
                  </a:lnTo>
                  <a:lnTo>
                    <a:pt x="3132304" y="5695449"/>
                  </a:lnTo>
                  <a:close/>
                </a:path>
                <a:path w="6537959" h="5924550">
                  <a:moveTo>
                    <a:pt x="2195294" y="5708149"/>
                  </a:moveTo>
                  <a:lnTo>
                    <a:pt x="2211436" y="5733549"/>
                  </a:lnTo>
                  <a:lnTo>
                    <a:pt x="2183470" y="5746249"/>
                  </a:lnTo>
                  <a:lnTo>
                    <a:pt x="2167323" y="5720849"/>
                  </a:lnTo>
                  <a:lnTo>
                    <a:pt x="2195294" y="5708149"/>
                  </a:lnTo>
                  <a:close/>
                </a:path>
                <a:path w="6537959" h="5924550">
                  <a:moveTo>
                    <a:pt x="1258272" y="5708149"/>
                  </a:moveTo>
                  <a:lnTo>
                    <a:pt x="1268959" y="5733549"/>
                  </a:lnTo>
                  <a:lnTo>
                    <a:pt x="1250447" y="5746249"/>
                  </a:lnTo>
                  <a:lnTo>
                    <a:pt x="1239755" y="5720849"/>
                  </a:lnTo>
                  <a:lnTo>
                    <a:pt x="1258272" y="5708149"/>
                  </a:lnTo>
                  <a:close/>
                </a:path>
                <a:path w="6537959" h="5924550">
                  <a:moveTo>
                    <a:pt x="6462075" y="5619249"/>
                  </a:moveTo>
                  <a:lnTo>
                    <a:pt x="6502777" y="5695449"/>
                  </a:lnTo>
                  <a:lnTo>
                    <a:pt x="6432275" y="5733549"/>
                  </a:lnTo>
                  <a:lnTo>
                    <a:pt x="6391573" y="5657349"/>
                  </a:lnTo>
                  <a:lnTo>
                    <a:pt x="6462075" y="5619249"/>
                  </a:lnTo>
                  <a:close/>
                </a:path>
                <a:path w="6537959" h="5924550">
                  <a:moveTo>
                    <a:pt x="5525061" y="5631949"/>
                  </a:moveTo>
                  <a:lnTo>
                    <a:pt x="5560308" y="5695449"/>
                  </a:lnTo>
                  <a:lnTo>
                    <a:pt x="5499259" y="5733549"/>
                  </a:lnTo>
                  <a:lnTo>
                    <a:pt x="5464013" y="5670049"/>
                  </a:lnTo>
                  <a:lnTo>
                    <a:pt x="5525061" y="5631949"/>
                  </a:lnTo>
                  <a:close/>
                </a:path>
                <a:path w="6537959" h="5924550">
                  <a:moveTo>
                    <a:pt x="4328687" y="5657349"/>
                  </a:moveTo>
                  <a:lnTo>
                    <a:pt x="4357116" y="5708149"/>
                  </a:lnTo>
                  <a:lnTo>
                    <a:pt x="4307882" y="5733549"/>
                  </a:lnTo>
                  <a:lnTo>
                    <a:pt x="4279453" y="5695449"/>
                  </a:lnTo>
                  <a:lnTo>
                    <a:pt x="4328687" y="5657349"/>
                  </a:lnTo>
                  <a:close/>
                </a:path>
                <a:path w="6537959" h="5924550">
                  <a:moveTo>
                    <a:pt x="3391676" y="5670049"/>
                  </a:moveTo>
                  <a:lnTo>
                    <a:pt x="3414644" y="5708149"/>
                  </a:lnTo>
                  <a:lnTo>
                    <a:pt x="3374859" y="5733549"/>
                  </a:lnTo>
                  <a:lnTo>
                    <a:pt x="3351895" y="5695449"/>
                  </a:lnTo>
                  <a:lnTo>
                    <a:pt x="3391676" y="5670049"/>
                  </a:lnTo>
                  <a:close/>
                </a:path>
                <a:path w="6537959" h="5924550">
                  <a:moveTo>
                    <a:pt x="2454655" y="5682749"/>
                  </a:moveTo>
                  <a:lnTo>
                    <a:pt x="2472168" y="5720849"/>
                  </a:lnTo>
                  <a:lnTo>
                    <a:pt x="2441836" y="5733549"/>
                  </a:lnTo>
                  <a:lnTo>
                    <a:pt x="2424327" y="5708149"/>
                  </a:lnTo>
                  <a:lnTo>
                    <a:pt x="2454655" y="5682749"/>
                  </a:lnTo>
                  <a:close/>
                </a:path>
                <a:path w="6537959" h="5924550">
                  <a:moveTo>
                    <a:pt x="1517723" y="5695449"/>
                  </a:moveTo>
                  <a:lnTo>
                    <a:pt x="1530001" y="5720849"/>
                  </a:lnTo>
                  <a:lnTo>
                    <a:pt x="1508733" y="5733549"/>
                  </a:lnTo>
                  <a:lnTo>
                    <a:pt x="1496455" y="5708149"/>
                  </a:lnTo>
                  <a:lnTo>
                    <a:pt x="1517723" y="5695449"/>
                  </a:lnTo>
                  <a:close/>
                </a:path>
                <a:path w="6537959" h="5924550">
                  <a:moveTo>
                    <a:pt x="5784421" y="5619249"/>
                  </a:moveTo>
                  <a:lnTo>
                    <a:pt x="5821034" y="5682749"/>
                  </a:lnTo>
                  <a:lnTo>
                    <a:pt x="5757624" y="5720849"/>
                  </a:lnTo>
                  <a:lnTo>
                    <a:pt x="5721011" y="5657349"/>
                  </a:lnTo>
                  <a:lnTo>
                    <a:pt x="5784421" y="5619249"/>
                  </a:lnTo>
                  <a:close/>
                </a:path>
                <a:path w="6537959" h="5924550">
                  <a:moveTo>
                    <a:pt x="4588051" y="5644649"/>
                  </a:moveTo>
                  <a:lnTo>
                    <a:pt x="4617842" y="5695449"/>
                  </a:lnTo>
                  <a:lnTo>
                    <a:pt x="4566242" y="5720849"/>
                  </a:lnTo>
                  <a:lnTo>
                    <a:pt x="4536452" y="5670049"/>
                  </a:lnTo>
                  <a:lnTo>
                    <a:pt x="4588051" y="5644649"/>
                  </a:lnTo>
                  <a:close/>
                </a:path>
                <a:path w="6537959" h="5924550">
                  <a:moveTo>
                    <a:pt x="3651120" y="5657349"/>
                  </a:moveTo>
                  <a:lnTo>
                    <a:pt x="3675679" y="5695449"/>
                  </a:lnTo>
                  <a:lnTo>
                    <a:pt x="3633139" y="5720849"/>
                  </a:lnTo>
                  <a:lnTo>
                    <a:pt x="3608579" y="5682749"/>
                  </a:lnTo>
                  <a:lnTo>
                    <a:pt x="3651120" y="5657349"/>
                  </a:lnTo>
                  <a:close/>
                </a:path>
                <a:path w="6537959" h="5924550">
                  <a:moveTo>
                    <a:pt x="2714021" y="5670049"/>
                  </a:moveTo>
                  <a:lnTo>
                    <a:pt x="2732896" y="5695449"/>
                  </a:lnTo>
                  <a:lnTo>
                    <a:pt x="2700203" y="5720849"/>
                  </a:lnTo>
                  <a:lnTo>
                    <a:pt x="2681329" y="5682749"/>
                  </a:lnTo>
                  <a:lnTo>
                    <a:pt x="2714021" y="5670049"/>
                  </a:lnTo>
                  <a:close/>
                </a:path>
                <a:path w="6537959" h="5924550">
                  <a:moveTo>
                    <a:pt x="1776997" y="5682749"/>
                  </a:moveTo>
                  <a:lnTo>
                    <a:pt x="1790417" y="5708149"/>
                  </a:lnTo>
                  <a:lnTo>
                    <a:pt x="1767177" y="5720849"/>
                  </a:lnTo>
                  <a:lnTo>
                    <a:pt x="1753763" y="5695449"/>
                  </a:lnTo>
                  <a:lnTo>
                    <a:pt x="1776997" y="5682749"/>
                  </a:lnTo>
                  <a:close/>
                </a:path>
                <a:path w="6537959" h="5924550">
                  <a:moveTo>
                    <a:pt x="4847414" y="5631949"/>
                  </a:moveTo>
                  <a:lnTo>
                    <a:pt x="4878566" y="5682749"/>
                  </a:lnTo>
                  <a:lnTo>
                    <a:pt x="4824606" y="5708149"/>
                  </a:lnTo>
                  <a:lnTo>
                    <a:pt x="4793453" y="5657349"/>
                  </a:lnTo>
                  <a:lnTo>
                    <a:pt x="4847414" y="5631949"/>
                  </a:lnTo>
                  <a:close/>
                </a:path>
                <a:path w="6537959" h="5924550">
                  <a:moveTo>
                    <a:pt x="3910403" y="5631949"/>
                  </a:moveTo>
                  <a:lnTo>
                    <a:pt x="3936099" y="5682749"/>
                  </a:lnTo>
                  <a:lnTo>
                    <a:pt x="3891592" y="5708149"/>
                  </a:lnTo>
                  <a:lnTo>
                    <a:pt x="3865895" y="5670049"/>
                  </a:lnTo>
                  <a:lnTo>
                    <a:pt x="3910403" y="5631949"/>
                  </a:lnTo>
                  <a:close/>
                </a:path>
                <a:path w="6537959" h="5924550">
                  <a:moveTo>
                    <a:pt x="2973470" y="5644649"/>
                  </a:moveTo>
                  <a:lnTo>
                    <a:pt x="2993935" y="5682749"/>
                  </a:lnTo>
                  <a:lnTo>
                    <a:pt x="2958482" y="5708149"/>
                  </a:lnTo>
                  <a:lnTo>
                    <a:pt x="2938017" y="5670049"/>
                  </a:lnTo>
                  <a:lnTo>
                    <a:pt x="2973470" y="5644649"/>
                  </a:lnTo>
                  <a:close/>
                </a:path>
                <a:path w="6537959" h="5924550">
                  <a:moveTo>
                    <a:pt x="2036451" y="5657349"/>
                  </a:moveTo>
                  <a:lnTo>
                    <a:pt x="2051457" y="5682749"/>
                  </a:lnTo>
                  <a:lnTo>
                    <a:pt x="2025457" y="5708149"/>
                  </a:lnTo>
                  <a:lnTo>
                    <a:pt x="2010452" y="5670049"/>
                  </a:lnTo>
                  <a:lnTo>
                    <a:pt x="2036451" y="5657349"/>
                  </a:lnTo>
                  <a:close/>
                </a:path>
                <a:path w="6537959" h="5924550">
                  <a:moveTo>
                    <a:pt x="6043868" y="5593849"/>
                  </a:moveTo>
                  <a:lnTo>
                    <a:pt x="6082071" y="5657349"/>
                  </a:lnTo>
                  <a:lnTo>
                    <a:pt x="6015902" y="5695449"/>
                  </a:lnTo>
                  <a:lnTo>
                    <a:pt x="5977698" y="5631949"/>
                  </a:lnTo>
                  <a:lnTo>
                    <a:pt x="6043868" y="5593849"/>
                  </a:lnTo>
                  <a:close/>
                </a:path>
                <a:path w="6537959" h="5924550">
                  <a:moveTo>
                    <a:pt x="5106856" y="5606549"/>
                  </a:moveTo>
                  <a:lnTo>
                    <a:pt x="5139599" y="5670049"/>
                  </a:lnTo>
                  <a:lnTo>
                    <a:pt x="5082883" y="5695449"/>
                  </a:lnTo>
                  <a:lnTo>
                    <a:pt x="5050140" y="5644649"/>
                  </a:lnTo>
                  <a:lnTo>
                    <a:pt x="5106856" y="5606549"/>
                  </a:lnTo>
                  <a:close/>
                </a:path>
                <a:path w="6537959" h="5924550">
                  <a:moveTo>
                    <a:pt x="4169850" y="5619249"/>
                  </a:moveTo>
                  <a:lnTo>
                    <a:pt x="4197138" y="5670049"/>
                  </a:lnTo>
                  <a:lnTo>
                    <a:pt x="4149870" y="5695449"/>
                  </a:lnTo>
                  <a:lnTo>
                    <a:pt x="4122583" y="5644649"/>
                  </a:lnTo>
                  <a:lnTo>
                    <a:pt x="4169850" y="5619249"/>
                  </a:lnTo>
                  <a:close/>
                </a:path>
                <a:path w="6537959" h="5924550">
                  <a:moveTo>
                    <a:pt x="3232832" y="5631949"/>
                  </a:moveTo>
                  <a:lnTo>
                    <a:pt x="3254664" y="5670049"/>
                  </a:lnTo>
                  <a:lnTo>
                    <a:pt x="3216851" y="5695449"/>
                  </a:lnTo>
                  <a:lnTo>
                    <a:pt x="3195019" y="5657349"/>
                  </a:lnTo>
                  <a:lnTo>
                    <a:pt x="3232832" y="5631949"/>
                  </a:lnTo>
                  <a:close/>
                </a:path>
                <a:path w="6537959" h="5924550">
                  <a:moveTo>
                    <a:pt x="1099425" y="5670049"/>
                  </a:moveTo>
                  <a:lnTo>
                    <a:pt x="1108979" y="5695449"/>
                  </a:lnTo>
                  <a:lnTo>
                    <a:pt x="1092438" y="5695449"/>
                  </a:lnTo>
                  <a:lnTo>
                    <a:pt x="1082888" y="5682749"/>
                  </a:lnTo>
                  <a:lnTo>
                    <a:pt x="1099425" y="5670049"/>
                  </a:lnTo>
                  <a:close/>
                </a:path>
                <a:path w="6537959" h="5924550">
                  <a:moveTo>
                    <a:pt x="6303233" y="5581149"/>
                  </a:moveTo>
                  <a:lnTo>
                    <a:pt x="6342798" y="5644649"/>
                  </a:lnTo>
                  <a:lnTo>
                    <a:pt x="6274267" y="5682749"/>
                  </a:lnTo>
                  <a:lnTo>
                    <a:pt x="6234697" y="5619249"/>
                  </a:lnTo>
                  <a:lnTo>
                    <a:pt x="6303233" y="5581149"/>
                  </a:lnTo>
                  <a:close/>
                </a:path>
                <a:path w="6537959" h="5924550">
                  <a:moveTo>
                    <a:pt x="5366220" y="5593849"/>
                  </a:moveTo>
                  <a:lnTo>
                    <a:pt x="5400333" y="5644649"/>
                  </a:lnTo>
                  <a:lnTo>
                    <a:pt x="5341247" y="5682749"/>
                  </a:lnTo>
                  <a:lnTo>
                    <a:pt x="5307138" y="5619249"/>
                  </a:lnTo>
                  <a:lnTo>
                    <a:pt x="5366220" y="5593849"/>
                  </a:lnTo>
                  <a:close/>
                </a:path>
                <a:path w="6537959" h="5924550">
                  <a:moveTo>
                    <a:pt x="4429214" y="5606549"/>
                  </a:moveTo>
                  <a:lnTo>
                    <a:pt x="4457863" y="5657349"/>
                  </a:lnTo>
                  <a:lnTo>
                    <a:pt x="4408235" y="5682749"/>
                  </a:lnTo>
                  <a:lnTo>
                    <a:pt x="4379581" y="5631949"/>
                  </a:lnTo>
                  <a:lnTo>
                    <a:pt x="4429214" y="5606549"/>
                  </a:lnTo>
                  <a:close/>
                </a:path>
                <a:path w="6537959" h="5924550">
                  <a:moveTo>
                    <a:pt x="3492198" y="5619249"/>
                  </a:moveTo>
                  <a:lnTo>
                    <a:pt x="3515391" y="5657349"/>
                  </a:lnTo>
                  <a:lnTo>
                    <a:pt x="3475216" y="5682749"/>
                  </a:lnTo>
                  <a:lnTo>
                    <a:pt x="3452018" y="5631949"/>
                  </a:lnTo>
                  <a:lnTo>
                    <a:pt x="3492198" y="5619249"/>
                  </a:lnTo>
                  <a:close/>
                </a:path>
                <a:path w="6537959" h="5924550">
                  <a:moveTo>
                    <a:pt x="2295812" y="5644649"/>
                  </a:moveTo>
                  <a:lnTo>
                    <a:pt x="2312188" y="5670049"/>
                  </a:lnTo>
                  <a:lnTo>
                    <a:pt x="2283823" y="5682749"/>
                  </a:lnTo>
                  <a:lnTo>
                    <a:pt x="2267452" y="5657349"/>
                  </a:lnTo>
                  <a:lnTo>
                    <a:pt x="2295812" y="5644649"/>
                  </a:lnTo>
                  <a:close/>
                </a:path>
                <a:path w="6537959" h="5924550">
                  <a:moveTo>
                    <a:pt x="1358791" y="5657349"/>
                  </a:moveTo>
                  <a:lnTo>
                    <a:pt x="1369707" y="5670049"/>
                  </a:lnTo>
                  <a:lnTo>
                    <a:pt x="1350800" y="5682749"/>
                  </a:lnTo>
                  <a:lnTo>
                    <a:pt x="1339884" y="5670049"/>
                  </a:lnTo>
                  <a:lnTo>
                    <a:pt x="1358791" y="5657349"/>
                  </a:lnTo>
                  <a:close/>
                </a:path>
                <a:path w="6537959" h="5924550">
                  <a:moveTo>
                    <a:pt x="6537666" y="5581149"/>
                  </a:moveTo>
                  <a:lnTo>
                    <a:pt x="6537666" y="5670049"/>
                  </a:lnTo>
                  <a:lnTo>
                    <a:pt x="6532632" y="5670049"/>
                  </a:lnTo>
                  <a:lnTo>
                    <a:pt x="6491696" y="5606549"/>
                  </a:lnTo>
                  <a:lnTo>
                    <a:pt x="6537666" y="5581149"/>
                  </a:lnTo>
                  <a:close/>
                </a:path>
                <a:path w="6537959" h="5924550">
                  <a:moveTo>
                    <a:pt x="5625583" y="5568449"/>
                  </a:moveTo>
                  <a:lnTo>
                    <a:pt x="5661059" y="5631949"/>
                  </a:lnTo>
                  <a:lnTo>
                    <a:pt x="5599611" y="5670049"/>
                  </a:lnTo>
                  <a:lnTo>
                    <a:pt x="5564136" y="5606549"/>
                  </a:lnTo>
                  <a:lnTo>
                    <a:pt x="5625583" y="5568449"/>
                  </a:lnTo>
                  <a:close/>
                </a:path>
                <a:path w="6537959" h="5924550">
                  <a:moveTo>
                    <a:pt x="4688572" y="5581149"/>
                  </a:moveTo>
                  <a:lnTo>
                    <a:pt x="4718592" y="5631949"/>
                  </a:lnTo>
                  <a:lnTo>
                    <a:pt x="4666598" y="5670049"/>
                  </a:lnTo>
                  <a:lnTo>
                    <a:pt x="4636578" y="5619249"/>
                  </a:lnTo>
                  <a:lnTo>
                    <a:pt x="4688572" y="5581149"/>
                  </a:lnTo>
                  <a:close/>
                </a:path>
                <a:path w="6537959" h="5924550">
                  <a:moveTo>
                    <a:pt x="3751559" y="5593849"/>
                  </a:moveTo>
                  <a:lnTo>
                    <a:pt x="3776119" y="5644649"/>
                  </a:lnTo>
                  <a:lnTo>
                    <a:pt x="3733578" y="5670049"/>
                  </a:lnTo>
                  <a:lnTo>
                    <a:pt x="3709019" y="5619249"/>
                  </a:lnTo>
                  <a:lnTo>
                    <a:pt x="3751559" y="5593849"/>
                  </a:lnTo>
                  <a:close/>
                </a:path>
                <a:path w="6537959" h="5924550">
                  <a:moveTo>
                    <a:pt x="2555174" y="5631949"/>
                  </a:moveTo>
                  <a:lnTo>
                    <a:pt x="2572912" y="5657349"/>
                  </a:lnTo>
                  <a:lnTo>
                    <a:pt x="2542191" y="5670049"/>
                  </a:lnTo>
                  <a:lnTo>
                    <a:pt x="2524453" y="5644649"/>
                  </a:lnTo>
                  <a:lnTo>
                    <a:pt x="2555174" y="5631949"/>
                  </a:lnTo>
                  <a:close/>
                </a:path>
                <a:path w="6537959" h="5924550">
                  <a:moveTo>
                    <a:pt x="1618159" y="5631949"/>
                  </a:moveTo>
                  <a:lnTo>
                    <a:pt x="1630436" y="5657349"/>
                  </a:lnTo>
                  <a:lnTo>
                    <a:pt x="1609169" y="5670049"/>
                  </a:lnTo>
                  <a:lnTo>
                    <a:pt x="1596887" y="5644649"/>
                  </a:lnTo>
                  <a:lnTo>
                    <a:pt x="1618159" y="5631949"/>
                  </a:lnTo>
                  <a:close/>
                </a:path>
                <a:path w="6537959" h="5924550">
                  <a:moveTo>
                    <a:pt x="5884947" y="5555749"/>
                  </a:moveTo>
                  <a:lnTo>
                    <a:pt x="5921785" y="5619249"/>
                  </a:lnTo>
                  <a:lnTo>
                    <a:pt x="5857976" y="5657349"/>
                  </a:lnTo>
                  <a:lnTo>
                    <a:pt x="5821139" y="5593849"/>
                  </a:lnTo>
                  <a:lnTo>
                    <a:pt x="5884947" y="5555749"/>
                  </a:lnTo>
                  <a:close/>
                </a:path>
                <a:path w="6537959" h="5924550">
                  <a:moveTo>
                    <a:pt x="4947931" y="5568449"/>
                  </a:moveTo>
                  <a:lnTo>
                    <a:pt x="4979313" y="5619249"/>
                  </a:lnTo>
                  <a:lnTo>
                    <a:pt x="4924962" y="5657349"/>
                  </a:lnTo>
                  <a:lnTo>
                    <a:pt x="4893581" y="5593849"/>
                  </a:lnTo>
                  <a:lnTo>
                    <a:pt x="4947931" y="5568449"/>
                  </a:lnTo>
                  <a:close/>
                </a:path>
                <a:path w="6537959" h="5924550">
                  <a:moveTo>
                    <a:pt x="2814540" y="5606549"/>
                  </a:moveTo>
                  <a:lnTo>
                    <a:pt x="2833644" y="5644649"/>
                  </a:lnTo>
                  <a:lnTo>
                    <a:pt x="2800557" y="5657349"/>
                  </a:lnTo>
                  <a:lnTo>
                    <a:pt x="2781453" y="5631949"/>
                  </a:lnTo>
                  <a:lnTo>
                    <a:pt x="2814540" y="5606549"/>
                  </a:lnTo>
                  <a:close/>
                </a:path>
                <a:path w="6537959" h="5924550">
                  <a:moveTo>
                    <a:pt x="1877521" y="5619249"/>
                  </a:moveTo>
                  <a:lnTo>
                    <a:pt x="1891164" y="5644649"/>
                  </a:lnTo>
                  <a:lnTo>
                    <a:pt x="1867535" y="5657349"/>
                  </a:lnTo>
                  <a:lnTo>
                    <a:pt x="1853892" y="5631949"/>
                  </a:lnTo>
                  <a:lnTo>
                    <a:pt x="1877521" y="5619249"/>
                  </a:lnTo>
                  <a:close/>
                </a:path>
                <a:path w="6537959" h="5924550">
                  <a:moveTo>
                    <a:pt x="6144390" y="5543049"/>
                  </a:moveTo>
                  <a:lnTo>
                    <a:pt x="6182823" y="5606549"/>
                  </a:lnTo>
                  <a:lnTo>
                    <a:pt x="6116254" y="5644649"/>
                  </a:lnTo>
                  <a:lnTo>
                    <a:pt x="6077822" y="5581149"/>
                  </a:lnTo>
                  <a:lnTo>
                    <a:pt x="6144390" y="5543049"/>
                  </a:lnTo>
                  <a:close/>
                </a:path>
                <a:path w="6537959" h="5924550">
                  <a:moveTo>
                    <a:pt x="5207377" y="5555749"/>
                  </a:moveTo>
                  <a:lnTo>
                    <a:pt x="5240354" y="5606549"/>
                  </a:lnTo>
                  <a:lnTo>
                    <a:pt x="5183239" y="5644649"/>
                  </a:lnTo>
                  <a:lnTo>
                    <a:pt x="5150262" y="5581149"/>
                  </a:lnTo>
                  <a:lnTo>
                    <a:pt x="5207377" y="5555749"/>
                  </a:lnTo>
                  <a:close/>
                </a:path>
                <a:path w="6537959" h="5924550">
                  <a:moveTo>
                    <a:pt x="4010920" y="5581149"/>
                  </a:moveTo>
                  <a:lnTo>
                    <a:pt x="4036846" y="5619249"/>
                  </a:lnTo>
                  <a:lnTo>
                    <a:pt x="3991945" y="5644649"/>
                  </a:lnTo>
                  <a:lnTo>
                    <a:pt x="3966019" y="5606549"/>
                  </a:lnTo>
                  <a:lnTo>
                    <a:pt x="4010920" y="5581149"/>
                  </a:lnTo>
                  <a:close/>
                </a:path>
                <a:path w="6537959" h="5924550">
                  <a:moveTo>
                    <a:pt x="3073906" y="5593849"/>
                  </a:moveTo>
                  <a:lnTo>
                    <a:pt x="3094371" y="5631949"/>
                  </a:lnTo>
                  <a:lnTo>
                    <a:pt x="3058923" y="5644649"/>
                  </a:lnTo>
                  <a:lnTo>
                    <a:pt x="3038458" y="5606549"/>
                  </a:lnTo>
                  <a:lnTo>
                    <a:pt x="3073906" y="5593849"/>
                  </a:lnTo>
                  <a:close/>
                </a:path>
                <a:path w="6537959" h="5924550">
                  <a:moveTo>
                    <a:pt x="2136969" y="5606549"/>
                  </a:moveTo>
                  <a:lnTo>
                    <a:pt x="2152204" y="5631949"/>
                  </a:lnTo>
                  <a:lnTo>
                    <a:pt x="2125819" y="5644649"/>
                  </a:lnTo>
                  <a:lnTo>
                    <a:pt x="2110580" y="5619249"/>
                  </a:lnTo>
                  <a:lnTo>
                    <a:pt x="2136969" y="5606549"/>
                  </a:lnTo>
                  <a:close/>
                </a:path>
                <a:path w="6537959" h="5924550">
                  <a:moveTo>
                    <a:pt x="1183017" y="5619249"/>
                  </a:moveTo>
                  <a:lnTo>
                    <a:pt x="1199948" y="5619249"/>
                  </a:lnTo>
                  <a:lnTo>
                    <a:pt x="1209727" y="5631949"/>
                  </a:lnTo>
                  <a:lnTo>
                    <a:pt x="1192796" y="5644649"/>
                  </a:lnTo>
                  <a:lnTo>
                    <a:pt x="1183017" y="5619249"/>
                  </a:lnTo>
                  <a:close/>
                </a:path>
                <a:path w="6537959" h="5924550">
                  <a:moveTo>
                    <a:pt x="6403667" y="5517649"/>
                  </a:moveTo>
                  <a:lnTo>
                    <a:pt x="6443237" y="5593849"/>
                  </a:lnTo>
                  <a:lnTo>
                    <a:pt x="6374702" y="5631949"/>
                  </a:lnTo>
                  <a:lnTo>
                    <a:pt x="6335137" y="5555749"/>
                  </a:lnTo>
                  <a:lnTo>
                    <a:pt x="6403667" y="5517649"/>
                  </a:lnTo>
                  <a:close/>
                </a:path>
                <a:path w="6537959" h="5924550">
                  <a:moveTo>
                    <a:pt x="5466654" y="5530349"/>
                  </a:moveTo>
                  <a:lnTo>
                    <a:pt x="5500768" y="5593849"/>
                  </a:lnTo>
                  <a:lnTo>
                    <a:pt x="5441686" y="5631949"/>
                  </a:lnTo>
                  <a:lnTo>
                    <a:pt x="5407577" y="5568449"/>
                  </a:lnTo>
                  <a:lnTo>
                    <a:pt x="5466654" y="5530349"/>
                  </a:lnTo>
                  <a:close/>
                </a:path>
                <a:path w="6537959" h="5924550">
                  <a:moveTo>
                    <a:pt x="4270371" y="5568449"/>
                  </a:moveTo>
                  <a:lnTo>
                    <a:pt x="4297883" y="5606549"/>
                  </a:lnTo>
                  <a:lnTo>
                    <a:pt x="4250222" y="5631949"/>
                  </a:lnTo>
                  <a:lnTo>
                    <a:pt x="4222710" y="5593849"/>
                  </a:lnTo>
                  <a:lnTo>
                    <a:pt x="4270371" y="5568449"/>
                  </a:lnTo>
                  <a:close/>
                </a:path>
                <a:path w="6537959" h="5924550">
                  <a:moveTo>
                    <a:pt x="3333272" y="5568449"/>
                  </a:moveTo>
                  <a:lnTo>
                    <a:pt x="3355099" y="5606549"/>
                  </a:lnTo>
                  <a:lnTo>
                    <a:pt x="3317286" y="5631949"/>
                  </a:lnTo>
                  <a:lnTo>
                    <a:pt x="3295459" y="5593849"/>
                  </a:lnTo>
                  <a:lnTo>
                    <a:pt x="3333272" y="5568449"/>
                  </a:lnTo>
                  <a:close/>
                </a:path>
                <a:path w="6537959" h="5924550">
                  <a:moveTo>
                    <a:pt x="2396334" y="5581149"/>
                  </a:moveTo>
                  <a:lnTo>
                    <a:pt x="2412930" y="5619249"/>
                  </a:lnTo>
                  <a:lnTo>
                    <a:pt x="2384180" y="5631949"/>
                  </a:lnTo>
                  <a:lnTo>
                    <a:pt x="2367584" y="5606549"/>
                  </a:lnTo>
                  <a:lnTo>
                    <a:pt x="2396334" y="5581149"/>
                  </a:lnTo>
                  <a:close/>
                </a:path>
                <a:path w="6537959" h="5924550">
                  <a:moveTo>
                    <a:pt x="1459320" y="5593849"/>
                  </a:moveTo>
                  <a:lnTo>
                    <a:pt x="1470460" y="5619249"/>
                  </a:lnTo>
                  <a:lnTo>
                    <a:pt x="1451159" y="5631949"/>
                  </a:lnTo>
                  <a:lnTo>
                    <a:pt x="1440019" y="5606549"/>
                  </a:lnTo>
                  <a:lnTo>
                    <a:pt x="1459320" y="5593849"/>
                  </a:lnTo>
                  <a:close/>
                </a:path>
                <a:path w="6537959" h="5924550">
                  <a:moveTo>
                    <a:pt x="5726100" y="5517649"/>
                  </a:moveTo>
                  <a:lnTo>
                    <a:pt x="5761805" y="5581149"/>
                  </a:lnTo>
                  <a:lnTo>
                    <a:pt x="5699968" y="5619249"/>
                  </a:lnTo>
                  <a:lnTo>
                    <a:pt x="5664263" y="5555749"/>
                  </a:lnTo>
                  <a:lnTo>
                    <a:pt x="5726100" y="5517649"/>
                  </a:lnTo>
                  <a:close/>
                </a:path>
                <a:path w="6537959" h="5924550">
                  <a:moveTo>
                    <a:pt x="4529731" y="5543049"/>
                  </a:moveTo>
                  <a:lnTo>
                    <a:pt x="4558609" y="5593849"/>
                  </a:lnTo>
                  <a:lnTo>
                    <a:pt x="4508587" y="5619249"/>
                  </a:lnTo>
                  <a:lnTo>
                    <a:pt x="4479708" y="5568449"/>
                  </a:lnTo>
                  <a:lnTo>
                    <a:pt x="4529731" y="5543049"/>
                  </a:lnTo>
                  <a:close/>
                </a:path>
                <a:path w="6537959" h="5924550">
                  <a:moveTo>
                    <a:pt x="3592716" y="5555749"/>
                  </a:moveTo>
                  <a:lnTo>
                    <a:pt x="3616139" y="5593849"/>
                  </a:lnTo>
                  <a:lnTo>
                    <a:pt x="3575570" y="5619249"/>
                  </a:lnTo>
                  <a:lnTo>
                    <a:pt x="3552147" y="5581149"/>
                  </a:lnTo>
                  <a:lnTo>
                    <a:pt x="3592716" y="5555749"/>
                  </a:lnTo>
                  <a:close/>
                </a:path>
                <a:path w="6537959" h="5924550">
                  <a:moveTo>
                    <a:pt x="2655701" y="5568449"/>
                  </a:moveTo>
                  <a:lnTo>
                    <a:pt x="2673668" y="5593849"/>
                  </a:lnTo>
                  <a:lnTo>
                    <a:pt x="2642548" y="5619249"/>
                  </a:lnTo>
                  <a:lnTo>
                    <a:pt x="2624580" y="5581149"/>
                  </a:lnTo>
                  <a:lnTo>
                    <a:pt x="2655701" y="5568449"/>
                  </a:lnTo>
                  <a:close/>
                </a:path>
                <a:path w="6537959" h="5924550">
                  <a:moveTo>
                    <a:pt x="1718681" y="5581149"/>
                  </a:moveTo>
                  <a:lnTo>
                    <a:pt x="1731188" y="5606549"/>
                  </a:lnTo>
                  <a:lnTo>
                    <a:pt x="1709526" y="5619249"/>
                  </a:lnTo>
                  <a:lnTo>
                    <a:pt x="1697019" y="5593849"/>
                  </a:lnTo>
                  <a:lnTo>
                    <a:pt x="1718681" y="5581149"/>
                  </a:lnTo>
                  <a:close/>
                </a:path>
                <a:path w="6537959" h="5924550">
                  <a:moveTo>
                    <a:pt x="4789089" y="5530349"/>
                  </a:moveTo>
                  <a:lnTo>
                    <a:pt x="4819333" y="5581149"/>
                  </a:lnTo>
                  <a:lnTo>
                    <a:pt x="4766950" y="5606549"/>
                  </a:lnTo>
                  <a:lnTo>
                    <a:pt x="4736705" y="5555749"/>
                  </a:lnTo>
                  <a:lnTo>
                    <a:pt x="4789089" y="5530349"/>
                  </a:lnTo>
                  <a:close/>
                </a:path>
                <a:path w="6537959" h="5924550">
                  <a:moveTo>
                    <a:pt x="3852082" y="5543049"/>
                  </a:moveTo>
                  <a:lnTo>
                    <a:pt x="3876866" y="5581149"/>
                  </a:lnTo>
                  <a:lnTo>
                    <a:pt x="3833936" y="5606549"/>
                  </a:lnTo>
                  <a:lnTo>
                    <a:pt x="3809147" y="5568449"/>
                  </a:lnTo>
                  <a:lnTo>
                    <a:pt x="3852082" y="5543049"/>
                  </a:lnTo>
                  <a:close/>
                </a:path>
                <a:path w="6537959" h="5924550">
                  <a:moveTo>
                    <a:pt x="2915062" y="5555749"/>
                  </a:moveTo>
                  <a:lnTo>
                    <a:pt x="2934390" y="5581149"/>
                  </a:lnTo>
                  <a:lnTo>
                    <a:pt x="2900909" y="5606549"/>
                  </a:lnTo>
                  <a:lnTo>
                    <a:pt x="2881580" y="5568449"/>
                  </a:lnTo>
                  <a:lnTo>
                    <a:pt x="2915062" y="5555749"/>
                  </a:lnTo>
                  <a:close/>
                </a:path>
                <a:path w="6537959" h="5924550">
                  <a:moveTo>
                    <a:pt x="5985465" y="5492249"/>
                  </a:moveTo>
                  <a:lnTo>
                    <a:pt x="6022531" y="5568449"/>
                  </a:lnTo>
                  <a:lnTo>
                    <a:pt x="5958328" y="5593849"/>
                  </a:lnTo>
                  <a:lnTo>
                    <a:pt x="5921262" y="5530349"/>
                  </a:lnTo>
                  <a:lnTo>
                    <a:pt x="5985465" y="5492249"/>
                  </a:lnTo>
                  <a:close/>
                </a:path>
                <a:path w="6537959" h="5924550">
                  <a:moveTo>
                    <a:pt x="5048453" y="5504949"/>
                  </a:moveTo>
                  <a:lnTo>
                    <a:pt x="5080063" y="5568449"/>
                  </a:lnTo>
                  <a:lnTo>
                    <a:pt x="5025314" y="5593849"/>
                  </a:lnTo>
                  <a:lnTo>
                    <a:pt x="4993703" y="5543049"/>
                  </a:lnTo>
                  <a:lnTo>
                    <a:pt x="5048453" y="5504949"/>
                  </a:lnTo>
                  <a:close/>
                </a:path>
                <a:path w="6537959" h="5924550">
                  <a:moveTo>
                    <a:pt x="4111447" y="5517649"/>
                  </a:moveTo>
                  <a:lnTo>
                    <a:pt x="4137597" y="5568449"/>
                  </a:lnTo>
                  <a:lnTo>
                    <a:pt x="4092297" y="5593849"/>
                  </a:lnTo>
                  <a:lnTo>
                    <a:pt x="4066146" y="5543049"/>
                  </a:lnTo>
                  <a:lnTo>
                    <a:pt x="4111447" y="5517649"/>
                  </a:lnTo>
                  <a:close/>
                </a:path>
                <a:path w="6537959" h="5924550">
                  <a:moveTo>
                    <a:pt x="3174429" y="5530349"/>
                  </a:moveTo>
                  <a:lnTo>
                    <a:pt x="3195124" y="5568449"/>
                  </a:lnTo>
                  <a:lnTo>
                    <a:pt x="3159277" y="5593849"/>
                  </a:lnTo>
                  <a:lnTo>
                    <a:pt x="3138582" y="5555749"/>
                  </a:lnTo>
                  <a:lnTo>
                    <a:pt x="3174429" y="5530349"/>
                  </a:lnTo>
                  <a:close/>
                </a:path>
                <a:path w="6537959" h="5924550">
                  <a:moveTo>
                    <a:pt x="1978043" y="5568449"/>
                  </a:moveTo>
                  <a:lnTo>
                    <a:pt x="1991916" y="5581149"/>
                  </a:lnTo>
                  <a:lnTo>
                    <a:pt x="1967888" y="5593849"/>
                  </a:lnTo>
                  <a:lnTo>
                    <a:pt x="1954015" y="5581149"/>
                  </a:lnTo>
                  <a:lnTo>
                    <a:pt x="1978043" y="5568449"/>
                  </a:lnTo>
                  <a:close/>
                </a:path>
                <a:path w="6537959" h="5924550">
                  <a:moveTo>
                    <a:pt x="1041026" y="5568449"/>
                  </a:moveTo>
                  <a:lnTo>
                    <a:pt x="1049439" y="5593849"/>
                  </a:lnTo>
                  <a:lnTo>
                    <a:pt x="1034864" y="5593849"/>
                  </a:lnTo>
                  <a:lnTo>
                    <a:pt x="1026452" y="5581149"/>
                  </a:lnTo>
                  <a:lnTo>
                    <a:pt x="1041026" y="5568449"/>
                  </a:lnTo>
                  <a:close/>
                </a:path>
                <a:path w="6537959" h="5924550">
                  <a:moveTo>
                    <a:pt x="6244825" y="5479549"/>
                  </a:moveTo>
                  <a:lnTo>
                    <a:pt x="6283257" y="5543049"/>
                  </a:lnTo>
                  <a:lnTo>
                    <a:pt x="6216694" y="5581149"/>
                  </a:lnTo>
                  <a:lnTo>
                    <a:pt x="6178261" y="5517649"/>
                  </a:lnTo>
                  <a:lnTo>
                    <a:pt x="6244825" y="5479549"/>
                  </a:lnTo>
                  <a:close/>
                </a:path>
                <a:path w="6537959" h="5924550">
                  <a:moveTo>
                    <a:pt x="5307816" y="5492249"/>
                  </a:moveTo>
                  <a:lnTo>
                    <a:pt x="5340789" y="5555749"/>
                  </a:lnTo>
                  <a:lnTo>
                    <a:pt x="5283678" y="5581149"/>
                  </a:lnTo>
                  <a:lnTo>
                    <a:pt x="5250701" y="5530349"/>
                  </a:lnTo>
                  <a:lnTo>
                    <a:pt x="5307816" y="5492249"/>
                  </a:lnTo>
                  <a:close/>
                </a:path>
                <a:path w="6537959" h="5924550">
                  <a:moveTo>
                    <a:pt x="4370889" y="5504949"/>
                  </a:moveTo>
                  <a:lnTo>
                    <a:pt x="4398630" y="5555749"/>
                  </a:lnTo>
                  <a:lnTo>
                    <a:pt x="4350584" y="5581149"/>
                  </a:lnTo>
                  <a:lnTo>
                    <a:pt x="4322838" y="5530349"/>
                  </a:lnTo>
                  <a:lnTo>
                    <a:pt x="4370889" y="5504949"/>
                  </a:lnTo>
                  <a:close/>
                </a:path>
                <a:path w="6537959" h="5924550">
                  <a:moveTo>
                    <a:pt x="3433790" y="5517649"/>
                  </a:moveTo>
                  <a:lnTo>
                    <a:pt x="3455851" y="5555749"/>
                  </a:lnTo>
                  <a:lnTo>
                    <a:pt x="3417643" y="5581149"/>
                  </a:lnTo>
                  <a:lnTo>
                    <a:pt x="3395582" y="5543049"/>
                  </a:lnTo>
                  <a:lnTo>
                    <a:pt x="3433790" y="5517649"/>
                  </a:lnTo>
                  <a:close/>
                </a:path>
                <a:path w="6537959" h="5924550">
                  <a:moveTo>
                    <a:pt x="2237496" y="5543049"/>
                  </a:moveTo>
                  <a:lnTo>
                    <a:pt x="2252960" y="5568449"/>
                  </a:lnTo>
                  <a:lnTo>
                    <a:pt x="2226172" y="5581149"/>
                  </a:lnTo>
                  <a:lnTo>
                    <a:pt x="2210708" y="5555749"/>
                  </a:lnTo>
                  <a:lnTo>
                    <a:pt x="2237496" y="5543049"/>
                  </a:lnTo>
                  <a:close/>
                </a:path>
                <a:path w="6537959" h="5924550">
                  <a:moveTo>
                    <a:pt x="1300388" y="5555749"/>
                  </a:moveTo>
                  <a:lnTo>
                    <a:pt x="1310167" y="5568449"/>
                  </a:lnTo>
                  <a:lnTo>
                    <a:pt x="1293232" y="5581149"/>
                  </a:lnTo>
                  <a:lnTo>
                    <a:pt x="1283453" y="5568449"/>
                  </a:lnTo>
                  <a:lnTo>
                    <a:pt x="1300388" y="5555749"/>
                  </a:lnTo>
                  <a:close/>
                </a:path>
                <a:path w="6537959" h="5924550">
                  <a:moveTo>
                    <a:pt x="6504189" y="5466849"/>
                  </a:moveTo>
                  <a:lnTo>
                    <a:pt x="6537666" y="5517649"/>
                  </a:lnTo>
                  <a:lnTo>
                    <a:pt x="6537666" y="5530349"/>
                  </a:lnTo>
                  <a:lnTo>
                    <a:pt x="6475059" y="5568449"/>
                  </a:lnTo>
                  <a:lnTo>
                    <a:pt x="6435260" y="5504949"/>
                  </a:lnTo>
                  <a:lnTo>
                    <a:pt x="6504189" y="5466849"/>
                  </a:lnTo>
                  <a:close/>
                </a:path>
                <a:path w="6537959" h="5924550">
                  <a:moveTo>
                    <a:pt x="5567180" y="5479549"/>
                  </a:moveTo>
                  <a:lnTo>
                    <a:pt x="5601514" y="5530349"/>
                  </a:lnTo>
                  <a:lnTo>
                    <a:pt x="5542038" y="5568449"/>
                  </a:lnTo>
                  <a:lnTo>
                    <a:pt x="5507704" y="5504949"/>
                  </a:lnTo>
                  <a:lnTo>
                    <a:pt x="5567180" y="5479549"/>
                  </a:lnTo>
                  <a:close/>
                </a:path>
                <a:path w="6537959" h="5924550">
                  <a:moveTo>
                    <a:pt x="4630169" y="5492249"/>
                  </a:moveTo>
                  <a:lnTo>
                    <a:pt x="4659047" y="5543049"/>
                  </a:lnTo>
                  <a:lnTo>
                    <a:pt x="4609025" y="5568449"/>
                  </a:lnTo>
                  <a:lnTo>
                    <a:pt x="4580146" y="5517649"/>
                  </a:lnTo>
                  <a:lnTo>
                    <a:pt x="4630169" y="5492249"/>
                  </a:lnTo>
                  <a:close/>
                </a:path>
                <a:path w="6537959" h="5924550">
                  <a:moveTo>
                    <a:pt x="3693238" y="5492249"/>
                  </a:moveTo>
                  <a:lnTo>
                    <a:pt x="3716890" y="5543049"/>
                  </a:lnTo>
                  <a:lnTo>
                    <a:pt x="3675927" y="5568449"/>
                  </a:lnTo>
                  <a:lnTo>
                    <a:pt x="3652280" y="5517649"/>
                  </a:lnTo>
                  <a:lnTo>
                    <a:pt x="3693238" y="5492249"/>
                  </a:lnTo>
                  <a:close/>
                </a:path>
                <a:path w="6537959" h="5924550">
                  <a:moveTo>
                    <a:pt x="2496775" y="5530349"/>
                  </a:moveTo>
                  <a:lnTo>
                    <a:pt x="2513372" y="5555749"/>
                  </a:lnTo>
                  <a:lnTo>
                    <a:pt x="2484617" y="5568449"/>
                  </a:lnTo>
                  <a:lnTo>
                    <a:pt x="2468021" y="5543049"/>
                  </a:lnTo>
                  <a:lnTo>
                    <a:pt x="2496775" y="5530349"/>
                  </a:lnTo>
                  <a:close/>
                </a:path>
                <a:path w="6537959" h="5924550">
                  <a:moveTo>
                    <a:pt x="1559756" y="5543049"/>
                  </a:moveTo>
                  <a:lnTo>
                    <a:pt x="1570896" y="5555749"/>
                  </a:lnTo>
                  <a:lnTo>
                    <a:pt x="1551595" y="5568449"/>
                  </a:lnTo>
                  <a:lnTo>
                    <a:pt x="1540455" y="5555749"/>
                  </a:lnTo>
                  <a:lnTo>
                    <a:pt x="1559756" y="5543049"/>
                  </a:lnTo>
                  <a:close/>
                </a:path>
                <a:path w="6537959" h="5924550">
                  <a:moveTo>
                    <a:pt x="5826622" y="5454149"/>
                  </a:moveTo>
                  <a:lnTo>
                    <a:pt x="5862552" y="5517649"/>
                  </a:lnTo>
                  <a:lnTo>
                    <a:pt x="5800320" y="5555749"/>
                  </a:lnTo>
                  <a:lnTo>
                    <a:pt x="5764391" y="5492249"/>
                  </a:lnTo>
                  <a:lnTo>
                    <a:pt x="5826622" y="5454149"/>
                  </a:lnTo>
                  <a:close/>
                </a:path>
                <a:path w="6537959" h="5924550">
                  <a:moveTo>
                    <a:pt x="4889528" y="5466849"/>
                  </a:moveTo>
                  <a:lnTo>
                    <a:pt x="4919773" y="5517649"/>
                  </a:lnTo>
                  <a:lnTo>
                    <a:pt x="4867389" y="5555749"/>
                  </a:lnTo>
                  <a:lnTo>
                    <a:pt x="4837144" y="5504949"/>
                  </a:lnTo>
                  <a:lnTo>
                    <a:pt x="4889528" y="5466849"/>
                  </a:lnTo>
                  <a:close/>
                </a:path>
                <a:path w="6537959" h="5924550">
                  <a:moveTo>
                    <a:pt x="2756219" y="5504949"/>
                  </a:moveTo>
                  <a:lnTo>
                    <a:pt x="2774411" y="5543049"/>
                  </a:lnTo>
                  <a:lnTo>
                    <a:pt x="2742906" y="5555749"/>
                  </a:lnTo>
                  <a:lnTo>
                    <a:pt x="2724714" y="5530349"/>
                  </a:lnTo>
                  <a:lnTo>
                    <a:pt x="2756219" y="5504949"/>
                  </a:lnTo>
                  <a:close/>
                </a:path>
                <a:path w="6537959" h="5924550">
                  <a:moveTo>
                    <a:pt x="1819205" y="5517649"/>
                  </a:moveTo>
                  <a:lnTo>
                    <a:pt x="1831936" y="5543049"/>
                  </a:lnTo>
                  <a:lnTo>
                    <a:pt x="1809879" y="5555749"/>
                  </a:lnTo>
                  <a:lnTo>
                    <a:pt x="1797148" y="5530349"/>
                  </a:lnTo>
                  <a:lnTo>
                    <a:pt x="1819205" y="5517649"/>
                  </a:lnTo>
                  <a:close/>
                </a:path>
                <a:path w="6537959" h="5924550">
                  <a:moveTo>
                    <a:pt x="6085987" y="5441449"/>
                  </a:moveTo>
                  <a:lnTo>
                    <a:pt x="6123282" y="5504949"/>
                  </a:lnTo>
                  <a:lnTo>
                    <a:pt x="6058685" y="5543049"/>
                  </a:lnTo>
                  <a:lnTo>
                    <a:pt x="6021390" y="5479549"/>
                  </a:lnTo>
                  <a:lnTo>
                    <a:pt x="6085987" y="5441449"/>
                  </a:lnTo>
                  <a:close/>
                </a:path>
                <a:path w="6537959" h="5924550">
                  <a:moveTo>
                    <a:pt x="5148974" y="5454149"/>
                  </a:moveTo>
                  <a:lnTo>
                    <a:pt x="5180809" y="5504949"/>
                  </a:lnTo>
                  <a:lnTo>
                    <a:pt x="5125666" y="5543049"/>
                  </a:lnTo>
                  <a:lnTo>
                    <a:pt x="5093830" y="5479549"/>
                  </a:lnTo>
                  <a:lnTo>
                    <a:pt x="5148974" y="5454149"/>
                  </a:lnTo>
                  <a:close/>
                </a:path>
                <a:path w="6537959" h="5924550">
                  <a:moveTo>
                    <a:pt x="3952604" y="5479549"/>
                  </a:moveTo>
                  <a:lnTo>
                    <a:pt x="3977618" y="5530349"/>
                  </a:lnTo>
                  <a:lnTo>
                    <a:pt x="3934289" y="5543049"/>
                  </a:lnTo>
                  <a:lnTo>
                    <a:pt x="3909275" y="5504949"/>
                  </a:lnTo>
                  <a:lnTo>
                    <a:pt x="3952604" y="5479549"/>
                  </a:lnTo>
                  <a:close/>
                </a:path>
                <a:path w="6537959" h="5924550">
                  <a:moveTo>
                    <a:pt x="3015498" y="5492249"/>
                  </a:moveTo>
                  <a:lnTo>
                    <a:pt x="3034827" y="5530349"/>
                  </a:lnTo>
                  <a:lnTo>
                    <a:pt x="3001350" y="5543049"/>
                  </a:lnTo>
                  <a:lnTo>
                    <a:pt x="2982021" y="5517649"/>
                  </a:lnTo>
                  <a:lnTo>
                    <a:pt x="3015498" y="5492249"/>
                  </a:lnTo>
                  <a:close/>
                </a:path>
                <a:path w="6537959" h="5924550">
                  <a:moveTo>
                    <a:pt x="2078566" y="5504949"/>
                  </a:moveTo>
                  <a:lnTo>
                    <a:pt x="2092663" y="5530349"/>
                  </a:lnTo>
                  <a:lnTo>
                    <a:pt x="2068246" y="5543049"/>
                  </a:lnTo>
                  <a:lnTo>
                    <a:pt x="2054148" y="5517649"/>
                  </a:lnTo>
                  <a:lnTo>
                    <a:pt x="2078566" y="5504949"/>
                  </a:lnTo>
                  <a:close/>
                </a:path>
                <a:path w="6537959" h="5924550">
                  <a:moveTo>
                    <a:pt x="1141545" y="5517649"/>
                  </a:moveTo>
                  <a:lnTo>
                    <a:pt x="1150186" y="5530349"/>
                  </a:lnTo>
                  <a:lnTo>
                    <a:pt x="1135222" y="5543049"/>
                  </a:lnTo>
                  <a:lnTo>
                    <a:pt x="1126581" y="5530349"/>
                  </a:lnTo>
                  <a:lnTo>
                    <a:pt x="1141545" y="5517649"/>
                  </a:lnTo>
                  <a:close/>
                </a:path>
                <a:path w="6537959" h="5924550">
                  <a:moveTo>
                    <a:pt x="6345347" y="5428749"/>
                  </a:moveTo>
                  <a:lnTo>
                    <a:pt x="6384009" y="5492249"/>
                  </a:lnTo>
                  <a:lnTo>
                    <a:pt x="6317046" y="5530349"/>
                  </a:lnTo>
                  <a:lnTo>
                    <a:pt x="6278389" y="5466849"/>
                  </a:lnTo>
                  <a:lnTo>
                    <a:pt x="6345347" y="5428749"/>
                  </a:lnTo>
                  <a:close/>
                </a:path>
                <a:path w="6537959" h="5924550">
                  <a:moveTo>
                    <a:pt x="5408338" y="5428749"/>
                  </a:moveTo>
                  <a:lnTo>
                    <a:pt x="5441535" y="5492249"/>
                  </a:lnTo>
                  <a:lnTo>
                    <a:pt x="5384030" y="5530349"/>
                  </a:lnTo>
                  <a:lnTo>
                    <a:pt x="5350828" y="5466849"/>
                  </a:lnTo>
                  <a:lnTo>
                    <a:pt x="5408338" y="5428749"/>
                  </a:lnTo>
                  <a:close/>
                </a:path>
                <a:path w="6537959" h="5924550">
                  <a:moveTo>
                    <a:pt x="4211963" y="5466849"/>
                  </a:moveTo>
                  <a:lnTo>
                    <a:pt x="4238343" y="5504949"/>
                  </a:lnTo>
                  <a:lnTo>
                    <a:pt x="4192653" y="5530349"/>
                  </a:lnTo>
                  <a:lnTo>
                    <a:pt x="4166273" y="5492249"/>
                  </a:lnTo>
                  <a:lnTo>
                    <a:pt x="4211963" y="5466849"/>
                  </a:lnTo>
                  <a:close/>
                </a:path>
                <a:path w="6537959" h="5924550">
                  <a:moveTo>
                    <a:pt x="3274947" y="5479549"/>
                  </a:moveTo>
                  <a:lnTo>
                    <a:pt x="3295871" y="5504949"/>
                  </a:lnTo>
                  <a:lnTo>
                    <a:pt x="3259630" y="5530349"/>
                  </a:lnTo>
                  <a:lnTo>
                    <a:pt x="3238710" y="5492249"/>
                  </a:lnTo>
                  <a:lnTo>
                    <a:pt x="3274947" y="5479549"/>
                  </a:lnTo>
                  <a:close/>
                </a:path>
                <a:path w="6537959" h="5924550">
                  <a:moveTo>
                    <a:pt x="2337931" y="5492249"/>
                  </a:moveTo>
                  <a:lnTo>
                    <a:pt x="2353395" y="5517649"/>
                  </a:lnTo>
                  <a:lnTo>
                    <a:pt x="2326612" y="5530349"/>
                  </a:lnTo>
                  <a:lnTo>
                    <a:pt x="2311148" y="5504949"/>
                  </a:lnTo>
                  <a:lnTo>
                    <a:pt x="2337931" y="5492249"/>
                  </a:lnTo>
                  <a:close/>
                </a:path>
                <a:path w="6537959" h="5924550">
                  <a:moveTo>
                    <a:pt x="1400912" y="5492249"/>
                  </a:moveTo>
                  <a:lnTo>
                    <a:pt x="1410920" y="5517649"/>
                  </a:lnTo>
                  <a:lnTo>
                    <a:pt x="1393590" y="5530349"/>
                  </a:lnTo>
                  <a:lnTo>
                    <a:pt x="1383582" y="5504949"/>
                  </a:lnTo>
                  <a:lnTo>
                    <a:pt x="1400912" y="5492249"/>
                  </a:lnTo>
                  <a:close/>
                </a:path>
                <a:path w="6537959" h="5924550">
                  <a:moveTo>
                    <a:pt x="4471327" y="5441449"/>
                  </a:moveTo>
                  <a:lnTo>
                    <a:pt x="4499069" y="5492249"/>
                  </a:lnTo>
                  <a:lnTo>
                    <a:pt x="4451017" y="5517649"/>
                  </a:lnTo>
                  <a:lnTo>
                    <a:pt x="4423271" y="5479549"/>
                  </a:lnTo>
                  <a:lnTo>
                    <a:pt x="4471327" y="5441449"/>
                  </a:lnTo>
                  <a:close/>
                </a:path>
                <a:path w="6537959" h="5924550">
                  <a:moveTo>
                    <a:pt x="3534313" y="5454149"/>
                  </a:moveTo>
                  <a:lnTo>
                    <a:pt x="3556599" y="5492249"/>
                  </a:lnTo>
                  <a:lnTo>
                    <a:pt x="3517996" y="5517649"/>
                  </a:lnTo>
                  <a:lnTo>
                    <a:pt x="3495715" y="5479549"/>
                  </a:lnTo>
                  <a:lnTo>
                    <a:pt x="3534313" y="5454149"/>
                  </a:lnTo>
                  <a:close/>
                </a:path>
                <a:path w="6537959" h="5924550">
                  <a:moveTo>
                    <a:pt x="2597293" y="5466849"/>
                  </a:moveTo>
                  <a:lnTo>
                    <a:pt x="2614118" y="5492249"/>
                  </a:lnTo>
                  <a:lnTo>
                    <a:pt x="2584974" y="5517649"/>
                  </a:lnTo>
                  <a:lnTo>
                    <a:pt x="2568144" y="5492249"/>
                  </a:lnTo>
                  <a:lnTo>
                    <a:pt x="2597293" y="5466849"/>
                  </a:lnTo>
                  <a:close/>
                </a:path>
                <a:path w="6537959" h="5924550">
                  <a:moveTo>
                    <a:pt x="1660278" y="5479549"/>
                  </a:moveTo>
                  <a:lnTo>
                    <a:pt x="1671648" y="5504949"/>
                  </a:lnTo>
                  <a:lnTo>
                    <a:pt x="1651953" y="5517649"/>
                  </a:lnTo>
                  <a:lnTo>
                    <a:pt x="1640583" y="5492249"/>
                  </a:lnTo>
                  <a:lnTo>
                    <a:pt x="1660278" y="5479549"/>
                  </a:lnTo>
                  <a:close/>
                </a:path>
                <a:path w="6537959" h="5924550">
                  <a:moveTo>
                    <a:pt x="5667697" y="5416049"/>
                  </a:moveTo>
                  <a:lnTo>
                    <a:pt x="5702265" y="5479549"/>
                  </a:lnTo>
                  <a:lnTo>
                    <a:pt x="5642395" y="5504949"/>
                  </a:lnTo>
                  <a:lnTo>
                    <a:pt x="5607827" y="5454149"/>
                  </a:lnTo>
                  <a:lnTo>
                    <a:pt x="5667697" y="5416049"/>
                  </a:lnTo>
                  <a:close/>
                </a:path>
                <a:path w="6537959" h="5924550">
                  <a:moveTo>
                    <a:pt x="4730685" y="5428749"/>
                  </a:moveTo>
                  <a:lnTo>
                    <a:pt x="4759793" y="5479549"/>
                  </a:lnTo>
                  <a:lnTo>
                    <a:pt x="4709376" y="5504949"/>
                  </a:lnTo>
                  <a:lnTo>
                    <a:pt x="4680268" y="5454149"/>
                  </a:lnTo>
                  <a:lnTo>
                    <a:pt x="4730685" y="5428749"/>
                  </a:lnTo>
                  <a:close/>
                </a:path>
                <a:path w="6537959" h="5924550">
                  <a:moveTo>
                    <a:pt x="3793674" y="5441449"/>
                  </a:moveTo>
                  <a:lnTo>
                    <a:pt x="3817326" y="5479549"/>
                  </a:lnTo>
                  <a:lnTo>
                    <a:pt x="3776363" y="5504949"/>
                  </a:lnTo>
                  <a:lnTo>
                    <a:pt x="3752715" y="5466849"/>
                  </a:lnTo>
                  <a:lnTo>
                    <a:pt x="3793674" y="5441449"/>
                  </a:lnTo>
                  <a:close/>
                </a:path>
                <a:path w="6537959" h="5924550">
                  <a:moveTo>
                    <a:pt x="2856659" y="5454149"/>
                  </a:moveTo>
                  <a:lnTo>
                    <a:pt x="2874850" y="5479549"/>
                  </a:lnTo>
                  <a:lnTo>
                    <a:pt x="2843340" y="5504949"/>
                  </a:lnTo>
                  <a:lnTo>
                    <a:pt x="2825148" y="5466849"/>
                  </a:lnTo>
                  <a:lnTo>
                    <a:pt x="2856659" y="5454149"/>
                  </a:lnTo>
                  <a:close/>
                </a:path>
                <a:path w="6537959" h="5924550">
                  <a:moveTo>
                    <a:pt x="5927144" y="5403349"/>
                  </a:moveTo>
                  <a:lnTo>
                    <a:pt x="5963303" y="5466849"/>
                  </a:lnTo>
                  <a:lnTo>
                    <a:pt x="5900672" y="5492249"/>
                  </a:lnTo>
                  <a:lnTo>
                    <a:pt x="5864518" y="5441449"/>
                  </a:lnTo>
                  <a:lnTo>
                    <a:pt x="5927144" y="5403349"/>
                  </a:lnTo>
                  <a:close/>
                </a:path>
                <a:path w="6537959" h="5924550">
                  <a:moveTo>
                    <a:pt x="4990049" y="5416049"/>
                  </a:moveTo>
                  <a:lnTo>
                    <a:pt x="5020519" y="5466849"/>
                  </a:lnTo>
                  <a:lnTo>
                    <a:pt x="4967741" y="5492249"/>
                  </a:lnTo>
                  <a:lnTo>
                    <a:pt x="4937271" y="5441449"/>
                  </a:lnTo>
                  <a:lnTo>
                    <a:pt x="4990049" y="5416049"/>
                  </a:lnTo>
                  <a:close/>
                </a:path>
                <a:path w="6537959" h="5924550">
                  <a:moveTo>
                    <a:pt x="4053044" y="5428749"/>
                  </a:moveTo>
                  <a:lnTo>
                    <a:pt x="4078057" y="5466849"/>
                  </a:lnTo>
                  <a:lnTo>
                    <a:pt x="4034728" y="5492249"/>
                  </a:lnTo>
                  <a:lnTo>
                    <a:pt x="4009715" y="5441449"/>
                  </a:lnTo>
                  <a:lnTo>
                    <a:pt x="4053044" y="5428749"/>
                  </a:lnTo>
                  <a:close/>
                </a:path>
                <a:path w="6537959" h="5924550">
                  <a:moveTo>
                    <a:pt x="3116026" y="5428749"/>
                  </a:moveTo>
                  <a:lnTo>
                    <a:pt x="3135584" y="5466849"/>
                  </a:lnTo>
                  <a:lnTo>
                    <a:pt x="3101708" y="5492249"/>
                  </a:lnTo>
                  <a:lnTo>
                    <a:pt x="3082150" y="5454149"/>
                  </a:lnTo>
                  <a:lnTo>
                    <a:pt x="3116026" y="5428749"/>
                  </a:lnTo>
                  <a:close/>
                </a:path>
                <a:path w="6537959" h="5924550">
                  <a:moveTo>
                    <a:pt x="1919722" y="5466849"/>
                  </a:moveTo>
                  <a:lnTo>
                    <a:pt x="1932683" y="5479549"/>
                  </a:lnTo>
                  <a:lnTo>
                    <a:pt x="1910232" y="5492249"/>
                  </a:lnTo>
                  <a:lnTo>
                    <a:pt x="1897272" y="5479549"/>
                  </a:lnTo>
                  <a:lnTo>
                    <a:pt x="1919722" y="5466849"/>
                  </a:lnTo>
                  <a:close/>
                </a:path>
                <a:path w="6537959" h="5924550">
                  <a:moveTo>
                    <a:pt x="6186422" y="5377949"/>
                  </a:moveTo>
                  <a:lnTo>
                    <a:pt x="6223717" y="5441449"/>
                  </a:lnTo>
                  <a:lnTo>
                    <a:pt x="6159125" y="5479549"/>
                  </a:lnTo>
                  <a:lnTo>
                    <a:pt x="6121829" y="5416049"/>
                  </a:lnTo>
                  <a:lnTo>
                    <a:pt x="6186422" y="5377949"/>
                  </a:lnTo>
                  <a:close/>
                </a:path>
                <a:path w="6537959" h="5924550">
                  <a:moveTo>
                    <a:pt x="5249496" y="5390649"/>
                  </a:moveTo>
                  <a:lnTo>
                    <a:pt x="5281560" y="5454149"/>
                  </a:lnTo>
                  <a:lnTo>
                    <a:pt x="5226022" y="5479549"/>
                  </a:lnTo>
                  <a:lnTo>
                    <a:pt x="5193958" y="5428749"/>
                  </a:lnTo>
                  <a:lnTo>
                    <a:pt x="5249496" y="5390649"/>
                  </a:lnTo>
                  <a:close/>
                </a:path>
                <a:path w="6537959" h="5924550">
                  <a:moveTo>
                    <a:pt x="4312485" y="5403349"/>
                  </a:moveTo>
                  <a:lnTo>
                    <a:pt x="4339090" y="5454149"/>
                  </a:lnTo>
                  <a:lnTo>
                    <a:pt x="4293010" y="5479549"/>
                  </a:lnTo>
                  <a:lnTo>
                    <a:pt x="4266401" y="5428749"/>
                  </a:lnTo>
                  <a:lnTo>
                    <a:pt x="4312485" y="5403349"/>
                  </a:lnTo>
                  <a:close/>
                </a:path>
                <a:path w="6537959" h="5924550">
                  <a:moveTo>
                    <a:pt x="3375474" y="5416049"/>
                  </a:moveTo>
                  <a:lnTo>
                    <a:pt x="3396623" y="5454149"/>
                  </a:lnTo>
                  <a:lnTo>
                    <a:pt x="3359992" y="5479549"/>
                  </a:lnTo>
                  <a:lnTo>
                    <a:pt x="3338843" y="5441449"/>
                  </a:lnTo>
                  <a:lnTo>
                    <a:pt x="3375474" y="5416049"/>
                  </a:lnTo>
                  <a:close/>
                </a:path>
                <a:path w="6537959" h="5924550">
                  <a:moveTo>
                    <a:pt x="2179088" y="5441449"/>
                  </a:moveTo>
                  <a:lnTo>
                    <a:pt x="2193415" y="5466849"/>
                  </a:lnTo>
                  <a:lnTo>
                    <a:pt x="2168603" y="5479549"/>
                  </a:lnTo>
                  <a:lnTo>
                    <a:pt x="2154276" y="5454149"/>
                  </a:lnTo>
                  <a:lnTo>
                    <a:pt x="2179088" y="5441449"/>
                  </a:lnTo>
                  <a:close/>
                </a:path>
                <a:path w="6537959" h="5924550">
                  <a:moveTo>
                    <a:pt x="1242068" y="5454149"/>
                  </a:moveTo>
                  <a:lnTo>
                    <a:pt x="1250939" y="5466849"/>
                  </a:lnTo>
                  <a:lnTo>
                    <a:pt x="1235576" y="5479549"/>
                  </a:lnTo>
                  <a:lnTo>
                    <a:pt x="1226705" y="5466849"/>
                  </a:lnTo>
                  <a:lnTo>
                    <a:pt x="1242068" y="5454149"/>
                  </a:lnTo>
                  <a:close/>
                </a:path>
                <a:path w="6537959" h="5924550">
                  <a:moveTo>
                    <a:pt x="6445868" y="5365249"/>
                  </a:moveTo>
                  <a:lnTo>
                    <a:pt x="6484755" y="5428749"/>
                  </a:lnTo>
                  <a:lnTo>
                    <a:pt x="6417403" y="5466849"/>
                  </a:lnTo>
                  <a:lnTo>
                    <a:pt x="6378516" y="5403349"/>
                  </a:lnTo>
                  <a:lnTo>
                    <a:pt x="6445868" y="5365249"/>
                  </a:lnTo>
                  <a:close/>
                </a:path>
                <a:path w="6537959" h="5924550">
                  <a:moveTo>
                    <a:pt x="5508855" y="5377949"/>
                  </a:moveTo>
                  <a:lnTo>
                    <a:pt x="5542286" y="5428749"/>
                  </a:lnTo>
                  <a:lnTo>
                    <a:pt x="5484382" y="5466849"/>
                  </a:lnTo>
                  <a:lnTo>
                    <a:pt x="5450956" y="5403349"/>
                  </a:lnTo>
                  <a:lnTo>
                    <a:pt x="5508855" y="5377949"/>
                  </a:lnTo>
                  <a:close/>
                </a:path>
                <a:path w="6537959" h="5924550">
                  <a:moveTo>
                    <a:pt x="4571843" y="5390649"/>
                  </a:moveTo>
                  <a:lnTo>
                    <a:pt x="4599814" y="5441449"/>
                  </a:lnTo>
                  <a:lnTo>
                    <a:pt x="4551369" y="5466849"/>
                  </a:lnTo>
                  <a:lnTo>
                    <a:pt x="4523398" y="5416049"/>
                  </a:lnTo>
                  <a:lnTo>
                    <a:pt x="4571843" y="5390649"/>
                  </a:lnTo>
                  <a:close/>
                </a:path>
                <a:path w="6537959" h="5924550">
                  <a:moveTo>
                    <a:pt x="3634835" y="5403349"/>
                  </a:moveTo>
                  <a:lnTo>
                    <a:pt x="3657350" y="5441449"/>
                  </a:lnTo>
                  <a:lnTo>
                    <a:pt x="3618354" y="5466849"/>
                  </a:lnTo>
                  <a:lnTo>
                    <a:pt x="3595843" y="5416049"/>
                  </a:lnTo>
                  <a:lnTo>
                    <a:pt x="3634835" y="5403349"/>
                  </a:lnTo>
                  <a:close/>
                </a:path>
                <a:path w="6537959" h="5924550">
                  <a:moveTo>
                    <a:pt x="2438455" y="5428749"/>
                  </a:moveTo>
                  <a:lnTo>
                    <a:pt x="2454143" y="5454149"/>
                  </a:lnTo>
                  <a:lnTo>
                    <a:pt x="2426965" y="5466849"/>
                  </a:lnTo>
                  <a:lnTo>
                    <a:pt x="2411277" y="5441449"/>
                  </a:lnTo>
                  <a:lnTo>
                    <a:pt x="2438455" y="5428749"/>
                  </a:lnTo>
                  <a:close/>
                </a:path>
                <a:path w="6537959" h="5924550">
                  <a:moveTo>
                    <a:pt x="1501435" y="5441449"/>
                  </a:moveTo>
                  <a:lnTo>
                    <a:pt x="1511668" y="5454149"/>
                  </a:lnTo>
                  <a:lnTo>
                    <a:pt x="1493944" y="5466849"/>
                  </a:lnTo>
                  <a:lnTo>
                    <a:pt x="1483711" y="5454149"/>
                  </a:lnTo>
                  <a:lnTo>
                    <a:pt x="1501435" y="5441449"/>
                  </a:lnTo>
                  <a:close/>
                </a:path>
                <a:path w="6537959" h="5924550">
                  <a:moveTo>
                    <a:pt x="6535388" y="5441449"/>
                  </a:moveTo>
                  <a:lnTo>
                    <a:pt x="6537666" y="5441449"/>
                  </a:lnTo>
                  <a:lnTo>
                    <a:pt x="6537666" y="5454149"/>
                  </a:lnTo>
                  <a:lnTo>
                    <a:pt x="6535388" y="5441449"/>
                  </a:lnTo>
                  <a:close/>
                </a:path>
                <a:path w="6537959" h="5924550">
                  <a:moveTo>
                    <a:pt x="5768214" y="5352549"/>
                  </a:moveTo>
                  <a:lnTo>
                    <a:pt x="5803007" y="5416049"/>
                  </a:lnTo>
                  <a:lnTo>
                    <a:pt x="5742747" y="5454149"/>
                  </a:lnTo>
                  <a:lnTo>
                    <a:pt x="5707954" y="5390649"/>
                  </a:lnTo>
                  <a:lnTo>
                    <a:pt x="5768214" y="5352549"/>
                  </a:lnTo>
                  <a:close/>
                </a:path>
                <a:path w="6537959" h="5924550">
                  <a:moveTo>
                    <a:pt x="4831211" y="5365249"/>
                  </a:moveTo>
                  <a:lnTo>
                    <a:pt x="4860544" y="5416049"/>
                  </a:lnTo>
                  <a:lnTo>
                    <a:pt x="4809733" y="5454149"/>
                  </a:lnTo>
                  <a:lnTo>
                    <a:pt x="4780396" y="5403349"/>
                  </a:lnTo>
                  <a:lnTo>
                    <a:pt x="4831211" y="5365249"/>
                  </a:lnTo>
                  <a:close/>
                </a:path>
                <a:path w="6537959" h="5924550">
                  <a:moveTo>
                    <a:pt x="2697816" y="5416049"/>
                  </a:moveTo>
                  <a:lnTo>
                    <a:pt x="2714875" y="5441449"/>
                  </a:lnTo>
                  <a:lnTo>
                    <a:pt x="2685332" y="5454149"/>
                  </a:lnTo>
                  <a:lnTo>
                    <a:pt x="2668277" y="5428749"/>
                  </a:lnTo>
                  <a:lnTo>
                    <a:pt x="2697816" y="5416049"/>
                  </a:lnTo>
                  <a:close/>
                </a:path>
                <a:path w="6537959" h="5924550">
                  <a:moveTo>
                    <a:pt x="1740712" y="5428749"/>
                  </a:moveTo>
                  <a:lnTo>
                    <a:pt x="1760797" y="5428749"/>
                  </a:lnTo>
                  <a:lnTo>
                    <a:pt x="1772396" y="5441449"/>
                  </a:lnTo>
                  <a:lnTo>
                    <a:pt x="1752311" y="5454149"/>
                  </a:lnTo>
                  <a:lnTo>
                    <a:pt x="1740712" y="5428749"/>
                  </a:lnTo>
                  <a:close/>
                </a:path>
                <a:path w="6537959" h="5924550">
                  <a:moveTo>
                    <a:pt x="6027583" y="5339849"/>
                  </a:moveTo>
                  <a:lnTo>
                    <a:pt x="6063742" y="5403349"/>
                  </a:lnTo>
                  <a:lnTo>
                    <a:pt x="6001112" y="5441449"/>
                  </a:lnTo>
                  <a:lnTo>
                    <a:pt x="5964958" y="5377949"/>
                  </a:lnTo>
                  <a:lnTo>
                    <a:pt x="6027583" y="5339849"/>
                  </a:lnTo>
                  <a:close/>
                </a:path>
                <a:path w="6537959" h="5924550">
                  <a:moveTo>
                    <a:pt x="5090571" y="5352549"/>
                  </a:moveTo>
                  <a:lnTo>
                    <a:pt x="5121269" y="5403349"/>
                  </a:lnTo>
                  <a:lnTo>
                    <a:pt x="5068092" y="5441449"/>
                  </a:lnTo>
                  <a:lnTo>
                    <a:pt x="5037394" y="5377949"/>
                  </a:lnTo>
                  <a:lnTo>
                    <a:pt x="5090571" y="5352549"/>
                  </a:lnTo>
                  <a:close/>
                </a:path>
                <a:path w="6537959" h="5924550">
                  <a:moveTo>
                    <a:pt x="3894201" y="5377949"/>
                  </a:moveTo>
                  <a:lnTo>
                    <a:pt x="3918077" y="5428749"/>
                  </a:lnTo>
                  <a:lnTo>
                    <a:pt x="3876715" y="5441449"/>
                  </a:lnTo>
                  <a:lnTo>
                    <a:pt x="3852839" y="5403349"/>
                  </a:lnTo>
                  <a:lnTo>
                    <a:pt x="3894201" y="5377949"/>
                  </a:lnTo>
                  <a:close/>
                </a:path>
                <a:path w="6537959" h="5924550">
                  <a:moveTo>
                    <a:pt x="2957182" y="5390649"/>
                  </a:moveTo>
                  <a:lnTo>
                    <a:pt x="2975598" y="5428749"/>
                  </a:lnTo>
                  <a:lnTo>
                    <a:pt x="2943698" y="5441449"/>
                  </a:lnTo>
                  <a:lnTo>
                    <a:pt x="2925278" y="5416049"/>
                  </a:lnTo>
                  <a:lnTo>
                    <a:pt x="2957182" y="5390649"/>
                  </a:lnTo>
                  <a:close/>
                </a:path>
                <a:path w="6537959" h="5924550">
                  <a:moveTo>
                    <a:pt x="2020163" y="5403349"/>
                  </a:moveTo>
                  <a:lnTo>
                    <a:pt x="2033123" y="5428749"/>
                  </a:lnTo>
                  <a:lnTo>
                    <a:pt x="2010673" y="5441449"/>
                  </a:lnTo>
                  <a:lnTo>
                    <a:pt x="1997712" y="5416049"/>
                  </a:lnTo>
                  <a:lnTo>
                    <a:pt x="2020163" y="5403349"/>
                  </a:lnTo>
                  <a:close/>
                </a:path>
                <a:path w="6537959" h="5924550">
                  <a:moveTo>
                    <a:pt x="1083141" y="5416049"/>
                  </a:moveTo>
                  <a:lnTo>
                    <a:pt x="1090647" y="5428749"/>
                  </a:lnTo>
                  <a:lnTo>
                    <a:pt x="1077649" y="5441449"/>
                  </a:lnTo>
                  <a:lnTo>
                    <a:pt x="1070144" y="5428749"/>
                  </a:lnTo>
                  <a:lnTo>
                    <a:pt x="1083141" y="5416049"/>
                  </a:lnTo>
                  <a:close/>
                </a:path>
                <a:path w="6537959" h="5924550">
                  <a:moveTo>
                    <a:pt x="6286948" y="5327149"/>
                  </a:moveTo>
                  <a:lnTo>
                    <a:pt x="6324468" y="5390649"/>
                  </a:lnTo>
                  <a:lnTo>
                    <a:pt x="6259477" y="5428749"/>
                  </a:lnTo>
                  <a:lnTo>
                    <a:pt x="6221957" y="5365249"/>
                  </a:lnTo>
                  <a:lnTo>
                    <a:pt x="6286948" y="5327149"/>
                  </a:lnTo>
                  <a:close/>
                </a:path>
                <a:path w="6537959" h="5924550">
                  <a:moveTo>
                    <a:pt x="5349930" y="5339849"/>
                  </a:moveTo>
                  <a:lnTo>
                    <a:pt x="5381995" y="5390649"/>
                  </a:lnTo>
                  <a:lnTo>
                    <a:pt x="5326461" y="5428749"/>
                  </a:lnTo>
                  <a:lnTo>
                    <a:pt x="5294397" y="5365249"/>
                  </a:lnTo>
                  <a:lnTo>
                    <a:pt x="5349930" y="5339849"/>
                  </a:lnTo>
                  <a:close/>
                </a:path>
                <a:path w="6537959" h="5924550">
                  <a:moveTo>
                    <a:pt x="4153560" y="5365249"/>
                  </a:moveTo>
                  <a:lnTo>
                    <a:pt x="4178803" y="5403349"/>
                  </a:lnTo>
                  <a:lnTo>
                    <a:pt x="4135079" y="5428749"/>
                  </a:lnTo>
                  <a:lnTo>
                    <a:pt x="4109837" y="5390649"/>
                  </a:lnTo>
                  <a:lnTo>
                    <a:pt x="4153560" y="5365249"/>
                  </a:lnTo>
                  <a:close/>
                </a:path>
                <a:path w="6537959" h="5924550">
                  <a:moveTo>
                    <a:pt x="3216544" y="5377949"/>
                  </a:moveTo>
                  <a:lnTo>
                    <a:pt x="3236326" y="5416049"/>
                  </a:lnTo>
                  <a:lnTo>
                    <a:pt x="3202061" y="5428749"/>
                  </a:lnTo>
                  <a:lnTo>
                    <a:pt x="3182278" y="5390649"/>
                  </a:lnTo>
                  <a:lnTo>
                    <a:pt x="3216544" y="5377949"/>
                  </a:lnTo>
                  <a:close/>
                </a:path>
                <a:path w="6537959" h="5924550">
                  <a:moveTo>
                    <a:pt x="2279523" y="5390649"/>
                  </a:moveTo>
                  <a:lnTo>
                    <a:pt x="2293850" y="5416049"/>
                  </a:lnTo>
                  <a:lnTo>
                    <a:pt x="2269038" y="5428749"/>
                  </a:lnTo>
                  <a:lnTo>
                    <a:pt x="2254711" y="5403349"/>
                  </a:lnTo>
                  <a:lnTo>
                    <a:pt x="2279523" y="5390649"/>
                  </a:lnTo>
                  <a:close/>
                </a:path>
                <a:path w="6537959" h="5924550">
                  <a:moveTo>
                    <a:pt x="1326838" y="5403349"/>
                  </a:moveTo>
                  <a:lnTo>
                    <a:pt x="1342591" y="5403349"/>
                  </a:lnTo>
                  <a:lnTo>
                    <a:pt x="1351687" y="5416049"/>
                  </a:lnTo>
                  <a:lnTo>
                    <a:pt x="1335934" y="5428749"/>
                  </a:lnTo>
                  <a:lnTo>
                    <a:pt x="1326838" y="5403349"/>
                  </a:lnTo>
                  <a:close/>
                </a:path>
                <a:path w="6537959" h="5924550">
                  <a:moveTo>
                    <a:pt x="6537666" y="5314449"/>
                  </a:moveTo>
                  <a:lnTo>
                    <a:pt x="6537666" y="5403349"/>
                  </a:lnTo>
                  <a:lnTo>
                    <a:pt x="6517755" y="5416049"/>
                  </a:lnTo>
                  <a:lnTo>
                    <a:pt x="6478640" y="5339849"/>
                  </a:lnTo>
                  <a:lnTo>
                    <a:pt x="6537666" y="5314449"/>
                  </a:lnTo>
                  <a:close/>
                </a:path>
                <a:path w="6537959" h="5924550">
                  <a:moveTo>
                    <a:pt x="4413007" y="5352549"/>
                  </a:moveTo>
                  <a:lnTo>
                    <a:pt x="4439840" y="5390649"/>
                  </a:lnTo>
                  <a:lnTo>
                    <a:pt x="4393362" y="5416049"/>
                  </a:lnTo>
                  <a:lnTo>
                    <a:pt x="4366528" y="5377949"/>
                  </a:lnTo>
                  <a:lnTo>
                    <a:pt x="4413007" y="5352549"/>
                  </a:lnTo>
                  <a:close/>
                </a:path>
                <a:path w="6537959" h="5924550">
                  <a:moveTo>
                    <a:pt x="3475992" y="5352549"/>
                  </a:moveTo>
                  <a:lnTo>
                    <a:pt x="3497370" y="5390649"/>
                  </a:lnTo>
                  <a:lnTo>
                    <a:pt x="3460345" y="5416049"/>
                  </a:lnTo>
                  <a:lnTo>
                    <a:pt x="3438967" y="5377949"/>
                  </a:lnTo>
                  <a:lnTo>
                    <a:pt x="3475992" y="5352549"/>
                  </a:lnTo>
                  <a:close/>
                </a:path>
                <a:path w="6537959" h="5924550">
                  <a:moveTo>
                    <a:pt x="2538972" y="5365249"/>
                  </a:moveTo>
                  <a:lnTo>
                    <a:pt x="2554889" y="5403349"/>
                  </a:lnTo>
                  <a:lnTo>
                    <a:pt x="2527322" y="5416049"/>
                  </a:lnTo>
                  <a:lnTo>
                    <a:pt x="2511405" y="5390649"/>
                  </a:lnTo>
                  <a:lnTo>
                    <a:pt x="2538972" y="5365249"/>
                  </a:lnTo>
                  <a:close/>
                </a:path>
                <a:path w="6537959" h="5924550">
                  <a:moveTo>
                    <a:pt x="1601875" y="5377949"/>
                  </a:moveTo>
                  <a:lnTo>
                    <a:pt x="1612108" y="5403349"/>
                  </a:lnTo>
                  <a:lnTo>
                    <a:pt x="1594384" y="5416049"/>
                  </a:lnTo>
                  <a:lnTo>
                    <a:pt x="1584151" y="5390649"/>
                  </a:lnTo>
                  <a:lnTo>
                    <a:pt x="1601875" y="5377949"/>
                  </a:lnTo>
                  <a:close/>
                </a:path>
                <a:path w="6537959" h="5924550">
                  <a:moveTo>
                    <a:pt x="5609294" y="5314449"/>
                  </a:moveTo>
                  <a:lnTo>
                    <a:pt x="5642720" y="5377949"/>
                  </a:lnTo>
                  <a:lnTo>
                    <a:pt x="5584821" y="5403349"/>
                  </a:lnTo>
                  <a:lnTo>
                    <a:pt x="5551395" y="5352549"/>
                  </a:lnTo>
                  <a:lnTo>
                    <a:pt x="5609294" y="5314449"/>
                  </a:lnTo>
                  <a:close/>
                </a:path>
                <a:path w="6537959" h="5924550">
                  <a:moveTo>
                    <a:pt x="4672369" y="5327149"/>
                  </a:moveTo>
                  <a:lnTo>
                    <a:pt x="4700564" y="5377949"/>
                  </a:lnTo>
                  <a:lnTo>
                    <a:pt x="4651725" y="5403349"/>
                  </a:lnTo>
                  <a:lnTo>
                    <a:pt x="4623529" y="5352549"/>
                  </a:lnTo>
                  <a:lnTo>
                    <a:pt x="4672369" y="5327149"/>
                  </a:lnTo>
                  <a:close/>
                </a:path>
                <a:path w="6537959" h="5924550">
                  <a:moveTo>
                    <a:pt x="3735353" y="5339849"/>
                  </a:moveTo>
                  <a:lnTo>
                    <a:pt x="3758098" y="5377949"/>
                  </a:lnTo>
                  <a:lnTo>
                    <a:pt x="3718711" y="5403349"/>
                  </a:lnTo>
                  <a:lnTo>
                    <a:pt x="3695967" y="5365249"/>
                  </a:lnTo>
                  <a:lnTo>
                    <a:pt x="3735353" y="5339849"/>
                  </a:lnTo>
                  <a:close/>
                </a:path>
                <a:path w="6537959" h="5924550">
                  <a:moveTo>
                    <a:pt x="2798338" y="5352549"/>
                  </a:moveTo>
                  <a:lnTo>
                    <a:pt x="2815618" y="5377949"/>
                  </a:lnTo>
                  <a:lnTo>
                    <a:pt x="2785685" y="5403349"/>
                  </a:lnTo>
                  <a:lnTo>
                    <a:pt x="2768405" y="5365249"/>
                  </a:lnTo>
                  <a:lnTo>
                    <a:pt x="2798338" y="5352549"/>
                  </a:lnTo>
                  <a:close/>
                </a:path>
                <a:path w="6537959" h="5924550">
                  <a:moveTo>
                    <a:pt x="5868741" y="5301749"/>
                  </a:moveTo>
                  <a:lnTo>
                    <a:pt x="5903763" y="5365249"/>
                  </a:lnTo>
                  <a:lnTo>
                    <a:pt x="5843099" y="5390649"/>
                  </a:lnTo>
                  <a:lnTo>
                    <a:pt x="5808082" y="5339849"/>
                  </a:lnTo>
                  <a:lnTo>
                    <a:pt x="5868741" y="5301749"/>
                  </a:lnTo>
                  <a:close/>
                </a:path>
                <a:path w="6537959" h="5924550">
                  <a:moveTo>
                    <a:pt x="4931729" y="5314449"/>
                  </a:moveTo>
                  <a:lnTo>
                    <a:pt x="4961290" y="5365249"/>
                  </a:lnTo>
                  <a:lnTo>
                    <a:pt x="4910089" y="5390649"/>
                  </a:lnTo>
                  <a:lnTo>
                    <a:pt x="4880528" y="5339849"/>
                  </a:lnTo>
                  <a:lnTo>
                    <a:pt x="4931729" y="5314449"/>
                  </a:lnTo>
                  <a:close/>
                </a:path>
                <a:path w="6537959" h="5924550">
                  <a:moveTo>
                    <a:pt x="3994718" y="5327149"/>
                  </a:moveTo>
                  <a:lnTo>
                    <a:pt x="4018824" y="5365249"/>
                  </a:lnTo>
                  <a:lnTo>
                    <a:pt x="3977077" y="5390649"/>
                  </a:lnTo>
                  <a:lnTo>
                    <a:pt x="3952971" y="5352549"/>
                  </a:lnTo>
                  <a:lnTo>
                    <a:pt x="3994718" y="5327149"/>
                  </a:lnTo>
                  <a:close/>
                </a:path>
                <a:path w="6537959" h="5924550">
                  <a:moveTo>
                    <a:pt x="3057700" y="5339849"/>
                  </a:moveTo>
                  <a:lnTo>
                    <a:pt x="3076350" y="5365249"/>
                  </a:lnTo>
                  <a:lnTo>
                    <a:pt x="3044052" y="5390649"/>
                  </a:lnTo>
                  <a:lnTo>
                    <a:pt x="3025406" y="5352549"/>
                  </a:lnTo>
                  <a:lnTo>
                    <a:pt x="3057700" y="5339849"/>
                  </a:lnTo>
                  <a:close/>
                </a:path>
                <a:path w="6537959" h="5924550">
                  <a:moveTo>
                    <a:pt x="1861319" y="5365249"/>
                  </a:moveTo>
                  <a:lnTo>
                    <a:pt x="1873143" y="5390649"/>
                  </a:lnTo>
                  <a:lnTo>
                    <a:pt x="1852664" y="5390649"/>
                  </a:lnTo>
                  <a:lnTo>
                    <a:pt x="1840840" y="5377949"/>
                  </a:lnTo>
                  <a:lnTo>
                    <a:pt x="1861319" y="5365249"/>
                  </a:lnTo>
                  <a:close/>
                </a:path>
                <a:path w="6537959" h="5924550">
                  <a:moveTo>
                    <a:pt x="6128101" y="5289049"/>
                  </a:moveTo>
                  <a:lnTo>
                    <a:pt x="6164484" y="5339849"/>
                  </a:lnTo>
                  <a:lnTo>
                    <a:pt x="6101464" y="5377949"/>
                  </a:lnTo>
                  <a:lnTo>
                    <a:pt x="6065081" y="5314449"/>
                  </a:lnTo>
                  <a:lnTo>
                    <a:pt x="6128101" y="5289049"/>
                  </a:lnTo>
                  <a:close/>
                </a:path>
                <a:path w="6537959" h="5924550">
                  <a:moveTo>
                    <a:pt x="5191088" y="5289049"/>
                  </a:moveTo>
                  <a:lnTo>
                    <a:pt x="5222016" y="5352549"/>
                  </a:lnTo>
                  <a:lnTo>
                    <a:pt x="5168449" y="5377949"/>
                  </a:lnTo>
                  <a:lnTo>
                    <a:pt x="5137521" y="5327149"/>
                  </a:lnTo>
                  <a:lnTo>
                    <a:pt x="5191088" y="5289049"/>
                  </a:lnTo>
                  <a:close/>
                </a:path>
                <a:path w="6537959" h="5924550">
                  <a:moveTo>
                    <a:pt x="4254082" y="5301749"/>
                  </a:moveTo>
                  <a:lnTo>
                    <a:pt x="4279550" y="5352549"/>
                  </a:lnTo>
                  <a:lnTo>
                    <a:pt x="4235436" y="5377949"/>
                  </a:lnTo>
                  <a:lnTo>
                    <a:pt x="4209969" y="5327149"/>
                  </a:lnTo>
                  <a:lnTo>
                    <a:pt x="4254082" y="5301749"/>
                  </a:lnTo>
                  <a:close/>
                </a:path>
                <a:path w="6537959" h="5924550">
                  <a:moveTo>
                    <a:pt x="3317071" y="5314449"/>
                  </a:moveTo>
                  <a:lnTo>
                    <a:pt x="3337082" y="5352549"/>
                  </a:lnTo>
                  <a:lnTo>
                    <a:pt x="3302418" y="5377949"/>
                  </a:lnTo>
                  <a:lnTo>
                    <a:pt x="3282406" y="5339849"/>
                  </a:lnTo>
                  <a:lnTo>
                    <a:pt x="3317071" y="5314449"/>
                  </a:lnTo>
                  <a:close/>
                </a:path>
                <a:path w="6537959" h="5924550">
                  <a:moveTo>
                    <a:pt x="2120685" y="5352549"/>
                  </a:moveTo>
                  <a:lnTo>
                    <a:pt x="2133875" y="5365249"/>
                  </a:lnTo>
                  <a:lnTo>
                    <a:pt x="2111030" y="5377949"/>
                  </a:lnTo>
                  <a:lnTo>
                    <a:pt x="2097840" y="5365249"/>
                  </a:lnTo>
                  <a:lnTo>
                    <a:pt x="2120685" y="5352549"/>
                  </a:lnTo>
                  <a:close/>
                </a:path>
                <a:path w="6537959" h="5924550">
                  <a:moveTo>
                    <a:pt x="1183665" y="5352549"/>
                  </a:moveTo>
                  <a:lnTo>
                    <a:pt x="1191399" y="5377949"/>
                  </a:lnTo>
                  <a:lnTo>
                    <a:pt x="1178007" y="5377949"/>
                  </a:lnTo>
                  <a:lnTo>
                    <a:pt x="1170273" y="5365249"/>
                  </a:lnTo>
                  <a:lnTo>
                    <a:pt x="1183665" y="5352549"/>
                  </a:lnTo>
                  <a:close/>
                </a:path>
                <a:path w="6537959" h="5924550">
                  <a:moveTo>
                    <a:pt x="6387465" y="5263649"/>
                  </a:moveTo>
                  <a:lnTo>
                    <a:pt x="6425215" y="5327149"/>
                  </a:lnTo>
                  <a:lnTo>
                    <a:pt x="6359829" y="5365249"/>
                  </a:lnTo>
                  <a:lnTo>
                    <a:pt x="6322080" y="5301749"/>
                  </a:lnTo>
                  <a:lnTo>
                    <a:pt x="6387465" y="5263649"/>
                  </a:lnTo>
                  <a:close/>
                </a:path>
                <a:path w="6537959" h="5924550">
                  <a:moveTo>
                    <a:pt x="5450451" y="5276349"/>
                  </a:moveTo>
                  <a:lnTo>
                    <a:pt x="5482741" y="5327149"/>
                  </a:lnTo>
                  <a:lnTo>
                    <a:pt x="5426813" y="5365249"/>
                  </a:lnTo>
                  <a:lnTo>
                    <a:pt x="5394519" y="5314449"/>
                  </a:lnTo>
                  <a:lnTo>
                    <a:pt x="5450451" y="5276349"/>
                  </a:lnTo>
                  <a:close/>
                </a:path>
                <a:path w="6537959" h="5924550">
                  <a:moveTo>
                    <a:pt x="4513440" y="5289049"/>
                  </a:moveTo>
                  <a:lnTo>
                    <a:pt x="4540274" y="5339849"/>
                  </a:lnTo>
                  <a:lnTo>
                    <a:pt x="4493795" y="5365249"/>
                  </a:lnTo>
                  <a:lnTo>
                    <a:pt x="4466962" y="5314449"/>
                  </a:lnTo>
                  <a:lnTo>
                    <a:pt x="4513440" y="5289049"/>
                  </a:lnTo>
                  <a:close/>
                </a:path>
                <a:path w="6537959" h="5924550">
                  <a:moveTo>
                    <a:pt x="2380047" y="5327149"/>
                  </a:moveTo>
                  <a:lnTo>
                    <a:pt x="2394603" y="5352549"/>
                  </a:lnTo>
                  <a:lnTo>
                    <a:pt x="2369392" y="5365249"/>
                  </a:lnTo>
                  <a:lnTo>
                    <a:pt x="2354840" y="5339849"/>
                  </a:lnTo>
                  <a:lnTo>
                    <a:pt x="2380047" y="5327149"/>
                  </a:lnTo>
                  <a:close/>
                </a:path>
                <a:path w="6537959" h="5924550">
                  <a:moveTo>
                    <a:pt x="1443114" y="5339849"/>
                  </a:moveTo>
                  <a:lnTo>
                    <a:pt x="1452439" y="5352549"/>
                  </a:lnTo>
                  <a:lnTo>
                    <a:pt x="1436288" y="5365249"/>
                  </a:lnTo>
                  <a:lnTo>
                    <a:pt x="1426963" y="5352549"/>
                  </a:lnTo>
                  <a:lnTo>
                    <a:pt x="1443114" y="5339849"/>
                  </a:lnTo>
                  <a:close/>
                </a:path>
                <a:path w="6537959" h="5924550">
                  <a:moveTo>
                    <a:pt x="5709816" y="5263649"/>
                  </a:moveTo>
                  <a:lnTo>
                    <a:pt x="5743471" y="5314449"/>
                  </a:lnTo>
                  <a:lnTo>
                    <a:pt x="5685178" y="5352549"/>
                  </a:lnTo>
                  <a:lnTo>
                    <a:pt x="5651523" y="5289049"/>
                  </a:lnTo>
                  <a:lnTo>
                    <a:pt x="5709816" y="5263649"/>
                  </a:lnTo>
                  <a:close/>
                </a:path>
                <a:path w="6537959" h="5924550">
                  <a:moveTo>
                    <a:pt x="4772804" y="5276349"/>
                  </a:moveTo>
                  <a:lnTo>
                    <a:pt x="4801004" y="5314449"/>
                  </a:lnTo>
                  <a:lnTo>
                    <a:pt x="4752159" y="5352549"/>
                  </a:lnTo>
                  <a:lnTo>
                    <a:pt x="4723964" y="5301749"/>
                  </a:lnTo>
                  <a:lnTo>
                    <a:pt x="4772804" y="5276349"/>
                  </a:lnTo>
                  <a:close/>
                </a:path>
                <a:path w="6537959" h="5924550">
                  <a:moveTo>
                    <a:pt x="3576432" y="5301749"/>
                  </a:moveTo>
                  <a:lnTo>
                    <a:pt x="3597805" y="5339849"/>
                  </a:lnTo>
                  <a:lnTo>
                    <a:pt x="3560785" y="5352549"/>
                  </a:lnTo>
                  <a:lnTo>
                    <a:pt x="3539407" y="5327149"/>
                  </a:lnTo>
                  <a:lnTo>
                    <a:pt x="3576432" y="5301749"/>
                  </a:lnTo>
                  <a:close/>
                </a:path>
                <a:path w="6537959" h="5924550">
                  <a:moveTo>
                    <a:pt x="2639496" y="5314449"/>
                  </a:moveTo>
                  <a:lnTo>
                    <a:pt x="2655638" y="5339849"/>
                  </a:lnTo>
                  <a:lnTo>
                    <a:pt x="2627676" y="5352549"/>
                  </a:lnTo>
                  <a:lnTo>
                    <a:pt x="2611529" y="5327149"/>
                  </a:lnTo>
                  <a:lnTo>
                    <a:pt x="2639496" y="5314449"/>
                  </a:lnTo>
                  <a:close/>
                </a:path>
                <a:path w="6537959" h="5924550">
                  <a:moveTo>
                    <a:pt x="1702394" y="5327149"/>
                  </a:moveTo>
                  <a:lnTo>
                    <a:pt x="1712856" y="5339849"/>
                  </a:lnTo>
                  <a:lnTo>
                    <a:pt x="1694738" y="5352549"/>
                  </a:lnTo>
                  <a:lnTo>
                    <a:pt x="1684276" y="5339849"/>
                  </a:lnTo>
                  <a:lnTo>
                    <a:pt x="1702394" y="5327149"/>
                  </a:lnTo>
                  <a:close/>
                </a:path>
                <a:path w="6537959" h="5924550">
                  <a:moveTo>
                    <a:pt x="5969258" y="5238249"/>
                  </a:moveTo>
                  <a:lnTo>
                    <a:pt x="6004509" y="5301749"/>
                  </a:lnTo>
                  <a:lnTo>
                    <a:pt x="5943461" y="5339849"/>
                  </a:lnTo>
                  <a:lnTo>
                    <a:pt x="5908210" y="5276349"/>
                  </a:lnTo>
                  <a:lnTo>
                    <a:pt x="5969258" y="5238249"/>
                  </a:lnTo>
                  <a:close/>
                </a:path>
                <a:path w="6537959" h="5924550">
                  <a:moveTo>
                    <a:pt x="5032250" y="5250949"/>
                  </a:moveTo>
                  <a:lnTo>
                    <a:pt x="5062036" y="5301749"/>
                  </a:lnTo>
                  <a:lnTo>
                    <a:pt x="5010441" y="5339849"/>
                  </a:lnTo>
                  <a:lnTo>
                    <a:pt x="4980655" y="5289049"/>
                  </a:lnTo>
                  <a:lnTo>
                    <a:pt x="5032250" y="5250949"/>
                  </a:lnTo>
                  <a:close/>
                </a:path>
                <a:path w="6537959" h="5924550">
                  <a:moveTo>
                    <a:pt x="3835793" y="5289049"/>
                  </a:moveTo>
                  <a:lnTo>
                    <a:pt x="3858537" y="5327149"/>
                  </a:lnTo>
                  <a:lnTo>
                    <a:pt x="3819146" y="5339849"/>
                  </a:lnTo>
                  <a:lnTo>
                    <a:pt x="3796402" y="5301749"/>
                  </a:lnTo>
                  <a:lnTo>
                    <a:pt x="3835793" y="5289049"/>
                  </a:lnTo>
                  <a:close/>
                </a:path>
                <a:path w="6537959" h="5924550">
                  <a:moveTo>
                    <a:pt x="2898861" y="5289049"/>
                  </a:moveTo>
                  <a:lnTo>
                    <a:pt x="2916370" y="5327149"/>
                  </a:lnTo>
                  <a:lnTo>
                    <a:pt x="2886043" y="5339849"/>
                  </a:lnTo>
                  <a:lnTo>
                    <a:pt x="2868529" y="5314449"/>
                  </a:lnTo>
                  <a:lnTo>
                    <a:pt x="2898861" y="5289049"/>
                  </a:lnTo>
                  <a:close/>
                </a:path>
                <a:path w="6537959" h="5924550">
                  <a:moveTo>
                    <a:pt x="1961842" y="5301749"/>
                  </a:moveTo>
                  <a:lnTo>
                    <a:pt x="1973895" y="5327149"/>
                  </a:lnTo>
                  <a:lnTo>
                    <a:pt x="1953017" y="5339849"/>
                  </a:lnTo>
                  <a:lnTo>
                    <a:pt x="1940968" y="5314449"/>
                  </a:lnTo>
                  <a:lnTo>
                    <a:pt x="1961842" y="5301749"/>
                  </a:lnTo>
                  <a:close/>
                </a:path>
                <a:path w="6537959" h="5924550">
                  <a:moveTo>
                    <a:pt x="1024821" y="5314449"/>
                  </a:moveTo>
                  <a:lnTo>
                    <a:pt x="1031418" y="5327149"/>
                  </a:lnTo>
                  <a:lnTo>
                    <a:pt x="1019993" y="5339849"/>
                  </a:lnTo>
                  <a:lnTo>
                    <a:pt x="1013400" y="5327149"/>
                  </a:lnTo>
                  <a:lnTo>
                    <a:pt x="1024821" y="5314449"/>
                  </a:lnTo>
                  <a:close/>
                </a:path>
                <a:path w="6537959" h="5924550">
                  <a:moveTo>
                    <a:pt x="6228623" y="5225549"/>
                  </a:moveTo>
                  <a:lnTo>
                    <a:pt x="6265235" y="5289049"/>
                  </a:lnTo>
                  <a:lnTo>
                    <a:pt x="6201821" y="5327149"/>
                  </a:lnTo>
                  <a:lnTo>
                    <a:pt x="6165209" y="5263649"/>
                  </a:lnTo>
                  <a:lnTo>
                    <a:pt x="6228623" y="5225549"/>
                  </a:lnTo>
                  <a:close/>
                </a:path>
                <a:path w="6537959" h="5924550">
                  <a:moveTo>
                    <a:pt x="5291527" y="5238249"/>
                  </a:moveTo>
                  <a:lnTo>
                    <a:pt x="5322454" y="5289049"/>
                  </a:lnTo>
                  <a:lnTo>
                    <a:pt x="5268888" y="5327149"/>
                  </a:lnTo>
                  <a:lnTo>
                    <a:pt x="5237960" y="5263649"/>
                  </a:lnTo>
                  <a:lnTo>
                    <a:pt x="5291527" y="5238249"/>
                  </a:lnTo>
                  <a:close/>
                </a:path>
                <a:path w="6537959" h="5924550">
                  <a:moveTo>
                    <a:pt x="4095244" y="5263649"/>
                  </a:moveTo>
                  <a:lnTo>
                    <a:pt x="4119574" y="5301749"/>
                  </a:lnTo>
                  <a:lnTo>
                    <a:pt x="4077428" y="5327149"/>
                  </a:lnTo>
                  <a:lnTo>
                    <a:pt x="4053098" y="5289049"/>
                  </a:lnTo>
                  <a:lnTo>
                    <a:pt x="4095244" y="5263649"/>
                  </a:lnTo>
                  <a:close/>
                </a:path>
                <a:path w="6537959" h="5924550">
                  <a:moveTo>
                    <a:pt x="3158141" y="5276349"/>
                  </a:moveTo>
                  <a:lnTo>
                    <a:pt x="3176791" y="5314449"/>
                  </a:lnTo>
                  <a:lnTo>
                    <a:pt x="3144488" y="5327149"/>
                  </a:lnTo>
                  <a:lnTo>
                    <a:pt x="3125842" y="5301749"/>
                  </a:lnTo>
                  <a:lnTo>
                    <a:pt x="3158141" y="5276349"/>
                  </a:lnTo>
                  <a:close/>
                </a:path>
                <a:path w="6537959" h="5924550">
                  <a:moveTo>
                    <a:pt x="2221207" y="5289049"/>
                  </a:moveTo>
                  <a:lnTo>
                    <a:pt x="2234621" y="5314449"/>
                  </a:lnTo>
                  <a:lnTo>
                    <a:pt x="2211382" y="5327149"/>
                  </a:lnTo>
                  <a:lnTo>
                    <a:pt x="2197967" y="5301749"/>
                  </a:lnTo>
                  <a:lnTo>
                    <a:pt x="2221207" y="5289049"/>
                  </a:lnTo>
                  <a:close/>
                </a:path>
                <a:path w="6537959" h="5924550">
                  <a:moveTo>
                    <a:pt x="1270402" y="5301749"/>
                  </a:moveTo>
                  <a:lnTo>
                    <a:pt x="1284188" y="5301749"/>
                  </a:lnTo>
                  <a:lnTo>
                    <a:pt x="1292147" y="5314449"/>
                  </a:lnTo>
                  <a:lnTo>
                    <a:pt x="1278361" y="5327149"/>
                  </a:lnTo>
                  <a:lnTo>
                    <a:pt x="1270402" y="5301749"/>
                  </a:lnTo>
                  <a:close/>
                </a:path>
                <a:path w="6537959" h="5924550">
                  <a:moveTo>
                    <a:pt x="6487988" y="5212849"/>
                  </a:moveTo>
                  <a:lnTo>
                    <a:pt x="6525962" y="5276349"/>
                  </a:lnTo>
                  <a:lnTo>
                    <a:pt x="6460182" y="5314449"/>
                  </a:lnTo>
                  <a:lnTo>
                    <a:pt x="6422208" y="5250949"/>
                  </a:lnTo>
                  <a:lnTo>
                    <a:pt x="6487988" y="5212849"/>
                  </a:lnTo>
                  <a:close/>
                </a:path>
                <a:path w="6537959" h="5924550">
                  <a:moveTo>
                    <a:pt x="4354603" y="5250949"/>
                  </a:moveTo>
                  <a:lnTo>
                    <a:pt x="4380300" y="5289049"/>
                  </a:lnTo>
                  <a:lnTo>
                    <a:pt x="4335793" y="5314449"/>
                  </a:lnTo>
                  <a:lnTo>
                    <a:pt x="4310096" y="5276349"/>
                  </a:lnTo>
                  <a:lnTo>
                    <a:pt x="4354603" y="5250949"/>
                  </a:lnTo>
                  <a:close/>
                </a:path>
                <a:path w="6537959" h="5924550">
                  <a:moveTo>
                    <a:pt x="3417589" y="5263649"/>
                  </a:moveTo>
                  <a:lnTo>
                    <a:pt x="3437830" y="5289049"/>
                  </a:lnTo>
                  <a:lnTo>
                    <a:pt x="3402776" y="5314449"/>
                  </a:lnTo>
                  <a:lnTo>
                    <a:pt x="3382535" y="5276349"/>
                  </a:lnTo>
                  <a:lnTo>
                    <a:pt x="3417589" y="5263649"/>
                  </a:lnTo>
                  <a:close/>
                </a:path>
                <a:path w="6537959" h="5924550">
                  <a:moveTo>
                    <a:pt x="2480569" y="5276349"/>
                  </a:moveTo>
                  <a:lnTo>
                    <a:pt x="2495350" y="5301749"/>
                  </a:lnTo>
                  <a:lnTo>
                    <a:pt x="2469749" y="5314449"/>
                  </a:lnTo>
                  <a:lnTo>
                    <a:pt x="2454969" y="5289049"/>
                  </a:lnTo>
                  <a:lnTo>
                    <a:pt x="2480569" y="5276349"/>
                  </a:lnTo>
                  <a:close/>
                </a:path>
                <a:path w="6537959" h="5924550">
                  <a:moveTo>
                    <a:pt x="1543550" y="5276349"/>
                  </a:moveTo>
                  <a:lnTo>
                    <a:pt x="1552875" y="5301749"/>
                  </a:lnTo>
                  <a:lnTo>
                    <a:pt x="1536728" y="5314449"/>
                  </a:lnTo>
                  <a:lnTo>
                    <a:pt x="1527403" y="5289049"/>
                  </a:lnTo>
                  <a:lnTo>
                    <a:pt x="1543550" y="5276349"/>
                  </a:lnTo>
                  <a:close/>
                </a:path>
                <a:path w="6537959" h="5924550">
                  <a:moveTo>
                    <a:pt x="5550973" y="5212849"/>
                  </a:moveTo>
                  <a:lnTo>
                    <a:pt x="5583492" y="5276349"/>
                  </a:lnTo>
                  <a:lnTo>
                    <a:pt x="5527170" y="5301749"/>
                  </a:lnTo>
                  <a:lnTo>
                    <a:pt x="5494652" y="5250949"/>
                  </a:lnTo>
                  <a:lnTo>
                    <a:pt x="5550973" y="5212849"/>
                  </a:lnTo>
                  <a:close/>
                </a:path>
                <a:path w="6537959" h="5924550">
                  <a:moveTo>
                    <a:pt x="4613961" y="5225549"/>
                  </a:moveTo>
                  <a:lnTo>
                    <a:pt x="4641024" y="5276349"/>
                  </a:lnTo>
                  <a:lnTo>
                    <a:pt x="4594151" y="5301749"/>
                  </a:lnTo>
                  <a:lnTo>
                    <a:pt x="4567093" y="5263649"/>
                  </a:lnTo>
                  <a:lnTo>
                    <a:pt x="4613961" y="5225549"/>
                  </a:lnTo>
                  <a:close/>
                </a:path>
                <a:path w="6537959" h="5924550">
                  <a:moveTo>
                    <a:pt x="3676955" y="5238249"/>
                  </a:moveTo>
                  <a:lnTo>
                    <a:pt x="3698558" y="5276349"/>
                  </a:lnTo>
                  <a:lnTo>
                    <a:pt x="3661138" y="5301749"/>
                  </a:lnTo>
                  <a:lnTo>
                    <a:pt x="3639535" y="5263649"/>
                  </a:lnTo>
                  <a:lnTo>
                    <a:pt x="3676955" y="5238249"/>
                  </a:lnTo>
                  <a:close/>
                </a:path>
                <a:path w="6537959" h="5924550">
                  <a:moveTo>
                    <a:pt x="2739935" y="5250949"/>
                  </a:moveTo>
                  <a:lnTo>
                    <a:pt x="2756077" y="5276349"/>
                  </a:lnTo>
                  <a:lnTo>
                    <a:pt x="2728116" y="5301749"/>
                  </a:lnTo>
                  <a:lnTo>
                    <a:pt x="2711969" y="5263649"/>
                  </a:lnTo>
                  <a:lnTo>
                    <a:pt x="2739935" y="5250949"/>
                  </a:lnTo>
                  <a:close/>
                </a:path>
                <a:path w="6537959" h="5924550">
                  <a:moveTo>
                    <a:pt x="5810338" y="5200149"/>
                  </a:moveTo>
                  <a:lnTo>
                    <a:pt x="5844218" y="5263649"/>
                  </a:lnTo>
                  <a:lnTo>
                    <a:pt x="5785530" y="5289049"/>
                  </a:lnTo>
                  <a:lnTo>
                    <a:pt x="5751646" y="5238249"/>
                  </a:lnTo>
                  <a:lnTo>
                    <a:pt x="5810338" y="5200149"/>
                  </a:lnTo>
                  <a:close/>
                </a:path>
                <a:path w="6537959" h="5924550">
                  <a:moveTo>
                    <a:pt x="4873325" y="5212849"/>
                  </a:moveTo>
                  <a:lnTo>
                    <a:pt x="4901750" y="5263649"/>
                  </a:lnTo>
                  <a:lnTo>
                    <a:pt x="4852516" y="5289049"/>
                  </a:lnTo>
                  <a:lnTo>
                    <a:pt x="4824091" y="5238249"/>
                  </a:lnTo>
                  <a:lnTo>
                    <a:pt x="4873325" y="5212849"/>
                  </a:lnTo>
                  <a:close/>
                </a:path>
                <a:path w="6537959" h="5924550">
                  <a:moveTo>
                    <a:pt x="3936315" y="5225549"/>
                  </a:moveTo>
                  <a:lnTo>
                    <a:pt x="3959284" y="5263649"/>
                  </a:lnTo>
                  <a:lnTo>
                    <a:pt x="3919503" y="5289049"/>
                  </a:lnTo>
                  <a:lnTo>
                    <a:pt x="3896534" y="5250949"/>
                  </a:lnTo>
                  <a:lnTo>
                    <a:pt x="3936315" y="5225549"/>
                  </a:lnTo>
                  <a:close/>
                </a:path>
                <a:path w="6537959" h="5924550">
                  <a:moveTo>
                    <a:pt x="2999384" y="5238249"/>
                  </a:moveTo>
                  <a:lnTo>
                    <a:pt x="3017117" y="5263649"/>
                  </a:lnTo>
                  <a:lnTo>
                    <a:pt x="2986396" y="5289049"/>
                  </a:lnTo>
                  <a:lnTo>
                    <a:pt x="2968658" y="5250949"/>
                  </a:lnTo>
                  <a:lnTo>
                    <a:pt x="2999384" y="5238249"/>
                  </a:lnTo>
                  <a:close/>
                </a:path>
                <a:path w="6537959" h="5924550">
                  <a:moveTo>
                    <a:pt x="1802911" y="5263649"/>
                  </a:moveTo>
                  <a:lnTo>
                    <a:pt x="1813603" y="5289049"/>
                  </a:lnTo>
                  <a:lnTo>
                    <a:pt x="1795095" y="5289049"/>
                  </a:lnTo>
                  <a:lnTo>
                    <a:pt x="1784403" y="5276349"/>
                  </a:lnTo>
                  <a:lnTo>
                    <a:pt x="1802911" y="5263649"/>
                  </a:lnTo>
                  <a:close/>
                </a:path>
                <a:path w="6537959" h="5924550">
                  <a:moveTo>
                    <a:pt x="6069698" y="5187449"/>
                  </a:moveTo>
                  <a:lnTo>
                    <a:pt x="6104949" y="5250949"/>
                  </a:lnTo>
                  <a:lnTo>
                    <a:pt x="6043896" y="5276349"/>
                  </a:lnTo>
                  <a:lnTo>
                    <a:pt x="6008645" y="5225549"/>
                  </a:lnTo>
                  <a:lnTo>
                    <a:pt x="6069698" y="5187449"/>
                  </a:lnTo>
                  <a:close/>
                </a:path>
                <a:path w="6537959" h="5924550">
                  <a:moveTo>
                    <a:pt x="5132689" y="5200149"/>
                  </a:moveTo>
                  <a:lnTo>
                    <a:pt x="5162475" y="5250949"/>
                  </a:lnTo>
                  <a:lnTo>
                    <a:pt x="5110876" y="5276349"/>
                  </a:lnTo>
                  <a:lnTo>
                    <a:pt x="5081090" y="5225549"/>
                  </a:lnTo>
                  <a:lnTo>
                    <a:pt x="5132689" y="5200149"/>
                  </a:lnTo>
                  <a:close/>
                </a:path>
                <a:path w="6537959" h="5924550">
                  <a:moveTo>
                    <a:pt x="4195762" y="5212849"/>
                  </a:moveTo>
                  <a:lnTo>
                    <a:pt x="4220321" y="5250949"/>
                  </a:lnTo>
                  <a:lnTo>
                    <a:pt x="4177781" y="5276349"/>
                  </a:lnTo>
                  <a:lnTo>
                    <a:pt x="4153221" y="5225549"/>
                  </a:lnTo>
                  <a:lnTo>
                    <a:pt x="4195762" y="5212849"/>
                  </a:lnTo>
                  <a:close/>
                </a:path>
                <a:path w="6537959" h="5924550">
                  <a:moveTo>
                    <a:pt x="3258663" y="5212849"/>
                  </a:moveTo>
                  <a:lnTo>
                    <a:pt x="3277538" y="5250949"/>
                  </a:lnTo>
                  <a:lnTo>
                    <a:pt x="3244845" y="5276349"/>
                  </a:lnTo>
                  <a:lnTo>
                    <a:pt x="3225970" y="5238249"/>
                  </a:lnTo>
                  <a:lnTo>
                    <a:pt x="3258663" y="5212849"/>
                  </a:lnTo>
                  <a:close/>
                </a:path>
                <a:path w="6537959" h="5924550">
                  <a:moveTo>
                    <a:pt x="2062365" y="5250949"/>
                  </a:moveTo>
                  <a:lnTo>
                    <a:pt x="2074642" y="5263649"/>
                  </a:lnTo>
                  <a:lnTo>
                    <a:pt x="2053374" y="5276349"/>
                  </a:lnTo>
                  <a:lnTo>
                    <a:pt x="2041092" y="5263649"/>
                  </a:lnTo>
                  <a:lnTo>
                    <a:pt x="2062365" y="5250949"/>
                  </a:lnTo>
                  <a:close/>
                </a:path>
                <a:path w="6537959" h="5924550">
                  <a:moveTo>
                    <a:pt x="1113525" y="5263649"/>
                  </a:moveTo>
                  <a:lnTo>
                    <a:pt x="1125344" y="5263649"/>
                  </a:lnTo>
                  <a:lnTo>
                    <a:pt x="1132166" y="5276349"/>
                  </a:lnTo>
                  <a:lnTo>
                    <a:pt x="1120347" y="5276349"/>
                  </a:lnTo>
                  <a:lnTo>
                    <a:pt x="1113525" y="5263649"/>
                  </a:lnTo>
                  <a:close/>
                </a:path>
                <a:path w="6537959" h="5924550">
                  <a:moveTo>
                    <a:pt x="6329062" y="5162049"/>
                  </a:moveTo>
                  <a:lnTo>
                    <a:pt x="6365675" y="5225549"/>
                  </a:lnTo>
                  <a:lnTo>
                    <a:pt x="6302256" y="5263649"/>
                  </a:lnTo>
                  <a:lnTo>
                    <a:pt x="6265643" y="5200149"/>
                  </a:lnTo>
                  <a:lnTo>
                    <a:pt x="6329062" y="5162049"/>
                  </a:lnTo>
                  <a:close/>
                </a:path>
                <a:path w="6537959" h="5924550">
                  <a:moveTo>
                    <a:pt x="5392048" y="5174749"/>
                  </a:moveTo>
                  <a:lnTo>
                    <a:pt x="5423201" y="5238249"/>
                  </a:lnTo>
                  <a:lnTo>
                    <a:pt x="5369240" y="5263649"/>
                  </a:lnTo>
                  <a:lnTo>
                    <a:pt x="5338088" y="5212849"/>
                  </a:lnTo>
                  <a:lnTo>
                    <a:pt x="5392048" y="5174749"/>
                  </a:lnTo>
                  <a:close/>
                </a:path>
                <a:path w="6537959" h="5924550">
                  <a:moveTo>
                    <a:pt x="4455124" y="5187449"/>
                  </a:moveTo>
                  <a:lnTo>
                    <a:pt x="4481045" y="5238249"/>
                  </a:lnTo>
                  <a:lnTo>
                    <a:pt x="4436144" y="5263649"/>
                  </a:lnTo>
                  <a:lnTo>
                    <a:pt x="4410223" y="5212849"/>
                  </a:lnTo>
                  <a:lnTo>
                    <a:pt x="4455124" y="5187449"/>
                  </a:lnTo>
                  <a:close/>
                </a:path>
                <a:path w="6537959" h="5924550">
                  <a:moveTo>
                    <a:pt x="2321648" y="5225549"/>
                  </a:moveTo>
                  <a:lnTo>
                    <a:pt x="2335062" y="5250949"/>
                  </a:lnTo>
                  <a:lnTo>
                    <a:pt x="2311823" y="5263649"/>
                  </a:lnTo>
                  <a:lnTo>
                    <a:pt x="2298409" y="5238249"/>
                  </a:lnTo>
                  <a:lnTo>
                    <a:pt x="2321648" y="5225549"/>
                  </a:lnTo>
                  <a:close/>
                </a:path>
                <a:path w="6537959" h="5924550">
                  <a:moveTo>
                    <a:pt x="1384711" y="5238249"/>
                  </a:moveTo>
                  <a:lnTo>
                    <a:pt x="1392900" y="5250949"/>
                  </a:lnTo>
                  <a:lnTo>
                    <a:pt x="1378715" y="5263649"/>
                  </a:lnTo>
                  <a:lnTo>
                    <a:pt x="1370526" y="5250949"/>
                  </a:lnTo>
                  <a:lnTo>
                    <a:pt x="1384711" y="5238249"/>
                  </a:lnTo>
                  <a:close/>
                </a:path>
                <a:path w="6537959" h="5924550">
                  <a:moveTo>
                    <a:pt x="5651495" y="5162049"/>
                  </a:moveTo>
                  <a:lnTo>
                    <a:pt x="5684243" y="5212849"/>
                  </a:lnTo>
                  <a:lnTo>
                    <a:pt x="5627527" y="5250949"/>
                  </a:lnTo>
                  <a:lnTo>
                    <a:pt x="5594779" y="5187449"/>
                  </a:lnTo>
                  <a:lnTo>
                    <a:pt x="5651495" y="5162049"/>
                  </a:lnTo>
                  <a:close/>
                </a:path>
                <a:path w="6537959" h="5924550">
                  <a:moveTo>
                    <a:pt x="4714483" y="5174749"/>
                  </a:moveTo>
                  <a:lnTo>
                    <a:pt x="4741771" y="5225549"/>
                  </a:lnTo>
                  <a:lnTo>
                    <a:pt x="4694508" y="5250949"/>
                  </a:lnTo>
                  <a:lnTo>
                    <a:pt x="4667221" y="5200149"/>
                  </a:lnTo>
                  <a:lnTo>
                    <a:pt x="4714483" y="5174749"/>
                  </a:lnTo>
                  <a:close/>
                </a:path>
                <a:path w="6537959" h="5924550">
                  <a:moveTo>
                    <a:pt x="3518111" y="5200149"/>
                  </a:moveTo>
                  <a:lnTo>
                    <a:pt x="3538577" y="5238249"/>
                  </a:lnTo>
                  <a:lnTo>
                    <a:pt x="3503129" y="5250949"/>
                  </a:lnTo>
                  <a:lnTo>
                    <a:pt x="3482663" y="5225549"/>
                  </a:lnTo>
                  <a:lnTo>
                    <a:pt x="3518111" y="5200149"/>
                  </a:lnTo>
                  <a:close/>
                </a:path>
                <a:path w="6537959" h="5924550">
                  <a:moveTo>
                    <a:pt x="2581088" y="5212849"/>
                  </a:moveTo>
                  <a:lnTo>
                    <a:pt x="2596098" y="5238249"/>
                  </a:lnTo>
                  <a:lnTo>
                    <a:pt x="2570107" y="5250949"/>
                  </a:lnTo>
                  <a:lnTo>
                    <a:pt x="2555097" y="5225549"/>
                  </a:lnTo>
                  <a:lnTo>
                    <a:pt x="2581088" y="5212849"/>
                  </a:lnTo>
                  <a:close/>
                </a:path>
                <a:path w="6537959" h="5924550">
                  <a:moveTo>
                    <a:pt x="1644077" y="5225549"/>
                  </a:moveTo>
                  <a:lnTo>
                    <a:pt x="1653627" y="5238249"/>
                  </a:lnTo>
                  <a:lnTo>
                    <a:pt x="1637081" y="5250949"/>
                  </a:lnTo>
                  <a:lnTo>
                    <a:pt x="1627532" y="5238249"/>
                  </a:lnTo>
                  <a:lnTo>
                    <a:pt x="1644077" y="5225549"/>
                  </a:lnTo>
                  <a:close/>
                </a:path>
                <a:path w="6537959" h="5924550">
                  <a:moveTo>
                    <a:pt x="5910855" y="5149349"/>
                  </a:moveTo>
                  <a:lnTo>
                    <a:pt x="5944969" y="5200149"/>
                  </a:lnTo>
                  <a:lnTo>
                    <a:pt x="5885887" y="5238249"/>
                  </a:lnTo>
                  <a:lnTo>
                    <a:pt x="5851778" y="5174749"/>
                  </a:lnTo>
                  <a:lnTo>
                    <a:pt x="5910855" y="5149349"/>
                  </a:lnTo>
                  <a:close/>
                </a:path>
                <a:path w="6537959" h="5924550">
                  <a:moveTo>
                    <a:pt x="4973842" y="5149349"/>
                  </a:moveTo>
                  <a:lnTo>
                    <a:pt x="5002496" y="5200149"/>
                  </a:lnTo>
                  <a:lnTo>
                    <a:pt x="4952872" y="5238249"/>
                  </a:lnTo>
                  <a:lnTo>
                    <a:pt x="4924219" y="5187449"/>
                  </a:lnTo>
                  <a:lnTo>
                    <a:pt x="4973842" y="5149349"/>
                  </a:lnTo>
                  <a:close/>
                </a:path>
                <a:path w="6537959" h="5924550">
                  <a:moveTo>
                    <a:pt x="3777472" y="5187449"/>
                  </a:moveTo>
                  <a:lnTo>
                    <a:pt x="3799304" y="5225549"/>
                  </a:lnTo>
                  <a:lnTo>
                    <a:pt x="3761495" y="5238249"/>
                  </a:lnTo>
                  <a:lnTo>
                    <a:pt x="3739663" y="5200149"/>
                  </a:lnTo>
                  <a:lnTo>
                    <a:pt x="3777472" y="5187449"/>
                  </a:lnTo>
                  <a:close/>
                </a:path>
                <a:path w="6537959" h="5924550">
                  <a:moveTo>
                    <a:pt x="2840458" y="5200149"/>
                  </a:moveTo>
                  <a:lnTo>
                    <a:pt x="2856830" y="5225549"/>
                  </a:lnTo>
                  <a:lnTo>
                    <a:pt x="2828469" y="5238249"/>
                  </a:lnTo>
                  <a:lnTo>
                    <a:pt x="2812098" y="5212849"/>
                  </a:lnTo>
                  <a:lnTo>
                    <a:pt x="2840458" y="5200149"/>
                  </a:lnTo>
                  <a:close/>
                </a:path>
                <a:path w="6537959" h="5924550">
                  <a:moveTo>
                    <a:pt x="1884532" y="5212849"/>
                  </a:moveTo>
                  <a:lnTo>
                    <a:pt x="1903439" y="5212849"/>
                  </a:lnTo>
                  <a:lnTo>
                    <a:pt x="1914355" y="5225549"/>
                  </a:lnTo>
                  <a:lnTo>
                    <a:pt x="1895448" y="5238249"/>
                  </a:lnTo>
                  <a:lnTo>
                    <a:pt x="1884532" y="5212849"/>
                  </a:lnTo>
                  <a:close/>
                </a:path>
                <a:path w="6537959" h="5924550">
                  <a:moveTo>
                    <a:pt x="6170220" y="5123949"/>
                  </a:moveTo>
                  <a:lnTo>
                    <a:pt x="6205691" y="5187449"/>
                  </a:lnTo>
                  <a:lnTo>
                    <a:pt x="6144253" y="5225549"/>
                  </a:lnTo>
                  <a:lnTo>
                    <a:pt x="6108777" y="5162049"/>
                  </a:lnTo>
                  <a:lnTo>
                    <a:pt x="6170220" y="5123949"/>
                  </a:lnTo>
                  <a:close/>
                </a:path>
                <a:path w="6537959" h="5924550">
                  <a:moveTo>
                    <a:pt x="5233206" y="5136649"/>
                  </a:moveTo>
                  <a:lnTo>
                    <a:pt x="5263221" y="5187449"/>
                  </a:lnTo>
                  <a:lnTo>
                    <a:pt x="5211237" y="5225549"/>
                  </a:lnTo>
                  <a:lnTo>
                    <a:pt x="5181217" y="5162049"/>
                  </a:lnTo>
                  <a:lnTo>
                    <a:pt x="5233206" y="5136649"/>
                  </a:lnTo>
                  <a:close/>
                </a:path>
                <a:path w="6537959" h="5924550">
                  <a:moveTo>
                    <a:pt x="4036836" y="5162049"/>
                  </a:moveTo>
                  <a:lnTo>
                    <a:pt x="4060034" y="5200149"/>
                  </a:lnTo>
                  <a:lnTo>
                    <a:pt x="4019855" y="5225549"/>
                  </a:lnTo>
                  <a:lnTo>
                    <a:pt x="3996661" y="5187449"/>
                  </a:lnTo>
                  <a:lnTo>
                    <a:pt x="4036836" y="5162049"/>
                  </a:lnTo>
                  <a:close/>
                </a:path>
                <a:path w="6537959" h="5924550">
                  <a:moveTo>
                    <a:pt x="3099824" y="5174749"/>
                  </a:moveTo>
                  <a:lnTo>
                    <a:pt x="3117557" y="5212849"/>
                  </a:lnTo>
                  <a:lnTo>
                    <a:pt x="3086836" y="5225549"/>
                  </a:lnTo>
                  <a:lnTo>
                    <a:pt x="3069098" y="5200149"/>
                  </a:lnTo>
                  <a:lnTo>
                    <a:pt x="3099824" y="5174749"/>
                  </a:lnTo>
                  <a:close/>
                </a:path>
                <a:path w="6537959" h="5924550">
                  <a:moveTo>
                    <a:pt x="2162886" y="5187449"/>
                  </a:moveTo>
                  <a:lnTo>
                    <a:pt x="2175393" y="5212849"/>
                  </a:lnTo>
                  <a:lnTo>
                    <a:pt x="2153726" y="5225549"/>
                  </a:lnTo>
                  <a:lnTo>
                    <a:pt x="2141219" y="5200149"/>
                  </a:lnTo>
                  <a:lnTo>
                    <a:pt x="2162886" y="5187449"/>
                  </a:lnTo>
                  <a:close/>
                </a:path>
                <a:path w="6537959" h="5924550">
                  <a:moveTo>
                    <a:pt x="1225780" y="5200149"/>
                  </a:moveTo>
                  <a:lnTo>
                    <a:pt x="1232602" y="5212849"/>
                  </a:lnTo>
                  <a:lnTo>
                    <a:pt x="1220788" y="5225549"/>
                  </a:lnTo>
                  <a:lnTo>
                    <a:pt x="1213966" y="5212849"/>
                  </a:lnTo>
                  <a:lnTo>
                    <a:pt x="1225780" y="5200149"/>
                  </a:lnTo>
                  <a:close/>
                </a:path>
                <a:path w="6537959" h="5924550">
                  <a:moveTo>
                    <a:pt x="6537666" y="5174749"/>
                  </a:moveTo>
                  <a:lnTo>
                    <a:pt x="6537666" y="5212849"/>
                  </a:lnTo>
                  <a:lnTo>
                    <a:pt x="6522340" y="5187449"/>
                  </a:lnTo>
                  <a:lnTo>
                    <a:pt x="6537666" y="5174749"/>
                  </a:lnTo>
                  <a:close/>
                </a:path>
                <a:path w="6537959" h="5924550">
                  <a:moveTo>
                    <a:pt x="6429580" y="5111249"/>
                  </a:moveTo>
                  <a:lnTo>
                    <a:pt x="6466422" y="5174749"/>
                  </a:lnTo>
                  <a:lnTo>
                    <a:pt x="6402618" y="5212849"/>
                  </a:lnTo>
                  <a:lnTo>
                    <a:pt x="6365776" y="5149349"/>
                  </a:lnTo>
                  <a:lnTo>
                    <a:pt x="6429580" y="5111249"/>
                  </a:lnTo>
                  <a:close/>
                </a:path>
                <a:path w="6537959" h="5924550">
                  <a:moveTo>
                    <a:pt x="4296200" y="5149349"/>
                  </a:moveTo>
                  <a:lnTo>
                    <a:pt x="4320760" y="5187449"/>
                  </a:lnTo>
                  <a:lnTo>
                    <a:pt x="4278219" y="5212849"/>
                  </a:lnTo>
                  <a:lnTo>
                    <a:pt x="4253660" y="5174749"/>
                  </a:lnTo>
                  <a:lnTo>
                    <a:pt x="4296200" y="5149349"/>
                  </a:lnTo>
                  <a:close/>
                </a:path>
                <a:path w="6537959" h="5924550">
                  <a:moveTo>
                    <a:pt x="3359186" y="5162049"/>
                  </a:moveTo>
                  <a:lnTo>
                    <a:pt x="3378290" y="5187449"/>
                  </a:lnTo>
                  <a:lnTo>
                    <a:pt x="3345203" y="5212849"/>
                  </a:lnTo>
                  <a:lnTo>
                    <a:pt x="3326099" y="5174749"/>
                  </a:lnTo>
                  <a:lnTo>
                    <a:pt x="3359186" y="5162049"/>
                  </a:lnTo>
                  <a:close/>
                </a:path>
                <a:path w="6537959" h="5924550">
                  <a:moveTo>
                    <a:pt x="2422166" y="5174749"/>
                  </a:moveTo>
                  <a:lnTo>
                    <a:pt x="2435809" y="5200149"/>
                  </a:lnTo>
                  <a:lnTo>
                    <a:pt x="2412176" y="5212849"/>
                  </a:lnTo>
                  <a:lnTo>
                    <a:pt x="2398532" y="5187449"/>
                  </a:lnTo>
                  <a:lnTo>
                    <a:pt x="2422166" y="5174749"/>
                  </a:lnTo>
                  <a:close/>
                </a:path>
                <a:path w="6537959" h="5924550">
                  <a:moveTo>
                    <a:pt x="5492570" y="5123949"/>
                  </a:moveTo>
                  <a:lnTo>
                    <a:pt x="5523952" y="5174749"/>
                  </a:lnTo>
                  <a:lnTo>
                    <a:pt x="5469597" y="5200149"/>
                  </a:lnTo>
                  <a:lnTo>
                    <a:pt x="5438215" y="5149349"/>
                  </a:lnTo>
                  <a:lnTo>
                    <a:pt x="5492570" y="5123949"/>
                  </a:lnTo>
                  <a:close/>
                </a:path>
                <a:path w="6537959" h="5924550">
                  <a:moveTo>
                    <a:pt x="4555563" y="5136649"/>
                  </a:moveTo>
                  <a:lnTo>
                    <a:pt x="4581484" y="5174749"/>
                  </a:lnTo>
                  <a:lnTo>
                    <a:pt x="4536583" y="5200149"/>
                  </a:lnTo>
                  <a:lnTo>
                    <a:pt x="4510661" y="5162049"/>
                  </a:lnTo>
                  <a:lnTo>
                    <a:pt x="4555563" y="5136649"/>
                  </a:lnTo>
                  <a:close/>
                </a:path>
                <a:path w="6537959" h="5924550">
                  <a:moveTo>
                    <a:pt x="3618634" y="5136649"/>
                  </a:moveTo>
                  <a:lnTo>
                    <a:pt x="3639329" y="5174749"/>
                  </a:lnTo>
                  <a:lnTo>
                    <a:pt x="3603482" y="5200149"/>
                  </a:lnTo>
                  <a:lnTo>
                    <a:pt x="3582787" y="5162049"/>
                  </a:lnTo>
                  <a:lnTo>
                    <a:pt x="3618634" y="5136649"/>
                  </a:lnTo>
                  <a:close/>
                </a:path>
                <a:path w="6537959" h="5924550">
                  <a:moveTo>
                    <a:pt x="2681614" y="5149349"/>
                  </a:moveTo>
                  <a:lnTo>
                    <a:pt x="2696849" y="5174749"/>
                  </a:lnTo>
                  <a:lnTo>
                    <a:pt x="2670460" y="5200149"/>
                  </a:lnTo>
                  <a:lnTo>
                    <a:pt x="2655226" y="5174749"/>
                  </a:lnTo>
                  <a:lnTo>
                    <a:pt x="2681614" y="5149349"/>
                  </a:lnTo>
                  <a:close/>
                </a:path>
                <a:path w="6537959" h="5924550">
                  <a:moveTo>
                    <a:pt x="1470655" y="5187449"/>
                  </a:moveTo>
                  <a:lnTo>
                    <a:pt x="1485234" y="5187449"/>
                  </a:lnTo>
                  <a:lnTo>
                    <a:pt x="1493647" y="5200149"/>
                  </a:lnTo>
                  <a:lnTo>
                    <a:pt x="1479068" y="5200149"/>
                  </a:lnTo>
                  <a:lnTo>
                    <a:pt x="1470655" y="5187449"/>
                  </a:lnTo>
                  <a:close/>
                </a:path>
                <a:path w="6537959" h="5924550">
                  <a:moveTo>
                    <a:pt x="5752012" y="5098549"/>
                  </a:moveTo>
                  <a:lnTo>
                    <a:pt x="5784985" y="5162049"/>
                  </a:lnTo>
                  <a:lnTo>
                    <a:pt x="5727879" y="5187449"/>
                  </a:lnTo>
                  <a:lnTo>
                    <a:pt x="5694907" y="5136649"/>
                  </a:lnTo>
                  <a:lnTo>
                    <a:pt x="5752012" y="5098549"/>
                  </a:lnTo>
                  <a:close/>
                </a:path>
                <a:path w="6537959" h="5924550">
                  <a:moveTo>
                    <a:pt x="4815005" y="5111249"/>
                  </a:moveTo>
                  <a:lnTo>
                    <a:pt x="4842522" y="5162049"/>
                  </a:lnTo>
                  <a:lnTo>
                    <a:pt x="4794860" y="5187449"/>
                  </a:lnTo>
                  <a:lnTo>
                    <a:pt x="4767343" y="5136649"/>
                  </a:lnTo>
                  <a:lnTo>
                    <a:pt x="4815005" y="5111249"/>
                  </a:lnTo>
                  <a:close/>
                </a:path>
                <a:path w="6537959" h="5924550">
                  <a:moveTo>
                    <a:pt x="3877912" y="5123949"/>
                  </a:moveTo>
                  <a:lnTo>
                    <a:pt x="3899744" y="5162049"/>
                  </a:lnTo>
                  <a:lnTo>
                    <a:pt x="3861934" y="5187449"/>
                  </a:lnTo>
                  <a:lnTo>
                    <a:pt x="3840102" y="5149349"/>
                  </a:lnTo>
                  <a:lnTo>
                    <a:pt x="3877912" y="5123949"/>
                  </a:lnTo>
                  <a:close/>
                </a:path>
                <a:path w="6537959" h="5924550">
                  <a:moveTo>
                    <a:pt x="2940976" y="5136649"/>
                  </a:moveTo>
                  <a:lnTo>
                    <a:pt x="2957577" y="5162049"/>
                  </a:lnTo>
                  <a:lnTo>
                    <a:pt x="2928827" y="5187449"/>
                  </a:lnTo>
                  <a:lnTo>
                    <a:pt x="2912226" y="5149349"/>
                  </a:lnTo>
                  <a:lnTo>
                    <a:pt x="2940976" y="5136649"/>
                  </a:lnTo>
                  <a:close/>
                </a:path>
                <a:path w="6537959" h="5924550">
                  <a:moveTo>
                    <a:pt x="1744595" y="5162049"/>
                  </a:moveTo>
                  <a:lnTo>
                    <a:pt x="1754374" y="5187449"/>
                  </a:lnTo>
                  <a:lnTo>
                    <a:pt x="1737438" y="5187449"/>
                  </a:lnTo>
                  <a:lnTo>
                    <a:pt x="1727660" y="5174749"/>
                  </a:lnTo>
                  <a:lnTo>
                    <a:pt x="1744595" y="5162049"/>
                  </a:lnTo>
                  <a:close/>
                </a:path>
                <a:path w="6537959" h="5924550">
                  <a:moveTo>
                    <a:pt x="6011294" y="5085849"/>
                  </a:moveTo>
                  <a:lnTo>
                    <a:pt x="6045404" y="5149349"/>
                  </a:lnTo>
                  <a:lnTo>
                    <a:pt x="5986322" y="5174749"/>
                  </a:lnTo>
                  <a:lnTo>
                    <a:pt x="5952213" y="5123949"/>
                  </a:lnTo>
                  <a:lnTo>
                    <a:pt x="6011294" y="5085849"/>
                  </a:lnTo>
                  <a:close/>
                </a:path>
                <a:path w="6537959" h="5924550">
                  <a:moveTo>
                    <a:pt x="5074369" y="5098549"/>
                  </a:moveTo>
                  <a:lnTo>
                    <a:pt x="5103247" y="5149349"/>
                  </a:lnTo>
                  <a:lnTo>
                    <a:pt x="5053224" y="5174749"/>
                  </a:lnTo>
                  <a:lnTo>
                    <a:pt x="5024346" y="5123949"/>
                  </a:lnTo>
                  <a:lnTo>
                    <a:pt x="5074369" y="5098549"/>
                  </a:lnTo>
                  <a:close/>
                </a:path>
                <a:path w="6537959" h="5924550">
                  <a:moveTo>
                    <a:pt x="4137358" y="5111249"/>
                  </a:moveTo>
                  <a:lnTo>
                    <a:pt x="4160781" y="5149349"/>
                  </a:lnTo>
                  <a:lnTo>
                    <a:pt x="4120207" y="5174749"/>
                  </a:lnTo>
                  <a:lnTo>
                    <a:pt x="4096789" y="5136649"/>
                  </a:lnTo>
                  <a:lnTo>
                    <a:pt x="4137358" y="5111249"/>
                  </a:lnTo>
                  <a:close/>
                </a:path>
                <a:path w="6537959" h="5924550">
                  <a:moveTo>
                    <a:pt x="3200342" y="5123949"/>
                  </a:moveTo>
                  <a:lnTo>
                    <a:pt x="3218305" y="5149349"/>
                  </a:lnTo>
                  <a:lnTo>
                    <a:pt x="3187189" y="5174749"/>
                  </a:lnTo>
                  <a:lnTo>
                    <a:pt x="3169226" y="5136649"/>
                  </a:lnTo>
                  <a:lnTo>
                    <a:pt x="3200342" y="5123949"/>
                  </a:lnTo>
                  <a:close/>
                </a:path>
                <a:path w="6537959" h="5924550">
                  <a:moveTo>
                    <a:pt x="2003956" y="5149349"/>
                  </a:moveTo>
                  <a:lnTo>
                    <a:pt x="2015101" y="5162049"/>
                  </a:lnTo>
                  <a:lnTo>
                    <a:pt x="1995800" y="5174749"/>
                  </a:lnTo>
                  <a:lnTo>
                    <a:pt x="1984660" y="5162049"/>
                  </a:lnTo>
                  <a:lnTo>
                    <a:pt x="2003956" y="5149349"/>
                  </a:lnTo>
                  <a:close/>
                </a:path>
                <a:path w="6537959" h="5924550">
                  <a:moveTo>
                    <a:pt x="1057093" y="5162049"/>
                  </a:moveTo>
                  <a:lnTo>
                    <a:pt x="1066941" y="5162049"/>
                  </a:lnTo>
                  <a:lnTo>
                    <a:pt x="1072626" y="5174749"/>
                  </a:lnTo>
                  <a:lnTo>
                    <a:pt x="1062778" y="5174749"/>
                  </a:lnTo>
                  <a:lnTo>
                    <a:pt x="1057093" y="5162049"/>
                  </a:lnTo>
                  <a:close/>
                </a:path>
                <a:path w="6537959" h="5924550">
                  <a:moveTo>
                    <a:pt x="6270741" y="5073149"/>
                  </a:moveTo>
                  <a:lnTo>
                    <a:pt x="6306446" y="5123949"/>
                  </a:lnTo>
                  <a:lnTo>
                    <a:pt x="6244605" y="5162049"/>
                  </a:lnTo>
                  <a:lnTo>
                    <a:pt x="6208904" y="5098549"/>
                  </a:lnTo>
                  <a:lnTo>
                    <a:pt x="6270741" y="5073149"/>
                  </a:lnTo>
                  <a:close/>
                </a:path>
                <a:path w="6537959" h="5924550">
                  <a:moveTo>
                    <a:pt x="5333728" y="5073149"/>
                  </a:moveTo>
                  <a:lnTo>
                    <a:pt x="5363972" y="5136649"/>
                  </a:lnTo>
                  <a:lnTo>
                    <a:pt x="5311589" y="5162049"/>
                  </a:lnTo>
                  <a:lnTo>
                    <a:pt x="5281344" y="5111249"/>
                  </a:lnTo>
                  <a:lnTo>
                    <a:pt x="5333728" y="5073149"/>
                  </a:lnTo>
                  <a:close/>
                </a:path>
                <a:path w="6537959" h="5924550">
                  <a:moveTo>
                    <a:pt x="4396716" y="5085849"/>
                  </a:moveTo>
                  <a:lnTo>
                    <a:pt x="4421505" y="5136649"/>
                  </a:lnTo>
                  <a:lnTo>
                    <a:pt x="4378575" y="5162049"/>
                  </a:lnTo>
                  <a:lnTo>
                    <a:pt x="4353786" y="5111249"/>
                  </a:lnTo>
                  <a:lnTo>
                    <a:pt x="4396716" y="5085849"/>
                  </a:lnTo>
                  <a:close/>
                </a:path>
                <a:path w="6537959" h="5924550">
                  <a:moveTo>
                    <a:pt x="2263410" y="5136649"/>
                  </a:moveTo>
                  <a:lnTo>
                    <a:pt x="2276141" y="5149349"/>
                  </a:lnTo>
                  <a:lnTo>
                    <a:pt x="2254084" y="5162049"/>
                  </a:lnTo>
                  <a:lnTo>
                    <a:pt x="2241353" y="5149349"/>
                  </a:lnTo>
                  <a:lnTo>
                    <a:pt x="2263410" y="5136649"/>
                  </a:lnTo>
                  <a:close/>
                </a:path>
                <a:path w="6537959" h="5924550">
                  <a:moveTo>
                    <a:pt x="1326308" y="5136649"/>
                  </a:moveTo>
                  <a:lnTo>
                    <a:pt x="1333359" y="5149349"/>
                  </a:lnTo>
                  <a:lnTo>
                    <a:pt x="1321146" y="5162049"/>
                  </a:lnTo>
                  <a:lnTo>
                    <a:pt x="1314095" y="5149349"/>
                  </a:lnTo>
                  <a:lnTo>
                    <a:pt x="1326308" y="5136649"/>
                  </a:lnTo>
                  <a:close/>
                </a:path>
                <a:path w="6537959" h="5924550">
                  <a:moveTo>
                    <a:pt x="6530107" y="5047749"/>
                  </a:moveTo>
                  <a:lnTo>
                    <a:pt x="6537666" y="5060449"/>
                  </a:lnTo>
                  <a:lnTo>
                    <a:pt x="6537666" y="5136649"/>
                  </a:lnTo>
                  <a:lnTo>
                    <a:pt x="6502970" y="5149349"/>
                  </a:lnTo>
                  <a:lnTo>
                    <a:pt x="6465904" y="5085849"/>
                  </a:lnTo>
                  <a:lnTo>
                    <a:pt x="6530107" y="5047749"/>
                  </a:lnTo>
                  <a:close/>
                </a:path>
                <a:path w="6537959" h="5924550">
                  <a:moveTo>
                    <a:pt x="5593092" y="5060449"/>
                  </a:moveTo>
                  <a:lnTo>
                    <a:pt x="5624698" y="5111249"/>
                  </a:lnTo>
                  <a:lnTo>
                    <a:pt x="5569953" y="5149349"/>
                  </a:lnTo>
                  <a:lnTo>
                    <a:pt x="5538343" y="5098549"/>
                  </a:lnTo>
                  <a:lnTo>
                    <a:pt x="5593092" y="5060449"/>
                  </a:lnTo>
                  <a:close/>
                </a:path>
                <a:path w="6537959" h="5924550">
                  <a:moveTo>
                    <a:pt x="4656080" y="5073149"/>
                  </a:moveTo>
                  <a:lnTo>
                    <a:pt x="4682231" y="5123949"/>
                  </a:lnTo>
                  <a:lnTo>
                    <a:pt x="4636935" y="5149349"/>
                  </a:lnTo>
                  <a:lnTo>
                    <a:pt x="4610784" y="5098549"/>
                  </a:lnTo>
                  <a:lnTo>
                    <a:pt x="4656080" y="5073149"/>
                  </a:lnTo>
                  <a:close/>
                </a:path>
                <a:path w="6537959" h="5924550">
                  <a:moveTo>
                    <a:pt x="3459704" y="5098549"/>
                  </a:moveTo>
                  <a:lnTo>
                    <a:pt x="3479032" y="5136649"/>
                  </a:lnTo>
                  <a:lnTo>
                    <a:pt x="3445556" y="5149349"/>
                  </a:lnTo>
                  <a:lnTo>
                    <a:pt x="3426227" y="5123949"/>
                  </a:lnTo>
                  <a:lnTo>
                    <a:pt x="3459704" y="5098549"/>
                  </a:lnTo>
                  <a:close/>
                </a:path>
                <a:path w="6537959" h="5924550">
                  <a:moveTo>
                    <a:pt x="2522684" y="5111249"/>
                  </a:moveTo>
                  <a:lnTo>
                    <a:pt x="2536557" y="5136649"/>
                  </a:lnTo>
                  <a:lnTo>
                    <a:pt x="2512534" y="5149349"/>
                  </a:lnTo>
                  <a:lnTo>
                    <a:pt x="2498661" y="5123949"/>
                  </a:lnTo>
                  <a:lnTo>
                    <a:pt x="2522684" y="5111249"/>
                  </a:lnTo>
                  <a:close/>
                </a:path>
                <a:path w="6537959" h="5924550">
                  <a:moveTo>
                    <a:pt x="1585669" y="5123949"/>
                  </a:moveTo>
                  <a:lnTo>
                    <a:pt x="1594082" y="5136649"/>
                  </a:lnTo>
                  <a:lnTo>
                    <a:pt x="1579508" y="5149349"/>
                  </a:lnTo>
                  <a:lnTo>
                    <a:pt x="1571095" y="5136649"/>
                  </a:lnTo>
                  <a:lnTo>
                    <a:pt x="1585669" y="5123949"/>
                  </a:lnTo>
                  <a:close/>
                </a:path>
                <a:path w="6537959" h="5924550">
                  <a:moveTo>
                    <a:pt x="5852452" y="5047749"/>
                  </a:moveTo>
                  <a:lnTo>
                    <a:pt x="5885424" y="5098549"/>
                  </a:lnTo>
                  <a:lnTo>
                    <a:pt x="5828314" y="5136649"/>
                  </a:lnTo>
                  <a:lnTo>
                    <a:pt x="5795341" y="5073149"/>
                  </a:lnTo>
                  <a:lnTo>
                    <a:pt x="5852452" y="5047749"/>
                  </a:lnTo>
                  <a:close/>
                </a:path>
                <a:path w="6537959" h="5924550">
                  <a:moveTo>
                    <a:pt x="4915526" y="5060449"/>
                  </a:moveTo>
                  <a:lnTo>
                    <a:pt x="4943267" y="5098549"/>
                  </a:lnTo>
                  <a:lnTo>
                    <a:pt x="4895216" y="5136649"/>
                  </a:lnTo>
                  <a:lnTo>
                    <a:pt x="4867470" y="5085849"/>
                  </a:lnTo>
                  <a:lnTo>
                    <a:pt x="4915526" y="5060449"/>
                  </a:lnTo>
                  <a:close/>
                </a:path>
                <a:path w="6537959" h="5924550">
                  <a:moveTo>
                    <a:pt x="3719152" y="5085849"/>
                  </a:moveTo>
                  <a:lnTo>
                    <a:pt x="3740071" y="5123949"/>
                  </a:lnTo>
                  <a:lnTo>
                    <a:pt x="3703835" y="5136649"/>
                  </a:lnTo>
                  <a:lnTo>
                    <a:pt x="3682915" y="5111249"/>
                  </a:lnTo>
                  <a:lnTo>
                    <a:pt x="3719152" y="5085849"/>
                  </a:lnTo>
                  <a:close/>
                </a:path>
                <a:path w="6537959" h="5924550">
                  <a:moveTo>
                    <a:pt x="2782133" y="5098549"/>
                  </a:moveTo>
                  <a:lnTo>
                    <a:pt x="2797597" y="5123949"/>
                  </a:lnTo>
                  <a:lnTo>
                    <a:pt x="2770814" y="5136649"/>
                  </a:lnTo>
                  <a:lnTo>
                    <a:pt x="2755350" y="5111249"/>
                  </a:lnTo>
                  <a:lnTo>
                    <a:pt x="2782133" y="5098549"/>
                  </a:lnTo>
                  <a:close/>
                </a:path>
                <a:path w="6537959" h="5924550">
                  <a:moveTo>
                    <a:pt x="1845114" y="5111249"/>
                  </a:moveTo>
                  <a:lnTo>
                    <a:pt x="1855122" y="5123949"/>
                  </a:lnTo>
                  <a:lnTo>
                    <a:pt x="1837792" y="5136649"/>
                  </a:lnTo>
                  <a:lnTo>
                    <a:pt x="1827784" y="5123949"/>
                  </a:lnTo>
                  <a:lnTo>
                    <a:pt x="1845114" y="5111249"/>
                  </a:lnTo>
                  <a:close/>
                </a:path>
                <a:path w="6537959" h="5924550">
                  <a:moveTo>
                    <a:pt x="6111816" y="5022349"/>
                  </a:moveTo>
                  <a:lnTo>
                    <a:pt x="6146151" y="5085849"/>
                  </a:lnTo>
                  <a:lnTo>
                    <a:pt x="6086679" y="5123949"/>
                  </a:lnTo>
                  <a:lnTo>
                    <a:pt x="6052345" y="5060449"/>
                  </a:lnTo>
                  <a:lnTo>
                    <a:pt x="6111816" y="5022349"/>
                  </a:lnTo>
                  <a:close/>
                </a:path>
                <a:path w="6537959" h="5924550">
                  <a:moveTo>
                    <a:pt x="5174885" y="5035049"/>
                  </a:moveTo>
                  <a:lnTo>
                    <a:pt x="5203993" y="5085849"/>
                  </a:lnTo>
                  <a:lnTo>
                    <a:pt x="5153581" y="5123949"/>
                  </a:lnTo>
                  <a:lnTo>
                    <a:pt x="5124473" y="5073149"/>
                  </a:lnTo>
                  <a:lnTo>
                    <a:pt x="5174885" y="5035049"/>
                  </a:lnTo>
                  <a:close/>
                </a:path>
                <a:path w="6537959" h="5924550">
                  <a:moveTo>
                    <a:pt x="3978433" y="5073149"/>
                  </a:moveTo>
                  <a:lnTo>
                    <a:pt x="4000489" y="5111249"/>
                  </a:lnTo>
                  <a:lnTo>
                    <a:pt x="3962286" y="5123949"/>
                  </a:lnTo>
                  <a:lnTo>
                    <a:pt x="3940225" y="5085849"/>
                  </a:lnTo>
                  <a:lnTo>
                    <a:pt x="3978433" y="5073149"/>
                  </a:lnTo>
                  <a:close/>
                </a:path>
                <a:path w="6537959" h="5924550">
                  <a:moveTo>
                    <a:pt x="3041416" y="5073149"/>
                  </a:moveTo>
                  <a:lnTo>
                    <a:pt x="3058017" y="5111249"/>
                  </a:lnTo>
                  <a:lnTo>
                    <a:pt x="3029267" y="5123949"/>
                  </a:lnTo>
                  <a:lnTo>
                    <a:pt x="3012666" y="5098549"/>
                  </a:lnTo>
                  <a:lnTo>
                    <a:pt x="3041416" y="5073149"/>
                  </a:lnTo>
                  <a:close/>
                </a:path>
                <a:path w="6537959" h="5924550">
                  <a:moveTo>
                    <a:pt x="2104483" y="5085849"/>
                  </a:moveTo>
                  <a:lnTo>
                    <a:pt x="2115853" y="5111249"/>
                  </a:lnTo>
                  <a:lnTo>
                    <a:pt x="2096157" y="5123949"/>
                  </a:lnTo>
                  <a:lnTo>
                    <a:pt x="2084788" y="5098549"/>
                  </a:lnTo>
                  <a:lnTo>
                    <a:pt x="2104483" y="5085849"/>
                  </a:lnTo>
                  <a:close/>
                </a:path>
                <a:path w="6537959" h="5924550">
                  <a:moveTo>
                    <a:pt x="1167464" y="5098549"/>
                  </a:moveTo>
                  <a:lnTo>
                    <a:pt x="1173373" y="5111249"/>
                  </a:lnTo>
                  <a:lnTo>
                    <a:pt x="1163132" y="5123949"/>
                  </a:lnTo>
                  <a:lnTo>
                    <a:pt x="1157222" y="5111249"/>
                  </a:lnTo>
                  <a:lnTo>
                    <a:pt x="1167464" y="5098549"/>
                  </a:lnTo>
                  <a:close/>
                </a:path>
                <a:path w="6537959" h="5924550">
                  <a:moveTo>
                    <a:pt x="6371259" y="5009649"/>
                  </a:moveTo>
                  <a:lnTo>
                    <a:pt x="6407189" y="5073149"/>
                  </a:lnTo>
                  <a:lnTo>
                    <a:pt x="6344957" y="5111249"/>
                  </a:lnTo>
                  <a:lnTo>
                    <a:pt x="6309028" y="5047749"/>
                  </a:lnTo>
                  <a:lnTo>
                    <a:pt x="6371259" y="5009649"/>
                  </a:lnTo>
                  <a:close/>
                </a:path>
                <a:path w="6537959" h="5924550">
                  <a:moveTo>
                    <a:pt x="4237875" y="5047749"/>
                  </a:moveTo>
                  <a:lnTo>
                    <a:pt x="4261527" y="5085849"/>
                  </a:lnTo>
                  <a:lnTo>
                    <a:pt x="4220563" y="5111249"/>
                  </a:lnTo>
                  <a:lnTo>
                    <a:pt x="4196916" y="5073149"/>
                  </a:lnTo>
                  <a:lnTo>
                    <a:pt x="4237875" y="5047749"/>
                  </a:lnTo>
                  <a:close/>
                </a:path>
                <a:path w="6537959" h="5924550">
                  <a:moveTo>
                    <a:pt x="3300860" y="5060449"/>
                  </a:moveTo>
                  <a:lnTo>
                    <a:pt x="3319057" y="5098549"/>
                  </a:lnTo>
                  <a:lnTo>
                    <a:pt x="3287547" y="5111249"/>
                  </a:lnTo>
                  <a:lnTo>
                    <a:pt x="3269350" y="5085849"/>
                  </a:lnTo>
                  <a:lnTo>
                    <a:pt x="3300860" y="5060449"/>
                  </a:lnTo>
                  <a:close/>
                </a:path>
                <a:path w="6537959" h="5924550">
                  <a:moveTo>
                    <a:pt x="2363846" y="5073149"/>
                  </a:moveTo>
                  <a:lnTo>
                    <a:pt x="2376581" y="5098549"/>
                  </a:lnTo>
                  <a:lnTo>
                    <a:pt x="2354520" y="5111249"/>
                  </a:lnTo>
                  <a:lnTo>
                    <a:pt x="2341789" y="5085849"/>
                  </a:lnTo>
                  <a:lnTo>
                    <a:pt x="2363846" y="5073149"/>
                  </a:lnTo>
                  <a:close/>
                </a:path>
                <a:path w="6537959" h="5924550">
                  <a:moveTo>
                    <a:pt x="5434167" y="5022349"/>
                  </a:moveTo>
                  <a:lnTo>
                    <a:pt x="5464412" y="5073149"/>
                  </a:lnTo>
                  <a:lnTo>
                    <a:pt x="5412028" y="5098549"/>
                  </a:lnTo>
                  <a:lnTo>
                    <a:pt x="5381783" y="5047749"/>
                  </a:lnTo>
                  <a:lnTo>
                    <a:pt x="5434167" y="5022349"/>
                  </a:lnTo>
                  <a:close/>
                </a:path>
                <a:path w="6537959" h="5924550">
                  <a:moveTo>
                    <a:pt x="4497237" y="5035049"/>
                  </a:moveTo>
                  <a:lnTo>
                    <a:pt x="4522251" y="5073149"/>
                  </a:lnTo>
                  <a:lnTo>
                    <a:pt x="4478927" y="5098549"/>
                  </a:lnTo>
                  <a:lnTo>
                    <a:pt x="4453913" y="5060449"/>
                  </a:lnTo>
                  <a:lnTo>
                    <a:pt x="4497237" y="5035049"/>
                  </a:lnTo>
                  <a:close/>
                </a:path>
                <a:path w="6537959" h="5924550">
                  <a:moveTo>
                    <a:pt x="3560231" y="5047749"/>
                  </a:moveTo>
                  <a:lnTo>
                    <a:pt x="3579784" y="5073149"/>
                  </a:lnTo>
                  <a:lnTo>
                    <a:pt x="3545913" y="5098549"/>
                  </a:lnTo>
                  <a:lnTo>
                    <a:pt x="3526355" y="5060449"/>
                  </a:lnTo>
                  <a:lnTo>
                    <a:pt x="3560231" y="5047749"/>
                  </a:lnTo>
                  <a:close/>
                </a:path>
                <a:path w="6537959" h="5924550">
                  <a:moveTo>
                    <a:pt x="2623211" y="5060449"/>
                  </a:moveTo>
                  <a:lnTo>
                    <a:pt x="2637309" y="5085849"/>
                  </a:lnTo>
                  <a:lnTo>
                    <a:pt x="2612887" y="5098549"/>
                  </a:lnTo>
                  <a:lnTo>
                    <a:pt x="2598789" y="5073149"/>
                  </a:lnTo>
                  <a:lnTo>
                    <a:pt x="2623211" y="5060449"/>
                  </a:lnTo>
                  <a:close/>
                </a:path>
                <a:path w="6537959" h="5924550">
                  <a:moveTo>
                    <a:pt x="1414223" y="5085849"/>
                  </a:moveTo>
                  <a:lnTo>
                    <a:pt x="1426826" y="5085849"/>
                  </a:lnTo>
                  <a:lnTo>
                    <a:pt x="1434106" y="5098549"/>
                  </a:lnTo>
                  <a:lnTo>
                    <a:pt x="1421499" y="5098549"/>
                  </a:lnTo>
                  <a:lnTo>
                    <a:pt x="1414223" y="5085849"/>
                  </a:lnTo>
                  <a:close/>
                </a:path>
                <a:path w="6537959" h="5924550">
                  <a:moveTo>
                    <a:pt x="5693609" y="4996949"/>
                  </a:moveTo>
                  <a:lnTo>
                    <a:pt x="5725445" y="5060449"/>
                  </a:lnTo>
                  <a:lnTo>
                    <a:pt x="5670306" y="5085849"/>
                  </a:lnTo>
                  <a:lnTo>
                    <a:pt x="5638470" y="5035049"/>
                  </a:lnTo>
                  <a:lnTo>
                    <a:pt x="5693609" y="4996949"/>
                  </a:lnTo>
                  <a:close/>
                </a:path>
                <a:path w="6537959" h="5924550">
                  <a:moveTo>
                    <a:pt x="4756602" y="5009649"/>
                  </a:moveTo>
                  <a:lnTo>
                    <a:pt x="4782981" y="5060449"/>
                  </a:lnTo>
                  <a:lnTo>
                    <a:pt x="4737291" y="5085849"/>
                  </a:lnTo>
                  <a:lnTo>
                    <a:pt x="4710911" y="5035049"/>
                  </a:lnTo>
                  <a:lnTo>
                    <a:pt x="4756602" y="5009649"/>
                  </a:lnTo>
                  <a:close/>
                </a:path>
                <a:path w="6537959" h="5924550">
                  <a:moveTo>
                    <a:pt x="3819591" y="5022349"/>
                  </a:moveTo>
                  <a:lnTo>
                    <a:pt x="3840510" y="5060449"/>
                  </a:lnTo>
                  <a:lnTo>
                    <a:pt x="3804274" y="5085849"/>
                  </a:lnTo>
                  <a:lnTo>
                    <a:pt x="3783354" y="5047749"/>
                  </a:lnTo>
                  <a:lnTo>
                    <a:pt x="3819591" y="5022349"/>
                  </a:lnTo>
                  <a:close/>
                </a:path>
                <a:path w="6537959" h="5924550">
                  <a:moveTo>
                    <a:pt x="2882660" y="5035049"/>
                  </a:moveTo>
                  <a:lnTo>
                    <a:pt x="2898348" y="5060449"/>
                  </a:lnTo>
                  <a:lnTo>
                    <a:pt x="2871171" y="5085849"/>
                  </a:lnTo>
                  <a:lnTo>
                    <a:pt x="2855482" y="5047749"/>
                  </a:lnTo>
                  <a:lnTo>
                    <a:pt x="2882660" y="5035049"/>
                  </a:lnTo>
                  <a:close/>
                </a:path>
                <a:path w="6537959" h="5924550">
                  <a:moveTo>
                    <a:pt x="1671223" y="5073149"/>
                  </a:moveTo>
                  <a:lnTo>
                    <a:pt x="1686192" y="5073149"/>
                  </a:lnTo>
                  <a:lnTo>
                    <a:pt x="1694834" y="5085849"/>
                  </a:lnTo>
                  <a:lnTo>
                    <a:pt x="1679865" y="5085849"/>
                  </a:lnTo>
                  <a:lnTo>
                    <a:pt x="1671223" y="5073149"/>
                  </a:lnTo>
                  <a:close/>
                </a:path>
                <a:path w="6537959" h="5924550">
                  <a:moveTo>
                    <a:pt x="5952974" y="4984249"/>
                  </a:moveTo>
                  <a:lnTo>
                    <a:pt x="5986175" y="5047749"/>
                  </a:lnTo>
                  <a:lnTo>
                    <a:pt x="5928671" y="5073149"/>
                  </a:lnTo>
                  <a:lnTo>
                    <a:pt x="5895469" y="5022349"/>
                  </a:lnTo>
                  <a:lnTo>
                    <a:pt x="5952974" y="4984249"/>
                  </a:lnTo>
                  <a:close/>
                </a:path>
                <a:path w="6537959" h="5924550">
                  <a:moveTo>
                    <a:pt x="5015961" y="4996949"/>
                  </a:moveTo>
                  <a:lnTo>
                    <a:pt x="5043707" y="5047749"/>
                  </a:lnTo>
                  <a:lnTo>
                    <a:pt x="4995651" y="5073149"/>
                  </a:lnTo>
                  <a:lnTo>
                    <a:pt x="4967910" y="5022349"/>
                  </a:lnTo>
                  <a:lnTo>
                    <a:pt x="5015961" y="4996949"/>
                  </a:lnTo>
                  <a:close/>
                </a:path>
                <a:path w="6537959" h="5924550">
                  <a:moveTo>
                    <a:pt x="4078955" y="5009649"/>
                  </a:moveTo>
                  <a:lnTo>
                    <a:pt x="4101241" y="5047749"/>
                  </a:lnTo>
                  <a:lnTo>
                    <a:pt x="4062638" y="5073149"/>
                  </a:lnTo>
                  <a:lnTo>
                    <a:pt x="4040353" y="5035049"/>
                  </a:lnTo>
                  <a:lnTo>
                    <a:pt x="4078955" y="5009649"/>
                  </a:lnTo>
                  <a:close/>
                </a:path>
                <a:path w="6537959" h="5924550">
                  <a:moveTo>
                    <a:pt x="1945553" y="5047749"/>
                  </a:moveTo>
                  <a:lnTo>
                    <a:pt x="1955562" y="5073149"/>
                  </a:lnTo>
                  <a:lnTo>
                    <a:pt x="1938227" y="5073149"/>
                  </a:lnTo>
                  <a:lnTo>
                    <a:pt x="1928224" y="5060449"/>
                  </a:lnTo>
                  <a:lnTo>
                    <a:pt x="1945553" y="5047749"/>
                  </a:lnTo>
                  <a:close/>
                </a:path>
                <a:path w="6537959" h="5924550">
                  <a:moveTo>
                    <a:pt x="6212338" y="4971549"/>
                  </a:moveTo>
                  <a:lnTo>
                    <a:pt x="6246901" y="5022349"/>
                  </a:lnTo>
                  <a:lnTo>
                    <a:pt x="6187036" y="5060449"/>
                  </a:lnTo>
                  <a:lnTo>
                    <a:pt x="6152468" y="4996949"/>
                  </a:lnTo>
                  <a:lnTo>
                    <a:pt x="6212338" y="4971549"/>
                  </a:lnTo>
                  <a:close/>
                </a:path>
                <a:path w="6537959" h="5924550">
                  <a:moveTo>
                    <a:pt x="5275324" y="4984249"/>
                  </a:moveTo>
                  <a:lnTo>
                    <a:pt x="5304432" y="5035049"/>
                  </a:lnTo>
                  <a:lnTo>
                    <a:pt x="5254015" y="5060449"/>
                  </a:lnTo>
                  <a:lnTo>
                    <a:pt x="5224908" y="5009649"/>
                  </a:lnTo>
                  <a:lnTo>
                    <a:pt x="5275324" y="4984249"/>
                  </a:lnTo>
                  <a:close/>
                </a:path>
                <a:path w="6537959" h="5924550">
                  <a:moveTo>
                    <a:pt x="4338396" y="4996949"/>
                  </a:moveTo>
                  <a:lnTo>
                    <a:pt x="4362277" y="5035049"/>
                  </a:lnTo>
                  <a:lnTo>
                    <a:pt x="4320919" y="5060449"/>
                  </a:lnTo>
                  <a:lnTo>
                    <a:pt x="4297038" y="5009649"/>
                  </a:lnTo>
                  <a:lnTo>
                    <a:pt x="4338396" y="4996949"/>
                  </a:lnTo>
                  <a:close/>
                </a:path>
                <a:path w="6537959" h="5924550">
                  <a:moveTo>
                    <a:pt x="3141939" y="5022349"/>
                  </a:moveTo>
                  <a:lnTo>
                    <a:pt x="3158764" y="5047749"/>
                  </a:lnTo>
                  <a:lnTo>
                    <a:pt x="3129620" y="5060449"/>
                  </a:lnTo>
                  <a:lnTo>
                    <a:pt x="3112790" y="5035049"/>
                  </a:lnTo>
                  <a:lnTo>
                    <a:pt x="3141939" y="5022349"/>
                  </a:lnTo>
                  <a:close/>
                </a:path>
                <a:path w="6537959" h="5924550">
                  <a:moveTo>
                    <a:pt x="2205002" y="5035049"/>
                  </a:moveTo>
                  <a:lnTo>
                    <a:pt x="2216601" y="5047749"/>
                  </a:lnTo>
                  <a:lnTo>
                    <a:pt x="2196516" y="5060449"/>
                  </a:lnTo>
                  <a:lnTo>
                    <a:pt x="2184917" y="5047749"/>
                  </a:lnTo>
                  <a:lnTo>
                    <a:pt x="2205002" y="5035049"/>
                  </a:lnTo>
                  <a:close/>
                </a:path>
                <a:path w="6537959" h="5924550">
                  <a:moveTo>
                    <a:pt x="1257352" y="5047749"/>
                  </a:moveTo>
                  <a:lnTo>
                    <a:pt x="1267983" y="5047749"/>
                  </a:lnTo>
                  <a:lnTo>
                    <a:pt x="1274127" y="5060449"/>
                  </a:lnTo>
                  <a:lnTo>
                    <a:pt x="1263490" y="5060449"/>
                  </a:lnTo>
                  <a:lnTo>
                    <a:pt x="1257352" y="5047749"/>
                  </a:lnTo>
                  <a:close/>
                </a:path>
                <a:path w="6537959" h="5924550">
                  <a:moveTo>
                    <a:pt x="5534689" y="4958849"/>
                  </a:moveTo>
                  <a:lnTo>
                    <a:pt x="5565158" y="5009649"/>
                  </a:lnTo>
                  <a:lnTo>
                    <a:pt x="5512380" y="5047749"/>
                  </a:lnTo>
                  <a:lnTo>
                    <a:pt x="5481911" y="4996949"/>
                  </a:lnTo>
                  <a:lnTo>
                    <a:pt x="5534689" y="4958849"/>
                  </a:lnTo>
                  <a:close/>
                </a:path>
                <a:path w="6537959" h="5924550">
                  <a:moveTo>
                    <a:pt x="4597677" y="4971549"/>
                  </a:moveTo>
                  <a:lnTo>
                    <a:pt x="4622690" y="5022349"/>
                  </a:lnTo>
                  <a:lnTo>
                    <a:pt x="4579361" y="5047749"/>
                  </a:lnTo>
                  <a:lnTo>
                    <a:pt x="4554348" y="4996949"/>
                  </a:lnTo>
                  <a:lnTo>
                    <a:pt x="4597677" y="4971549"/>
                  </a:lnTo>
                  <a:close/>
                </a:path>
                <a:path w="6537959" h="5924550">
                  <a:moveTo>
                    <a:pt x="3401300" y="5009649"/>
                  </a:moveTo>
                  <a:lnTo>
                    <a:pt x="3419497" y="5035049"/>
                  </a:lnTo>
                  <a:lnTo>
                    <a:pt x="3387987" y="5047749"/>
                  </a:lnTo>
                  <a:lnTo>
                    <a:pt x="3369790" y="5022349"/>
                  </a:lnTo>
                  <a:lnTo>
                    <a:pt x="3401300" y="5009649"/>
                  </a:lnTo>
                  <a:close/>
                </a:path>
                <a:path w="6537959" h="5924550">
                  <a:moveTo>
                    <a:pt x="2464368" y="5009649"/>
                  </a:moveTo>
                  <a:lnTo>
                    <a:pt x="2477329" y="5035049"/>
                  </a:lnTo>
                  <a:lnTo>
                    <a:pt x="2454878" y="5047749"/>
                  </a:lnTo>
                  <a:lnTo>
                    <a:pt x="2441913" y="5022349"/>
                  </a:lnTo>
                  <a:lnTo>
                    <a:pt x="2464368" y="5009649"/>
                  </a:lnTo>
                  <a:close/>
                </a:path>
                <a:path w="6537959" h="5924550">
                  <a:moveTo>
                    <a:pt x="1527266" y="5022349"/>
                  </a:moveTo>
                  <a:lnTo>
                    <a:pt x="1534547" y="5035049"/>
                  </a:lnTo>
                  <a:lnTo>
                    <a:pt x="1521939" y="5047749"/>
                  </a:lnTo>
                  <a:lnTo>
                    <a:pt x="1514663" y="5035049"/>
                  </a:lnTo>
                  <a:lnTo>
                    <a:pt x="1527266" y="5022349"/>
                  </a:lnTo>
                  <a:close/>
                </a:path>
                <a:path w="6537959" h="5924550">
                  <a:moveTo>
                    <a:pt x="5794131" y="4946149"/>
                  </a:moveTo>
                  <a:lnTo>
                    <a:pt x="5826196" y="4996949"/>
                  </a:lnTo>
                  <a:lnTo>
                    <a:pt x="5770658" y="5035049"/>
                  </a:lnTo>
                  <a:lnTo>
                    <a:pt x="5738593" y="4971549"/>
                  </a:lnTo>
                  <a:lnTo>
                    <a:pt x="5794131" y="4946149"/>
                  </a:lnTo>
                  <a:close/>
                </a:path>
                <a:path w="6537959" h="5924550">
                  <a:moveTo>
                    <a:pt x="4857123" y="4958849"/>
                  </a:moveTo>
                  <a:lnTo>
                    <a:pt x="4883727" y="4996949"/>
                  </a:lnTo>
                  <a:lnTo>
                    <a:pt x="4837643" y="5035049"/>
                  </a:lnTo>
                  <a:lnTo>
                    <a:pt x="4811038" y="4984249"/>
                  </a:lnTo>
                  <a:lnTo>
                    <a:pt x="4857123" y="4958849"/>
                  </a:lnTo>
                  <a:close/>
                </a:path>
                <a:path w="6537959" h="5924550">
                  <a:moveTo>
                    <a:pt x="3660749" y="4984249"/>
                  </a:moveTo>
                  <a:lnTo>
                    <a:pt x="3680536" y="5022349"/>
                  </a:lnTo>
                  <a:lnTo>
                    <a:pt x="3646266" y="5035049"/>
                  </a:lnTo>
                  <a:lnTo>
                    <a:pt x="3626483" y="5009649"/>
                  </a:lnTo>
                  <a:lnTo>
                    <a:pt x="3660749" y="4984249"/>
                  </a:lnTo>
                  <a:close/>
                </a:path>
                <a:path w="6537959" h="5924550">
                  <a:moveTo>
                    <a:pt x="2723730" y="4996949"/>
                  </a:moveTo>
                  <a:lnTo>
                    <a:pt x="2738057" y="5022349"/>
                  </a:lnTo>
                  <a:lnTo>
                    <a:pt x="2713240" y="5035049"/>
                  </a:lnTo>
                  <a:lnTo>
                    <a:pt x="2698914" y="5009649"/>
                  </a:lnTo>
                  <a:lnTo>
                    <a:pt x="2723730" y="4996949"/>
                  </a:lnTo>
                  <a:close/>
                </a:path>
                <a:path w="6537959" h="5924550">
                  <a:moveTo>
                    <a:pt x="1786711" y="5009649"/>
                  </a:moveTo>
                  <a:lnTo>
                    <a:pt x="1795582" y="5022349"/>
                  </a:lnTo>
                  <a:lnTo>
                    <a:pt x="1780219" y="5035049"/>
                  </a:lnTo>
                  <a:lnTo>
                    <a:pt x="1771352" y="5022349"/>
                  </a:lnTo>
                  <a:lnTo>
                    <a:pt x="1786711" y="5009649"/>
                  </a:lnTo>
                  <a:close/>
                </a:path>
                <a:path w="6537959" h="5924550">
                  <a:moveTo>
                    <a:pt x="6053496" y="4933449"/>
                  </a:moveTo>
                  <a:lnTo>
                    <a:pt x="6086922" y="4984249"/>
                  </a:lnTo>
                  <a:lnTo>
                    <a:pt x="6029023" y="5022349"/>
                  </a:lnTo>
                  <a:lnTo>
                    <a:pt x="5995597" y="4958849"/>
                  </a:lnTo>
                  <a:lnTo>
                    <a:pt x="6053496" y="4933449"/>
                  </a:lnTo>
                  <a:close/>
                </a:path>
                <a:path w="6537959" h="5924550">
                  <a:moveTo>
                    <a:pt x="3920112" y="4971549"/>
                  </a:moveTo>
                  <a:lnTo>
                    <a:pt x="3941261" y="5009649"/>
                  </a:lnTo>
                  <a:lnTo>
                    <a:pt x="3904630" y="5022349"/>
                  </a:lnTo>
                  <a:lnTo>
                    <a:pt x="3883481" y="4984249"/>
                  </a:lnTo>
                  <a:lnTo>
                    <a:pt x="3920112" y="4971549"/>
                  </a:lnTo>
                  <a:close/>
                </a:path>
                <a:path w="6537959" h="5924550">
                  <a:moveTo>
                    <a:pt x="2983178" y="4984249"/>
                  </a:moveTo>
                  <a:lnTo>
                    <a:pt x="2999095" y="5009649"/>
                  </a:lnTo>
                  <a:lnTo>
                    <a:pt x="2971528" y="5022349"/>
                  </a:lnTo>
                  <a:lnTo>
                    <a:pt x="2955611" y="4996949"/>
                  </a:lnTo>
                  <a:lnTo>
                    <a:pt x="2983178" y="4984249"/>
                  </a:lnTo>
                  <a:close/>
                </a:path>
                <a:path w="6537959" h="5924550">
                  <a:moveTo>
                    <a:pt x="2028351" y="4996949"/>
                  </a:moveTo>
                  <a:lnTo>
                    <a:pt x="2046080" y="4996949"/>
                  </a:lnTo>
                  <a:lnTo>
                    <a:pt x="2056313" y="5009649"/>
                  </a:lnTo>
                  <a:lnTo>
                    <a:pt x="2038584" y="5022349"/>
                  </a:lnTo>
                  <a:lnTo>
                    <a:pt x="2028351" y="4996949"/>
                  </a:lnTo>
                  <a:close/>
                </a:path>
                <a:path w="6537959" h="5924550">
                  <a:moveTo>
                    <a:pt x="1109061" y="4996949"/>
                  </a:moveTo>
                  <a:lnTo>
                    <a:pt x="1113834" y="5009649"/>
                  </a:lnTo>
                  <a:lnTo>
                    <a:pt x="1105559" y="5022349"/>
                  </a:lnTo>
                  <a:lnTo>
                    <a:pt x="1100786" y="5009649"/>
                  </a:lnTo>
                  <a:lnTo>
                    <a:pt x="1109061" y="4996949"/>
                  </a:lnTo>
                  <a:close/>
                </a:path>
                <a:path w="6537959" h="5924550">
                  <a:moveTo>
                    <a:pt x="6312861" y="4908049"/>
                  </a:moveTo>
                  <a:lnTo>
                    <a:pt x="6347653" y="4971549"/>
                  </a:lnTo>
                  <a:lnTo>
                    <a:pt x="6287389" y="5009649"/>
                  </a:lnTo>
                  <a:lnTo>
                    <a:pt x="6252596" y="4946149"/>
                  </a:lnTo>
                  <a:lnTo>
                    <a:pt x="6312861" y="4908049"/>
                  </a:lnTo>
                  <a:close/>
                </a:path>
                <a:path w="6537959" h="5924550">
                  <a:moveTo>
                    <a:pt x="5116482" y="4933449"/>
                  </a:moveTo>
                  <a:lnTo>
                    <a:pt x="5144453" y="4984249"/>
                  </a:lnTo>
                  <a:lnTo>
                    <a:pt x="5096007" y="5009649"/>
                  </a:lnTo>
                  <a:lnTo>
                    <a:pt x="5068037" y="4971549"/>
                  </a:lnTo>
                  <a:lnTo>
                    <a:pt x="5116482" y="4933449"/>
                  </a:lnTo>
                  <a:close/>
                </a:path>
                <a:path w="6537959" h="5924550">
                  <a:moveTo>
                    <a:pt x="4179471" y="4946149"/>
                  </a:moveTo>
                  <a:lnTo>
                    <a:pt x="4201986" y="4984249"/>
                  </a:lnTo>
                  <a:lnTo>
                    <a:pt x="4162990" y="5009649"/>
                  </a:lnTo>
                  <a:lnTo>
                    <a:pt x="4140479" y="4971549"/>
                  </a:lnTo>
                  <a:lnTo>
                    <a:pt x="4179471" y="4946149"/>
                  </a:lnTo>
                  <a:close/>
                </a:path>
                <a:path w="6537959" h="5924550">
                  <a:moveTo>
                    <a:pt x="3242457" y="4958849"/>
                  </a:moveTo>
                  <a:lnTo>
                    <a:pt x="3259512" y="4996949"/>
                  </a:lnTo>
                  <a:lnTo>
                    <a:pt x="3229973" y="5009649"/>
                  </a:lnTo>
                  <a:lnTo>
                    <a:pt x="3212918" y="4984249"/>
                  </a:lnTo>
                  <a:lnTo>
                    <a:pt x="3242457" y="4958849"/>
                  </a:lnTo>
                  <a:close/>
                </a:path>
                <a:path w="6537959" h="5924550">
                  <a:moveTo>
                    <a:pt x="2305442" y="4971549"/>
                  </a:moveTo>
                  <a:lnTo>
                    <a:pt x="2317041" y="4996949"/>
                  </a:lnTo>
                  <a:lnTo>
                    <a:pt x="2296951" y="5009649"/>
                  </a:lnTo>
                  <a:lnTo>
                    <a:pt x="2285352" y="4984249"/>
                  </a:lnTo>
                  <a:lnTo>
                    <a:pt x="2305442" y="4971549"/>
                  </a:lnTo>
                  <a:close/>
                </a:path>
                <a:path w="6537959" h="5924550">
                  <a:moveTo>
                    <a:pt x="5375846" y="4920749"/>
                  </a:moveTo>
                  <a:lnTo>
                    <a:pt x="5405179" y="4971549"/>
                  </a:lnTo>
                  <a:lnTo>
                    <a:pt x="5354372" y="4996949"/>
                  </a:lnTo>
                  <a:lnTo>
                    <a:pt x="5325035" y="4946149"/>
                  </a:lnTo>
                  <a:lnTo>
                    <a:pt x="5375846" y="4920749"/>
                  </a:lnTo>
                  <a:close/>
                </a:path>
                <a:path w="6537959" h="5924550">
                  <a:moveTo>
                    <a:pt x="4438917" y="4933449"/>
                  </a:moveTo>
                  <a:lnTo>
                    <a:pt x="4463023" y="4971549"/>
                  </a:lnTo>
                  <a:lnTo>
                    <a:pt x="4421271" y="4996949"/>
                  </a:lnTo>
                  <a:lnTo>
                    <a:pt x="4397165" y="4958849"/>
                  </a:lnTo>
                  <a:lnTo>
                    <a:pt x="4438917" y="4933449"/>
                  </a:lnTo>
                  <a:close/>
                </a:path>
                <a:path w="6537959" h="5924550">
                  <a:moveTo>
                    <a:pt x="3501828" y="4946149"/>
                  </a:moveTo>
                  <a:lnTo>
                    <a:pt x="3520244" y="4971549"/>
                  </a:lnTo>
                  <a:lnTo>
                    <a:pt x="3488340" y="4996949"/>
                  </a:lnTo>
                  <a:lnTo>
                    <a:pt x="3469919" y="4958849"/>
                  </a:lnTo>
                  <a:lnTo>
                    <a:pt x="3501828" y="4946149"/>
                  </a:lnTo>
                  <a:close/>
                </a:path>
                <a:path w="6537959" h="5924550">
                  <a:moveTo>
                    <a:pt x="2564886" y="4958849"/>
                  </a:moveTo>
                  <a:lnTo>
                    <a:pt x="2578076" y="4984249"/>
                  </a:lnTo>
                  <a:lnTo>
                    <a:pt x="2555235" y="4996949"/>
                  </a:lnTo>
                  <a:lnTo>
                    <a:pt x="2542045" y="4971549"/>
                  </a:lnTo>
                  <a:lnTo>
                    <a:pt x="2564886" y="4958849"/>
                  </a:lnTo>
                  <a:close/>
                </a:path>
                <a:path w="6537959" h="5924550">
                  <a:moveTo>
                    <a:pt x="1368505" y="4984249"/>
                  </a:moveTo>
                  <a:lnTo>
                    <a:pt x="1374869" y="4996949"/>
                  </a:lnTo>
                  <a:lnTo>
                    <a:pt x="1357480" y="4996949"/>
                  </a:lnTo>
                  <a:lnTo>
                    <a:pt x="1368505" y="4984249"/>
                  </a:lnTo>
                  <a:close/>
                </a:path>
                <a:path w="6537959" h="5924550">
                  <a:moveTo>
                    <a:pt x="5635206" y="4908049"/>
                  </a:moveTo>
                  <a:lnTo>
                    <a:pt x="5665905" y="4958849"/>
                  </a:lnTo>
                  <a:lnTo>
                    <a:pt x="5612737" y="4984249"/>
                  </a:lnTo>
                  <a:lnTo>
                    <a:pt x="5582034" y="4933449"/>
                  </a:lnTo>
                  <a:lnTo>
                    <a:pt x="5635206" y="4908049"/>
                  </a:lnTo>
                  <a:close/>
                </a:path>
                <a:path w="6537959" h="5924550">
                  <a:moveTo>
                    <a:pt x="4698198" y="4920749"/>
                  </a:moveTo>
                  <a:lnTo>
                    <a:pt x="4723441" y="4958849"/>
                  </a:lnTo>
                  <a:lnTo>
                    <a:pt x="4679718" y="4984249"/>
                  </a:lnTo>
                  <a:lnTo>
                    <a:pt x="4654480" y="4946149"/>
                  </a:lnTo>
                  <a:lnTo>
                    <a:pt x="4698198" y="4920749"/>
                  </a:lnTo>
                  <a:close/>
                </a:path>
                <a:path w="6537959" h="5924550">
                  <a:moveTo>
                    <a:pt x="3761188" y="4933449"/>
                  </a:moveTo>
                  <a:lnTo>
                    <a:pt x="3780975" y="4958849"/>
                  </a:lnTo>
                  <a:lnTo>
                    <a:pt x="3746705" y="4984249"/>
                  </a:lnTo>
                  <a:lnTo>
                    <a:pt x="3726918" y="4946149"/>
                  </a:lnTo>
                  <a:lnTo>
                    <a:pt x="3761188" y="4933449"/>
                  </a:lnTo>
                  <a:close/>
                </a:path>
                <a:path w="6537959" h="5924550">
                  <a:moveTo>
                    <a:pt x="2824257" y="4933449"/>
                  </a:moveTo>
                  <a:lnTo>
                    <a:pt x="2838809" y="4958849"/>
                  </a:lnTo>
                  <a:lnTo>
                    <a:pt x="2813602" y="4984249"/>
                  </a:lnTo>
                  <a:lnTo>
                    <a:pt x="2799046" y="4958849"/>
                  </a:lnTo>
                  <a:lnTo>
                    <a:pt x="2824257" y="4933449"/>
                  </a:lnTo>
                  <a:close/>
                </a:path>
                <a:path w="6537959" h="5924550">
                  <a:moveTo>
                    <a:pt x="1614792" y="4971549"/>
                  </a:moveTo>
                  <a:lnTo>
                    <a:pt x="1627789" y="4971549"/>
                  </a:lnTo>
                  <a:lnTo>
                    <a:pt x="1635290" y="4984249"/>
                  </a:lnTo>
                  <a:lnTo>
                    <a:pt x="1622293" y="4984249"/>
                  </a:lnTo>
                  <a:lnTo>
                    <a:pt x="1614792" y="4971549"/>
                  </a:lnTo>
                  <a:close/>
                </a:path>
                <a:path w="6537959" h="5924550">
                  <a:moveTo>
                    <a:pt x="5894653" y="4882649"/>
                  </a:moveTo>
                  <a:lnTo>
                    <a:pt x="5926947" y="4946149"/>
                  </a:lnTo>
                  <a:lnTo>
                    <a:pt x="5871015" y="4971549"/>
                  </a:lnTo>
                  <a:lnTo>
                    <a:pt x="5838721" y="4920749"/>
                  </a:lnTo>
                  <a:lnTo>
                    <a:pt x="5894653" y="4882649"/>
                  </a:lnTo>
                  <a:close/>
                </a:path>
                <a:path w="6537959" h="5924550">
                  <a:moveTo>
                    <a:pt x="4957640" y="4895349"/>
                  </a:moveTo>
                  <a:lnTo>
                    <a:pt x="4984474" y="4946149"/>
                  </a:lnTo>
                  <a:lnTo>
                    <a:pt x="4937995" y="4971549"/>
                  </a:lnTo>
                  <a:lnTo>
                    <a:pt x="4911162" y="4920749"/>
                  </a:lnTo>
                  <a:lnTo>
                    <a:pt x="4957640" y="4895349"/>
                  </a:lnTo>
                  <a:close/>
                </a:path>
                <a:path w="6537959" h="5924550">
                  <a:moveTo>
                    <a:pt x="4020630" y="4908049"/>
                  </a:moveTo>
                  <a:lnTo>
                    <a:pt x="4042008" y="4946149"/>
                  </a:lnTo>
                  <a:lnTo>
                    <a:pt x="4004983" y="4971549"/>
                  </a:lnTo>
                  <a:lnTo>
                    <a:pt x="3983605" y="4933449"/>
                  </a:lnTo>
                  <a:lnTo>
                    <a:pt x="4020630" y="4908049"/>
                  </a:lnTo>
                  <a:close/>
                </a:path>
                <a:path w="6537959" h="5924550">
                  <a:moveTo>
                    <a:pt x="1887237" y="4946149"/>
                  </a:moveTo>
                  <a:lnTo>
                    <a:pt x="1896333" y="4971549"/>
                  </a:lnTo>
                  <a:lnTo>
                    <a:pt x="1880576" y="4971549"/>
                  </a:lnTo>
                  <a:lnTo>
                    <a:pt x="1871480" y="4958849"/>
                  </a:lnTo>
                  <a:lnTo>
                    <a:pt x="1887237" y="4946149"/>
                  </a:lnTo>
                  <a:close/>
                </a:path>
                <a:path w="6537959" h="5924550">
                  <a:moveTo>
                    <a:pt x="6153935" y="4869949"/>
                  </a:moveTo>
                  <a:lnTo>
                    <a:pt x="6187361" y="4933449"/>
                  </a:lnTo>
                  <a:lnTo>
                    <a:pt x="6129462" y="4958849"/>
                  </a:lnTo>
                  <a:lnTo>
                    <a:pt x="6096031" y="4908049"/>
                  </a:lnTo>
                  <a:lnTo>
                    <a:pt x="6153935" y="4869949"/>
                  </a:lnTo>
                  <a:close/>
                </a:path>
                <a:path w="6537959" h="5924550">
                  <a:moveTo>
                    <a:pt x="5216999" y="4882649"/>
                  </a:moveTo>
                  <a:lnTo>
                    <a:pt x="5245199" y="4933449"/>
                  </a:lnTo>
                  <a:lnTo>
                    <a:pt x="5196359" y="4958849"/>
                  </a:lnTo>
                  <a:lnTo>
                    <a:pt x="5168159" y="4908049"/>
                  </a:lnTo>
                  <a:lnTo>
                    <a:pt x="5216999" y="4882649"/>
                  </a:lnTo>
                  <a:close/>
                </a:path>
                <a:path w="6537959" h="5924550">
                  <a:moveTo>
                    <a:pt x="4279997" y="4895349"/>
                  </a:moveTo>
                  <a:lnTo>
                    <a:pt x="4302737" y="4933449"/>
                  </a:lnTo>
                  <a:lnTo>
                    <a:pt x="4263346" y="4958849"/>
                  </a:lnTo>
                  <a:lnTo>
                    <a:pt x="4240606" y="4920749"/>
                  </a:lnTo>
                  <a:lnTo>
                    <a:pt x="4279997" y="4895349"/>
                  </a:lnTo>
                  <a:close/>
                </a:path>
                <a:path w="6537959" h="5924550">
                  <a:moveTo>
                    <a:pt x="3083618" y="4920749"/>
                  </a:moveTo>
                  <a:lnTo>
                    <a:pt x="3099536" y="4946149"/>
                  </a:lnTo>
                  <a:lnTo>
                    <a:pt x="3071964" y="4958849"/>
                  </a:lnTo>
                  <a:lnTo>
                    <a:pt x="3056047" y="4933449"/>
                  </a:lnTo>
                  <a:lnTo>
                    <a:pt x="3083618" y="4920749"/>
                  </a:lnTo>
                  <a:close/>
                </a:path>
                <a:path w="6537959" h="5924550">
                  <a:moveTo>
                    <a:pt x="2146599" y="4933449"/>
                  </a:moveTo>
                  <a:lnTo>
                    <a:pt x="2157061" y="4946149"/>
                  </a:lnTo>
                  <a:lnTo>
                    <a:pt x="2138943" y="4958849"/>
                  </a:lnTo>
                  <a:lnTo>
                    <a:pt x="2128481" y="4946149"/>
                  </a:lnTo>
                  <a:lnTo>
                    <a:pt x="2146599" y="4933449"/>
                  </a:lnTo>
                  <a:close/>
                </a:path>
                <a:path w="6537959" h="5924550">
                  <a:moveTo>
                    <a:pt x="1200920" y="4946149"/>
                  </a:moveTo>
                  <a:lnTo>
                    <a:pt x="1209580" y="4946149"/>
                  </a:lnTo>
                  <a:lnTo>
                    <a:pt x="1214582" y="4958849"/>
                  </a:lnTo>
                  <a:lnTo>
                    <a:pt x="1205922" y="4958849"/>
                  </a:lnTo>
                  <a:lnTo>
                    <a:pt x="1200920" y="4946149"/>
                  </a:lnTo>
                  <a:close/>
                </a:path>
                <a:path w="6537959" h="5924550">
                  <a:moveTo>
                    <a:pt x="5476368" y="4857249"/>
                  </a:moveTo>
                  <a:lnTo>
                    <a:pt x="5505930" y="4920749"/>
                  </a:lnTo>
                  <a:lnTo>
                    <a:pt x="5454724" y="4946149"/>
                  </a:lnTo>
                  <a:lnTo>
                    <a:pt x="5425163" y="4895349"/>
                  </a:lnTo>
                  <a:lnTo>
                    <a:pt x="5476368" y="4857249"/>
                  </a:lnTo>
                  <a:close/>
                </a:path>
                <a:path w="6537959" h="5924550">
                  <a:moveTo>
                    <a:pt x="4539356" y="4869949"/>
                  </a:moveTo>
                  <a:lnTo>
                    <a:pt x="4563462" y="4920749"/>
                  </a:lnTo>
                  <a:lnTo>
                    <a:pt x="4521705" y="4946149"/>
                  </a:lnTo>
                  <a:lnTo>
                    <a:pt x="4497604" y="4895349"/>
                  </a:lnTo>
                  <a:lnTo>
                    <a:pt x="4539356" y="4869949"/>
                  </a:lnTo>
                  <a:close/>
                </a:path>
                <a:path w="6537959" h="5924550">
                  <a:moveTo>
                    <a:pt x="3342984" y="4908049"/>
                  </a:moveTo>
                  <a:lnTo>
                    <a:pt x="3360263" y="4933449"/>
                  </a:lnTo>
                  <a:lnTo>
                    <a:pt x="3330326" y="4946149"/>
                  </a:lnTo>
                  <a:lnTo>
                    <a:pt x="3313047" y="4920749"/>
                  </a:lnTo>
                  <a:lnTo>
                    <a:pt x="3342984" y="4908049"/>
                  </a:lnTo>
                  <a:close/>
                </a:path>
                <a:path w="6537959" h="5924550">
                  <a:moveTo>
                    <a:pt x="2405960" y="4920749"/>
                  </a:moveTo>
                  <a:lnTo>
                    <a:pt x="2417789" y="4933449"/>
                  </a:lnTo>
                  <a:lnTo>
                    <a:pt x="2397305" y="4946149"/>
                  </a:lnTo>
                  <a:lnTo>
                    <a:pt x="2385481" y="4933449"/>
                  </a:lnTo>
                  <a:lnTo>
                    <a:pt x="2405960" y="4920749"/>
                  </a:lnTo>
                  <a:close/>
                </a:path>
                <a:path w="6537959" h="5924550">
                  <a:moveTo>
                    <a:pt x="1457920" y="4933449"/>
                  </a:moveTo>
                  <a:lnTo>
                    <a:pt x="1475309" y="4933449"/>
                  </a:lnTo>
                  <a:lnTo>
                    <a:pt x="1464283" y="4946149"/>
                  </a:lnTo>
                  <a:lnTo>
                    <a:pt x="1457920" y="4933449"/>
                  </a:lnTo>
                  <a:close/>
                </a:path>
                <a:path w="6537959" h="5924550">
                  <a:moveTo>
                    <a:pt x="5735733" y="4844549"/>
                  </a:moveTo>
                  <a:lnTo>
                    <a:pt x="5766656" y="4895349"/>
                  </a:lnTo>
                  <a:lnTo>
                    <a:pt x="5713089" y="4933449"/>
                  </a:lnTo>
                  <a:lnTo>
                    <a:pt x="5682162" y="4882649"/>
                  </a:lnTo>
                  <a:lnTo>
                    <a:pt x="5735733" y="4844549"/>
                  </a:lnTo>
                  <a:close/>
                </a:path>
                <a:path w="6537959" h="5924550">
                  <a:moveTo>
                    <a:pt x="4798715" y="4857249"/>
                  </a:moveTo>
                  <a:lnTo>
                    <a:pt x="4824187" y="4908049"/>
                  </a:lnTo>
                  <a:lnTo>
                    <a:pt x="4780074" y="4933449"/>
                  </a:lnTo>
                  <a:lnTo>
                    <a:pt x="4754602" y="4882649"/>
                  </a:lnTo>
                  <a:lnTo>
                    <a:pt x="4798715" y="4857249"/>
                  </a:lnTo>
                  <a:close/>
                </a:path>
                <a:path w="6537959" h="5924550">
                  <a:moveTo>
                    <a:pt x="3602345" y="4882649"/>
                  </a:moveTo>
                  <a:lnTo>
                    <a:pt x="3620991" y="4920749"/>
                  </a:lnTo>
                  <a:lnTo>
                    <a:pt x="3588692" y="4933449"/>
                  </a:lnTo>
                  <a:lnTo>
                    <a:pt x="3570047" y="4908049"/>
                  </a:lnTo>
                  <a:lnTo>
                    <a:pt x="3602345" y="4882649"/>
                  </a:lnTo>
                  <a:close/>
                </a:path>
                <a:path w="6537959" h="5924550">
                  <a:moveTo>
                    <a:pt x="2665327" y="4895349"/>
                  </a:moveTo>
                  <a:lnTo>
                    <a:pt x="2678517" y="4920749"/>
                  </a:lnTo>
                  <a:lnTo>
                    <a:pt x="2655671" y="4933449"/>
                  </a:lnTo>
                  <a:lnTo>
                    <a:pt x="2642482" y="4908049"/>
                  </a:lnTo>
                  <a:lnTo>
                    <a:pt x="2665327" y="4895349"/>
                  </a:lnTo>
                  <a:close/>
                </a:path>
                <a:path w="6537959" h="5924550">
                  <a:moveTo>
                    <a:pt x="1728308" y="4908049"/>
                  </a:moveTo>
                  <a:lnTo>
                    <a:pt x="1736042" y="4920749"/>
                  </a:lnTo>
                  <a:lnTo>
                    <a:pt x="1722650" y="4933449"/>
                  </a:lnTo>
                  <a:lnTo>
                    <a:pt x="1714916" y="4920749"/>
                  </a:lnTo>
                  <a:lnTo>
                    <a:pt x="1728308" y="4908049"/>
                  </a:lnTo>
                  <a:close/>
                </a:path>
                <a:path w="6537959" h="5924550">
                  <a:moveTo>
                    <a:pt x="5995093" y="4831849"/>
                  </a:moveTo>
                  <a:lnTo>
                    <a:pt x="6027382" y="4882649"/>
                  </a:lnTo>
                  <a:lnTo>
                    <a:pt x="5971454" y="4920749"/>
                  </a:lnTo>
                  <a:lnTo>
                    <a:pt x="5939161" y="4857249"/>
                  </a:lnTo>
                  <a:lnTo>
                    <a:pt x="5995093" y="4831849"/>
                  </a:lnTo>
                  <a:close/>
                </a:path>
                <a:path w="6537959" h="5924550">
                  <a:moveTo>
                    <a:pt x="3861704" y="4869949"/>
                  </a:moveTo>
                  <a:lnTo>
                    <a:pt x="3881716" y="4908049"/>
                  </a:lnTo>
                  <a:lnTo>
                    <a:pt x="3847057" y="4920749"/>
                  </a:lnTo>
                  <a:lnTo>
                    <a:pt x="3827045" y="4895349"/>
                  </a:lnTo>
                  <a:lnTo>
                    <a:pt x="3861704" y="4869949"/>
                  </a:lnTo>
                  <a:close/>
                </a:path>
                <a:path w="6537959" h="5924550">
                  <a:moveTo>
                    <a:pt x="2924775" y="4882649"/>
                  </a:moveTo>
                  <a:lnTo>
                    <a:pt x="2939556" y="4908049"/>
                  </a:lnTo>
                  <a:lnTo>
                    <a:pt x="2913955" y="4920749"/>
                  </a:lnTo>
                  <a:lnTo>
                    <a:pt x="2899175" y="4895349"/>
                  </a:lnTo>
                  <a:lnTo>
                    <a:pt x="2924775" y="4882649"/>
                  </a:lnTo>
                  <a:close/>
                </a:path>
                <a:path w="6537959" h="5924550">
                  <a:moveTo>
                    <a:pt x="1971608" y="4895349"/>
                  </a:moveTo>
                  <a:lnTo>
                    <a:pt x="1987755" y="4895349"/>
                  </a:lnTo>
                  <a:lnTo>
                    <a:pt x="1997080" y="4908049"/>
                  </a:lnTo>
                  <a:lnTo>
                    <a:pt x="1980933" y="4920749"/>
                  </a:lnTo>
                  <a:lnTo>
                    <a:pt x="1971608" y="4895349"/>
                  </a:lnTo>
                  <a:close/>
                </a:path>
                <a:path w="6537959" h="5924550">
                  <a:moveTo>
                    <a:pt x="1044043" y="4908049"/>
                  </a:moveTo>
                  <a:lnTo>
                    <a:pt x="1054601" y="4908049"/>
                  </a:lnTo>
                  <a:lnTo>
                    <a:pt x="1047907" y="4920749"/>
                  </a:lnTo>
                  <a:lnTo>
                    <a:pt x="1044043" y="4908049"/>
                  </a:lnTo>
                  <a:close/>
                </a:path>
                <a:path w="6537959" h="5924550">
                  <a:moveTo>
                    <a:pt x="6254453" y="4806449"/>
                  </a:moveTo>
                  <a:lnTo>
                    <a:pt x="6288108" y="4869949"/>
                  </a:lnTo>
                  <a:lnTo>
                    <a:pt x="6229815" y="4908049"/>
                  </a:lnTo>
                  <a:lnTo>
                    <a:pt x="6196160" y="4844549"/>
                  </a:lnTo>
                  <a:lnTo>
                    <a:pt x="6254453" y="4806449"/>
                  </a:lnTo>
                  <a:close/>
                </a:path>
                <a:path w="6537959" h="5924550">
                  <a:moveTo>
                    <a:pt x="5058162" y="4844549"/>
                  </a:moveTo>
                  <a:lnTo>
                    <a:pt x="5085224" y="4882649"/>
                  </a:lnTo>
                  <a:lnTo>
                    <a:pt x="5038352" y="4908049"/>
                  </a:lnTo>
                  <a:lnTo>
                    <a:pt x="5011289" y="4869949"/>
                  </a:lnTo>
                  <a:lnTo>
                    <a:pt x="5058162" y="4844549"/>
                  </a:lnTo>
                  <a:close/>
                </a:path>
                <a:path w="6537959" h="5924550">
                  <a:moveTo>
                    <a:pt x="4121068" y="4857249"/>
                  </a:moveTo>
                  <a:lnTo>
                    <a:pt x="4142446" y="4882649"/>
                  </a:lnTo>
                  <a:lnTo>
                    <a:pt x="4105421" y="4908049"/>
                  </a:lnTo>
                  <a:lnTo>
                    <a:pt x="4084043" y="4869949"/>
                  </a:lnTo>
                  <a:lnTo>
                    <a:pt x="4121068" y="4857249"/>
                  </a:lnTo>
                  <a:close/>
                </a:path>
                <a:path w="6537959" h="5924550">
                  <a:moveTo>
                    <a:pt x="3184136" y="4857249"/>
                  </a:moveTo>
                  <a:lnTo>
                    <a:pt x="3200284" y="4895349"/>
                  </a:lnTo>
                  <a:lnTo>
                    <a:pt x="3172322" y="4908049"/>
                  </a:lnTo>
                  <a:lnTo>
                    <a:pt x="3156175" y="4882649"/>
                  </a:lnTo>
                  <a:lnTo>
                    <a:pt x="3184136" y="4857249"/>
                  </a:lnTo>
                  <a:close/>
                </a:path>
                <a:path w="6537959" h="5924550">
                  <a:moveTo>
                    <a:pt x="2247039" y="4869949"/>
                  </a:moveTo>
                  <a:lnTo>
                    <a:pt x="2257501" y="4895349"/>
                  </a:lnTo>
                  <a:lnTo>
                    <a:pt x="2239378" y="4908049"/>
                  </a:lnTo>
                  <a:lnTo>
                    <a:pt x="2228916" y="4882649"/>
                  </a:lnTo>
                  <a:lnTo>
                    <a:pt x="2247039" y="4869949"/>
                  </a:lnTo>
                  <a:close/>
                </a:path>
                <a:path w="6537959" h="5924550">
                  <a:moveTo>
                    <a:pt x="5317439" y="4819149"/>
                  </a:moveTo>
                  <a:lnTo>
                    <a:pt x="5345639" y="4869949"/>
                  </a:lnTo>
                  <a:lnTo>
                    <a:pt x="5296799" y="4895349"/>
                  </a:lnTo>
                  <a:lnTo>
                    <a:pt x="5268599" y="4857249"/>
                  </a:lnTo>
                  <a:lnTo>
                    <a:pt x="5317439" y="4819149"/>
                  </a:lnTo>
                  <a:close/>
                </a:path>
                <a:path w="6537959" h="5924550">
                  <a:moveTo>
                    <a:pt x="4380514" y="4831849"/>
                  </a:moveTo>
                  <a:lnTo>
                    <a:pt x="4403482" y="4869949"/>
                  </a:lnTo>
                  <a:lnTo>
                    <a:pt x="4363697" y="4895349"/>
                  </a:lnTo>
                  <a:lnTo>
                    <a:pt x="4340728" y="4857249"/>
                  </a:lnTo>
                  <a:lnTo>
                    <a:pt x="4380514" y="4831849"/>
                  </a:lnTo>
                  <a:close/>
                </a:path>
                <a:path w="6537959" h="5924550">
                  <a:moveTo>
                    <a:pt x="3443502" y="4844549"/>
                  </a:moveTo>
                  <a:lnTo>
                    <a:pt x="3461011" y="4869949"/>
                  </a:lnTo>
                  <a:lnTo>
                    <a:pt x="3430688" y="4895349"/>
                  </a:lnTo>
                  <a:lnTo>
                    <a:pt x="3413175" y="4857249"/>
                  </a:lnTo>
                  <a:lnTo>
                    <a:pt x="3443502" y="4844549"/>
                  </a:lnTo>
                  <a:close/>
                </a:path>
                <a:path w="6537959" h="5924550">
                  <a:moveTo>
                    <a:pt x="2506483" y="4857249"/>
                  </a:moveTo>
                  <a:lnTo>
                    <a:pt x="2518536" y="4882649"/>
                  </a:lnTo>
                  <a:lnTo>
                    <a:pt x="2497667" y="4895349"/>
                  </a:lnTo>
                  <a:lnTo>
                    <a:pt x="2485614" y="4869949"/>
                  </a:lnTo>
                  <a:lnTo>
                    <a:pt x="2506483" y="4857249"/>
                  </a:lnTo>
                  <a:close/>
                </a:path>
                <a:path w="6537959" h="5924550">
                  <a:moveTo>
                    <a:pt x="1310102" y="4882649"/>
                  </a:moveTo>
                  <a:lnTo>
                    <a:pt x="1315334" y="4895349"/>
                  </a:lnTo>
                  <a:lnTo>
                    <a:pt x="1301043" y="4895349"/>
                  </a:lnTo>
                  <a:lnTo>
                    <a:pt x="1310102" y="4882649"/>
                  </a:lnTo>
                  <a:close/>
                </a:path>
                <a:path w="6537959" h="5924550">
                  <a:moveTo>
                    <a:pt x="5576885" y="4806449"/>
                  </a:moveTo>
                  <a:lnTo>
                    <a:pt x="5606676" y="4857249"/>
                  </a:lnTo>
                  <a:lnTo>
                    <a:pt x="5555076" y="4882649"/>
                  </a:lnTo>
                  <a:lnTo>
                    <a:pt x="5525290" y="4831849"/>
                  </a:lnTo>
                  <a:lnTo>
                    <a:pt x="5576885" y="4806449"/>
                  </a:lnTo>
                  <a:close/>
                </a:path>
                <a:path w="6537959" h="5924550">
                  <a:moveTo>
                    <a:pt x="4639873" y="4819149"/>
                  </a:moveTo>
                  <a:lnTo>
                    <a:pt x="4664208" y="4857249"/>
                  </a:lnTo>
                  <a:lnTo>
                    <a:pt x="4622062" y="4882649"/>
                  </a:lnTo>
                  <a:lnTo>
                    <a:pt x="4597727" y="4844549"/>
                  </a:lnTo>
                  <a:lnTo>
                    <a:pt x="4639873" y="4819149"/>
                  </a:lnTo>
                  <a:close/>
                </a:path>
                <a:path w="6537959" h="5924550">
                  <a:moveTo>
                    <a:pt x="3702867" y="4831849"/>
                  </a:moveTo>
                  <a:lnTo>
                    <a:pt x="3721737" y="4857249"/>
                  </a:lnTo>
                  <a:lnTo>
                    <a:pt x="3689045" y="4882649"/>
                  </a:lnTo>
                  <a:lnTo>
                    <a:pt x="3670174" y="4844549"/>
                  </a:lnTo>
                  <a:lnTo>
                    <a:pt x="3702867" y="4831849"/>
                  </a:lnTo>
                  <a:close/>
                </a:path>
                <a:path w="6537959" h="5924550">
                  <a:moveTo>
                    <a:pt x="2765849" y="4844549"/>
                  </a:moveTo>
                  <a:lnTo>
                    <a:pt x="2779268" y="4857249"/>
                  </a:lnTo>
                  <a:lnTo>
                    <a:pt x="2756028" y="4882649"/>
                  </a:lnTo>
                  <a:lnTo>
                    <a:pt x="2742614" y="4857249"/>
                  </a:lnTo>
                  <a:lnTo>
                    <a:pt x="2765849" y="4844549"/>
                  </a:lnTo>
                  <a:close/>
                </a:path>
                <a:path w="6537959" h="5924550">
                  <a:moveTo>
                    <a:pt x="1558044" y="4869949"/>
                  </a:moveTo>
                  <a:lnTo>
                    <a:pt x="1569468" y="4869949"/>
                  </a:lnTo>
                  <a:lnTo>
                    <a:pt x="1576061" y="4882649"/>
                  </a:lnTo>
                  <a:lnTo>
                    <a:pt x="1564641" y="4882649"/>
                  </a:lnTo>
                  <a:lnTo>
                    <a:pt x="1558044" y="4869949"/>
                  </a:lnTo>
                  <a:close/>
                </a:path>
                <a:path w="6537959" h="5924550">
                  <a:moveTo>
                    <a:pt x="5836250" y="4793749"/>
                  </a:moveTo>
                  <a:lnTo>
                    <a:pt x="5867402" y="4844549"/>
                  </a:lnTo>
                  <a:lnTo>
                    <a:pt x="5813442" y="4869949"/>
                  </a:lnTo>
                  <a:lnTo>
                    <a:pt x="5782289" y="4819149"/>
                  </a:lnTo>
                  <a:lnTo>
                    <a:pt x="5836250" y="4793749"/>
                  </a:lnTo>
                  <a:close/>
                </a:path>
                <a:path w="6537959" h="5924550">
                  <a:moveTo>
                    <a:pt x="4899237" y="4793749"/>
                  </a:moveTo>
                  <a:lnTo>
                    <a:pt x="4924934" y="4844549"/>
                  </a:lnTo>
                  <a:lnTo>
                    <a:pt x="4880426" y="4869949"/>
                  </a:lnTo>
                  <a:lnTo>
                    <a:pt x="4854730" y="4819149"/>
                  </a:lnTo>
                  <a:lnTo>
                    <a:pt x="4899237" y="4793749"/>
                  </a:lnTo>
                  <a:close/>
                </a:path>
                <a:path w="6537959" h="5924550">
                  <a:moveTo>
                    <a:pt x="3962226" y="4806449"/>
                  </a:moveTo>
                  <a:lnTo>
                    <a:pt x="3982467" y="4844549"/>
                  </a:lnTo>
                  <a:lnTo>
                    <a:pt x="3947409" y="4869949"/>
                  </a:lnTo>
                  <a:lnTo>
                    <a:pt x="3927172" y="4831849"/>
                  </a:lnTo>
                  <a:lnTo>
                    <a:pt x="3962226" y="4806449"/>
                  </a:lnTo>
                  <a:close/>
                </a:path>
                <a:path w="6537959" h="5924550">
                  <a:moveTo>
                    <a:pt x="1815048" y="4857249"/>
                  </a:moveTo>
                  <a:lnTo>
                    <a:pt x="1828829" y="4857249"/>
                  </a:lnTo>
                  <a:lnTo>
                    <a:pt x="1836788" y="4869949"/>
                  </a:lnTo>
                  <a:lnTo>
                    <a:pt x="1823007" y="4869949"/>
                  </a:lnTo>
                  <a:lnTo>
                    <a:pt x="1815048" y="4857249"/>
                  </a:lnTo>
                  <a:close/>
                </a:path>
                <a:path w="6537959" h="5924550">
                  <a:moveTo>
                    <a:pt x="6095610" y="4768349"/>
                  </a:moveTo>
                  <a:lnTo>
                    <a:pt x="6128128" y="4831849"/>
                  </a:lnTo>
                  <a:lnTo>
                    <a:pt x="6071806" y="4857249"/>
                  </a:lnTo>
                  <a:lnTo>
                    <a:pt x="6039288" y="4806449"/>
                  </a:lnTo>
                  <a:lnTo>
                    <a:pt x="6095610" y="4768349"/>
                  </a:lnTo>
                  <a:close/>
                </a:path>
                <a:path w="6537959" h="5924550">
                  <a:moveTo>
                    <a:pt x="5158683" y="4781049"/>
                  </a:moveTo>
                  <a:lnTo>
                    <a:pt x="5185971" y="4831849"/>
                  </a:lnTo>
                  <a:lnTo>
                    <a:pt x="5138708" y="4857249"/>
                  </a:lnTo>
                  <a:lnTo>
                    <a:pt x="5111420" y="4806449"/>
                  </a:lnTo>
                  <a:lnTo>
                    <a:pt x="5158683" y="4781049"/>
                  </a:lnTo>
                  <a:close/>
                </a:path>
                <a:path w="6537959" h="5924550">
                  <a:moveTo>
                    <a:pt x="4221589" y="4793749"/>
                  </a:moveTo>
                  <a:lnTo>
                    <a:pt x="4243192" y="4831849"/>
                  </a:lnTo>
                  <a:lnTo>
                    <a:pt x="4205772" y="4857249"/>
                  </a:lnTo>
                  <a:lnTo>
                    <a:pt x="4184170" y="4819149"/>
                  </a:lnTo>
                  <a:lnTo>
                    <a:pt x="4221589" y="4793749"/>
                  </a:lnTo>
                  <a:close/>
                </a:path>
                <a:path w="6537959" h="5924550">
                  <a:moveTo>
                    <a:pt x="3025215" y="4819149"/>
                  </a:moveTo>
                  <a:lnTo>
                    <a:pt x="3039996" y="4844549"/>
                  </a:lnTo>
                  <a:lnTo>
                    <a:pt x="3014391" y="4857249"/>
                  </a:lnTo>
                  <a:lnTo>
                    <a:pt x="2999610" y="4831849"/>
                  </a:lnTo>
                  <a:lnTo>
                    <a:pt x="3025215" y="4819149"/>
                  </a:lnTo>
                  <a:close/>
                </a:path>
                <a:path w="6537959" h="5924550">
                  <a:moveTo>
                    <a:pt x="2088278" y="4831849"/>
                  </a:moveTo>
                  <a:lnTo>
                    <a:pt x="2097828" y="4844549"/>
                  </a:lnTo>
                  <a:lnTo>
                    <a:pt x="2081287" y="4857249"/>
                  </a:lnTo>
                  <a:lnTo>
                    <a:pt x="2071737" y="4844549"/>
                  </a:lnTo>
                  <a:lnTo>
                    <a:pt x="2088278" y="4831849"/>
                  </a:lnTo>
                  <a:close/>
                </a:path>
                <a:path w="6537959" h="5924550">
                  <a:moveTo>
                    <a:pt x="1144172" y="4844549"/>
                  </a:moveTo>
                  <a:lnTo>
                    <a:pt x="1151259" y="4844549"/>
                  </a:lnTo>
                  <a:lnTo>
                    <a:pt x="1155353" y="4857249"/>
                  </a:lnTo>
                  <a:lnTo>
                    <a:pt x="1148266" y="4857249"/>
                  </a:lnTo>
                  <a:lnTo>
                    <a:pt x="1144172" y="4844549"/>
                  </a:lnTo>
                  <a:close/>
                </a:path>
                <a:path w="6537959" h="5924550">
                  <a:moveTo>
                    <a:pt x="5417965" y="4768349"/>
                  </a:moveTo>
                  <a:lnTo>
                    <a:pt x="5446389" y="4819149"/>
                  </a:lnTo>
                  <a:lnTo>
                    <a:pt x="5397151" y="4844549"/>
                  </a:lnTo>
                  <a:lnTo>
                    <a:pt x="5368726" y="4793749"/>
                  </a:lnTo>
                  <a:lnTo>
                    <a:pt x="5417965" y="4768349"/>
                  </a:lnTo>
                  <a:close/>
                </a:path>
                <a:path w="6537959" h="5924550">
                  <a:moveTo>
                    <a:pt x="4481031" y="4781049"/>
                  </a:moveTo>
                  <a:lnTo>
                    <a:pt x="4504229" y="4819149"/>
                  </a:lnTo>
                  <a:lnTo>
                    <a:pt x="4464054" y="4844549"/>
                  </a:lnTo>
                  <a:lnTo>
                    <a:pt x="4440861" y="4793749"/>
                  </a:lnTo>
                  <a:lnTo>
                    <a:pt x="4481031" y="4781049"/>
                  </a:lnTo>
                  <a:close/>
                </a:path>
                <a:path w="6537959" h="5924550">
                  <a:moveTo>
                    <a:pt x="3284659" y="4806449"/>
                  </a:moveTo>
                  <a:lnTo>
                    <a:pt x="3301030" y="4831849"/>
                  </a:lnTo>
                  <a:lnTo>
                    <a:pt x="3272675" y="4844549"/>
                  </a:lnTo>
                  <a:lnTo>
                    <a:pt x="3256303" y="4819149"/>
                  </a:lnTo>
                  <a:lnTo>
                    <a:pt x="3284659" y="4806449"/>
                  </a:lnTo>
                  <a:close/>
                </a:path>
                <a:path w="6537959" h="5924550">
                  <a:moveTo>
                    <a:pt x="2347562" y="4819149"/>
                  </a:moveTo>
                  <a:lnTo>
                    <a:pt x="2358248" y="4831849"/>
                  </a:lnTo>
                  <a:lnTo>
                    <a:pt x="2339731" y="4844549"/>
                  </a:lnTo>
                  <a:lnTo>
                    <a:pt x="2329045" y="4831849"/>
                  </a:lnTo>
                  <a:lnTo>
                    <a:pt x="2347562" y="4819149"/>
                  </a:lnTo>
                  <a:close/>
                </a:path>
                <a:path w="6537959" h="5924550">
                  <a:moveTo>
                    <a:pt x="1401484" y="4831849"/>
                  </a:moveTo>
                  <a:lnTo>
                    <a:pt x="1415774" y="4831849"/>
                  </a:lnTo>
                  <a:lnTo>
                    <a:pt x="1406715" y="4844549"/>
                  </a:lnTo>
                  <a:lnTo>
                    <a:pt x="1401484" y="4831849"/>
                  </a:lnTo>
                  <a:close/>
                </a:path>
                <a:path w="6537959" h="5924550">
                  <a:moveTo>
                    <a:pt x="5677325" y="4742949"/>
                  </a:moveTo>
                  <a:lnTo>
                    <a:pt x="5707116" y="4793749"/>
                  </a:lnTo>
                  <a:lnTo>
                    <a:pt x="5655516" y="4831849"/>
                  </a:lnTo>
                  <a:lnTo>
                    <a:pt x="5625725" y="4781049"/>
                  </a:lnTo>
                  <a:lnTo>
                    <a:pt x="5677325" y="4742949"/>
                  </a:lnTo>
                  <a:close/>
                </a:path>
                <a:path w="6537959" h="5924550">
                  <a:moveTo>
                    <a:pt x="4740394" y="4755649"/>
                  </a:moveTo>
                  <a:lnTo>
                    <a:pt x="4764954" y="4806449"/>
                  </a:lnTo>
                  <a:lnTo>
                    <a:pt x="4722418" y="4831849"/>
                  </a:lnTo>
                  <a:lnTo>
                    <a:pt x="4697859" y="4781049"/>
                  </a:lnTo>
                  <a:lnTo>
                    <a:pt x="4740394" y="4755649"/>
                  </a:lnTo>
                  <a:close/>
                </a:path>
                <a:path w="6537959" h="5924550">
                  <a:moveTo>
                    <a:pt x="3544025" y="4793749"/>
                  </a:moveTo>
                  <a:lnTo>
                    <a:pt x="3561762" y="4819149"/>
                  </a:lnTo>
                  <a:lnTo>
                    <a:pt x="3531041" y="4831849"/>
                  </a:lnTo>
                  <a:lnTo>
                    <a:pt x="3513303" y="4806449"/>
                  </a:lnTo>
                  <a:lnTo>
                    <a:pt x="3544025" y="4793749"/>
                  </a:lnTo>
                  <a:close/>
                </a:path>
                <a:path w="6537959" h="5924550">
                  <a:moveTo>
                    <a:pt x="2607006" y="4793749"/>
                  </a:moveTo>
                  <a:lnTo>
                    <a:pt x="2619288" y="4819149"/>
                  </a:lnTo>
                  <a:lnTo>
                    <a:pt x="2598021" y="4831849"/>
                  </a:lnTo>
                  <a:lnTo>
                    <a:pt x="2585738" y="4806449"/>
                  </a:lnTo>
                  <a:lnTo>
                    <a:pt x="2607006" y="4793749"/>
                  </a:lnTo>
                  <a:close/>
                </a:path>
                <a:path w="6537959" h="5924550">
                  <a:moveTo>
                    <a:pt x="1669992" y="4806449"/>
                  </a:moveTo>
                  <a:lnTo>
                    <a:pt x="1676813" y="4819149"/>
                  </a:lnTo>
                  <a:lnTo>
                    <a:pt x="1664994" y="4831849"/>
                  </a:lnTo>
                  <a:lnTo>
                    <a:pt x="1658172" y="4819149"/>
                  </a:lnTo>
                  <a:lnTo>
                    <a:pt x="1669992" y="4806449"/>
                  </a:lnTo>
                  <a:close/>
                </a:path>
                <a:path w="6537959" h="5924550">
                  <a:moveTo>
                    <a:pt x="5936767" y="4730249"/>
                  </a:moveTo>
                  <a:lnTo>
                    <a:pt x="5968149" y="4781049"/>
                  </a:lnTo>
                  <a:lnTo>
                    <a:pt x="5913794" y="4819149"/>
                  </a:lnTo>
                  <a:lnTo>
                    <a:pt x="5882412" y="4755649"/>
                  </a:lnTo>
                  <a:lnTo>
                    <a:pt x="5936767" y="4730249"/>
                  </a:lnTo>
                  <a:close/>
                </a:path>
                <a:path w="6537959" h="5924550">
                  <a:moveTo>
                    <a:pt x="3803306" y="4768349"/>
                  </a:moveTo>
                  <a:lnTo>
                    <a:pt x="3822176" y="4806449"/>
                  </a:lnTo>
                  <a:lnTo>
                    <a:pt x="3789483" y="4819149"/>
                  </a:lnTo>
                  <a:lnTo>
                    <a:pt x="3770613" y="4793749"/>
                  </a:lnTo>
                  <a:lnTo>
                    <a:pt x="3803306" y="4768349"/>
                  </a:lnTo>
                  <a:close/>
                </a:path>
                <a:path w="6537959" h="5924550">
                  <a:moveTo>
                    <a:pt x="2866372" y="4781049"/>
                  </a:moveTo>
                  <a:lnTo>
                    <a:pt x="2880015" y="4806449"/>
                  </a:lnTo>
                  <a:lnTo>
                    <a:pt x="2856386" y="4819149"/>
                  </a:lnTo>
                  <a:lnTo>
                    <a:pt x="2842738" y="4793749"/>
                  </a:lnTo>
                  <a:lnTo>
                    <a:pt x="2866372" y="4781049"/>
                  </a:lnTo>
                  <a:close/>
                </a:path>
                <a:path w="6537959" h="5924550">
                  <a:moveTo>
                    <a:pt x="1929352" y="4793749"/>
                  </a:moveTo>
                  <a:lnTo>
                    <a:pt x="1937540" y="4806449"/>
                  </a:lnTo>
                  <a:lnTo>
                    <a:pt x="1923360" y="4819149"/>
                  </a:lnTo>
                  <a:lnTo>
                    <a:pt x="1915177" y="4806449"/>
                  </a:lnTo>
                  <a:lnTo>
                    <a:pt x="1929352" y="4793749"/>
                  </a:lnTo>
                  <a:close/>
                </a:path>
                <a:path w="6537959" h="5924550">
                  <a:moveTo>
                    <a:pt x="6196137" y="4717549"/>
                  </a:moveTo>
                  <a:lnTo>
                    <a:pt x="6228880" y="4768349"/>
                  </a:lnTo>
                  <a:lnTo>
                    <a:pt x="6172159" y="4806449"/>
                  </a:lnTo>
                  <a:lnTo>
                    <a:pt x="6139416" y="4742949"/>
                  </a:lnTo>
                  <a:lnTo>
                    <a:pt x="6196137" y="4717549"/>
                  </a:lnTo>
                  <a:close/>
                </a:path>
                <a:path w="6537959" h="5924550">
                  <a:moveTo>
                    <a:pt x="4999758" y="4742949"/>
                  </a:moveTo>
                  <a:lnTo>
                    <a:pt x="5025684" y="4781049"/>
                  </a:lnTo>
                  <a:lnTo>
                    <a:pt x="4980778" y="4806449"/>
                  </a:lnTo>
                  <a:lnTo>
                    <a:pt x="4954857" y="4768349"/>
                  </a:lnTo>
                  <a:lnTo>
                    <a:pt x="4999758" y="4742949"/>
                  </a:lnTo>
                  <a:close/>
                </a:path>
                <a:path w="6537959" h="5924550">
                  <a:moveTo>
                    <a:pt x="4062748" y="4755649"/>
                  </a:moveTo>
                  <a:lnTo>
                    <a:pt x="4083213" y="4793749"/>
                  </a:lnTo>
                  <a:lnTo>
                    <a:pt x="4047765" y="4806449"/>
                  </a:lnTo>
                  <a:lnTo>
                    <a:pt x="4027300" y="4768349"/>
                  </a:lnTo>
                  <a:lnTo>
                    <a:pt x="4062748" y="4755649"/>
                  </a:lnTo>
                  <a:close/>
                </a:path>
                <a:path w="6537959" h="5924550">
                  <a:moveTo>
                    <a:pt x="3125733" y="4768349"/>
                  </a:moveTo>
                  <a:lnTo>
                    <a:pt x="3140743" y="4793749"/>
                  </a:lnTo>
                  <a:lnTo>
                    <a:pt x="3114749" y="4806449"/>
                  </a:lnTo>
                  <a:lnTo>
                    <a:pt x="3099739" y="4781049"/>
                  </a:lnTo>
                  <a:lnTo>
                    <a:pt x="3125733" y="4768349"/>
                  </a:lnTo>
                  <a:close/>
                </a:path>
                <a:path w="6537959" h="5924550">
                  <a:moveTo>
                    <a:pt x="2172177" y="4781049"/>
                  </a:moveTo>
                  <a:lnTo>
                    <a:pt x="2188718" y="4781049"/>
                  </a:lnTo>
                  <a:lnTo>
                    <a:pt x="2198268" y="4793749"/>
                  </a:lnTo>
                  <a:lnTo>
                    <a:pt x="2181727" y="4806449"/>
                  </a:lnTo>
                  <a:lnTo>
                    <a:pt x="2172177" y="4781049"/>
                  </a:lnTo>
                  <a:close/>
                </a:path>
                <a:path w="6537959" h="5924550">
                  <a:moveTo>
                    <a:pt x="5259123" y="4717549"/>
                  </a:moveTo>
                  <a:lnTo>
                    <a:pt x="5286410" y="4768349"/>
                  </a:lnTo>
                  <a:lnTo>
                    <a:pt x="5239143" y="4793749"/>
                  </a:lnTo>
                  <a:lnTo>
                    <a:pt x="5211855" y="4755649"/>
                  </a:lnTo>
                  <a:lnTo>
                    <a:pt x="5259123" y="4717549"/>
                  </a:lnTo>
                  <a:close/>
                </a:path>
                <a:path w="6537959" h="5924550">
                  <a:moveTo>
                    <a:pt x="4322110" y="4730249"/>
                  </a:moveTo>
                  <a:lnTo>
                    <a:pt x="4343942" y="4768349"/>
                  </a:lnTo>
                  <a:lnTo>
                    <a:pt x="4306128" y="4793749"/>
                  </a:lnTo>
                  <a:lnTo>
                    <a:pt x="4284296" y="4755649"/>
                  </a:lnTo>
                  <a:lnTo>
                    <a:pt x="4322110" y="4730249"/>
                  </a:lnTo>
                  <a:close/>
                </a:path>
                <a:path w="6537959" h="5924550">
                  <a:moveTo>
                    <a:pt x="3385099" y="4742949"/>
                  </a:moveTo>
                  <a:lnTo>
                    <a:pt x="3401471" y="4781049"/>
                  </a:lnTo>
                  <a:lnTo>
                    <a:pt x="3373115" y="4793749"/>
                  </a:lnTo>
                  <a:lnTo>
                    <a:pt x="3356743" y="4768349"/>
                  </a:lnTo>
                  <a:lnTo>
                    <a:pt x="3385099" y="4742949"/>
                  </a:lnTo>
                  <a:close/>
                </a:path>
                <a:path w="6537959" h="5924550">
                  <a:moveTo>
                    <a:pt x="2448080" y="4755649"/>
                  </a:moveTo>
                  <a:lnTo>
                    <a:pt x="2458996" y="4781049"/>
                  </a:lnTo>
                  <a:lnTo>
                    <a:pt x="2440093" y="4793749"/>
                  </a:lnTo>
                  <a:lnTo>
                    <a:pt x="2429177" y="4768349"/>
                  </a:lnTo>
                  <a:lnTo>
                    <a:pt x="2448080" y="4755649"/>
                  </a:lnTo>
                  <a:close/>
                </a:path>
                <a:path w="6537959" h="5924550">
                  <a:moveTo>
                    <a:pt x="1251782" y="4781049"/>
                  </a:moveTo>
                  <a:lnTo>
                    <a:pt x="1256100" y="4793749"/>
                  </a:lnTo>
                  <a:lnTo>
                    <a:pt x="1244300" y="4793749"/>
                  </a:lnTo>
                  <a:lnTo>
                    <a:pt x="1251782" y="4781049"/>
                  </a:lnTo>
                  <a:close/>
                </a:path>
                <a:path w="6537959" h="5924550">
                  <a:moveTo>
                    <a:pt x="5518482" y="4704849"/>
                  </a:moveTo>
                  <a:lnTo>
                    <a:pt x="5547136" y="4755649"/>
                  </a:lnTo>
                  <a:lnTo>
                    <a:pt x="5497508" y="4781049"/>
                  </a:lnTo>
                  <a:lnTo>
                    <a:pt x="5468854" y="4730249"/>
                  </a:lnTo>
                  <a:lnTo>
                    <a:pt x="5518482" y="4704849"/>
                  </a:lnTo>
                  <a:close/>
                </a:path>
                <a:path w="6537959" h="5924550">
                  <a:moveTo>
                    <a:pt x="4581470" y="4717549"/>
                  </a:moveTo>
                  <a:lnTo>
                    <a:pt x="4604668" y="4755649"/>
                  </a:lnTo>
                  <a:lnTo>
                    <a:pt x="4564488" y="4781049"/>
                  </a:lnTo>
                  <a:lnTo>
                    <a:pt x="4541295" y="4742949"/>
                  </a:lnTo>
                  <a:lnTo>
                    <a:pt x="4581470" y="4717549"/>
                  </a:lnTo>
                  <a:close/>
                </a:path>
                <a:path w="6537959" h="5924550">
                  <a:moveTo>
                    <a:pt x="3644546" y="4730249"/>
                  </a:moveTo>
                  <a:lnTo>
                    <a:pt x="3662509" y="4755649"/>
                  </a:lnTo>
                  <a:lnTo>
                    <a:pt x="3631393" y="4781049"/>
                  </a:lnTo>
                  <a:lnTo>
                    <a:pt x="3613431" y="4742949"/>
                  </a:lnTo>
                  <a:lnTo>
                    <a:pt x="3644546" y="4730249"/>
                  </a:lnTo>
                  <a:close/>
                </a:path>
                <a:path w="6537959" h="5924550">
                  <a:moveTo>
                    <a:pt x="2707528" y="4742949"/>
                  </a:moveTo>
                  <a:lnTo>
                    <a:pt x="2720035" y="4768349"/>
                  </a:lnTo>
                  <a:lnTo>
                    <a:pt x="2698373" y="4781049"/>
                  </a:lnTo>
                  <a:lnTo>
                    <a:pt x="2685866" y="4755649"/>
                  </a:lnTo>
                  <a:lnTo>
                    <a:pt x="2707528" y="4742949"/>
                  </a:lnTo>
                  <a:close/>
                </a:path>
                <a:path w="6537959" h="5924550">
                  <a:moveTo>
                    <a:pt x="1511065" y="4768349"/>
                  </a:moveTo>
                  <a:lnTo>
                    <a:pt x="1516521" y="4781049"/>
                  </a:lnTo>
                  <a:lnTo>
                    <a:pt x="1501612" y="4781049"/>
                  </a:lnTo>
                  <a:lnTo>
                    <a:pt x="1511065" y="4768349"/>
                  </a:lnTo>
                  <a:close/>
                </a:path>
                <a:path w="6537959" h="5924550">
                  <a:moveTo>
                    <a:pt x="5777847" y="4692149"/>
                  </a:moveTo>
                  <a:lnTo>
                    <a:pt x="5807862" y="4742949"/>
                  </a:lnTo>
                  <a:lnTo>
                    <a:pt x="5755868" y="4768349"/>
                  </a:lnTo>
                  <a:lnTo>
                    <a:pt x="5725853" y="4717549"/>
                  </a:lnTo>
                  <a:lnTo>
                    <a:pt x="5777847" y="4692149"/>
                  </a:lnTo>
                  <a:close/>
                </a:path>
                <a:path w="6537959" h="5924550">
                  <a:moveTo>
                    <a:pt x="4840916" y="4704849"/>
                  </a:moveTo>
                  <a:lnTo>
                    <a:pt x="4865705" y="4742949"/>
                  </a:lnTo>
                  <a:lnTo>
                    <a:pt x="4822770" y="4768349"/>
                  </a:lnTo>
                  <a:lnTo>
                    <a:pt x="4797986" y="4730249"/>
                  </a:lnTo>
                  <a:lnTo>
                    <a:pt x="4840916" y="4704849"/>
                  </a:lnTo>
                  <a:close/>
                </a:path>
                <a:path w="6537959" h="5924550">
                  <a:moveTo>
                    <a:pt x="3903823" y="4717549"/>
                  </a:moveTo>
                  <a:lnTo>
                    <a:pt x="3922923" y="4742949"/>
                  </a:lnTo>
                  <a:lnTo>
                    <a:pt x="3889840" y="4768349"/>
                  </a:lnTo>
                  <a:lnTo>
                    <a:pt x="3870736" y="4730249"/>
                  </a:lnTo>
                  <a:lnTo>
                    <a:pt x="3903823" y="4717549"/>
                  </a:lnTo>
                  <a:close/>
                </a:path>
                <a:path w="6537959" h="5924550">
                  <a:moveTo>
                    <a:pt x="1758611" y="4755649"/>
                  </a:moveTo>
                  <a:lnTo>
                    <a:pt x="1770431" y="4755649"/>
                  </a:lnTo>
                  <a:lnTo>
                    <a:pt x="1777252" y="4768349"/>
                  </a:lnTo>
                  <a:lnTo>
                    <a:pt x="1765433" y="4768349"/>
                  </a:lnTo>
                  <a:lnTo>
                    <a:pt x="1758611" y="4755649"/>
                  </a:lnTo>
                  <a:close/>
                </a:path>
                <a:path w="6537959" h="5924550">
                  <a:moveTo>
                    <a:pt x="6037206" y="4666749"/>
                  </a:moveTo>
                  <a:lnTo>
                    <a:pt x="6068588" y="4730249"/>
                  </a:lnTo>
                  <a:lnTo>
                    <a:pt x="6014233" y="4755649"/>
                  </a:lnTo>
                  <a:lnTo>
                    <a:pt x="5982851" y="4704849"/>
                  </a:lnTo>
                  <a:lnTo>
                    <a:pt x="6037206" y="4666749"/>
                  </a:lnTo>
                  <a:close/>
                </a:path>
                <a:path w="6537959" h="5924550">
                  <a:moveTo>
                    <a:pt x="5100280" y="4679449"/>
                  </a:moveTo>
                  <a:lnTo>
                    <a:pt x="5126431" y="4730249"/>
                  </a:lnTo>
                  <a:lnTo>
                    <a:pt x="5081135" y="4755649"/>
                  </a:lnTo>
                  <a:lnTo>
                    <a:pt x="5054984" y="4704849"/>
                  </a:lnTo>
                  <a:lnTo>
                    <a:pt x="5100280" y="4679449"/>
                  </a:lnTo>
                  <a:close/>
                </a:path>
                <a:path w="6537959" h="5924550">
                  <a:moveTo>
                    <a:pt x="4163269" y="4692149"/>
                  </a:moveTo>
                  <a:lnTo>
                    <a:pt x="4183964" y="4730249"/>
                  </a:lnTo>
                  <a:lnTo>
                    <a:pt x="4148121" y="4755649"/>
                  </a:lnTo>
                  <a:lnTo>
                    <a:pt x="4127426" y="4717549"/>
                  </a:lnTo>
                  <a:lnTo>
                    <a:pt x="4163269" y="4692149"/>
                  </a:lnTo>
                  <a:close/>
                </a:path>
                <a:path w="6537959" h="5924550">
                  <a:moveTo>
                    <a:pt x="2966812" y="4717549"/>
                  </a:moveTo>
                  <a:lnTo>
                    <a:pt x="2980456" y="4742949"/>
                  </a:lnTo>
                  <a:lnTo>
                    <a:pt x="2956822" y="4755649"/>
                  </a:lnTo>
                  <a:lnTo>
                    <a:pt x="2943174" y="4742949"/>
                  </a:lnTo>
                  <a:lnTo>
                    <a:pt x="2966812" y="4717549"/>
                  </a:lnTo>
                  <a:close/>
                </a:path>
                <a:path w="6537959" h="5924550">
                  <a:moveTo>
                    <a:pt x="2029870" y="4730249"/>
                  </a:moveTo>
                  <a:lnTo>
                    <a:pt x="2038288" y="4755649"/>
                  </a:lnTo>
                  <a:lnTo>
                    <a:pt x="2023718" y="4755649"/>
                  </a:lnTo>
                  <a:lnTo>
                    <a:pt x="2015300" y="4742949"/>
                  </a:lnTo>
                  <a:lnTo>
                    <a:pt x="2029870" y="4730249"/>
                  </a:lnTo>
                  <a:close/>
                </a:path>
                <a:path w="6537959" h="5924550">
                  <a:moveTo>
                    <a:pt x="1092856" y="4742949"/>
                  </a:moveTo>
                  <a:lnTo>
                    <a:pt x="1095814" y="4755649"/>
                  </a:lnTo>
                  <a:lnTo>
                    <a:pt x="1087735" y="4755649"/>
                  </a:lnTo>
                  <a:lnTo>
                    <a:pt x="1092856" y="4742949"/>
                  </a:lnTo>
                  <a:close/>
                </a:path>
                <a:path w="6537959" h="5924550">
                  <a:moveTo>
                    <a:pt x="5359640" y="4666749"/>
                  </a:moveTo>
                  <a:lnTo>
                    <a:pt x="5387156" y="4717549"/>
                  </a:lnTo>
                  <a:lnTo>
                    <a:pt x="5339500" y="4742949"/>
                  </a:lnTo>
                  <a:lnTo>
                    <a:pt x="5311983" y="4692149"/>
                  </a:lnTo>
                  <a:lnTo>
                    <a:pt x="5359640" y="4666749"/>
                  </a:lnTo>
                  <a:close/>
                </a:path>
                <a:path w="6537959" h="5924550">
                  <a:moveTo>
                    <a:pt x="4422627" y="4679449"/>
                  </a:moveTo>
                  <a:lnTo>
                    <a:pt x="4444684" y="4717549"/>
                  </a:lnTo>
                  <a:lnTo>
                    <a:pt x="4406485" y="4742949"/>
                  </a:lnTo>
                  <a:lnTo>
                    <a:pt x="4384429" y="4704849"/>
                  </a:lnTo>
                  <a:lnTo>
                    <a:pt x="4422627" y="4679449"/>
                  </a:lnTo>
                  <a:close/>
                </a:path>
                <a:path w="6537959" h="5924550">
                  <a:moveTo>
                    <a:pt x="3226255" y="4704849"/>
                  </a:moveTo>
                  <a:lnTo>
                    <a:pt x="3241490" y="4730249"/>
                  </a:lnTo>
                  <a:lnTo>
                    <a:pt x="3215101" y="4742949"/>
                  </a:lnTo>
                  <a:lnTo>
                    <a:pt x="3199866" y="4717549"/>
                  </a:lnTo>
                  <a:lnTo>
                    <a:pt x="3226255" y="4704849"/>
                  </a:lnTo>
                  <a:close/>
                </a:path>
                <a:path w="6537959" h="5924550">
                  <a:moveTo>
                    <a:pt x="2289241" y="4717549"/>
                  </a:moveTo>
                  <a:lnTo>
                    <a:pt x="2299020" y="4730249"/>
                  </a:lnTo>
                  <a:lnTo>
                    <a:pt x="2282080" y="4742949"/>
                  </a:lnTo>
                  <a:lnTo>
                    <a:pt x="2272301" y="4730249"/>
                  </a:lnTo>
                  <a:lnTo>
                    <a:pt x="2289241" y="4717549"/>
                  </a:lnTo>
                  <a:close/>
                </a:path>
                <a:path w="6537959" h="5924550">
                  <a:moveTo>
                    <a:pt x="1344740" y="4730249"/>
                  </a:moveTo>
                  <a:lnTo>
                    <a:pt x="1352222" y="4730249"/>
                  </a:lnTo>
                  <a:lnTo>
                    <a:pt x="1356541" y="4742949"/>
                  </a:lnTo>
                  <a:lnTo>
                    <a:pt x="1349058" y="4742949"/>
                  </a:lnTo>
                  <a:lnTo>
                    <a:pt x="1344740" y="4730249"/>
                  </a:lnTo>
                  <a:close/>
                </a:path>
                <a:path w="6537959" h="5924550">
                  <a:moveTo>
                    <a:pt x="5619000" y="4654049"/>
                  </a:moveTo>
                  <a:lnTo>
                    <a:pt x="5647883" y="4692149"/>
                  </a:lnTo>
                  <a:lnTo>
                    <a:pt x="5597860" y="4730249"/>
                  </a:lnTo>
                  <a:lnTo>
                    <a:pt x="5568977" y="4679449"/>
                  </a:lnTo>
                  <a:lnTo>
                    <a:pt x="5619000" y="4654049"/>
                  </a:lnTo>
                  <a:close/>
                </a:path>
                <a:path w="6537959" h="5924550">
                  <a:moveTo>
                    <a:pt x="3485621" y="4692149"/>
                  </a:moveTo>
                  <a:lnTo>
                    <a:pt x="3502222" y="4717549"/>
                  </a:lnTo>
                  <a:lnTo>
                    <a:pt x="3473467" y="4730249"/>
                  </a:lnTo>
                  <a:lnTo>
                    <a:pt x="3456867" y="4704849"/>
                  </a:lnTo>
                  <a:lnTo>
                    <a:pt x="3485621" y="4692149"/>
                  </a:lnTo>
                  <a:close/>
                </a:path>
                <a:path w="6537959" h="5924550">
                  <a:moveTo>
                    <a:pt x="2548603" y="4704849"/>
                  </a:moveTo>
                  <a:lnTo>
                    <a:pt x="2559748" y="4717549"/>
                  </a:lnTo>
                  <a:lnTo>
                    <a:pt x="2540447" y="4730249"/>
                  </a:lnTo>
                  <a:lnTo>
                    <a:pt x="2529302" y="4717549"/>
                  </a:lnTo>
                  <a:lnTo>
                    <a:pt x="2548603" y="4704849"/>
                  </a:lnTo>
                  <a:close/>
                </a:path>
                <a:path w="6537959" h="5924550">
                  <a:moveTo>
                    <a:pt x="1601741" y="4717549"/>
                  </a:moveTo>
                  <a:lnTo>
                    <a:pt x="1617269" y="4717549"/>
                  </a:lnTo>
                  <a:lnTo>
                    <a:pt x="1607426" y="4730249"/>
                  </a:lnTo>
                  <a:lnTo>
                    <a:pt x="1601741" y="4717549"/>
                  </a:lnTo>
                  <a:close/>
                </a:path>
                <a:path w="6537959" h="5924550">
                  <a:moveTo>
                    <a:pt x="5878364" y="4628649"/>
                  </a:moveTo>
                  <a:lnTo>
                    <a:pt x="5908609" y="4679449"/>
                  </a:lnTo>
                  <a:lnTo>
                    <a:pt x="5856225" y="4717549"/>
                  </a:lnTo>
                  <a:lnTo>
                    <a:pt x="5825980" y="4666749"/>
                  </a:lnTo>
                  <a:lnTo>
                    <a:pt x="5878364" y="4628649"/>
                  </a:lnTo>
                  <a:close/>
                </a:path>
                <a:path w="6537959" h="5924550">
                  <a:moveTo>
                    <a:pt x="4681991" y="4654049"/>
                  </a:moveTo>
                  <a:lnTo>
                    <a:pt x="4705414" y="4704849"/>
                  </a:lnTo>
                  <a:lnTo>
                    <a:pt x="4664849" y="4717549"/>
                  </a:lnTo>
                  <a:lnTo>
                    <a:pt x="4641427" y="4679449"/>
                  </a:lnTo>
                  <a:lnTo>
                    <a:pt x="4681991" y="4654049"/>
                  </a:lnTo>
                  <a:close/>
                </a:path>
                <a:path w="6537959" h="5924550">
                  <a:moveTo>
                    <a:pt x="3744985" y="4666749"/>
                  </a:moveTo>
                  <a:lnTo>
                    <a:pt x="3762948" y="4704849"/>
                  </a:lnTo>
                  <a:lnTo>
                    <a:pt x="3731832" y="4717549"/>
                  </a:lnTo>
                  <a:lnTo>
                    <a:pt x="3713869" y="4692149"/>
                  </a:lnTo>
                  <a:lnTo>
                    <a:pt x="3744985" y="4666749"/>
                  </a:lnTo>
                  <a:close/>
                </a:path>
                <a:path w="6537959" h="5924550">
                  <a:moveTo>
                    <a:pt x="2808047" y="4679449"/>
                  </a:moveTo>
                  <a:lnTo>
                    <a:pt x="2820783" y="4704849"/>
                  </a:lnTo>
                  <a:lnTo>
                    <a:pt x="2798726" y="4717549"/>
                  </a:lnTo>
                  <a:lnTo>
                    <a:pt x="2785995" y="4692149"/>
                  </a:lnTo>
                  <a:lnTo>
                    <a:pt x="2808047" y="4679449"/>
                  </a:lnTo>
                  <a:close/>
                </a:path>
                <a:path w="6537959" h="5924550">
                  <a:moveTo>
                    <a:pt x="1870949" y="4692149"/>
                  </a:moveTo>
                  <a:lnTo>
                    <a:pt x="1877995" y="4704849"/>
                  </a:lnTo>
                  <a:lnTo>
                    <a:pt x="1865787" y="4717549"/>
                  </a:lnTo>
                  <a:lnTo>
                    <a:pt x="1858740" y="4704849"/>
                  </a:lnTo>
                  <a:lnTo>
                    <a:pt x="1870949" y="4692149"/>
                  </a:lnTo>
                  <a:close/>
                </a:path>
                <a:path w="6537959" h="5924550">
                  <a:moveTo>
                    <a:pt x="6137733" y="4615949"/>
                  </a:moveTo>
                  <a:lnTo>
                    <a:pt x="6169340" y="4666749"/>
                  </a:lnTo>
                  <a:lnTo>
                    <a:pt x="6114590" y="4704849"/>
                  </a:lnTo>
                  <a:lnTo>
                    <a:pt x="6082980" y="4641349"/>
                  </a:lnTo>
                  <a:lnTo>
                    <a:pt x="6137733" y="4615949"/>
                  </a:lnTo>
                  <a:close/>
                </a:path>
                <a:path w="6537959" h="5924550">
                  <a:moveTo>
                    <a:pt x="4941355" y="4641349"/>
                  </a:moveTo>
                  <a:lnTo>
                    <a:pt x="4966144" y="4679449"/>
                  </a:lnTo>
                  <a:lnTo>
                    <a:pt x="4923205" y="4704849"/>
                  </a:lnTo>
                  <a:lnTo>
                    <a:pt x="4898420" y="4666749"/>
                  </a:lnTo>
                  <a:lnTo>
                    <a:pt x="4941355" y="4641349"/>
                  </a:lnTo>
                  <a:close/>
                </a:path>
                <a:path w="6537959" h="5924550">
                  <a:moveTo>
                    <a:pt x="4004344" y="4654049"/>
                  </a:moveTo>
                  <a:lnTo>
                    <a:pt x="4023673" y="4692149"/>
                  </a:lnTo>
                  <a:lnTo>
                    <a:pt x="3990196" y="4704849"/>
                  </a:lnTo>
                  <a:lnTo>
                    <a:pt x="3970867" y="4679449"/>
                  </a:lnTo>
                  <a:lnTo>
                    <a:pt x="4004344" y="4654049"/>
                  </a:lnTo>
                  <a:close/>
                </a:path>
                <a:path w="6537959" h="5924550">
                  <a:moveTo>
                    <a:pt x="3067330" y="4666749"/>
                  </a:moveTo>
                  <a:lnTo>
                    <a:pt x="3081203" y="4692149"/>
                  </a:lnTo>
                  <a:lnTo>
                    <a:pt x="3057179" y="4704849"/>
                  </a:lnTo>
                  <a:lnTo>
                    <a:pt x="3043306" y="4679449"/>
                  </a:lnTo>
                  <a:lnTo>
                    <a:pt x="3067330" y="4666749"/>
                  </a:lnTo>
                  <a:close/>
                </a:path>
                <a:path w="6537959" h="5924550">
                  <a:moveTo>
                    <a:pt x="2115741" y="4679449"/>
                  </a:moveTo>
                  <a:lnTo>
                    <a:pt x="2130310" y="4679449"/>
                  </a:lnTo>
                  <a:lnTo>
                    <a:pt x="2138728" y="4692149"/>
                  </a:lnTo>
                  <a:lnTo>
                    <a:pt x="2124153" y="4704849"/>
                  </a:lnTo>
                  <a:lnTo>
                    <a:pt x="2115741" y="4679449"/>
                  </a:lnTo>
                  <a:close/>
                </a:path>
                <a:path w="6537959" h="5924550">
                  <a:moveTo>
                    <a:pt x="5200797" y="4628649"/>
                  </a:moveTo>
                  <a:lnTo>
                    <a:pt x="5227177" y="4666749"/>
                  </a:lnTo>
                  <a:lnTo>
                    <a:pt x="5181492" y="4692149"/>
                  </a:lnTo>
                  <a:lnTo>
                    <a:pt x="5155112" y="4654049"/>
                  </a:lnTo>
                  <a:lnTo>
                    <a:pt x="5200797" y="4628649"/>
                  </a:lnTo>
                  <a:close/>
                </a:path>
                <a:path w="6537959" h="5924550">
                  <a:moveTo>
                    <a:pt x="4263790" y="4641349"/>
                  </a:moveTo>
                  <a:lnTo>
                    <a:pt x="4284714" y="4666749"/>
                  </a:lnTo>
                  <a:lnTo>
                    <a:pt x="4248473" y="4692149"/>
                  </a:lnTo>
                  <a:lnTo>
                    <a:pt x="4227553" y="4654049"/>
                  </a:lnTo>
                  <a:lnTo>
                    <a:pt x="4263790" y="4641349"/>
                  </a:lnTo>
                  <a:close/>
                </a:path>
                <a:path w="6537959" h="5924550">
                  <a:moveTo>
                    <a:pt x="3326778" y="4654049"/>
                  </a:moveTo>
                  <a:lnTo>
                    <a:pt x="3342242" y="4679449"/>
                  </a:lnTo>
                  <a:lnTo>
                    <a:pt x="3315459" y="4692149"/>
                  </a:lnTo>
                  <a:lnTo>
                    <a:pt x="3299995" y="4666749"/>
                  </a:lnTo>
                  <a:lnTo>
                    <a:pt x="3326778" y="4654049"/>
                  </a:lnTo>
                  <a:close/>
                </a:path>
                <a:path w="6537959" h="5924550">
                  <a:moveTo>
                    <a:pt x="2389759" y="4654049"/>
                  </a:moveTo>
                  <a:lnTo>
                    <a:pt x="2399768" y="4679449"/>
                  </a:lnTo>
                  <a:lnTo>
                    <a:pt x="2382438" y="4692149"/>
                  </a:lnTo>
                  <a:lnTo>
                    <a:pt x="2372430" y="4666749"/>
                  </a:lnTo>
                  <a:lnTo>
                    <a:pt x="2389759" y="4654049"/>
                  </a:lnTo>
                  <a:close/>
                </a:path>
                <a:path w="6537959" h="5924550">
                  <a:moveTo>
                    <a:pt x="5460166" y="4603249"/>
                  </a:moveTo>
                  <a:lnTo>
                    <a:pt x="5487908" y="4654049"/>
                  </a:lnTo>
                  <a:lnTo>
                    <a:pt x="5439852" y="4679449"/>
                  </a:lnTo>
                  <a:lnTo>
                    <a:pt x="5412110" y="4628649"/>
                  </a:lnTo>
                  <a:lnTo>
                    <a:pt x="5460166" y="4603249"/>
                  </a:lnTo>
                  <a:close/>
                </a:path>
                <a:path w="6537959" h="5924550">
                  <a:moveTo>
                    <a:pt x="4523066" y="4615949"/>
                  </a:moveTo>
                  <a:lnTo>
                    <a:pt x="4545123" y="4654049"/>
                  </a:lnTo>
                  <a:lnTo>
                    <a:pt x="4506919" y="4679449"/>
                  </a:lnTo>
                  <a:lnTo>
                    <a:pt x="4484863" y="4641349"/>
                  </a:lnTo>
                  <a:lnTo>
                    <a:pt x="4523066" y="4615949"/>
                  </a:lnTo>
                  <a:close/>
                </a:path>
                <a:path w="6537959" h="5924550">
                  <a:moveTo>
                    <a:pt x="3586138" y="4628649"/>
                  </a:moveTo>
                  <a:lnTo>
                    <a:pt x="3602969" y="4654049"/>
                  </a:lnTo>
                  <a:lnTo>
                    <a:pt x="3573820" y="4679449"/>
                  </a:lnTo>
                  <a:lnTo>
                    <a:pt x="3556994" y="4641349"/>
                  </a:lnTo>
                  <a:lnTo>
                    <a:pt x="3586138" y="4628649"/>
                  </a:lnTo>
                  <a:close/>
                </a:path>
                <a:path w="6537959" h="5924550">
                  <a:moveTo>
                    <a:pt x="1452740" y="4666749"/>
                  </a:moveTo>
                  <a:lnTo>
                    <a:pt x="1457288" y="4679449"/>
                  </a:lnTo>
                  <a:lnTo>
                    <a:pt x="1444864" y="4679449"/>
                  </a:lnTo>
                  <a:lnTo>
                    <a:pt x="1452740" y="4666749"/>
                  </a:lnTo>
                  <a:close/>
                </a:path>
                <a:path w="6537959" h="5924550">
                  <a:moveTo>
                    <a:pt x="5719526" y="4590549"/>
                  </a:moveTo>
                  <a:lnTo>
                    <a:pt x="5748634" y="4641349"/>
                  </a:lnTo>
                  <a:lnTo>
                    <a:pt x="5698217" y="4666749"/>
                  </a:lnTo>
                  <a:lnTo>
                    <a:pt x="5669109" y="4615949"/>
                  </a:lnTo>
                  <a:lnTo>
                    <a:pt x="5719526" y="4590549"/>
                  </a:lnTo>
                  <a:close/>
                </a:path>
                <a:path w="6537959" h="5924550">
                  <a:moveTo>
                    <a:pt x="4782513" y="4603249"/>
                  </a:moveTo>
                  <a:lnTo>
                    <a:pt x="4806160" y="4641349"/>
                  </a:lnTo>
                  <a:lnTo>
                    <a:pt x="4765202" y="4666749"/>
                  </a:lnTo>
                  <a:lnTo>
                    <a:pt x="4741550" y="4628649"/>
                  </a:lnTo>
                  <a:lnTo>
                    <a:pt x="4782513" y="4603249"/>
                  </a:lnTo>
                  <a:close/>
                </a:path>
                <a:path w="6537959" h="5924550">
                  <a:moveTo>
                    <a:pt x="3845502" y="4615949"/>
                  </a:moveTo>
                  <a:lnTo>
                    <a:pt x="3863694" y="4641349"/>
                  </a:lnTo>
                  <a:lnTo>
                    <a:pt x="3832189" y="4666749"/>
                  </a:lnTo>
                  <a:lnTo>
                    <a:pt x="3813997" y="4628649"/>
                  </a:lnTo>
                  <a:lnTo>
                    <a:pt x="3845502" y="4615949"/>
                  </a:lnTo>
                  <a:close/>
                </a:path>
                <a:path w="6537959" h="5924550">
                  <a:moveTo>
                    <a:pt x="2649125" y="4641349"/>
                  </a:moveTo>
                  <a:lnTo>
                    <a:pt x="2660495" y="4666749"/>
                  </a:lnTo>
                  <a:lnTo>
                    <a:pt x="2640800" y="4666749"/>
                  </a:lnTo>
                  <a:lnTo>
                    <a:pt x="2629430" y="4654049"/>
                  </a:lnTo>
                  <a:lnTo>
                    <a:pt x="2649125" y="4641349"/>
                  </a:lnTo>
                  <a:close/>
                </a:path>
                <a:path w="6537959" h="5924550">
                  <a:moveTo>
                    <a:pt x="1701863" y="4654049"/>
                  </a:moveTo>
                  <a:lnTo>
                    <a:pt x="1712105" y="4654049"/>
                  </a:lnTo>
                  <a:lnTo>
                    <a:pt x="1718015" y="4666749"/>
                  </a:lnTo>
                  <a:lnTo>
                    <a:pt x="1707777" y="4666749"/>
                  </a:lnTo>
                  <a:lnTo>
                    <a:pt x="1701863" y="4654049"/>
                  </a:lnTo>
                  <a:close/>
                </a:path>
                <a:path w="6537959" h="5924550">
                  <a:moveTo>
                    <a:pt x="5978803" y="4577849"/>
                  </a:moveTo>
                  <a:lnTo>
                    <a:pt x="6009048" y="4628649"/>
                  </a:lnTo>
                  <a:lnTo>
                    <a:pt x="5956664" y="4654049"/>
                  </a:lnTo>
                  <a:lnTo>
                    <a:pt x="5926420" y="4603249"/>
                  </a:lnTo>
                  <a:lnTo>
                    <a:pt x="5978803" y="4577849"/>
                  </a:lnTo>
                  <a:close/>
                </a:path>
                <a:path w="6537959" h="5924550">
                  <a:moveTo>
                    <a:pt x="5041872" y="4577849"/>
                  </a:moveTo>
                  <a:lnTo>
                    <a:pt x="5066890" y="4628649"/>
                  </a:lnTo>
                  <a:lnTo>
                    <a:pt x="5023566" y="4654049"/>
                  </a:lnTo>
                  <a:lnTo>
                    <a:pt x="4998548" y="4603249"/>
                  </a:lnTo>
                  <a:lnTo>
                    <a:pt x="5041872" y="4577849"/>
                  </a:lnTo>
                  <a:close/>
                </a:path>
                <a:path w="6537959" h="5924550">
                  <a:moveTo>
                    <a:pt x="4104865" y="4590549"/>
                  </a:moveTo>
                  <a:lnTo>
                    <a:pt x="4124419" y="4628649"/>
                  </a:lnTo>
                  <a:lnTo>
                    <a:pt x="4090548" y="4654049"/>
                  </a:lnTo>
                  <a:lnTo>
                    <a:pt x="4070994" y="4615949"/>
                  </a:lnTo>
                  <a:lnTo>
                    <a:pt x="4104865" y="4590549"/>
                  </a:lnTo>
                  <a:close/>
                </a:path>
                <a:path w="6537959" h="5924550">
                  <a:moveTo>
                    <a:pt x="2908487" y="4628649"/>
                  </a:moveTo>
                  <a:lnTo>
                    <a:pt x="2921223" y="4641349"/>
                  </a:lnTo>
                  <a:lnTo>
                    <a:pt x="2899166" y="4654049"/>
                  </a:lnTo>
                  <a:lnTo>
                    <a:pt x="2886430" y="4641349"/>
                  </a:lnTo>
                  <a:lnTo>
                    <a:pt x="2908487" y="4628649"/>
                  </a:lnTo>
                  <a:close/>
                </a:path>
                <a:path w="6537959" h="5924550">
                  <a:moveTo>
                    <a:pt x="1958864" y="4641349"/>
                  </a:moveTo>
                  <a:lnTo>
                    <a:pt x="1971467" y="4641349"/>
                  </a:lnTo>
                  <a:lnTo>
                    <a:pt x="1978747" y="4654049"/>
                  </a:lnTo>
                  <a:lnTo>
                    <a:pt x="1966144" y="4654049"/>
                  </a:lnTo>
                  <a:lnTo>
                    <a:pt x="1958864" y="4641349"/>
                  </a:lnTo>
                  <a:close/>
                </a:path>
                <a:path w="6537959" h="5924550">
                  <a:moveTo>
                    <a:pt x="5301237" y="4565149"/>
                  </a:moveTo>
                  <a:lnTo>
                    <a:pt x="5327616" y="4615949"/>
                  </a:lnTo>
                  <a:lnTo>
                    <a:pt x="5281926" y="4641349"/>
                  </a:lnTo>
                  <a:lnTo>
                    <a:pt x="5255551" y="4590549"/>
                  </a:lnTo>
                  <a:lnTo>
                    <a:pt x="5301237" y="4565149"/>
                  </a:lnTo>
                  <a:close/>
                </a:path>
                <a:path w="6537959" h="5924550">
                  <a:moveTo>
                    <a:pt x="4364307" y="4577849"/>
                  </a:moveTo>
                  <a:lnTo>
                    <a:pt x="4385455" y="4615949"/>
                  </a:lnTo>
                  <a:lnTo>
                    <a:pt x="4348829" y="4641349"/>
                  </a:lnTo>
                  <a:lnTo>
                    <a:pt x="4327680" y="4603249"/>
                  </a:lnTo>
                  <a:lnTo>
                    <a:pt x="4364307" y="4577849"/>
                  </a:lnTo>
                  <a:close/>
                </a:path>
                <a:path w="6537959" h="5924550">
                  <a:moveTo>
                    <a:pt x="3167852" y="4603249"/>
                  </a:moveTo>
                  <a:lnTo>
                    <a:pt x="3181950" y="4628649"/>
                  </a:lnTo>
                  <a:lnTo>
                    <a:pt x="3157532" y="4641349"/>
                  </a:lnTo>
                  <a:lnTo>
                    <a:pt x="3143435" y="4615949"/>
                  </a:lnTo>
                  <a:lnTo>
                    <a:pt x="3167852" y="4603249"/>
                  </a:lnTo>
                  <a:close/>
                </a:path>
                <a:path w="6537959" h="5924550">
                  <a:moveTo>
                    <a:pt x="2230838" y="4615949"/>
                  </a:moveTo>
                  <a:lnTo>
                    <a:pt x="2239475" y="4628649"/>
                  </a:lnTo>
                  <a:lnTo>
                    <a:pt x="2224506" y="4641349"/>
                  </a:lnTo>
                  <a:lnTo>
                    <a:pt x="2215869" y="4628649"/>
                  </a:lnTo>
                  <a:lnTo>
                    <a:pt x="2230838" y="4615949"/>
                  </a:lnTo>
                  <a:close/>
                </a:path>
                <a:path w="6537959" h="5924550">
                  <a:moveTo>
                    <a:pt x="1287992" y="4628649"/>
                  </a:moveTo>
                  <a:lnTo>
                    <a:pt x="1293897" y="4628649"/>
                  </a:lnTo>
                  <a:lnTo>
                    <a:pt x="1297308" y="4641349"/>
                  </a:lnTo>
                  <a:lnTo>
                    <a:pt x="1291403" y="4641349"/>
                  </a:lnTo>
                  <a:lnTo>
                    <a:pt x="1287992" y="4628649"/>
                  </a:lnTo>
                  <a:close/>
                </a:path>
                <a:path w="6537959" h="5924550">
                  <a:moveTo>
                    <a:pt x="5560684" y="4552449"/>
                  </a:moveTo>
                  <a:lnTo>
                    <a:pt x="5588654" y="4603249"/>
                  </a:lnTo>
                  <a:lnTo>
                    <a:pt x="5540209" y="4628649"/>
                  </a:lnTo>
                  <a:lnTo>
                    <a:pt x="5512238" y="4577849"/>
                  </a:lnTo>
                  <a:lnTo>
                    <a:pt x="5560684" y="4552449"/>
                  </a:lnTo>
                  <a:close/>
                </a:path>
                <a:path w="6537959" h="5924550">
                  <a:moveTo>
                    <a:pt x="3427301" y="4590549"/>
                  </a:moveTo>
                  <a:lnTo>
                    <a:pt x="3442989" y="4615949"/>
                  </a:lnTo>
                  <a:lnTo>
                    <a:pt x="3415812" y="4628649"/>
                  </a:lnTo>
                  <a:lnTo>
                    <a:pt x="3400123" y="4603249"/>
                  </a:lnTo>
                  <a:lnTo>
                    <a:pt x="3427301" y="4590549"/>
                  </a:lnTo>
                  <a:close/>
                </a:path>
                <a:path w="6537959" h="5924550">
                  <a:moveTo>
                    <a:pt x="2490200" y="4603249"/>
                  </a:moveTo>
                  <a:lnTo>
                    <a:pt x="2500208" y="4615949"/>
                  </a:lnTo>
                  <a:lnTo>
                    <a:pt x="2482879" y="4628649"/>
                  </a:lnTo>
                  <a:lnTo>
                    <a:pt x="2472870" y="4615949"/>
                  </a:lnTo>
                  <a:lnTo>
                    <a:pt x="2490200" y="4603249"/>
                  </a:lnTo>
                  <a:close/>
                </a:path>
                <a:path w="6537959" h="5924550">
                  <a:moveTo>
                    <a:pt x="1544992" y="4615949"/>
                  </a:moveTo>
                  <a:lnTo>
                    <a:pt x="1558040" y="4615949"/>
                  </a:lnTo>
                  <a:lnTo>
                    <a:pt x="1549769" y="4628649"/>
                  </a:lnTo>
                  <a:lnTo>
                    <a:pt x="1544992" y="4615949"/>
                  </a:lnTo>
                  <a:close/>
                </a:path>
                <a:path w="6537959" h="5924550">
                  <a:moveTo>
                    <a:pt x="5820043" y="4527049"/>
                  </a:moveTo>
                  <a:lnTo>
                    <a:pt x="5849380" y="4577849"/>
                  </a:lnTo>
                  <a:lnTo>
                    <a:pt x="5798569" y="4615949"/>
                  </a:lnTo>
                  <a:lnTo>
                    <a:pt x="5769237" y="4565149"/>
                  </a:lnTo>
                  <a:lnTo>
                    <a:pt x="5820043" y="4527049"/>
                  </a:lnTo>
                  <a:close/>
                </a:path>
                <a:path w="6537959" h="5924550">
                  <a:moveTo>
                    <a:pt x="4623588" y="4565149"/>
                  </a:moveTo>
                  <a:lnTo>
                    <a:pt x="4645874" y="4603249"/>
                  </a:lnTo>
                  <a:lnTo>
                    <a:pt x="4607276" y="4615949"/>
                  </a:lnTo>
                  <a:lnTo>
                    <a:pt x="4584990" y="4577849"/>
                  </a:lnTo>
                  <a:lnTo>
                    <a:pt x="4623588" y="4565149"/>
                  </a:lnTo>
                  <a:close/>
                </a:path>
                <a:path w="6537959" h="5924550">
                  <a:moveTo>
                    <a:pt x="3686577" y="4577849"/>
                  </a:moveTo>
                  <a:lnTo>
                    <a:pt x="3703407" y="4603249"/>
                  </a:lnTo>
                  <a:lnTo>
                    <a:pt x="3674259" y="4615949"/>
                  </a:lnTo>
                  <a:lnTo>
                    <a:pt x="3657433" y="4590549"/>
                  </a:lnTo>
                  <a:lnTo>
                    <a:pt x="3686577" y="4577849"/>
                  </a:lnTo>
                  <a:close/>
                </a:path>
                <a:path w="6537959" h="5924550">
                  <a:moveTo>
                    <a:pt x="2749644" y="4577849"/>
                  </a:moveTo>
                  <a:lnTo>
                    <a:pt x="2761243" y="4603249"/>
                  </a:lnTo>
                  <a:lnTo>
                    <a:pt x="2741158" y="4615949"/>
                  </a:lnTo>
                  <a:lnTo>
                    <a:pt x="2729559" y="4590549"/>
                  </a:lnTo>
                  <a:lnTo>
                    <a:pt x="2749644" y="4577849"/>
                  </a:lnTo>
                  <a:close/>
                </a:path>
                <a:path w="6537959" h="5924550">
                  <a:moveTo>
                    <a:pt x="1812628" y="4590549"/>
                  </a:moveTo>
                  <a:lnTo>
                    <a:pt x="1818767" y="4603249"/>
                  </a:lnTo>
                  <a:lnTo>
                    <a:pt x="1808130" y="4615949"/>
                  </a:lnTo>
                  <a:lnTo>
                    <a:pt x="1801992" y="4603249"/>
                  </a:lnTo>
                  <a:lnTo>
                    <a:pt x="1812628" y="4590549"/>
                  </a:lnTo>
                  <a:close/>
                </a:path>
                <a:path w="6537959" h="5924550">
                  <a:moveTo>
                    <a:pt x="6079326" y="4514349"/>
                  </a:moveTo>
                  <a:lnTo>
                    <a:pt x="6109799" y="4565149"/>
                  </a:lnTo>
                  <a:lnTo>
                    <a:pt x="6057017" y="4603249"/>
                  </a:lnTo>
                  <a:lnTo>
                    <a:pt x="6026543" y="4539749"/>
                  </a:lnTo>
                  <a:lnTo>
                    <a:pt x="6079326" y="4514349"/>
                  </a:lnTo>
                  <a:close/>
                </a:path>
                <a:path w="6537959" h="5924550">
                  <a:moveTo>
                    <a:pt x="4883035" y="4539749"/>
                  </a:moveTo>
                  <a:lnTo>
                    <a:pt x="4906911" y="4590549"/>
                  </a:lnTo>
                  <a:lnTo>
                    <a:pt x="4865554" y="4603249"/>
                  </a:lnTo>
                  <a:lnTo>
                    <a:pt x="4841677" y="4565149"/>
                  </a:lnTo>
                  <a:lnTo>
                    <a:pt x="4883035" y="4539749"/>
                  </a:lnTo>
                  <a:close/>
                </a:path>
                <a:path w="6537959" h="5924550">
                  <a:moveTo>
                    <a:pt x="3946023" y="4552449"/>
                  </a:moveTo>
                  <a:lnTo>
                    <a:pt x="3964440" y="4590549"/>
                  </a:lnTo>
                  <a:lnTo>
                    <a:pt x="3932540" y="4603249"/>
                  </a:lnTo>
                  <a:lnTo>
                    <a:pt x="3914119" y="4577849"/>
                  </a:lnTo>
                  <a:lnTo>
                    <a:pt x="3946023" y="4552449"/>
                  </a:lnTo>
                  <a:close/>
                </a:path>
                <a:path w="6537959" h="5924550">
                  <a:moveTo>
                    <a:pt x="3009009" y="4565149"/>
                  </a:moveTo>
                  <a:lnTo>
                    <a:pt x="3021975" y="4590549"/>
                  </a:lnTo>
                  <a:lnTo>
                    <a:pt x="2999524" y="4603249"/>
                  </a:lnTo>
                  <a:lnTo>
                    <a:pt x="2986559" y="4577849"/>
                  </a:lnTo>
                  <a:lnTo>
                    <a:pt x="3009009" y="4565149"/>
                  </a:lnTo>
                  <a:close/>
                </a:path>
                <a:path w="6537959" h="5924550">
                  <a:moveTo>
                    <a:pt x="2071995" y="4577849"/>
                  </a:moveTo>
                  <a:lnTo>
                    <a:pt x="2079495" y="4590549"/>
                  </a:lnTo>
                  <a:lnTo>
                    <a:pt x="2066498" y="4603249"/>
                  </a:lnTo>
                  <a:lnTo>
                    <a:pt x="2058993" y="4590549"/>
                  </a:lnTo>
                  <a:lnTo>
                    <a:pt x="2071995" y="4577849"/>
                  </a:lnTo>
                  <a:close/>
                </a:path>
                <a:path w="6537959" h="5924550">
                  <a:moveTo>
                    <a:pt x="5142394" y="4527049"/>
                  </a:moveTo>
                  <a:lnTo>
                    <a:pt x="5167637" y="4565149"/>
                  </a:lnTo>
                  <a:lnTo>
                    <a:pt x="5123918" y="4590549"/>
                  </a:lnTo>
                  <a:lnTo>
                    <a:pt x="5098675" y="4552449"/>
                  </a:lnTo>
                  <a:lnTo>
                    <a:pt x="5142394" y="4527049"/>
                  </a:lnTo>
                  <a:close/>
                </a:path>
                <a:path w="6537959" h="5924550">
                  <a:moveTo>
                    <a:pt x="4205386" y="4539749"/>
                  </a:moveTo>
                  <a:lnTo>
                    <a:pt x="4225169" y="4577849"/>
                  </a:lnTo>
                  <a:lnTo>
                    <a:pt x="4190903" y="4590549"/>
                  </a:lnTo>
                  <a:lnTo>
                    <a:pt x="4171116" y="4552449"/>
                  </a:lnTo>
                  <a:lnTo>
                    <a:pt x="4205386" y="4539749"/>
                  </a:lnTo>
                  <a:close/>
                </a:path>
                <a:path w="6537959" h="5924550">
                  <a:moveTo>
                    <a:pt x="3268375" y="4552449"/>
                  </a:moveTo>
                  <a:lnTo>
                    <a:pt x="3282702" y="4577849"/>
                  </a:lnTo>
                  <a:lnTo>
                    <a:pt x="3257886" y="4590549"/>
                  </a:lnTo>
                  <a:lnTo>
                    <a:pt x="3243563" y="4565149"/>
                  </a:lnTo>
                  <a:lnTo>
                    <a:pt x="3268375" y="4552449"/>
                  </a:lnTo>
                  <a:close/>
                </a:path>
                <a:path w="6537959" h="5924550">
                  <a:moveTo>
                    <a:pt x="2315998" y="4565149"/>
                  </a:moveTo>
                  <a:lnTo>
                    <a:pt x="2331356" y="4565149"/>
                  </a:lnTo>
                  <a:lnTo>
                    <a:pt x="2340227" y="4577849"/>
                  </a:lnTo>
                  <a:lnTo>
                    <a:pt x="2324864" y="4590549"/>
                  </a:lnTo>
                  <a:lnTo>
                    <a:pt x="2315998" y="4565149"/>
                  </a:lnTo>
                  <a:close/>
                </a:path>
                <a:path w="6537959" h="5924550">
                  <a:moveTo>
                    <a:pt x="5401758" y="4514349"/>
                  </a:moveTo>
                  <a:lnTo>
                    <a:pt x="5428363" y="4552449"/>
                  </a:lnTo>
                  <a:lnTo>
                    <a:pt x="5382283" y="4577849"/>
                  </a:lnTo>
                  <a:lnTo>
                    <a:pt x="5355674" y="4539749"/>
                  </a:lnTo>
                  <a:lnTo>
                    <a:pt x="5401758" y="4514349"/>
                  </a:lnTo>
                  <a:close/>
                </a:path>
                <a:path w="6537959" h="5924550">
                  <a:moveTo>
                    <a:pt x="4464746" y="4514349"/>
                  </a:moveTo>
                  <a:lnTo>
                    <a:pt x="4485894" y="4552449"/>
                  </a:lnTo>
                  <a:lnTo>
                    <a:pt x="4449263" y="4577849"/>
                  </a:lnTo>
                  <a:lnTo>
                    <a:pt x="4428115" y="4539749"/>
                  </a:lnTo>
                  <a:lnTo>
                    <a:pt x="4464746" y="4514349"/>
                  </a:lnTo>
                  <a:close/>
                </a:path>
                <a:path w="6537959" h="5924550">
                  <a:moveTo>
                    <a:pt x="3527822" y="4527049"/>
                  </a:moveTo>
                  <a:lnTo>
                    <a:pt x="3543740" y="4552449"/>
                  </a:lnTo>
                  <a:lnTo>
                    <a:pt x="3516164" y="4577849"/>
                  </a:lnTo>
                  <a:lnTo>
                    <a:pt x="3500246" y="4552449"/>
                  </a:lnTo>
                  <a:lnTo>
                    <a:pt x="3527822" y="4527049"/>
                  </a:lnTo>
                  <a:close/>
                </a:path>
                <a:path w="6537959" h="5924550">
                  <a:moveTo>
                    <a:pt x="5661123" y="4488949"/>
                  </a:moveTo>
                  <a:lnTo>
                    <a:pt x="5689094" y="4539749"/>
                  </a:lnTo>
                  <a:lnTo>
                    <a:pt x="5640648" y="4565149"/>
                  </a:lnTo>
                  <a:lnTo>
                    <a:pt x="5612678" y="4514349"/>
                  </a:lnTo>
                  <a:lnTo>
                    <a:pt x="5661123" y="4488949"/>
                  </a:lnTo>
                  <a:close/>
                </a:path>
                <a:path w="6537959" h="5924550">
                  <a:moveTo>
                    <a:pt x="4724110" y="4501649"/>
                  </a:moveTo>
                  <a:lnTo>
                    <a:pt x="4746625" y="4539749"/>
                  </a:lnTo>
                  <a:lnTo>
                    <a:pt x="4707628" y="4565149"/>
                  </a:lnTo>
                  <a:lnTo>
                    <a:pt x="4685113" y="4527049"/>
                  </a:lnTo>
                  <a:lnTo>
                    <a:pt x="4724110" y="4501649"/>
                  </a:lnTo>
                  <a:close/>
                </a:path>
                <a:path w="6537959" h="5924550">
                  <a:moveTo>
                    <a:pt x="3787099" y="4514349"/>
                  </a:moveTo>
                  <a:lnTo>
                    <a:pt x="3804154" y="4539749"/>
                  </a:lnTo>
                  <a:lnTo>
                    <a:pt x="3774615" y="4565149"/>
                  </a:lnTo>
                  <a:lnTo>
                    <a:pt x="3757561" y="4527049"/>
                  </a:lnTo>
                  <a:lnTo>
                    <a:pt x="3787099" y="4514349"/>
                  </a:lnTo>
                  <a:close/>
                </a:path>
                <a:path w="6537959" h="5924550">
                  <a:moveTo>
                    <a:pt x="2590722" y="4539749"/>
                  </a:moveTo>
                  <a:lnTo>
                    <a:pt x="2600955" y="4565149"/>
                  </a:lnTo>
                  <a:lnTo>
                    <a:pt x="2583231" y="4565149"/>
                  </a:lnTo>
                  <a:lnTo>
                    <a:pt x="2572998" y="4552449"/>
                  </a:lnTo>
                  <a:lnTo>
                    <a:pt x="2590722" y="4539749"/>
                  </a:lnTo>
                  <a:close/>
                </a:path>
                <a:path w="6537959" h="5924550">
                  <a:moveTo>
                    <a:pt x="1653697" y="4552449"/>
                  </a:moveTo>
                  <a:lnTo>
                    <a:pt x="1658475" y="4565149"/>
                  </a:lnTo>
                  <a:lnTo>
                    <a:pt x="1645431" y="4565149"/>
                  </a:lnTo>
                  <a:lnTo>
                    <a:pt x="1653697" y="4552449"/>
                  </a:lnTo>
                  <a:close/>
                </a:path>
                <a:path w="6537959" h="5924550">
                  <a:moveTo>
                    <a:pt x="5920565" y="4476249"/>
                  </a:moveTo>
                  <a:lnTo>
                    <a:pt x="5950127" y="4527049"/>
                  </a:lnTo>
                  <a:lnTo>
                    <a:pt x="5898926" y="4552449"/>
                  </a:lnTo>
                  <a:lnTo>
                    <a:pt x="5869364" y="4501649"/>
                  </a:lnTo>
                  <a:lnTo>
                    <a:pt x="5920565" y="4476249"/>
                  </a:lnTo>
                  <a:close/>
                </a:path>
                <a:path w="6537959" h="5924550">
                  <a:moveTo>
                    <a:pt x="4983556" y="4488949"/>
                  </a:moveTo>
                  <a:lnTo>
                    <a:pt x="5007662" y="4527049"/>
                  </a:lnTo>
                  <a:lnTo>
                    <a:pt x="4965910" y="4552449"/>
                  </a:lnTo>
                  <a:lnTo>
                    <a:pt x="4941804" y="4514349"/>
                  </a:lnTo>
                  <a:lnTo>
                    <a:pt x="4983556" y="4488949"/>
                  </a:lnTo>
                  <a:close/>
                </a:path>
                <a:path w="6537959" h="5924550">
                  <a:moveTo>
                    <a:pt x="4046462" y="4501649"/>
                  </a:moveTo>
                  <a:lnTo>
                    <a:pt x="4064878" y="4527049"/>
                  </a:lnTo>
                  <a:lnTo>
                    <a:pt x="4032974" y="4552449"/>
                  </a:lnTo>
                  <a:lnTo>
                    <a:pt x="4014558" y="4514349"/>
                  </a:lnTo>
                  <a:lnTo>
                    <a:pt x="4046462" y="4501649"/>
                  </a:lnTo>
                  <a:close/>
                </a:path>
                <a:path w="6537959" h="5924550">
                  <a:moveTo>
                    <a:pt x="2850084" y="4527049"/>
                  </a:moveTo>
                  <a:lnTo>
                    <a:pt x="2861683" y="4539749"/>
                  </a:lnTo>
                  <a:lnTo>
                    <a:pt x="2841598" y="4552449"/>
                  </a:lnTo>
                  <a:lnTo>
                    <a:pt x="2829999" y="4539749"/>
                  </a:lnTo>
                  <a:lnTo>
                    <a:pt x="2850084" y="4527049"/>
                  </a:lnTo>
                  <a:close/>
                </a:path>
                <a:path w="6537959" h="5924550">
                  <a:moveTo>
                    <a:pt x="1902121" y="4539749"/>
                  </a:moveTo>
                  <a:lnTo>
                    <a:pt x="1913151" y="4539749"/>
                  </a:lnTo>
                  <a:lnTo>
                    <a:pt x="1919519" y="4552449"/>
                  </a:lnTo>
                  <a:lnTo>
                    <a:pt x="1908488" y="4552449"/>
                  </a:lnTo>
                  <a:lnTo>
                    <a:pt x="1902121" y="4539749"/>
                  </a:lnTo>
                  <a:close/>
                </a:path>
                <a:path w="6537959" h="5924550">
                  <a:moveTo>
                    <a:pt x="5242833" y="4463549"/>
                  </a:moveTo>
                  <a:lnTo>
                    <a:pt x="5268076" y="4514349"/>
                  </a:lnTo>
                  <a:lnTo>
                    <a:pt x="5224357" y="4539749"/>
                  </a:lnTo>
                  <a:lnTo>
                    <a:pt x="5199115" y="4488949"/>
                  </a:lnTo>
                  <a:lnTo>
                    <a:pt x="5242833" y="4463549"/>
                  </a:lnTo>
                  <a:close/>
                </a:path>
                <a:path w="6537959" h="5924550">
                  <a:moveTo>
                    <a:pt x="4305908" y="4476249"/>
                  </a:moveTo>
                  <a:lnTo>
                    <a:pt x="4325915" y="4514349"/>
                  </a:lnTo>
                  <a:lnTo>
                    <a:pt x="4291256" y="4539749"/>
                  </a:lnTo>
                  <a:lnTo>
                    <a:pt x="4271244" y="4501649"/>
                  </a:lnTo>
                  <a:lnTo>
                    <a:pt x="4305908" y="4476249"/>
                  </a:lnTo>
                  <a:close/>
                </a:path>
                <a:path w="6537959" h="5924550">
                  <a:moveTo>
                    <a:pt x="3109532" y="4501649"/>
                  </a:moveTo>
                  <a:lnTo>
                    <a:pt x="3122721" y="4527049"/>
                  </a:lnTo>
                  <a:lnTo>
                    <a:pt x="3099877" y="4539749"/>
                  </a:lnTo>
                  <a:lnTo>
                    <a:pt x="3086687" y="4527049"/>
                  </a:lnTo>
                  <a:lnTo>
                    <a:pt x="3109532" y="4501649"/>
                  </a:lnTo>
                  <a:close/>
                </a:path>
                <a:path w="6537959" h="5924550">
                  <a:moveTo>
                    <a:pt x="2172435" y="4514349"/>
                  </a:moveTo>
                  <a:lnTo>
                    <a:pt x="2179936" y="4527049"/>
                  </a:lnTo>
                  <a:lnTo>
                    <a:pt x="2166938" y="4539749"/>
                  </a:lnTo>
                  <a:lnTo>
                    <a:pt x="2159433" y="4527049"/>
                  </a:lnTo>
                  <a:lnTo>
                    <a:pt x="2172435" y="4514349"/>
                  </a:lnTo>
                  <a:close/>
                </a:path>
                <a:path w="6537959" h="5924550">
                  <a:moveTo>
                    <a:pt x="1235494" y="4527049"/>
                  </a:moveTo>
                  <a:lnTo>
                    <a:pt x="1237768" y="4539749"/>
                  </a:lnTo>
                  <a:lnTo>
                    <a:pt x="1231556" y="4539749"/>
                  </a:lnTo>
                  <a:lnTo>
                    <a:pt x="1235494" y="4527049"/>
                  </a:lnTo>
                  <a:close/>
                </a:path>
                <a:path w="6537959" h="5924550">
                  <a:moveTo>
                    <a:pt x="5502280" y="4450849"/>
                  </a:moveTo>
                  <a:lnTo>
                    <a:pt x="5529114" y="4501649"/>
                  </a:lnTo>
                  <a:lnTo>
                    <a:pt x="5482635" y="4527049"/>
                  </a:lnTo>
                  <a:lnTo>
                    <a:pt x="5455802" y="4476249"/>
                  </a:lnTo>
                  <a:lnTo>
                    <a:pt x="5502280" y="4450849"/>
                  </a:lnTo>
                  <a:close/>
                </a:path>
                <a:path w="6537959" h="5924550">
                  <a:moveTo>
                    <a:pt x="3368898" y="4488949"/>
                  </a:moveTo>
                  <a:lnTo>
                    <a:pt x="3383449" y="4514349"/>
                  </a:lnTo>
                  <a:lnTo>
                    <a:pt x="3358243" y="4527049"/>
                  </a:lnTo>
                  <a:lnTo>
                    <a:pt x="3343687" y="4501649"/>
                  </a:lnTo>
                  <a:lnTo>
                    <a:pt x="3368898" y="4488949"/>
                  </a:lnTo>
                  <a:close/>
                </a:path>
                <a:path w="6537959" h="5924550">
                  <a:moveTo>
                    <a:pt x="2431875" y="4501649"/>
                  </a:moveTo>
                  <a:lnTo>
                    <a:pt x="2440971" y="4514349"/>
                  </a:lnTo>
                  <a:lnTo>
                    <a:pt x="2425218" y="4527049"/>
                  </a:lnTo>
                  <a:lnTo>
                    <a:pt x="2416122" y="4514349"/>
                  </a:lnTo>
                  <a:lnTo>
                    <a:pt x="2431875" y="4501649"/>
                  </a:lnTo>
                  <a:close/>
                </a:path>
                <a:path w="6537959" h="5924550">
                  <a:moveTo>
                    <a:pt x="1488556" y="4514349"/>
                  </a:moveTo>
                  <a:lnTo>
                    <a:pt x="1498500" y="4514349"/>
                  </a:lnTo>
                  <a:lnTo>
                    <a:pt x="1492196" y="4527049"/>
                  </a:lnTo>
                  <a:lnTo>
                    <a:pt x="1488556" y="4514349"/>
                  </a:lnTo>
                  <a:close/>
                </a:path>
                <a:path w="6537959" h="5924550">
                  <a:moveTo>
                    <a:pt x="5761640" y="4438149"/>
                  </a:moveTo>
                  <a:lnTo>
                    <a:pt x="5789840" y="4476249"/>
                  </a:lnTo>
                  <a:lnTo>
                    <a:pt x="5741000" y="4514349"/>
                  </a:lnTo>
                  <a:lnTo>
                    <a:pt x="5712801" y="4463549"/>
                  </a:lnTo>
                  <a:lnTo>
                    <a:pt x="5761640" y="4438149"/>
                  </a:lnTo>
                  <a:close/>
                </a:path>
                <a:path w="6537959" h="5924550">
                  <a:moveTo>
                    <a:pt x="4565267" y="4463549"/>
                  </a:moveTo>
                  <a:lnTo>
                    <a:pt x="4586645" y="4501649"/>
                  </a:lnTo>
                  <a:lnTo>
                    <a:pt x="4549620" y="4514349"/>
                  </a:lnTo>
                  <a:lnTo>
                    <a:pt x="4528242" y="4488949"/>
                  </a:lnTo>
                  <a:lnTo>
                    <a:pt x="4565267" y="4463549"/>
                  </a:lnTo>
                  <a:close/>
                </a:path>
                <a:path w="6537959" h="5924550">
                  <a:moveTo>
                    <a:pt x="3628257" y="4476249"/>
                  </a:moveTo>
                  <a:lnTo>
                    <a:pt x="3644175" y="4501649"/>
                  </a:lnTo>
                  <a:lnTo>
                    <a:pt x="3616603" y="4514349"/>
                  </a:lnTo>
                  <a:lnTo>
                    <a:pt x="3600685" y="4488949"/>
                  </a:lnTo>
                  <a:lnTo>
                    <a:pt x="3628257" y="4476249"/>
                  </a:lnTo>
                  <a:close/>
                </a:path>
                <a:path w="6537959" h="5924550">
                  <a:moveTo>
                    <a:pt x="2673122" y="4488949"/>
                  </a:moveTo>
                  <a:lnTo>
                    <a:pt x="2691241" y="4488949"/>
                  </a:lnTo>
                  <a:lnTo>
                    <a:pt x="2701703" y="4501649"/>
                  </a:lnTo>
                  <a:lnTo>
                    <a:pt x="2683585" y="4514349"/>
                  </a:lnTo>
                  <a:lnTo>
                    <a:pt x="2673122" y="4488949"/>
                  </a:lnTo>
                  <a:close/>
                </a:path>
                <a:path w="6537959" h="5924550">
                  <a:moveTo>
                    <a:pt x="1745560" y="4501649"/>
                  </a:moveTo>
                  <a:lnTo>
                    <a:pt x="1759227" y="4501649"/>
                  </a:lnTo>
                  <a:lnTo>
                    <a:pt x="1750562" y="4514349"/>
                  </a:lnTo>
                  <a:lnTo>
                    <a:pt x="1745560" y="4501649"/>
                  </a:lnTo>
                  <a:close/>
                </a:path>
                <a:path w="6537959" h="5924550">
                  <a:moveTo>
                    <a:pt x="6021005" y="4412749"/>
                  </a:moveTo>
                  <a:lnTo>
                    <a:pt x="6050566" y="4463549"/>
                  </a:lnTo>
                  <a:lnTo>
                    <a:pt x="5999366" y="4501649"/>
                  </a:lnTo>
                  <a:lnTo>
                    <a:pt x="5969804" y="4450849"/>
                  </a:lnTo>
                  <a:lnTo>
                    <a:pt x="6021005" y="4412749"/>
                  </a:lnTo>
                  <a:close/>
                </a:path>
                <a:path w="6537959" h="5924550">
                  <a:moveTo>
                    <a:pt x="4824627" y="4438149"/>
                  </a:moveTo>
                  <a:lnTo>
                    <a:pt x="4847366" y="4488949"/>
                  </a:lnTo>
                  <a:lnTo>
                    <a:pt x="4807985" y="4501649"/>
                  </a:lnTo>
                  <a:lnTo>
                    <a:pt x="4785245" y="4463549"/>
                  </a:lnTo>
                  <a:lnTo>
                    <a:pt x="4824627" y="4438149"/>
                  </a:lnTo>
                  <a:close/>
                </a:path>
                <a:path w="6537959" h="5924550">
                  <a:moveTo>
                    <a:pt x="3887616" y="4450849"/>
                  </a:moveTo>
                  <a:lnTo>
                    <a:pt x="3904900" y="4488949"/>
                  </a:lnTo>
                  <a:lnTo>
                    <a:pt x="3874967" y="4501649"/>
                  </a:lnTo>
                  <a:lnTo>
                    <a:pt x="3857683" y="4476249"/>
                  </a:lnTo>
                  <a:lnTo>
                    <a:pt x="3887616" y="4450849"/>
                  </a:lnTo>
                  <a:close/>
                </a:path>
                <a:path w="6537959" h="5924550">
                  <a:moveTo>
                    <a:pt x="2950611" y="4463549"/>
                  </a:moveTo>
                  <a:lnTo>
                    <a:pt x="2962434" y="4488949"/>
                  </a:lnTo>
                  <a:lnTo>
                    <a:pt x="2941951" y="4501649"/>
                  </a:lnTo>
                  <a:lnTo>
                    <a:pt x="2930127" y="4476249"/>
                  </a:lnTo>
                  <a:lnTo>
                    <a:pt x="2950611" y="4463549"/>
                  </a:lnTo>
                  <a:close/>
                </a:path>
                <a:path w="6537959" h="5924550">
                  <a:moveTo>
                    <a:pt x="2013591" y="4476249"/>
                  </a:moveTo>
                  <a:lnTo>
                    <a:pt x="2019959" y="4488949"/>
                  </a:lnTo>
                  <a:lnTo>
                    <a:pt x="2008929" y="4501649"/>
                  </a:lnTo>
                  <a:lnTo>
                    <a:pt x="2002561" y="4488949"/>
                  </a:lnTo>
                  <a:lnTo>
                    <a:pt x="2013591" y="4476249"/>
                  </a:lnTo>
                  <a:close/>
                </a:path>
                <a:path w="6537959" h="5924550">
                  <a:moveTo>
                    <a:pt x="5084073" y="4425449"/>
                  </a:moveTo>
                  <a:lnTo>
                    <a:pt x="5108409" y="4463549"/>
                  </a:lnTo>
                  <a:lnTo>
                    <a:pt x="5066262" y="4488949"/>
                  </a:lnTo>
                  <a:lnTo>
                    <a:pt x="5041927" y="4450849"/>
                  </a:lnTo>
                  <a:lnTo>
                    <a:pt x="5084073" y="4425449"/>
                  </a:lnTo>
                  <a:close/>
                </a:path>
                <a:path w="6537959" h="5924550">
                  <a:moveTo>
                    <a:pt x="4146983" y="4438149"/>
                  </a:moveTo>
                  <a:lnTo>
                    <a:pt x="4165629" y="4476249"/>
                  </a:lnTo>
                  <a:lnTo>
                    <a:pt x="4133330" y="4488949"/>
                  </a:lnTo>
                  <a:lnTo>
                    <a:pt x="4114684" y="4450849"/>
                  </a:lnTo>
                  <a:lnTo>
                    <a:pt x="4146983" y="4438149"/>
                  </a:lnTo>
                  <a:close/>
                </a:path>
                <a:path w="6537959" h="5924550">
                  <a:moveTo>
                    <a:pt x="3209972" y="4450849"/>
                  </a:moveTo>
                  <a:lnTo>
                    <a:pt x="3223162" y="4476249"/>
                  </a:lnTo>
                  <a:lnTo>
                    <a:pt x="3200317" y="4488949"/>
                  </a:lnTo>
                  <a:lnTo>
                    <a:pt x="3187127" y="4463549"/>
                  </a:lnTo>
                  <a:lnTo>
                    <a:pt x="3209972" y="4450849"/>
                  </a:lnTo>
                  <a:close/>
                </a:path>
                <a:path w="6537959" h="5924550">
                  <a:moveTo>
                    <a:pt x="2259562" y="4463549"/>
                  </a:moveTo>
                  <a:lnTo>
                    <a:pt x="2272953" y="4463549"/>
                  </a:lnTo>
                  <a:lnTo>
                    <a:pt x="2280683" y="4476249"/>
                  </a:lnTo>
                  <a:lnTo>
                    <a:pt x="2267291" y="4488949"/>
                  </a:lnTo>
                  <a:lnTo>
                    <a:pt x="2259562" y="4463549"/>
                  </a:lnTo>
                  <a:close/>
                </a:path>
                <a:path w="6537959" h="5924550">
                  <a:moveTo>
                    <a:pt x="5343351" y="4412749"/>
                  </a:moveTo>
                  <a:lnTo>
                    <a:pt x="5368823" y="4450849"/>
                  </a:lnTo>
                  <a:lnTo>
                    <a:pt x="5324710" y="4476249"/>
                  </a:lnTo>
                  <a:lnTo>
                    <a:pt x="5299242" y="4438149"/>
                  </a:lnTo>
                  <a:lnTo>
                    <a:pt x="5343351" y="4412749"/>
                  </a:lnTo>
                  <a:close/>
                </a:path>
                <a:path w="6537959" h="5924550">
                  <a:moveTo>
                    <a:pt x="4406347" y="4425449"/>
                  </a:moveTo>
                  <a:lnTo>
                    <a:pt x="4426354" y="4450849"/>
                  </a:lnTo>
                  <a:lnTo>
                    <a:pt x="4391695" y="4476249"/>
                  </a:lnTo>
                  <a:lnTo>
                    <a:pt x="4371683" y="4438149"/>
                  </a:lnTo>
                  <a:lnTo>
                    <a:pt x="4406347" y="4425449"/>
                  </a:lnTo>
                  <a:close/>
                </a:path>
                <a:path w="6537959" h="5924550">
                  <a:moveTo>
                    <a:pt x="3469419" y="4438149"/>
                  </a:moveTo>
                  <a:lnTo>
                    <a:pt x="3484200" y="4463549"/>
                  </a:lnTo>
                  <a:lnTo>
                    <a:pt x="3458595" y="4476249"/>
                  </a:lnTo>
                  <a:lnTo>
                    <a:pt x="3443814" y="4450849"/>
                  </a:lnTo>
                  <a:lnTo>
                    <a:pt x="3469419" y="4438149"/>
                  </a:lnTo>
                  <a:close/>
                </a:path>
                <a:path w="6537959" h="5924550">
                  <a:moveTo>
                    <a:pt x="5602798" y="4387349"/>
                  </a:moveTo>
                  <a:lnTo>
                    <a:pt x="5629861" y="4438149"/>
                  </a:lnTo>
                  <a:lnTo>
                    <a:pt x="5582992" y="4463549"/>
                  </a:lnTo>
                  <a:lnTo>
                    <a:pt x="5555929" y="4412749"/>
                  </a:lnTo>
                  <a:lnTo>
                    <a:pt x="5602798" y="4387349"/>
                  </a:lnTo>
                  <a:close/>
                </a:path>
                <a:path w="6537959" h="5924550">
                  <a:moveTo>
                    <a:pt x="4665784" y="4400049"/>
                  </a:moveTo>
                  <a:lnTo>
                    <a:pt x="4687387" y="4438149"/>
                  </a:lnTo>
                  <a:lnTo>
                    <a:pt x="4649972" y="4463549"/>
                  </a:lnTo>
                  <a:lnTo>
                    <a:pt x="4628370" y="4425449"/>
                  </a:lnTo>
                  <a:lnTo>
                    <a:pt x="4665784" y="4400049"/>
                  </a:lnTo>
                  <a:close/>
                </a:path>
                <a:path w="6537959" h="5924550">
                  <a:moveTo>
                    <a:pt x="3728779" y="4412749"/>
                  </a:moveTo>
                  <a:lnTo>
                    <a:pt x="3744926" y="4438149"/>
                  </a:lnTo>
                  <a:lnTo>
                    <a:pt x="3716960" y="4463549"/>
                  </a:lnTo>
                  <a:lnTo>
                    <a:pt x="3700812" y="4425449"/>
                  </a:lnTo>
                  <a:lnTo>
                    <a:pt x="3728779" y="4412749"/>
                  </a:lnTo>
                  <a:close/>
                </a:path>
                <a:path w="6537959" h="5924550">
                  <a:moveTo>
                    <a:pt x="2532402" y="4438149"/>
                  </a:moveTo>
                  <a:lnTo>
                    <a:pt x="2541727" y="4463549"/>
                  </a:lnTo>
                  <a:lnTo>
                    <a:pt x="2525575" y="4463549"/>
                  </a:lnTo>
                  <a:lnTo>
                    <a:pt x="2516250" y="4450849"/>
                  </a:lnTo>
                  <a:lnTo>
                    <a:pt x="2532402" y="4438149"/>
                  </a:lnTo>
                  <a:close/>
                </a:path>
                <a:path w="6537959" h="5924550">
                  <a:moveTo>
                    <a:pt x="1595381" y="4450849"/>
                  </a:moveTo>
                  <a:lnTo>
                    <a:pt x="1599246" y="4463549"/>
                  </a:lnTo>
                  <a:lnTo>
                    <a:pt x="1588683" y="4463549"/>
                  </a:lnTo>
                  <a:lnTo>
                    <a:pt x="1595381" y="4450849"/>
                  </a:lnTo>
                  <a:close/>
                </a:path>
                <a:path w="6537959" h="5924550">
                  <a:moveTo>
                    <a:pt x="5862162" y="4374649"/>
                  </a:moveTo>
                  <a:lnTo>
                    <a:pt x="5890586" y="4425449"/>
                  </a:lnTo>
                  <a:lnTo>
                    <a:pt x="5841352" y="4450849"/>
                  </a:lnTo>
                  <a:lnTo>
                    <a:pt x="5812928" y="4400049"/>
                  </a:lnTo>
                  <a:lnTo>
                    <a:pt x="5862162" y="4374649"/>
                  </a:lnTo>
                  <a:close/>
                </a:path>
                <a:path w="6537959" h="5924550">
                  <a:moveTo>
                    <a:pt x="4925153" y="4387349"/>
                  </a:moveTo>
                  <a:lnTo>
                    <a:pt x="4948122" y="4425449"/>
                  </a:lnTo>
                  <a:lnTo>
                    <a:pt x="4908337" y="4450849"/>
                  </a:lnTo>
                  <a:lnTo>
                    <a:pt x="4885368" y="4412749"/>
                  </a:lnTo>
                  <a:lnTo>
                    <a:pt x="4925153" y="4387349"/>
                  </a:lnTo>
                  <a:close/>
                </a:path>
                <a:path w="6537959" h="5924550">
                  <a:moveTo>
                    <a:pt x="3988141" y="4400049"/>
                  </a:moveTo>
                  <a:lnTo>
                    <a:pt x="4005650" y="4425449"/>
                  </a:lnTo>
                  <a:lnTo>
                    <a:pt x="3975318" y="4450849"/>
                  </a:lnTo>
                  <a:lnTo>
                    <a:pt x="3957810" y="4412749"/>
                  </a:lnTo>
                  <a:lnTo>
                    <a:pt x="3988141" y="4400049"/>
                  </a:lnTo>
                  <a:close/>
                </a:path>
                <a:path w="6537959" h="5924550">
                  <a:moveTo>
                    <a:pt x="2791768" y="4425449"/>
                  </a:moveTo>
                  <a:lnTo>
                    <a:pt x="2802454" y="4450849"/>
                  </a:lnTo>
                  <a:lnTo>
                    <a:pt x="2783937" y="4450849"/>
                  </a:lnTo>
                  <a:lnTo>
                    <a:pt x="2773251" y="4438149"/>
                  </a:lnTo>
                  <a:lnTo>
                    <a:pt x="2791768" y="4425449"/>
                  </a:lnTo>
                  <a:close/>
                </a:path>
                <a:path w="6537959" h="5924550">
                  <a:moveTo>
                    <a:pt x="1845684" y="4438149"/>
                  </a:moveTo>
                  <a:lnTo>
                    <a:pt x="1854743" y="4438149"/>
                  </a:lnTo>
                  <a:lnTo>
                    <a:pt x="1859974" y="4450849"/>
                  </a:lnTo>
                  <a:lnTo>
                    <a:pt x="1850915" y="4450849"/>
                  </a:lnTo>
                  <a:lnTo>
                    <a:pt x="1845684" y="4438149"/>
                  </a:lnTo>
                  <a:close/>
                </a:path>
                <a:path w="6537959" h="5924550">
                  <a:moveTo>
                    <a:pt x="5184513" y="4374649"/>
                  </a:moveTo>
                  <a:lnTo>
                    <a:pt x="5208848" y="4412749"/>
                  </a:lnTo>
                  <a:lnTo>
                    <a:pt x="5166702" y="4438149"/>
                  </a:lnTo>
                  <a:lnTo>
                    <a:pt x="5142367" y="4387349"/>
                  </a:lnTo>
                  <a:lnTo>
                    <a:pt x="5184513" y="4374649"/>
                  </a:lnTo>
                  <a:close/>
                </a:path>
                <a:path w="6537959" h="5924550">
                  <a:moveTo>
                    <a:pt x="3051128" y="4412749"/>
                  </a:moveTo>
                  <a:lnTo>
                    <a:pt x="3063181" y="4425449"/>
                  </a:lnTo>
                  <a:lnTo>
                    <a:pt x="3042303" y="4438149"/>
                  </a:lnTo>
                  <a:lnTo>
                    <a:pt x="3030250" y="4425449"/>
                  </a:lnTo>
                  <a:lnTo>
                    <a:pt x="3051128" y="4412749"/>
                  </a:lnTo>
                  <a:close/>
                </a:path>
                <a:path w="6537959" h="5924550">
                  <a:moveTo>
                    <a:pt x="2102685" y="4425449"/>
                  </a:moveTo>
                  <a:lnTo>
                    <a:pt x="2114110" y="4425449"/>
                  </a:lnTo>
                  <a:lnTo>
                    <a:pt x="2120702" y="4438149"/>
                  </a:lnTo>
                  <a:lnTo>
                    <a:pt x="2109282" y="4438149"/>
                  </a:lnTo>
                  <a:lnTo>
                    <a:pt x="2102685" y="4425449"/>
                  </a:lnTo>
                  <a:close/>
                </a:path>
                <a:path w="6537959" h="5924550">
                  <a:moveTo>
                    <a:pt x="5443877" y="4349249"/>
                  </a:moveTo>
                  <a:lnTo>
                    <a:pt x="5469574" y="4400049"/>
                  </a:lnTo>
                  <a:lnTo>
                    <a:pt x="5425067" y="4425449"/>
                  </a:lnTo>
                  <a:lnTo>
                    <a:pt x="5399370" y="4374649"/>
                  </a:lnTo>
                  <a:lnTo>
                    <a:pt x="5443877" y="4349249"/>
                  </a:lnTo>
                  <a:close/>
                </a:path>
                <a:path w="6537959" h="5924550">
                  <a:moveTo>
                    <a:pt x="4247500" y="4374649"/>
                  </a:moveTo>
                  <a:lnTo>
                    <a:pt x="4266375" y="4412749"/>
                  </a:lnTo>
                  <a:lnTo>
                    <a:pt x="4233687" y="4425449"/>
                  </a:lnTo>
                  <a:lnTo>
                    <a:pt x="4214812" y="4400049"/>
                  </a:lnTo>
                  <a:lnTo>
                    <a:pt x="4247500" y="4374649"/>
                  </a:lnTo>
                  <a:close/>
                </a:path>
                <a:path w="6537959" h="5924550">
                  <a:moveTo>
                    <a:pt x="3310490" y="4387349"/>
                  </a:moveTo>
                  <a:lnTo>
                    <a:pt x="3323909" y="4412749"/>
                  </a:lnTo>
                  <a:lnTo>
                    <a:pt x="3300669" y="4425449"/>
                  </a:lnTo>
                  <a:lnTo>
                    <a:pt x="3287250" y="4400049"/>
                  </a:lnTo>
                  <a:lnTo>
                    <a:pt x="3310490" y="4387349"/>
                  </a:lnTo>
                  <a:close/>
                </a:path>
                <a:path w="6537959" h="5924550">
                  <a:moveTo>
                    <a:pt x="2373476" y="4400049"/>
                  </a:moveTo>
                  <a:lnTo>
                    <a:pt x="2381435" y="4412749"/>
                  </a:lnTo>
                  <a:lnTo>
                    <a:pt x="2367649" y="4425449"/>
                  </a:lnTo>
                  <a:lnTo>
                    <a:pt x="2359690" y="4412749"/>
                  </a:lnTo>
                  <a:lnTo>
                    <a:pt x="2373476" y="4400049"/>
                  </a:lnTo>
                  <a:close/>
                </a:path>
                <a:path w="6537959" h="5924550">
                  <a:moveTo>
                    <a:pt x="1432124" y="4412749"/>
                  </a:moveTo>
                  <a:lnTo>
                    <a:pt x="1436456" y="4412749"/>
                  </a:lnTo>
                  <a:lnTo>
                    <a:pt x="1438960" y="4425449"/>
                  </a:lnTo>
                  <a:lnTo>
                    <a:pt x="1434623" y="4425449"/>
                  </a:lnTo>
                  <a:lnTo>
                    <a:pt x="1432124" y="4412749"/>
                  </a:lnTo>
                  <a:close/>
                </a:path>
                <a:path w="6537959" h="5924550">
                  <a:moveTo>
                    <a:pt x="5703324" y="4336549"/>
                  </a:moveTo>
                  <a:lnTo>
                    <a:pt x="5730612" y="4374649"/>
                  </a:lnTo>
                  <a:lnTo>
                    <a:pt x="5683344" y="4412749"/>
                  </a:lnTo>
                  <a:lnTo>
                    <a:pt x="5656057" y="4361949"/>
                  </a:lnTo>
                  <a:lnTo>
                    <a:pt x="5703324" y="4336549"/>
                  </a:lnTo>
                  <a:close/>
                </a:path>
                <a:path w="6537959" h="5924550">
                  <a:moveTo>
                    <a:pt x="4506864" y="4361949"/>
                  </a:moveTo>
                  <a:lnTo>
                    <a:pt x="4527100" y="4400049"/>
                  </a:lnTo>
                  <a:lnTo>
                    <a:pt x="4492047" y="4412749"/>
                  </a:lnTo>
                  <a:lnTo>
                    <a:pt x="4471810" y="4387349"/>
                  </a:lnTo>
                  <a:lnTo>
                    <a:pt x="4506864" y="4361949"/>
                  </a:lnTo>
                  <a:close/>
                </a:path>
                <a:path w="6537959" h="5924550">
                  <a:moveTo>
                    <a:pt x="3569853" y="4374649"/>
                  </a:moveTo>
                  <a:lnTo>
                    <a:pt x="3584634" y="4400049"/>
                  </a:lnTo>
                  <a:lnTo>
                    <a:pt x="3559034" y="4412749"/>
                  </a:lnTo>
                  <a:lnTo>
                    <a:pt x="3544253" y="4387349"/>
                  </a:lnTo>
                  <a:lnTo>
                    <a:pt x="3569853" y="4374649"/>
                  </a:lnTo>
                  <a:close/>
                </a:path>
                <a:path w="6537959" h="5924550">
                  <a:moveTo>
                    <a:pt x="2632920" y="4387349"/>
                  </a:moveTo>
                  <a:lnTo>
                    <a:pt x="2642474" y="4400049"/>
                  </a:lnTo>
                  <a:lnTo>
                    <a:pt x="2625933" y="4412749"/>
                  </a:lnTo>
                  <a:lnTo>
                    <a:pt x="2616383" y="4400049"/>
                  </a:lnTo>
                  <a:lnTo>
                    <a:pt x="2632920" y="4387349"/>
                  </a:lnTo>
                  <a:close/>
                </a:path>
                <a:path w="6537959" h="5924550">
                  <a:moveTo>
                    <a:pt x="1688812" y="4400049"/>
                  </a:moveTo>
                  <a:lnTo>
                    <a:pt x="1699994" y="4400049"/>
                  </a:lnTo>
                  <a:lnTo>
                    <a:pt x="1692906" y="4412749"/>
                  </a:lnTo>
                  <a:lnTo>
                    <a:pt x="1688812" y="4400049"/>
                  </a:lnTo>
                  <a:close/>
                </a:path>
                <a:path w="6537959" h="5924550">
                  <a:moveTo>
                    <a:pt x="5962602" y="4311149"/>
                  </a:moveTo>
                  <a:lnTo>
                    <a:pt x="5991026" y="4361949"/>
                  </a:lnTo>
                  <a:lnTo>
                    <a:pt x="5941792" y="4400049"/>
                  </a:lnTo>
                  <a:lnTo>
                    <a:pt x="5913368" y="4349249"/>
                  </a:lnTo>
                  <a:lnTo>
                    <a:pt x="5962602" y="4311149"/>
                  </a:lnTo>
                  <a:close/>
                </a:path>
                <a:path w="6537959" h="5924550">
                  <a:moveTo>
                    <a:pt x="4766224" y="4349249"/>
                  </a:moveTo>
                  <a:lnTo>
                    <a:pt x="4787826" y="4387349"/>
                  </a:lnTo>
                  <a:lnTo>
                    <a:pt x="4750411" y="4400049"/>
                  </a:lnTo>
                  <a:lnTo>
                    <a:pt x="4728809" y="4361949"/>
                  </a:lnTo>
                  <a:lnTo>
                    <a:pt x="4766224" y="4349249"/>
                  </a:lnTo>
                  <a:close/>
                </a:path>
                <a:path w="6537959" h="5924550">
                  <a:moveTo>
                    <a:pt x="3829300" y="4361949"/>
                  </a:moveTo>
                  <a:lnTo>
                    <a:pt x="3845671" y="4387349"/>
                  </a:lnTo>
                  <a:lnTo>
                    <a:pt x="3817311" y="4400049"/>
                  </a:lnTo>
                  <a:lnTo>
                    <a:pt x="3800939" y="4374649"/>
                  </a:lnTo>
                  <a:lnTo>
                    <a:pt x="3829300" y="4361949"/>
                  </a:lnTo>
                  <a:close/>
                </a:path>
                <a:path w="6537959" h="5924550">
                  <a:moveTo>
                    <a:pt x="2873690" y="4374649"/>
                  </a:moveTo>
                  <a:lnTo>
                    <a:pt x="2892203" y="4374649"/>
                  </a:lnTo>
                  <a:lnTo>
                    <a:pt x="2902889" y="4387349"/>
                  </a:lnTo>
                  <a:lnTo>
                    <a:pt x="2884377" y="4400049"/>
                  </a:lnTo>
                  <a:lnTo>
                    <a:pt x="2873690" y="4374649"/>
                  </a:lnTo>
                  <a:close/>
                </a:path>
                <a:path w="6537959" h="5924550">
                  <a:moveTo>
                    <a:pt x="1955266" y="4374649"/>
                  </a:moveTo>
                  <a:lnTo>
                    <a:pt x="1960722" y="4387349"/>
                  </a:lnTo>
                  <a:lnTo>
                    <a:pt x="1951273" y="4400049"/>
                  </a:lnTo>
                  <a:lnTo>
                    <a:pt x="1945817" y="4387349"/>
                  </a:lnTo>
                  <a:lnTo>
                    <a:pt x="1955266" y="4374649"/>
                  </a:lnTo>
                  <a:close/>
                </a:path>
                <a:path w="6537959" h="5924550">
                  <a:moveTo>
                    <a:pt x="5025670" y="4323849"/>
                  </a:moveTo>
                  <a:lnTo>
                    <a:pt x="5048864" y="4361949"/>
                  </a:lnTo>
                  <a:lnTo>
                    <a:pt x="5008689" y="4387349"/>
                  </a:lnTo>
                  <a:lnTo>
                    <a:pt x="4985496" y="4349249"/>
                  </a:lnTo>
                  <a:lnTo>
                    <a:pt x="5025670" y="4323849"/>
                  </a:lnTo>
                  <a:close/>
                </a:path>
                <a:path w="6537959" h="5924550">
                  <a:moveTo>
                    <a:pt x="4088658" y="4336549"/>
                  </a:moveTo>
                  <a:lnTo>
                    <a:pt x="4106395" y="4374649"/>
                  </a:lnTo>
                  <a:lnTo>
                    <a:pt x="4075674" y="4387349"/>
                  </a:lnTo>
                  <a:lnTo>
                    <a:pt x="4057936" y="4361949"/>
                  </a:lnTo>
                  <a:lnTo>
                    <a:pt x="4088658" y="4336549"/>
                  </a:lnTo>
                  <a:close/>
                </a:path>
                <a:path w="6537959" h="5924550">
                  <a:moveTo>
                    <a:pt x="3151647" y="4349249"/>
                  </a:moveTo>
                  <a:lnTo>
                    <a:pt x="3163929" y="4374649"/>
                  </a:lnTo>
                  <a:lnTo>
                    <a:pt x="3142656" y="4387349"/>
                  </a:lnTo>
                  <a:lnTo>
                    <a:pt x="3130379" y="4361949"/>
                  </a:lnTo>
                  <a:lnTo>
                    <a:pt x="3151647" y="4349249"/>
                  </a:lnTo>
                  <a:close/>
                </a:path>
                <a:path w="6537959" h="5924550">
                  <a:moveTo>
                    <a:pt x="2214633" y="4361949"/>
                  </a:moveTo>
                  <a:lnTo>
                    <a:pt x="2221454" y="4374649"/>
                  </a:lnTo>
                  <a:lnTo>
                    <a:pt x="2209635" y="4387349"/>
                  </a:lnTo>
                  <a:lnTo>
                    <a:pt x="2202813" y="4374649"/>
                  </a:lnTo>
                  <a:lnTo>
                    <a:pt x="2214633" y="4361949"/>
                  </a:lnTo>
                  <a:close/>
                </a:path>
                <a:path w="6537959" h="5924550">
                  <a:moveTo>
                    <a:pt x="5285035" y="4311149"/>
                  </a:moveTo>
                  <a:lnTo>
                    <a:pt x="5309594" y="4349249"/>
                  </a:lnTo>
                  <a:lnTo>
                    <a:pt x="5267054" y="4374649"/>
                  </a:lnTo>
                  <a:lnTo>
                    <a:pt x="5242494" y="4336549"/>
                  </a:lnTo>
                  <a:lnTo>
                    <a:pt x="5285035" y="4311149"/>
                  </a:lnTo>
                  <a:close/>
                </a:path>
                <a:path w="6537959" h="5924550">
                  <a:moveTo>
                    <a:pt x="4347939" y="4323849"/>
                  </a:moveTo>
                  <a:lnTo>
                    <a:pt x="4366814" y="4349249"/>
                  </a:lnTo>
                  <a:lnTo>
                    <a:pt x="4334121" y="4374649"/>
                  </a:lnTo>
                  <a:lnTo>
                    <a:pt x="4315247" y="4336549"/>
                  </a:lnTo>
                  <a:lnTo>
                    <a:pt x="4347939" y="4323849"/>
                  </a:lnTo>
                  <a:close/>
                </a:path>
                <a:path w="6537959" h="5924550">
                  <a:moveTo>
                    <a:pt x="3411011" y="4336549"/>
                  </a:moveTo>
                  <a:lnTo>
                    <a:pt x="3424655" y="4361949"/>
                  </a:lnTo>
                  <a:lnTo>
                    <a:pt x="3401026" y="4374649"/>
                  </a:lnTo>
                  <a:lnTo>
                    <a:pt x="3387382" y="4349249"/>
                  </a:lnTo>
                  <a:lnTo>
                    <a:pt x="3411011" y="4336549"/>
                  </a:lnTo>
                  <a:close/>
                </a:path>
                <a:path w="6537959" h="5924550">
                  <a:moveTo>
                    <a:pt x="5544395" y="4298449"/>
                  </a:moveTo>
                  <a:lnTo>
                    <a:pt x="5570320" y="4336549"/>
                  </a:lnTo>
                  <a:lnTo>
                    <a:pt x="5525419" y="4361949"/>
                  </a:lnTo>
                  <a:lnTo>
                    <a:pt x="5499493" y="4323849"/>
                  </a:lnTo>
                  <a:lnTo>
                    <a:pt x="5544395" y="4298449"/>
                  </a:lnTo>
                  <a:close/>
                </a:path>
                <a:path w="6537959" h="5924550">
                  <a:moveTo>
                    <a:pt x="4607381" y="4298449"/>
                  </a:moveTo>
                  <a:lnTo>
                    <a:pt x="4627851" y="4336549"/>
                  </a:lnTo>
                  <a:lnTo>
                    <a:pt x="4592403" y="4361949"/>
                  </a:lnTo>
                  <a:lnTo>
                    <a:pt x="4571933" y="4323849"/>
                  </a:lnTo>
                  <a:lnTo>
                    <a:pt x="4607381" y="4298449"/>
                  </a:lnTo>
                  <a:close/>
                </a:path>
                <a:path w="6537959" h="5924550">
                  <a:moveTo>
                    <a:pt x="3670376" y="4311149"/>
                  </a:moveTo>
                  <a:lnTo>
                    <a:pt x="3685385" y="4336549"/>
                  </a:lnTo>
                  <a:lnTo>
                    <a:pt x="3659386" y="4361949"/>
                  </a:lnTo>
                  <a:lnTo>
                    <a:pt x="3644381" y="4336549"/>
                  </a:lnTo>
                  <a:lnTo>
                    <a:pt x="3670376" y="4311149"/>
                  </a:lnTo>
                  <a:close/>
                </a:path>
                <a:path w="6537959" h="5924550">
                  <a:moveTo>
                    <a:pt x="2459814" y="4349249"/>
                  </a:moveTo>
                  <a:lnTo>
                    <a:pt x="2473999" y="4349249"/>
                  </a:lnTo>
                  <a:lnTo>
                    <a:pt x="2482182" y="4361949"/>
                  </a:lnTo>
                  <a:lnTo>
                    <a:pt x="2468002" y="4361949"/>
                  </a:lnTo>
                  <a:lnTo>
                    <a:pt x="2459814" y="4349249"/>
                  </a:lnTo>
                  <a:close/>
                </a:path>
                <a:path w="6537959" h="5924550">
                  <a:moveTo>
                    <a:pt x="5803841" y="4273049"/>
                  </a:moveTo>
                  <a:lnTo>
                    <a:pt x="5831358" y="4323849"/>
                  </a:lnTo>
                  <a:lnTo>
                    <a:pt x="5783696" y="4349249"/>
                  </a:lnTo>
                  <a:lnTo>
                    <a:pt x="5756184" y="4298449"/>
                  </a:lnTo>
                  <a:lnTo>
                    <a:pt x="5803841" y="4273049"/>
                  </a:lnTo>
                  <a:close/>
                </a:path>
                <a:path w="6537959" h="5924550">
                  <a:moveTo>
                    <a:pt x="4866750" y="4285749"/>
                  </a:moveTo>
                  <a:lnTo>
                    <a:pt x="4888577" y="4323849"/>
                  </a:lnTo>
                  <a:lnTo>
                    <a:pt x="4850763" y="4349249"/>
                  </a:lnTo>
                  <a:lnTo>
                    <a:pt x="4828936" y="4311149"/>
                  </a:lnTo>
                  <a:lnTo>
                    <a:pt x="4866750" y="4285749"/>
                  </a:lnTo>
                  <a:close/>
                </a:path>
                <a:path w="6537959" h="5924550">
                  <a:moveTo>
                    <a:pt x="3929738" y="4298449"/>
                  </a:moveTo>
                  <a:lnTo>
                    <a:pt x="3946110" y="4323849"/>
                  </a:lnTo>
                  <a:lnTo>
                    <a:pt x="3917750" y="4349249"/>
                  </a:lnTo>
                  <a:lnTo>
                    <a:pt x="3901378" y="4311149"/>
                  </a:lnTo>
                  <a:lnTo>
                    <a:pt x="3929738" y="4298449"/>
                  </a:lnTo>
                  <a:close/>
                </a:path>
                <a:path w="6537959" h="5924550">
                  <a:moveTo>
                    <a:pt x="2733360" y="4323849"/>
                  </a:moveTo>
                  <a:lnTo>
                    <a:pt x="2742914" y="4349249"/>
                  </a:lnTo>
                  <a:lnTo>
                    <a:pt x="2726368" y="4349249"/>
                  </a:lnTo>
                  <a:lnTo>
                    <a:pt x="2716819" y="4336549"/>
                  </a:lnTo>
                  <a:lnTo>
                    <a:pt x="2733360" y="4323849"/>
                  </a:lnTo>
                  <a:close/>
                </a:path>
                <a:path w="6537959" h="5924550">
                  <a:moveTo>
                    <a:pt x="1796427" y="4336549"/>
                  </a:moveTo>
                  <a:lnTo>
                    <a:pt x="1800745" y="4349249"/>
                  </a:lnTo>
                  <a:lnTo>
                    <a:pt x="1788940" y="4349249"/>
                  </a:lnTo>
                  <a:lnTo>
                    <a:pt x="1796427" y="4336549"/>
                  </a:lnTo>
                  <a:close/>
                </a:path>
                <a:path w="6537959" h="5924550">
                  <a:moveTo>
                    <a:pt x="5126110" y="4273049"/>
                  </a:moveTo>
                  <a:lnTo>
                    <a:pt x="5149303" y="4311149"/>
                  </a:lnTo>
                  <a:lnTo>
                    <a:pt x="5109128" y="4336549"/>
                  </a:lnTo>
                  <a:lnTo>
                    <a:pt x="5085935" y="4298449"/>
                  </a:lnTo>
                  <a:lnTo>
                    <a:pt x="5126110" y="4273049"/>
                  </a:lnTo>
                  <a:close/>
                </a:path>
                <a:path w="6537959" h="5924550">
                  <a:moveTo>
                    <a:pt x="2992725" y="4311149"/>
                  </a:moveTo>
                  <a:lnTo>
                    <a:pt x="3003641" y="4323849"/>
                  </a:lnTo>
                  <a:lnTo>
                    <a:pt x="2984734" y="4336549"/>
                  </a:lnTo>
                  <a:lnTo>
                    <a:pt x="2973818" y="4323849"/>
                  </a:lnTo>
                  <a:lnTo>
                    <a:pt x="2992725" y="4311149"/>
                  </a:lnTo>
                  <a:close/>
                </a:path>
                <a:path w="6537959" h="5924550">
                  <a:moveTo>
                    <a:pt x="2045946" y="4323849"/>
                  </a:moveTo>
                  <a:lnTo>
                    <a:pt x="2055789" y="4323849"/>
                  </a:lnTo>
                  <a:lnTo>
                    <a:pt x="2061474" y="4336549"/>
                  </a:lnTo>
                  <a:lnTo>
                    <a:pt x="2051631" y="4336549"/>
                  </a:lnTo>
                  <a:lnTo>
                    <a:pt x="2045946" y="4323849"/>
                  </a:lnTo>
                  <a:close/>
                </a:path>
                <a:path w="6537959" h="5924550">
                  <a:moveTo>
                    <a:pt x="5385552" y="4247649"/>
                  </a:moveTo>
                  <a:lnTo>
                    <a:pt x="5410341" y="4298449"/>
                  </a:lnTo>
                  <a:lnTo>
                    <a:pt x="5367406" y="4323849"/>
                  </a:lnTo>
                  <a:lnTo>
                    <a:pt x="5342622" y="4273049"/>
                  </a:lnTo>
                  <a:lnTo>
                    <a:pt x="5385552" y="4247649"/>
                  </a:lnTo>
                  <a:close/>
                </a:path>
                <a:path w="6537959" h="5924550">
                  <a:moveTo>
                    <a:pt x="4189180" y="4285749"/>
                  </a:moveTo>
                  <a:lnTo>
                    <a:pt x="4207147" y="4311149"/>
                  </a:lnTo>
                  <a:lnTo>
                    <a:pt x="4176027" y="4323849"/>
                  </a:lnTo>
                  <a:lnTo>
                    <a:pt x="4158064" y="4298449"/>
                  </a:lnTo>
                  <a:lnTo>
                    <a:pt x="4189180" y="4285749"/>
                  </a:lnTo>
                  <a:close/>
                </a:path>
                <a:path w="6537959" h="5924550">
                  <a:moveTo>
                    <a:pt x="3252173" y="4298449"/>
                  </a:moveTo>
                  <a:lnTo>
                    <a:pt x="3264680" y="4311149"/>
                  </a:lnTo>
                  <a:lnTo>
                    <a:pt x="3243018" y="4323849"/>
                  </a:lnTo>
                  <a:lnTo>
                    <a:pt x="3230511" y="4311149"/>
                  </a:lnTo>
                  <a:lnTo>
                    <a:pt x="3252173" y="4298449"/>
                  </a:lnTo>
                  <a:close/>
                </a:path>
                <a:path w="6537959" h="5924550">
                  <a:moveTo>
                    <a:pt x="2315068" y="4298449"/>
                  </a:moveTo>
                  <a:lnTo>
                    <a:pt x="2321890" y="4311149"/>
                  </a:lnTo>
                  <a:lnTo>
                    <a:pt x="2310076" y="4323849"/>
                  </a:lnTo>
                  <a:lnTo>
                    <a:pt x="2303254" y="4311149"/>
                  </a:lnTo>
                  <a:lnTo>
                    <a:pt x="2315068" y="4298449"/>
                  </a:lnTo>
                  <a:close/>
                </a:path>
                <a:path w="6537959" h="5924550">
                  <a:moveTo>
                    <a:pt x="1375381" y="4311149"/>
                  </a:moveTo>
                  <a:lnTo>
                    <a:pt x="1378136" y="4311149"/>
                  </a:lnTo>
                  <a:lnTo>
                    <a:pt x="1379727" y="4323849"/>
                  </a:lnTo>
                  <a:lnTo>
                    <a:pt x="1376971" y="4323849"/>
                  </a:lnTo>
                  <a:lnTo>
                    <a:pt x="1375381" y="4311149"/>
                  </a:lnTo>
                  <a:close/>
                </a:path>
                <a:path w="6537959" h="5924550">
                  <a:moveTo>
                    <a:pt x="5644916" y="4234949"/>
                  </a:moveTo>
                  <a:lnTo>
                    <a:pt x="5671072" y="4285749"/>
                  </a:lnTo>
                  <a:lnTo>
                    <a:pt x="5625771" y="4311149"/>
                  </a:lnTo>
                  <a:lnTo>
                    <a:pt x="5599621" y="4260349"/>
                  </a:lnTo>
                  <a:lnTo>
                    <a:pt x="5644916" y="4234949"/>
                  </a:lnTo>
                  <a:close/>
                </a:path>
                <a:path w="6537959" h="5924550">
                  <a:moveTo>
                    <a:pt x="4448461" y="4260349"/>
                  </a:moveTo>
                  <a:lnTo>
                    <a:pt x="4467560" y="4298449"/>
                  </a:lnTo>
                  <a:lnTo>
                    <a:pt x="4434473" y="4311149"/>
                  </a:lnTo>
                  <a:lnTo>
                    <a:pt x="4415374" y="4285749"/>
                  </a:lnTo>
                  <a:lnTo>
                    <a:pt x="4448461" y="4260349"/>
                  </a:lnTo>
                  <a:close/>
                </a:path>
                <a:path w="6537959" h="5924550">
                  <a:moveTo>
                    <a:pt x="3511533" y="4273049"/>
                  </a:moveTo>
                  <a:lnTo>
                    <a:pt x="3525406" y="4298449"/>
                  </a:lnTo>
                  <a:lnTo>
                    <a:pt x="3501378" y="4311149"/>
                  </a:lnTo>
                  <a:lnTo>
                    <a:pt x="3487505" y="4285749"/>
                  </a:lnTo>
                  <a:lnTo>
                    <a:pt x="3511533" y="4273049"/>
                  </a:lnTo>
                  <a:close/>
                </a:path>
                <a:path w="6537959" h="5924550">
                  <a:moveTo>
                    <a:pt x="2574517" y="4285749"/>
                  </a:moveTo>
                  <a:lnTo>
                    <a:pt x="2582934" y="4298449"/>
                  </a:lnTo>
                  <a:lnTo>
                    <a:pt x="2568360" y="4311149"/>
                  </a:lnTo>
                  <a:lnTo>
                    <a:pt x="2559947" y="4298449"/>
                  </a:lnTo>
                  <a:lnTo>
                    <a:pt x="2574517" y="4285749"/>
                  </a:lnTo>
                  <a:close/>
                </a:path>
                <a:path w="6537959" h="5924550">
                  <a:moveTo>
                    <a:pt x="1632380" y="4298449"/>
                  </a:moveTo>
                  <a:lnTo>
                    <a:pt x="1640454" y="4298449"/>
                  </a:lnTo>
                  <a:lnTo>
                    <a:pt x="1635338" y="4311149"/>
                  </a:lnTo>
                  <a:lnTo>
                    <a:pt x="1632380" y="4298449"/>
                  </a:lnTo>
                  <a:close/>
                </a:path>
                <a:path w="6537959" h="5924550">
                  <a:moveTo>
                    <a:pt x="5904281" y="4222249"/>
                  </a:moveTo>
                  <a:lnTo>
                    <a:pt x="5931798" y="4260349"/>
                  </a:lnTo>
                  <a:lnTo>
                    <a:pt x="5884136" y="4298449"/>
                  </a:lnTo>
                  <a:lnTo>
                    <a:pt x="5856620" y="4247649"/>
                  </a:lnTo>
                  <a:lnTo>
                    <a:pt x="5904281" y="4222249"/>
                  </a:lnTo>
                  <a:close/>
                </a:path>
                <a:path w="6537959" h="5924550">
                  <a:moveTo>
                    <a:pt x="4707907" y="4247649"/>
                  </a:moveTo>
                  <a:lnTo>
                    <a:pt x="4728598" y="4285749"/>
                  </a:lnTo>
                  <a:lnTo>
                    <a:pt x="4692755" y="4298449"/>
                  </a:lnTo>
                  <a:lnTo>
                    <a:pt x="4672060" y="4273049"/>
                  </a:lnTo>
                  <a:lnTo>
                    <a:pt x="4707907" y="4247649"/>
                  </a:lnTo>
                  <a:close/>
                </a:path>
                <a:path w="6537959" h="5924550">
                  <a:moveTo>
                    <a:pt x="3770896" y="4260349"/>
                  </a:moveTo>
                  <a:lnTo>
                    <a:pt x="3786131" y="4285749"/>
                  </a:lnTo>
                  <a:lnTo>
                    <a:pt x="3759742" y="4298449"/>
                  </a:lnTo>
                  <a:lnTo>
                    <a:pt x="3744503" y="4273049"/>
                  </a:lnTo>
                  <a:lnTo>
                    <a:pt x="3770896" y="4260349"/>
                  </a:lnTo>
                  <a:close/>
                </a:path>
                <a:path w="6537959" h="5924550">
                  <a:moveTo>
                    <a:pt x="2816942" y="4273049"/>
                  </a:moveTo>
                  <a:lnTo>
                    <a:pt x="2833882" y="4273049"/>
                  </a:lnTo>
                  <a:lnTo>
                    <a:pt x="2843661" y="4285749"/>
                  </a:lnTo>
                  <a:lnTo>
                    <a:pt x="2826721" y="4298449"/>
                  </a:lnTo>
                  <a:lnTo>
                    <a:pt x="2816942" y="4273049"/>
                  </a:lnTo>
                  <a:close/>
                </a:path>
                <a:path w="6537959" h="5924550">
                  <a:moveTo>
                    <a:pt x="1889381" y="4285749"/>
                  </a:moveTo>
                  <a:lnTo>
                    <a:pt x="1901182" y="4285749"/>
                  </a:lnTo>
                  <a:lnTo>
                    <a:pt x="1893704" y="4298449"/>
                  </a:lnTo>
                  <a:lnTo>
                    <a:pt x="1889381" y="4285749"/>
                  </a:lnTo>
                  <a:close/>
                </a:path>
                <a:path w="6537959" h="5924550">
                  <a:moveTo>
                    <a:pt x="4967267" y="4234949"/>
                  </a:moveTo>
                  <a:lnTo>
                    <a:pt x="4989328" y="4273049"/>
                  </a:lnTo>
                  <a:lnTo>
                    <a:pt x="4951120" y="4285749"/>
                  </a:lnTo>
                  <a:lnTo>
                    <a:pt x="4929059" y="4247649"/>
                  </a:lnTo>
                  <a:lnTo>
                    <a:pt x="4967267" y="4234949"/>
                  </a:lnTo>
                  <a:close/>
                </a:path>
                <a:path w="6537959" h="5924550">
                  <a:moveTo>
                    <a:pt x="4030254" y="4234949"/>
                  </a:moveTo>
                  <a:lnTo>
                    <a:pt x="4046855" y="4273049"/>
                  </a:lnTo>
                  <a:lnTo>
                    <a:pt x="4018101" y="4285749"/>
                  </a:lnTo>
                  <a:lnTo>
                    <a:pt x="4001500" y="4260349"/>
                  </a:lnTo>
                  <a:lnTo>
                    <a:pt x="4030254" y="4234949"/>
                  </a:lnTo>
                  <a:close/>
                </a:path>
                <a:path w="6537959" h="5924550">
                  <a:moveTo>
                    <a:pt x="3093243" y="4247649"/>
                  </a:moveTo>
                  <a:lnTo>
                    <a:pt x="3104388" y="4273049"/>
                  </a:lnTo>
                  <a:lnTo>
                    <a:pt x="3085087" y="4285749"/>
                  </a:lnTo>
                  <a:lnTo>
                    <a:pt x="3073947" y="4260349"/>
                  </a:lnTo>
                  <a:lnTo>
                    <a:pt x="3093243" y="4247649"/>
                  </a:lnTo>
                  <a:close/>
                </a:path>
                <a:path w="6537959" h="5924550">
                  <a:moveTo>
                    <a:pt x="5226631" y="4209549"/>
                  </a:moveTo>
                  <a:lnTo>
                    <a:pt x="5250054" y="4247649"/>
                  </a:lnTo>
                  <a:lnTo>
                    <a:pt x="5209485" y="4273049"/>
                  </a:lnTo>
                  <a:lnTo>
                    <a:pt x="5186062" y="4234949"/>
                  </a:lnTo>
                  <a:lnTo>
                    <a:pt x="5226631" y="4209549"/>
                  </a:lnTo>
                  <a:close/>
                </a:path>
                <a:path w="6537959" h="5924550">
                  <a:moveTo>
                    <a:pt x="4289614" y="4222249"/>
                  </a:moveTo>
                  <a:lnTo>
                    <a:pt x="4307581" y="4260349"/>
                  </a:lnTo>
                  <a:lnTo>
                    <a:pt x="4276465" y="4273049"/>
                  </a:lnTo>
                  <a:lnTo>
                    <a:pt x="4258498" y="4234949"/>
                  </a:lnTo>
                  <a:lnTo>
                    <a:pt x="4289614" y="4222249"/>
                  </a:lnTo>
                  <a:close/>
                </a:path>
                <a:path w="6537959" h="5924550">
                  <a:moveTo>
                    <a:pt x="3352691" y="4234949"/>
                  </a:moveTo>
                  <a:lnTo>
                    <a:pt x="3365427" y="4260349"/>
                  </a:lnTo>
                  <a:lnTo>
                    <a:pt x="3343370" y="4273049"/>
                  </a:lnTo>
                  <a:lnTo>
                    <a:pt x="3330634" y="4247649"/>
                  </a:lnTo>
                  <a:lnTo>
                    <a:pt x="3352691" y="4234949"/>
                  </a:lnTo>
                  <a:close/>
                </a:path>
                <a:path w="6537959" h="5924550">
                  <a:moveTo>
                    <a:pt x="2156230" y="4260349"/>
                  </a:moveTo>
                  <a:lnTo>
                    <a:pt x="2161915" y="4273049"/>
                  </a:lnTo>
                  <a:lnTo>
                    <a:pt x="2146382" y="4273049"/>
                  </a:lnTo>
                  <a:lnTo>
                    <a:pt x="2156230" y="4260349"/>
                  </a:lnTo>
                  <a:close/>
                </a:path>
                <a:path w="6537959" h="5924550">
                  <a:moveTo>
                    <a:pt x="5485991" y="4196849"/>
                  </a:moveTo>
                  <a:lnTo>
                    <a:pt x="5510776" y="4234949"/>
                  </a:lnTo>
                  <a:lnTo>
                    <a:pt x="5467846" y="4260349"/>
                  </a:lnTo>
                  <a:lnTo>
                    <a:pt x="5443061" y="4222249"/>
                  </a:lnTo>
                  <a:lnTo>
                    <a:pt x="5485991" y="4196849"/>
                  </a:lnTo>
                  <a:close/>
                </a:path>
                <a:path w="6537959" h="5924550">
                  <a:moveTo>
                    <a:pt x="4548978" y="4209549"/>
                  </a:moveTo>
                  <a:lnTo>
                    <a:pt x="4568307" y="4234949"/>
                  </a:lnTo>
                  <a:lnTo>
                    <a:pt x="4534830" y="4260349"/>
                  </a:lnTo>
                  <a:lnTo>
                    <a:pt x="4515501" y="4222249"/>
                  </a:lnTo>
                  <a:lnTo>
                    <a:pt x="4548978" y="4209549"/>
                  </a:lnTo>
                  <a:close/>
                </a:path>
                <a:path w="6537959" h="5924550">
                  <a:moveTo>
                    <a:pt x="3611972" y="4222249"/>
                  </a:moveTo>
                  <a:lnTo>
                    <a:pt x="3625845" y="4234949"/>
                  </a:lnTo>
                  <a:lnTo>
                    <a:pt x="3601812" y="4260349"/>
                  </a:lnTo>
                  <a:lnTo>
                    <a:pt x="3587944" y="4234949"/>
                  </a:lnTo>
                  <a:lnTo>
                    <a:pt x="3611972" y="4222249"/>
                  </a:lnTo>
                  <a:close/>
                </a:path>
                <a:path w="6537959" h="5924550">
                  <a:moveTo>
                    <a:pt x="2403382" y="4247649"/>
                  </a:moveTo>
                  <a:lnTo>
                    <a:pt x="2415596" y="4247649"/>
                  </a:lnTo>
                  <a:lnTo>
                    <a:pt x="2422642" y="4260349"/>
                  </a:lnTo>
                  <a:lnTo>
                    <a:pt x="2410429" y="4260349"/>
                  </a:lnTo>
                  <a:lnTo>
                    <a:pt x="2403382" y="4247649"/>
                  </a:lnTo>
                  <a:close/>
                </a:path>
                <a:path w="6537959" h="5924550">
                  <a:moveTo>
                    <a:pt x="5745438" y="4171449"/>
                  </a:moveTo>
                  <a:lnTo>
                    <a:pt x="5771818" y="4222249"/>
                  </a:lnTo>
                  <a:lnTo>
                    <a:pt x="5726123" y="4247649"/>
                  </a:lnTo>
                  <a:lnTo>
                    <a:pt x="5699748" y="4196849"/>
                  </a:lnTo>
                  <a:lnTo>
                    <a:pt x="5745438" y="4171449"/>
                  </a:lnTo>
                  <a:close/>
                </a:path>
                <a:path w="6537959" h="5924550">
                  <a:moveTo>
                    <a:pt x="4808424" y="4184149"/>
                  </a:moveTo>
                  <a:lnTo>
                    <a:pt x="4829348" y="4222249"/>
                  </a:lnTo>
                  <a:lnTo>
                    <a:pt x="4793107" y="4247649"/>
                  </a:lnTo>
                  <a:lnTo>
                    <a:pt x="4772188" y="4209549"/>
                  </a:lnTo>
                  <a:lnTo>
                    <a:pt x="4808424" y="4184149"/>
                  </a:lnTo>
                  <a:close/>
                </a:path>
                <a:path w="6537959" h="5924550">
                  <a:moveTo>
                    <a:pt x="3871413" y="4196849"/>
                  </a:moveTo>
                  <a:lnTo>
                    <a:pt x="3886877" y="4222249"/>
                  </a:lnTo>
                  <a:lnTo>
                    <a:pt x="3860098" y="4247649"/>
                  </a:lnTo>
                  <a:lnTo>
                    <a:pt x="3844634" y="4209549"/>
                  </a:lnTo>
                  <a:lnTo>
                    <a:pt x="3871413" y="4196849"/>
                  </a:lnTo>
                  <a:close/>
                </a:path>
                <a:path w="6537959" h="5924550">
                  <a:moveTo>
                    <a:pt x="2675039" y="4222249"/>
                  </a:moveTo>
                  <a:lnTo>
                    <a:pt x="2683676" y="4247649"/>
                  </a:lnTo>
                  <a:lnTo>
                    <a:pt x="2668712" y="4247649"/>
                  </a:lnTo>
                  <a:lnTo>
                    <a:pt x="2660075" y="4234949"/>
                  </a:lnTo>
                  <a:lnTo>
                    <a:pt x="2675039" y="4222249"/>
                  </a:lnTo>
                  <a:close/>
                </a:path>
                <a:path w="6537959" h="5924550">
                  <a:moveTo>
                    <a:pt x="1738024" y="4234949"/>
                  </a:moveTo>
                  <a:lnTo>
                    <a:pt x="1741206" y="4247649"/>
                  </a:lnTo>
                  <a:lnTo>
                    <a:pt x="1732508" y="4247649"/>
                  </a:lnTo>
                  <a:lnTo>
                    <a:pt x="1738024" y="4234949"/>
                  </a:lnTo>
                  <a:close/>
                </a:path>
                <a:path w="6537959" h="5924550">
                  <a:moveTo>
                    <a:pt x="5067706" y="4171449"/>
                  </a:moveTo>
                  <a:lnTo>
                    <a:pt x="5089763" y="4209549"/>
                  </a:lnTo>
                  <a:lnTo>
                    <a:pt x="5051559" y="4234949"/>
                  </a:lnTo>
                  <a:lnTo>
                    <a:pt x="5029498" y="4196849"/>
                  </a:lnTo>
                  <a:lnTo>
                    <a:pt x="5067706" y="4171449"/>
                  </a:lnTo>
                  <a:close/>
                </a:path>
                <a:path w="6537959" h="5924550">
                  <a:moveTo>
                    <a:pt x="2934405" y="4209549"/>
                  </a:moveTo>
                  <a:lnTo>
                    <a:pt x="2944413" y="4222249"/>
                  </a:lnTo>
                  <a:lnTo>
                    <a:pt x="2927079" y="4234949"/>
                  </a:lnTo>
                  <a:lnTo>
                    <a:pt x="2917075" y="4222249"/>
                  </a:lnTo>
                  <a:lnTo>
                    <a:pt x="2934405" y="4209549"/>
                  </a:lnTo>
                  <a:close/>
                </a:path>
                <a:path w="6537959" h="5924550">
                  <a:moveTo>
                    <a:pt x="1989510" y="4222249"/>
                  </a:moveTo>
                  <a:lnTo>
                    <a:pt x="1997386" y="4222249"/>
                  </a:lnTo>
                  <a:lnTo>
                    <a:pt x="2001934" y="4234949"/>
                  </a:lnTo>
                  <a:lnTo>
                    <a:pt x="1994058" y="4234949"/>
                  </a:lnTo>
                  <a:lnTo>
                    <a:pt x="1989510" y="4222249"/>
                  </a:lnTo>
                  <a:close/>
                </a:path>
                <a:path w="6537959" h="5924550">
                  <a:moveTo>
                    <a:pt x="5327149" y="4158749"/>
                  </a:moveTo>
                  <a:lnTo>
                    <a:pt x="5350801" y="4196849"/>
                  </a:lnTo>
                  <a:lnTo>
                    <a:pt x="5309837" y="4222249"/>
                  </a:lnTo>
                  <a:lnTo>
                    <a:pt x="5286185" y="4171449"/>
                  </a:lnTo>
                  <a:lnTo>
                    <a:pt x="5327149" y="4158749"/>
                  </a:lnTo>
                  <a:close/>
                </a:path>
                <a:path w="6537959" h="5924550">
                  <a:moveTo>
                    <a:pt x="4130781" y="4184149"/>
                  </a:moveTo>
                  <a:lnTo>
                    <a:pt x="4147607" y="4209549"/>
                  </a:lnTo>
                  <a:lnTo>
                    <a:pt x="4118458" y="4222249"/>
                  </a:lnTo>
                  <a:lnTo>
                    <a:pt x="4101628" y="4196849"/>
                  </a:lnTo>
                  <a:lnTo>
                    <a:pt x="4130781" y="4184149"/>
                  </a:lnTo>
                  <a:close/>
                </a:path>
                <a:path w="6537959" h="5924550">
                  <a:moveTo>
                    <a:pt x="3193770" y="4196849"/>
                  </a:moveTo>
                  <a:lnTo>
                    <a:pt x="3205140" y="4209549"/>
                  </a:lnTo>
                  <a:lnTo>
                    <a:pt x="3185444" y="4222249"/>
                  </a:lnTo>
                  <a:lnTo>
                    <a:pt x="3174075" y="4209549"/>
                  </a:lnTo>
                  <a:lnTo>
                    <a:pt x="3193770" y="4196849"/>
                  </a:lnTo>
                  <a:close/>
                </a:path>
                <a:path w="6537959" h="5924550">
                  <a:moveTo>
                    <a:pt x="2246510" y="4209549"/>
                  </a:moveTo>
                  <a:lnTo>
                    <a:pt x="2262662" y="4209549"/>
                  </a:lnTo>
                  <a:lnTo>
                    <a:pt x="2252425" y="4222249"/>
                  </a:lnTo>
                  <a:lnTo>
                    <a:pt x="2246510" y="4209549"/>
                  </a:lnTo>
                  <a:close/>
                </a:path>
                <a:path w="6537959" h="5924550">
                  <a:moveTo>
                    <a:pt x="5586518" y="4133349"/>
                  </a:moveTo>
                  <a:lnTo>
                    <a:pt x="5611532" y="4184149"/>
                  </a:lnTo>
                  <a:lnTo>
                    <a:pt x="5568202" y="4209549"/>
                  </a:lnTo>
                  <a:lnTo>
                    <a:pt x="5543189" y="4158749"/>
                  </a:lnTo>
                  <a:lnTo>
                    <a:pt x="5586518" y="4133349"/>
                  </a:lnTo>
                  <a:close/>
                </a:path>
                <a:path w="6537959" h="5924550">
                  <a:moveTo>
                    <a:pt x="4390140" y="4158749"/>
                  </a:moveTo>
                  <a:lnTo>
                    <a:pt x="4408332" y="4196849"/>
                  </a:lnTo>
                  <a:lnTo>
                    <a:pt x="4376817" y="4209549"/>
                  </a:lnTo>
                  <a:lnTo>
                    <a:pt x="4358625" y="4184149"/>
                  </a:lnTo>
                  <a:lnTo>
                    <a:pt x="4390140" y="4158749"/>
                  </a:lnTo>
                  <a:close/>
                </a:path>
                <a:path w="6537959" h="5924550">
                  <a:moveTo>
                    <a:pt x="3453130" y="4171449"/>
                  </a:moveTo>
                  <a:lnTo>
                    <a:pt x="3465865" y="4196849"/>
                  </a:lnTo>
                  <a:lnTo>
                    <a:pt x="3443804" y="4209549"/>
                  </a:lnTo>
                  <a:lnTo>
                    <a:pt x="3431068" y="4184149"/>
                  </a:lnTo>
                  <a:lnTo>
                    <a:pt x="3453130" y="4171449"/>
                  </a:lnTo>
                  <a:close/>
                </a:path>
                <a:path w="6537959" h="5924550">
                  <a:moveTo>
                    <a:pt x="2516114" y="4184149"/>
                  </a:moveTo>
                  <a:lnTo>
                    <a:pt x="2523390" y="4196849"/>
                  </a:lnTo>
                  <a:lnTo>
                    <a:pt x="2510791" y="4209549"/>
                  </a:lnTo>
                  <a:lnTo>
                    <a:pt x="2503515" y="4196849"/>
                  </a:lnTo>
                  <a:lnTo>
                    <a:pt x="2516114" y="4184149"/>
                  </a:lnTo>
                  <a:close/>
                </a:path>
                <a:path w="6537959" h="5924550">
                  <a:moveTo>
                    <a:pt x="1575944" y="4196849"/>
                  </a:moveTo>
                  <a:lnTo>
                    <a:pt x="1580913" y="4196849"/>
                  </a:lnTo>
                  <a:lnTo>
                    <a:pt x="1577764" y="4209549"/>
                  </a:lnTo>
                  <a:lnTo>
                    <a:pt x="1575944" y="4196849"/>
                  </a:lnTo>
                  <a:close/>
                </a:path>
                <a:path w="6537959" h="5924550">
                  <a:moveTo>
                    <a:pt x="4649500" y="4146049"/>
                  </a:moveTo>
                  <a:lnTo>
                    <a:pt x="4669058" y="4184149"/>
                  </a:lnTo>
                  <a:lnTo>
                    <a:pt x="4635182" y="4196849"/>
                  </a:lnTo>
                  <a:lnTo>
                    <a:pt x="4615629" y="4171449"/>
                  </a:lnTo>
                  <a:lnTo>
                    <a:pt x="4649500" y="4146049"/>
                  </a:lnTo>
                  <a:close/>
                </a:path>
                <a:path w="6537959" h="5924550">
                  <a:moveTo>
                    <a:pt x="3712489" y="4158749"/>
                  </a:moveTo>
                  <a:lnTo>
                    <a:pt x="3726591" y="4184149"/>
                  </a:lnTo>
                  <a:lnTo>
                    <a:pt x="3702169" y="4196849"/>
                  </a:lnTo>
                  <a:lnTo>
                    <a:pt x="3688067" y="4171449"/>
                  </a:lnTo>
                  <a:lnTo>
                    <a:pt x="3712489" y="4158749"/>
                  </a:lnTo>
                  <a:close/>
                </a:path>
                <a:path w="6537959" h="5924550">
                  <a:moveTo>
                    <a:pt x="2775561" y="4171449"/>
                  </a:moveTo>
                  <a:lnTo>
                    <a:pt x="2784432" y="4184149"/>
                  </a:lnTo>
                  <a:lnTo>
                    <a:pt x="2769070" y="4196849"/>
                  </a:lnTo>
                  <a:lnTo>
                    <a:pt x="2760199" y="4184149"/>
                  </a:lnTo>
                  <a:lnTo>
                    <a:pt x="2775561" y="4171449"/>
                  </a:lnTo>
                  <a:close/>
                </a:path>
                <a:path w="6537959" h="5924550">
                  <a:moveTo>
                    <a:pt x="1832637" y="4184149"/>
                  </a:moveTo>
                  <a:lnTo>
                    <a:pt x="1841953" y="4184149"/>
                  </a:lnTo>
                  <a:lnTo>
                    <a:pt x="1836049" y="4196849"/>
                  </a:lnTo>
                  <a:lnTo>
                    <a:pt x="1832637" y="4184149"/>
                  </a:lnTo>
                  <a:close/>
                </a:path>
                <a:path w="6537959" h="5924550">
                  <a:moveTo>
                    <a:pt x="5845878" y="4120649"/>
                  </a:moveTo>
                  <a:lnTo>
                    <a:pt x="5872253" y="4158749"/>
                  </a:lnTo>
                  <a:lnTo>
                    <a:pt x="5826563" y="4184149"/>
                  </a:lnTo>
                  <a:lnTo>
                    <a:pt x="5800188" y="4146049"/>
                  </a:lnTo>
                  <a:lnTo>
                    <a:pt x="5845878" y="4120649"/>
                  </a:lnTo>
                  <a:close/>
                </a:path>
                <a:path w="6537959" h="5924550">
                  <a:moveTo>
                    <a:pt x="4908951" y="4133349"/>
                  </a:moveTo>
                  <a:lnTo>
                    <a:pt x="4930095" y="4171449"/>
                  </a:lnTo>
                  <a:lnTo>
                    <a:pt x="4893464" y="4184149"/>
                  </a:lnTo>
                  <a:lnTo>
                    <a:pt x="4872320" y="4146049"/>
                  </a:lnTo>
                  <a:lnTo>
                    <a:pt x="4908951" y="4133349"/>
                  </a:lnTo>
                  <a:close/>
                </a:path>
                <a:path w="6537959" h="5924550">
                  <a:moveTo>
                    <a:pt x="3971938" y="4146049"/>
                  </a:moveTo>
                  <a:lnTo>
                    <a:pt x="3987627" y="4171449"/>
                  </a:lnTo>
                  <a:lnTo>
                    <a:pt x="3960449" y="4184149"/>
                  </a:lnTo>
                  <a:lnTo>
                    <a:pt x="3944761" y="4158749"/>
                  </a:lnTo>
                  <a:lnTo>
                    <a:pt x="3971938" y="4146049"/>
                  </a:lnTo>
                  <a:close/>
                </a:path>
                <a:path w="6537959" h="5924550">
                  <a:moveTo>
                    <a:pt x="3017510" y="4158749"/>
                  </a:moveTo>
                  <a:lnTo>
                    <a:pt x="3034840" y="4158749"/>
                  </a:lnTo>
                  <a:lnTo>
                    <a:pt x="3044848" y="4171449"/>
                  </a:lnTo>
                  <a:lnTo>
                    <a:pt x="3027514" y="4184149"/>
                  </a:lnTo>
                  <a:lnTo>
                    <a:pt x="3017510" y="4158749"/>
                  </a:lnTo>
                  <a:close/>
                </a:path>
                <a:path w="6537959" h="5924550">
                  <a:moveTo>
                    <a:pt x="5168224" y="4107949"/>
                  </a:moveTo>
                  <a:lnTo>
                    <a:pt x="5190509" y="4146049"/>
                  </a:lnTo>
                  <a:lnTo>
                    <a:pt x="5151912" y="4171449"/>
                  </a:lnTo>
                  <a:lnTo>
                    <a:pt x="5129626" y="4133349"/>
                  </a:lnTo>
                  <a:lnTo>
                    <a:pt x="5168224" y="4107949"/>
                  </a:lnTo>
                  <a:close/>
                </a:path>
                <a:path w="6537959" h="5924550">
                  <a:moveTo>
                    <a:pt x="4231298" y="4120649"/>
                  </a:moveTo>
                  <a:lnTo>
                    <a:pt x="4248353" y="4158749"/>
                  </a:lnTo>
                  <a:lnTo>
                    <a:pt x="4218814" y="4171449"/>
                  </a:lnTo>
                  <a:lnTo>
                    <a:pt x="4201759" y="4146049"/>
                  </a:lnTo>
                  <a:lnTo>
                    <a:pt x="4231298" y="4120649"/>
                  </a:lnTo>
                  <a:close/>
                </a:path>
                <a:path w="6537959" h="5924550">
                  <a:moveTo>
                    <a:pt x="3294288" y="4133349"/>
                  </a:moveTo>
                  <a:lnTo>
                    <a:pt x="3305886" y="4158749"/>
                  </a:lnTo>
                  <a:lnTo>
                    <a:pt x="3285801" y="4171449"/>
                  </a:lnTo>
                  <a:lnTo>
                    <a:pt x="3274202" y="4146049"/>
                  </a:lnTo>
                  <a:lnTo>
                    <a:pt x="3294288" y="4133349"/>
                  </a:lnTo>
                  <a:close/>
                </a:path>
                <a:path w="6537959" h="5924550">
                  <a:moveTo>
                    <a:pt x="2097909" y="4158749"/>
                  </a:moveTo>
                  <a:lnTo>
                    <a:pt x="2102682" y="4171449"/>
                  </a:lnTo>
                  <a:lnTo>
                    <a:pt x="2089638" y="4171449"/>
                  </a:lnTo>
                  <a:lnTo>
                    <a:pt x="2097909" y="4158749"/>
                  </a:lnTo>
                  <a:close/>
                </a:path>
                <a:path w="6537959" h="5924550">
                  <a:moveTo>
                    <a:pt x="5427671" y="4095249"/>
                  </a:moveTo>
                  <a:lnTo>
                    <a:pt x="5451547" y="4133349"/>
                  </a:lnTo>
                  <a:lnTo>
                    <a:pt x="5410190" y="4158749"/>
                  </a:lnTo>
                  <a:lnTo>
                    <a:pt x="5386313" y="4120649"/>
                  </a:lnTo>
                  <a:lnTo>
                    <a:pt x="5427671" y="4095249"/>
                  </a:lnTo>
                  <a:close/>
                </a:path>
                <a:path w="6537959" h="5924550">
                  <a:moveTo>
                    <a:pt x="4490657" y="4107949"/>
                  </a:moveTo>
                  <a:lnTo>
                    <a:pt x="4509078" y="4133349"/>
                  </a:lnTo>
                  <a:lnTo>
                    <a:pt x="4477178" y="4158749"/>
                  </a:lnTo>
                  <a:lnTo>
                    <a:pt x="4458757" y="4120649"/>
                  </a:lnTo>
                  <a:lnTo>
                    <a:pt x="4490657" y="4107949"/>
                  </a:lnTo>
                  <a:close/>
                </a:path>
                <a:path w="6537959" h="5924550">
                  <a:moveTo>
                    <a:pt x="3553651" y="4120649"/>
                  </a:moveTo>
                  <a:lnTo>
                    <a:pt x="3566612" y="4146049"/>
                  </a:lnTo>
                  <a:lnTo>
                    <a:pt x="3544161" y="4158749"/>
                  </a:lnTo>
                  <a:lnTo>
                    <a:pt x="3531200" y="4133349"/>
                  </a:lnTo>
                  <a:lnTo>
                    <a:pt x="3553651" y="4120649"/>
                  </a:lnTo>
                  <a:close/>
                </a:path>
                <a:path w="6537959" h="5924550">
                  <a:moveTo>
                    <a:pt x="2357270" y="4146049"/>
                  </a:moveTo>
                  <a:lnTo>
                    <a:pt x="2363409" y="4158749"/>
                  </a:lnTo>
                  <a:lnTo>
                    <a:pt x="2346639" y="4158749"/>
                  </a:lnTo>
                  <a:lnTo>
                    <a:pt x="2357270" y="4146049"/>
                  </a:lnTo>
                  <a:close/>
                </a:path>
                <a:path w="6537959" h="5924550">
                  <a:moveTo>
                    <a:pt x="5687035" y="4082549"/>
                  </a:moveTo>
                  <a:lnTo>
                    <a:pt x="5712278" y="4120649"/>
                  </a:lnTo>
                  <a:lnTo>
                    <a:pt x="5668554" y="4146049"/>
                  </a:lnTo>
                  <a:lnTo>
                    <a:pt x="5643312" y="4107949"/>
                  </a:lnTo>
                  <a:lnTo>
                    <a:pt x="5687035" y="4082549"/>
                  </a:lnTo>
                  <a:close/>
                </a:path>
                <a:path w="6537959" h="5924550">
                  <a:moveTo>
                    <a:pt x="4750021" y="4095249"/>
                  </a:moveTo>
                  <a:lnTo>
                    <a:pt x="4769804" y="4120649"/>
                  </a:lnTo>
                  <a:lnTo>
                    <a:pt x="4735538" y="4146049"/>
                  </a:lnTo>
                  <a:lnTo>
                    <a:pt x="4715751" y="4107949"/>
                  </a:lnTo>
                  <a:lnTo>
                    <a:pt x="4750021" y="4095249"/>
                  </a:lnTo>
                  <a:close/>
                </a:path>
                <a:path w="6537959" h="5924550">
                  <a:moveTo>
                    <a:pt x="2603639" y="4133349"/>
                  </a:moveTo>
                  <a:lnTo>
                    <a:pt x="2616636" y="4133349"/>
                  </a:lnTo>
                  <a:lnTo>
                    <a:pt x="2624141" y="4146049"/>
                  </a:lnTo>
                  <a:lnTo>
                    <a:pt x="2611144" y="4146049"/>
                  </a:lnTo>
                  <a:lnTo>
                    <a:pt x="2603639" y="4133349"/>
                  </a:lnTo>
                  <a:close/>
                </a:path>
                <a:path w="6537959" h="5924550">
                  <a:moveTo>
                    <a:pt x="5009386" y="4069849"/>
                  </a:moveTo>
                  <a:lnTo>
                    <a:pt x="5030530" y="4107949"/>
                  </a:lnTo>
                  <a:lnTo>
                    <a:pt x="4993899" y="4133349"/>
                  </a:lnTo>
                  <a:lnTo>
                    <a:pt x="4972755" y="4095249"/>
                  </a:lnTo>
                  <a:lnTo>
                    <a:pt x="5009386" y="4069849"/>
                  </a:lnTo>
                  <a:close/>
                </a:path>
                <a:path w="6537959" h="5924550">
                  <a:moveTo>
                    <a:pt x="3813010" y="4095249"/>
                  </a:moveTo>
                  <a:lnTo>
                    <a:pt x="3827336" y="4120649"/>
                  </a:lnTo>
                  <a:lnTo>
                    <a:pt x="3802525" y="4133349"/>
                  </a:lnTo>
                  <a:lnTo>
                    <a:pt x="3788198" y="4120649"/>
                  </a:lnTo>
                  <a:lnTo>
                    <a:pt x="3813010" y="4095249"/>
                  </a:lnTo>
                  <a:close/>
                </a:path>
                <a:path w="6537959" h="5924550">
                  <a:moveTo>
                    <a:pt x="2876002" y="4107949"/>
                  </a:moveTo>
                  <a:lnTo>
                    <a:pt x="2884868" y="4133349"/>
                  </a:lnTo>
                  <a:lnTo>
                    <a:pt x="2869510" y="4133349"/>
                  </a:lnTo>
                  <a:lnTo>
                    <a:pt x="2860639" y="4120649"/>
                  </a:lnTo>
                  <a:lnTo>
                    <a:pt x="2876002" y="4107949"/>
                  </a:lnTo>
                  <a:close/>
                </a:path>
                <a:path w="6537959" h="5924550">
                  <a:moveTo>
                    <a:pt x="1939065" y="4120649"/>
                  </a:moveTo>
                  <a:lnTo>
                    <a:pt x="1942701" y="4133349"/>
                  </a:lnTo>
                  <a:lnTo>
                    <a:pt x="1932761" y="4133349"/>
                  </a:lnTo>
                  <a:lnTo>
                    <a:pt x="1939065" y="4120649"/>
                  </a:lnTo>
                  <a:close/>
                </a:path>
                <a:path w="6537959" h="5924550">
                  <a:moveTo>
                    <a:pt x="5268746" y="4057149"/>
                  </a:moveTo>
                  <a:lnTo>
                    <a:pt x="5291261" y="4095249"/>
                  </a:lnTo>
                  <a:lnTo>
                    <a:pt x="5252264" y="4120649"/>
                  </a:lnTo>
                  <a:lnTo>
                    <a:pt x="5229754" y="4082549"/>
                  </a:lnTo>
                  <a:lnTo>
                    <a:pt x="5268746" y="4057149"/>
                  </a:lnTo>
                  <a:close/>
                </a:path>
                <a:path w="6537959" h="5924550">
                  <a:moveTo>
                    <a:pt x="4072456" y="4082549"/>
                  </a:moveTo>
                  <a:lnTo>
                    <a:pt x="4088374" y="4107949"/>
                  </a:lnTo>
                  <a:lnTo>
                    <a:pt x="4060806" y="4120649"/>
                  </a:lnTo>
                  <a:lnTo>
                    <a:pt x="4044884" y="4095249"/>
                  </a:lnTo>
                  <a:lnTo>
                    <a:pt x="4072456" y="4082549"/>
                  </a:lnTo>
                  <a:close/>
                </a:path>
                <a:path w="6537959" h="5924550">
                  <a:moveTo>
                    <a:pt x="3135362" y="4095249"/>
                  </a:moveTo>
                  <a:lnTo>
                    <a:pt x="3145595" y="4107949"/>
                  </a:lnTo>
                  <a:lnTo>
                    <a:pt x="3127871" y="4120649"/>
                  </a:lnTo>
                  <a:lnTo>
                    <a:pt x="3117638" y="4107949"/>
                  </a:lnTo>
                  <a:lnTo>
                    <a:pt x="3135362" y="4095249"/>
                  </a:lnTo>
                  <a:close/>
                </a:path>
                <a:path w="6537959" h="5924550">
                  <a:moveTo>
                    <a:pt x="2189762" y="4107949"/>
                  </a:moveTo>
                  <a:lnTo>
                    <a:pt x="2198432" y="4107949"/>
                  </a:lnTo>
                  <a:lnTo>
                    <a:pt x="2203433" y="4120649"/>
                  </a:lnTo>
                  <a:lnTo>
                    <a:pt x="2194768" y="4120649"/>
                  </a:lnTo>
                  <a:lnTo>
                    <a:pt x="2189762" y="4107949"/>
                  </a:lnTo>
                  <a:close/>
                </a:path>
                <a:path w="6537959" h="5924550">
                  <a:moveTo>
                    <a:pt x="5528193" y="4031749"/>
                  </a:moveTo>
                  <a:lnTo>
                    <a:pt x="5552298" y="4082549"/>
                  </a:lnTo>
                  <a:lnTo>
                    <a:pt x="5510547" y="4107949"/>
                  </a:lnTo>
                  <a:lnTo>
                    <a:pt x="5486441" y="4057149"/>
                  </a:lnTo>
                  <a:lnTo>
                    <a:pt x="5528193" y="4031749"/>
                  </a:lnTo>
                  <a:close/>
                </a:path>
                <a:path w="6537959" h="5924550">
                  <a:moveTo>
                    <a:pt x="4331737" y="4069849"/>
                  </a:moveTo>
                  <a:lnTo>
                    <a:pt x="4348792" y="4095249"/>
                  </a:lnTo>
                  <a:lnTo>
                    <a:pt x="4319248" y="4107949"/>
                  </a:lnTo>
                  <a:lnTo>
                    <a:pt x="4302194" y="4082549"/>
                  </a:lnTo>
                  <a:lnTo>
                    <a:pt x="4331737" y="4069849"/>
                  </a:lnTo>
                  <a:close/>
                </a:path>
                <a:path w="6537959" h="5924550">
                  <a:moveTo>
                    <a:pt x="3374329" y="4082549"/>
                  </a:moveTo>
                  <a:lnTo>
                    <a:pt x="3394809" y="4082549"/>
                  </a:lnTo>
                  <a:lnTo>
                    <a:pt x="3406633" y="4095249"/>
                  </a:lnTo>
                  <a:lnTo>
                    <a:pt x="3386153" y="4107949"/>
                  </a:lnTo>
                  <a:lnTo>
                    <a:pt x="3374329" y="4082549"/>
                  </a:lnTo>
                  <a:close/>
                </a:path>
                <a:path w="6537959" h="5924550">
                  <a:moveTo>
                    <a:pt x="2457793" y="4082549"/>
                  </a:moveTo>
                  <a:lnTo>
                    <a:pt x="2464161" y="4095249"/>
                  </a:lnTo>
                  <a:lnTo>
                    <a:pt x="2453135" y="4107949"/>
                  </a:lnTo>
                  <a:lnTo>
                    <a:pt x="2446767" y="4095249"/>
                  </a:lnTo>
                  <a:lnTo>
                    <a:pt x="2457793" y="4082549"/>
                  </a:lnTo>
                  <a:close/>
                </a:path>
                <a:path w="6537959" h="5924550">
                  <a:moveTo>
                    <a:pt x="1519200" y="4095249"/>
                  </a:moveTo>
                  <a:lnTo>
                    <a:pt x="1520777" y="4095249"/>
                  </a:lnTo>
                  <a:lnTo>
                    <a:pt x="1521685" y="4107949"/>
                  </a:lnTo>
                  <a:lnTo>
                    <a:pt x="1520108" y="4107949"/>
                  </a:lnTo>
                  <a:lnTo>
                    <a:pt x="1519200" y="4095249"/>
                  </a:lnTo>
                  <a:close/>
                </a:path>
                <a:path w="6537959" h="5924550">
                  <a:moveTo>
                    <a:pt x="4591096" y="4044449"/>
                  </a:moveTo>
                  <a:lnTo>
                    <a:pt x="4609517" y="4082549"/>
                  </a:lnTo>
                  <a:lnTo>
                    <a:pt x="4577613" y="4095249"/>
                  </a:lnTo>
                  <a:lnTo>
                    <a:pt x="4559192" y="4069849"/>
                  </a:lnTo>
                  <a:lnTo>
                    <a:pt x="4591096" y="4044449"/>
                  </a:lnTo>
                  <a:close/>
                </a:path>
                <a:path w="6537959" h="5924550">
                  <a:moveTo>
                    <a:pt x="3654172" y="4057149"/>
                  </a:moveTo>
                  <a:lnTo>
                    <a:pt x="3667362" y="4082549"/>
                  </a:lnTo>
                  <a:lnTo>
                    <a:pt x="3644517" y="4095249"/>
                  </a:lnTo>
                  <a:lnTo>
                    <a:pt x="3631327" y="4069849"/>
                  </a:lnTo>
                  <a:lnTo>
                    <a:pt x="3654172" y="4057149"/>
                  </a:lnTo>
                  <a:close/>
                </a:path>
                <a:path w="6537959" h="5924550">
                  <a:moveTo>
                    <a:pt x="2717158" y="4069849"/>
                  </a:moveTo>
                  <a:lnTo>
                    <a:pt x="2724888" y="4082549"/>
                  </a:lnTo>
                  <a:lnTo>
                    <a:pt x="2711497" y="4095249"/>
                  </a:lnTo>
                  <a:lnTo>
                    <a:pt x="2703767" y="4082549"/>
                  </a:lnTo>
                  <a:lnTo>
                    <a:pt x="2717158" y="4069849"/>
                  </a:lnTo>
                  <a:close/>
                </a:path>
                <a:path w="6537959" h="5924550">
                  <a:moveTo>
                    <a:pt x="1776201" y="4082549"/>
                  </a:moveTo>
                  <a:lnTo>
                    <a:pt x="1782413" y="4082549"/>
                  </a:lnTo>
                  <a:lnTo>
                    <a:pt x="1778475" y="4095249"/>
                  </a:lnTo>
                  <a:lnTo>
                    <a:pt x="1776201" y="4082549"/>
                  </a:lnTo>
                  <a:close/>
                </a:path>
                <a:path w="6537959" h="5924550">
                  <a:moveTo>
                    <a:pt x="5787475" y="4019049"/>
                  </a:moveTo>
                  <a:lnTo>
                    <a:pt x="5812718" y="4057149"/>
                  </a:lnTo>
                  <a:lnTo>
                    <a:pt x="5768994" y="4082549"/>
                  </a:lnTo>
                  <a:lnTo>
                    <a:pt x="5743751" y="4044449"/>
                  </a:lnTo>
                  <a:lnTo>
                    <a:pt x="5787475" y="4019049"/>
                  </a:lnTo>
                  <a:close/>
                </a:path>
                <a:path w="6537959" h="5924550">
                  <a:moveTo>
                    <a:pt x="4850543" y="4031749"/>
                  </a:moveTo>
                  <a:lnTo>
                    <a:pt x="4870555" y="4069849"/>
                  </a:lnTo>
                  <a:lnTo>
                    <a:pt x="4835895" y="4082549"/>
                  </a:lnTo>
                  <a:lnTo>
                    <a:pt x="4815884" y="4044449"/>
                  </a:lnTo>
                  <a:lnTo>
                    <a:pt x="4850543" y="4031749"/>
                  </a:lnTo>
                  <a:close/>
                </a:path>
                <a:path w="6537959" h="5924550">
                  <a:moveTo>
                    <a:pt x="3913530" y="4044449"/>
                  </a:moveTo>
                  <a:lnTo>
                    <a:pt x="3928087" y="4069849"/>
                  </a:lnTo>
                  <a:lnTo>
                    <a:pt x="3902876" y="4082549"/>
                  </a:lnTo>
                  <a:lnTo>
                    <a:pt x="3888324" y="4057149"/>
                  </a:lnTo>
                  <a:lnTo>
                    <a:pt x="3913530" y="4044449"/>
                  </a:lnTo>
                  <a:close/>
                </a:path>
                <a:path w="6537959" h="5924550">
                  <a:moveTo>
                    <a:pt x="2960767" y="4057149"/>
                  </a:moveTo>
                  <a:lnTo>
                    <a:pt x="2976524" y="4057149"/>
                  </a:lnTo>
                  <a:lnTo>
                    <a:pt x="2985620" y="4069849"/>
                  </a:lnTo>
                  <a:lnTo>
                    <a:pt x="2969862" y="4082549"/>
                  </a:lnTo>
                  <a:lnTo>
                    <a:pt x="2960767" y="4057149"/>
                  </a:lnTo>
                  <a:close/>
                </a:path>
                <a:path w="6537959" h="5924550">
                  <a:moveTo>
                    <a:pt x="5109908" y="4019049"/>
                  </a:moveTo>
                  <a:lnTo>
                    <a:pt x="5131281" y="4044449"/>
                  </a:lnTo>
                  <a:lnTo>
                    <a:pt x="5094260" y="4069849"/>
                  </a:lnTo>
                  <a:lnTo>
                    <a:pt x="5072883" y="4031749"/>
                  </a:lnTo>
                  <a:lnTo>
                    <a:pt x="5109908" y="4019049"/>
                  </a:lnTo>
                  <a:close/>
                </a:path>
                <a:path w="6537959" h="5924550">
                  <a:moveTo>
                    <a:pt x="4172895" y="4019049"/>
                  </a:moveTo>
                  <a:lnTo>
                    <a:pt x="4188812" y="4057149"/>
                  </a:lnTo>
                  <a:lnTo>
                    <a:pt x="4161245" y="4069849"/>
                  </a:lnTo>
                  <a:lnTo>
                    <a:pt x="4145323" y="4044449"/>
                  </a:lnTo>
                  <a:lnTo>
                    <a:pt x="4172895" y="4019049"/>
                  </a:lnTo>
                  <a:close/>
                </a:path>
                <a:path w="6537959" h="5924550">
                  <a:moveTo>
                    <a:pt x="3235884" y="4031749"/>
                  </a:moveTo>
                  <a:lnTo>
                    <a:pt x="3246346" y="4057149"/>
                  </a:lnTo>
                  <a:lnTo>
                    <a:pt x="3228228" y="4069849"/>
                  </a:lnTo>
                  <a:lnTo>
                    <a:pt x="3217766" y="4044449"/>
                  </a:lnTo>
                  <a:lnTo>
                    <a:pt x="3235884" y="4031749"/>
                  </a:lnTo>
                  <a:close/>
                </a:path>
                <a:path w="6537959" h="5924550">
                  <a:moveTo>
                    <a:pt x="5369268" y="3993649"/>
                  </a:moveTo>
                  <a:lnTo>
                    <a:pt x="5392007" y="4031749"/>
                  </a:lnTo>
                  <a:lnTo>
                    <a:pt x="5352621" y="4057149"/>
                  </a:lnTo>
                  <a:lnTo>
                    <a:pt x="5329881" y="4019049"/>
                  </a:lnTo>
                  <a:lnTo>
                    <a:pt x="5369268" y="3993649"/>
                  </a:lnTo>
                  <a:close/>
                </a:path>
                <a:path w="6537959" h="5924550">
                  <a:moveTo>
                    <a:pt x="4432254" y="4006349"/>
                  </a:moveTo>
                  <a:lnTo>
                    <a:pt x="4449538" y="4031749"/>
                  </a:lnTo>
                  <a:lnTo>
                    <a:pt x="4419605" y="4057149"/>
                  </a:lnTo>
                  <a:lnTo>
                    <a:pt x="4402321" y="4019049"/>
                  </a:lnTo>
                  <a:lnTo>
                    <a:pt x="4432254" y="4006349"/>
                  </a:lnTo>
                  <a:close/>
                </a:path>
                <a:path w="6537959" h="5924550">
                  <a:moveTo>
                    <a:pt x="3495331" y="4019049"/>
                  </a:moveTo>
                  <a:lnTo>
                    <a:pt x="3507384" y="4044449"/>
                  </a:lnTo>
                  <a:lnTo>
                    <a:pt x="3486505" y="4057149"/>
                  </a:lnTo>
                  <a:lnTo>
                    <a:pt x="3474452" y="4031749"/>
                  </a:lnTo>
                  <a:lnTo>
                    <a:pt x="3495331" y="4019049"/>
                  </a:lnTo>
                  <a:close/>
                </a:path>
                <a:path w="6537959" h="5924550">
                  <a:moveTo>
                    <a:pt x="2298868" y="4044449"/>
                  </a:moveTo>
                  <a:lnTo>
                    <a:pt x="2303869" y="4057149"/>
                  </a:lnTo>
                  <a:lnTo>
                    <a:pt x="2290203" y="4057149"/>
                  </a:lnTo>
                  <a:lnTo>
                    <a:pt x="2298868" y="4044449"/>
                  </a:lnTo>
                  <a:close/>
                </a:path>
                <a:path w="6537959" h="5924550">
                  <a:moveTo>
                    <a:pt x="5628714" y="3980949"/>
                  </a:moveTo>
                  <a:lnTo>
                    <a:pt x="5653045" y="4019049"/>
                  </a:lnTo>
                  <a:lnTo>
                    <a:pt x="5610903" y="4044449"/>
                  </a:lnTo>
                  <a:lnTo>
                    <a:pt x="5586573" y="4006349"/>
                  </a:lnTo>
                  <a:lnTo>
                    <a:pt x="5628714" y="3980949"/>
                  </a:lnTo>
                  <a:close/>
                </a:path>
                <a:path w="6537959" h="5924550">
                  <a:moveTo>
                    <a:pt x="4691618" y="3993649"/>
                  </a:moveTo>
                  <a:lnTo>
                    <a:pt x="4710263" y="4019049"/>
                  </a:lnTo>
                  <a:lnTo>
                    <a:pt x="4677969" y="4044449"/>
                  </a:lnTo>
                  <a:lnTo>
                    <a:pt x="4659324" y="4006349"/>
                  </a:lnTo>
                  <a:lnTo>
                    <a:pt x="4691618" y="3993649"/>
                  </a:lnTo>
                  <a:close/>
                </a:path>
                <a:path w="6537959" h="5924550">
                  <a:moveTo>
                    <a:pt x="2546895" y="4031749"/>
                  </a:moveTo>
                  <a:lnTo>
                    <a:pt x="2558315" y="4031749"/>
                  </a:lnTo>
                  <a:lnTo>
                    <a:pt x="2564912" y="4044449"/>
                  </a:lnTo>
                  <a:lnTo>
                    <a:pt x="2553488" y="4044449"/>
                  </a:lnTo>
                  <a:lnTo>
                    <a:pt x="2546895" y="4031749"/>
                  </a:lnTo>
                  <a:close/>
                </a:path>
                <a:path w="6537959" h="5924550">
                  <a:moveTo>
                    <a:pt x="4951065" y="3968249"/>
                  </a:moveTo>
                  <a:lnTo>
                    <a:pt x="4971302" y="4006349"/>
                  </a:lnTo>
                  <a:lnTo>
                    <a:pt x="4936248" y="4031749"/>
                  </a:lnTo>
                  <a:lnTo>
                    <a:pt x="4916011" y="3993649"/>
                  </a:lnTo>
                  <a:lnTo>
                    <a:pt x="4951065" y="3968249"/>
                  </a:lnTo>
                  <a:close/>
                </a:path>
                <a:path w="6537959" h="5924550">
                  <a:moveTo>
                    <a:pt x="3754606" y="4006349"/>
                  </a:moveTo>
                  <a:lnTo>
                    <a:pt x="3767796" y="4019049"/>
                  </a:lnTo>
                  <a:lnTo>
                    <a:pt x="3744956" y="4031749"/>
                  </a:lnTo>
                  <a:lnTo>
                    <a:pt x="3731766" y="4019049"/>
                  </a:lnTo>
                  <a:lnTo>
                    <a:pt x="3754606" y="4006349"/>
                  </a:lnTo>
                  <a:close/>
                </a:path>
                <a:path w="6537959" h="5924550">
                  <a:moveTo>
                    <a:pt x="2804207" y="4019049"/>
                  </a:moveTo>
                  <a:lnTo>
                    <a:pt x="2817599" y="4019049"/>
                  </a:lnTo>
                  <a:lnTo>
                    <a:pt x="2825328" y="4031749"/>
                  </a:lnTo>
                  <a:lnTo>
                    <a:pt x="2811937" y="4031749"/>
                  </a:lnTo>
                  <a:lnTo>
                    <a:pt x="2804207" y="4019049"/>
                  </a:lnTo>
                  <a:close/>
                </a:path>
                <a:path w="6537959" h="5924550">
                  <a:moveTo>
                    <a:pt x="1880658" y="4019049"/>
                  </a:moveTo>
                  <a:lnTo>
                    <a:pt x="1883161" y="4031749"/>
                  </a:lnTo>
                  <a:lnTo>
                    <a:pt x="1876329" y="4031749"/>
                  </a:lnTo>
                  <a:lnTo>
                    <a:pt x="1880658" y="4019049"/>
                  </a:lnTo>
                  <a:close/>
                </a:path>
                <a:path w="6537959" h="5924550">
                  <a:moveTo>
                    <a:pt x="5210425" y="3955549"/>
                  </a:moveTo>
                  <a:lnTo>
                    <a:pt x="5232032" y="3993649"/>
                  </a:lnTo>
                  <a:lnTo>
                    <a:pt x="5194613" y="4019049"/>
                  </a:lnTo>
                  <a:lnTo>
                    <a:pt x="5173010" y="3980949"/>
                  </a:lnTo>
                  <a:lnTo>
                    <a:pt x="5210425" y="3955549"/>
                  </a:lnTo>
                  <a:close/>
                </a:path>
                <a:path w="6537959" h="5924550">
                  <a:moveTo>
                    <a:pt x="4014053" y="3980949"/>
                  </a:moveTo>
                  <a:lnTo>
                    <a:pt x="4028833" y="4006349"/>
                  </a:lnTo>
                  <a:lnTo>
                    <a:pt x="4003233" y="4019049"/>
                  </a:lnTo>
                  <a:lnTo>
                    <a:pt x="3988452" y="3993649"/>
                  </a:lnTo>
                  <a:lnTo>
                    <a:pt x="4014053" y="3980949"/>
                  </a:lnTo>
                  <a:close/>
                </a:path>
                <a:path w="6537959" h="5924550">
                  <a:moveTo>
                    <a:pt x="3077042" y="3993649"/>
                  </a:moveTo>
                  <a:lnTo>
                    <a:pt x="3086362" y="4006349"/>
                  </a:lnTo>
                  <a:lnTo>
                    <a:pt x="3070215" y="4019049"/>
                  </a:lnTo>
                  <a:lnTo>
                    <a:pt x="3060895" y="4006349"/>
                  </a:lnTo>
                  <a:lnTo>
                    <a:pt x="3077042" y="3993649"/>
                  </a:lnTo>
                  <a:close/>
                </a:path>
                <a:path w="6537959" h="5924550">
                  <a:moveTo>
                    <a:pt x="2133330" y="4006349"/>
                  </a:moveTo>
                  <a:lnTo>
                    <a:pt x="2140029" y="4006349"/>
                  </a:lnTo>
                  <a:lnTo>
                    <a:pt x="2143893" y="4019049"/>
                  </a:lnTo>
                  <a:lnTo>
                    <a:pt x="2137195" y="4019049"/>
                  </a:lnTo>
                  <a:lnTo>
                    <a:pt x="2133330" y="4006349"/>
                  </a:lnTo>
                  <a:close/>
                </a:path>
                <a:path w="6537959" h="5924550">
                  <a:moveTo>
                    <a:pt x="5469785" y="3942849"/>
                  </a:moveTo>
                  <a:lnTo>
                    <a:pt x="5492754" y="3980949"/>
                  </a:lnTo>
                  <a:lnTo>
                    <a:pt x="5452978" y="4006349"/>
                  </a:lnTo>
                  <a:lnTo>
                    <a:pt x="5430009" y="3955549"/>
                  </a:lnTo>
                  <a:lnTo>
                    <a:pt x="5469785" y="3942849"/>
                  </a:lnTo>
                  <a:close/>
                </a:path>
                <a:path w="6537959" h="5924550">
                  <a:moveTo>
                    <a:pt x="4273411" y="3968249"/>
                  </a:moveTo>
                  <a:lnTo>
                    <a:pt x="4289558" y="3993649"/>
                  </a:lnTo>
                  <a:lnTo>
                    <a:pt x="4261597" y="4006349"/>
                  </a:lnTo>
                  <a:lnTo>
                    <a:pt x="4245450" y="3980949"/>
                  </a:lnTo>
                  <a:lnTo>
                    <a:pt x="4273411" y="3968249"/>
                  </a:lnTo>
                  <a:close/>
                </a:path>
                <a:path w="6537959" h="5924550">
                  <a:moveTo>
                    <a:pt x="3336401" y="3980949"/>
                  </a:moveTo>
                  <a:lnTo>
                    <a:pt x="3347092" y="3993649"/>
                  </a:lnTo>
                  <a:lnTo>
                    <a:pt x="3328580" y="4006349"/>
                  </a:lnTo>
                  <a:lnTo>
                    <a:pt x="3317893" y="3993649"/>
                  </a:lnTo>
                  <a:lnTo>
                    <a:pt x="3336401" y="3980949"/>
                  </a:lnTo>
                  <a:close/>
                </a:path>
                <a:path w="6537959" h="5924550">
                  <a:moveTo>
                    <a:pt x="2390331" y="3993649"/>
                  </a:moveTo>
                  <a:lnTo>
                    <a:pt x="2404621" y="3993649"/>
                  </a:lnTo>
                  <a:lnTo>
                    <a:pt x="2395562" y="4006349"/>
                  </a:lnTo>
                  <a:lnTo>
                    <a:pt x="2390331" y="3993649"/>
                  </a:lnTo>
                  <a:close/>
                </a:path>
                <a:path w="6537959" h="5924550">
                  <a:moveTo>
                    <a:pt x="4532775" y="3942849"/>
                  </a:moveTo>
                  <a:lnTo>
                    <a:pt x="4550284" y="3980949"/>
                  </a:lnTo>
                  <a:lnTo>
                    <a:pt x="4519962" y="3993649"/>
                  </a:lnTo>
                  <a:lnTo>
                    <a:pt x="4502448" y="3968249"/>
                  </a:lnTo>
                  <a:lnTo>
                    <a:pt x="4532775" y="3942849"/>
                  </a:lnTo>
                  <a:close/>
                </a:path>
                <a:path w="6537959" h="5924550">
                  <a:moveTo>
                    <a:pt x="3595769" y="3955549"/>
                  </a:moveTo>
                  <a:lnTo>
                    <a:pt x="3607822" y="3980949"/>
                  </a:lnTo>
                  <a:lnTo>
                    <a:pt x="3586944" y="3993649"/>
                  </a:lnTo>
                  <a:lnTo>
                    <a:pt x="3574891" y="3968249"/>
                  </a:lnTo>
                  <a:lnTo>
                    <a:pt x="3595769" y="3955549"/>
                  </a:lnTo>
                  <a:close/>
                </a:path>
                <a:path w="6537959" h="5924550">
                  <a:moveTo>
                    <a:pt x="2658755" y="3968249"/>
                  </a:moveTo>
                  <a:lnTo>
                    <a:pt x="2665348" y="3980949"/>
                  </a:lnTo>
                  <a:lnTo>
                    <a:pt x="2653928" y="3993649"/>
                  </a:lnTo>
                  <a:lnTo>
                    <a:pt x="2647331" y="3980949"/>
                  </a:lnTo>
                  <a:lnTo>
                    <a:pt x="2658755" y="3968249"/>
                  </a:lnTo>
                  <a:close/>
                </a:path>
                <a:path w="6537959" h="5924550">
                  <a:moveTo>
                    <a:pt x="1719453" y="3980949"/>
                  </a:moveTo>
                  <a:lnTo>
                    <a:pt x="1723185" y="3980949"/>
                  </a:lnTo>
                  <a:lnTo>
                    <a:pt x="1720819" y="3993649"/>
                  </a:lnTo>
                  <a:lnTo>
                    <a:pt x="1719453" y="3980949"/>
                  </a:lnTo>
                  <a:close/>
                </a:path>
                <a:path w="6537959" h="5924550">
                  <a:moveTo>
                    <a:pt x="5729150" y="3917449"/>
                  </a:moveTo>
                  <a:lnTo>
                    <a:pt x="5753480" y="3968249"/>
                  </a:lnTo>
                  <a:lnTo>
                    <a:pt x="5711338" y="3980949"/>
                  </a:lnTo>
                  <a:lnTo>
                    <a:pt x="5687008" y="3942849"/>
                  </a:lnTo>
                  <a:lnTo>
                    <a:pt x="5729150" y="3917449"/>
                  </a:lnTo>
                  <a:close/>
                </a:path>
                <a:path w="6537959" h="5924550">
                  <a:moveTo>
                    <a:pt x="4792140" y="3930149"/>
                  </a:moveTo>
                  <a:lnTo>
                    <a:pt x="4811015" y="3968249"/>
                  </a:lnTo>
                  <a:lnTo>
                    <a:pt x="4778322" y="3980949"/>
                  </a:lnTo>
                  <a:lnTo>
                    <a:pt x="4759447" y="3955549"/>
                  </a:lnTo>
                  <a:lnTo>
                    <a:pt x="4792140" y="3930149"/>
                  </a:lnTo>
                  <a:close/>
                </a:path>
                <a:path w="6537959" h="5924550">
                  <a:moveTo>
                    <a:pt x="3855127" y="3942849"/>
                  </a:moveTo>
                  <a:lnTo>
                    <a:pt x="3868546" y="3968249"/>
                  </a:lnTo>
                  <a:lnTo>
                    <a:pt x="3845307" y="3980949"/>
                  </a:lnTo>
                  <a:lnTo>
                    <a:pt x="3831888" y="3955549"/>
                  </a:lnTo>
                  <a:lnTo>
                    <a:pt x="3855127" y="3942849"/>
                  </a:lnTo>
                  <a:close/>
                </a:path>
                <a:path w="6537959" h="5924550">
                  <a:moveTo>
                    <a:pt x="2918116" y="3955549"/>
                  </a:moveTo>
                  <a:lnTo>
                    <a:pt x="2926075" y="3968249"/>
                  </a:lnTo>
                  <a:lnTo>
                    <a:pt x="2912294" y="3980949"/>
                  </a:lnTo>
                  <a:lnTo>
                    <a:pt x="2904335" y="3968249"/>
                  </a:lnTo>
                  <a:lnTo>
                    <a:pt x="2918116" y="3955549"/>
                  </a:lnTo>
                  <a:close/>
                </a:path>
                <a:path w="6537959" h="5924550">
                  <a:moveTo>
                    <a:pt x="5051505" y="3917449"/>
                  </a:moveTo>
                  <a:lnTo>
                    <a:pt x="5071741" y="3955549"/>
                  </a:lnTo>
                  <a:lnTo>
                    <a:pt x="5036687" y="3968249"/>
                  </a:lnTo>
                  <a:lnTo>
                    <a:pt x="5016446" y="3930149"/>
                  </a:lnTo>
                  <a:lnTo>
                    <a:pt x="5051505" y="3917449"/>
                  </a:lnTo>
                  <a:close/>
                </a:path>
                <a:path w="6537959" h="5924550">
                  <a:moveTo>
                    <a:pt x="4114569" y="3930149"/>
                  </a:moveTo>
                  <a:lnTo>
                    <a:pt x="4129579" y="3955549"/>
                  </a:lnTo>
                  <a:lnTo>
                    <a:pt x="4103584" y="3968249"/>
                  </a:lnTo>
                  <a:lnTo>
                    <a:pt x="4088574" y="3942849"/>
                  </a:lnTo>
                  <a:lnTo>
                    <a:pt x="4114569" y="3930149"/>
                  </a:lnTo>
                  <a:close/>
                </a:path>
                <a:path w="6537959" h="5924550">
                  <a:moveTo>
                    <a:pt x="3161018" y="3942849"/>
                  </a:moveTo>
                  <a:lnTo>
                    <a:pt x="3177564" y="3942849"/>
                  </a:lnTo>
                  <a:lnTo>
                    <a:pt x="3187118" y="3955549"/>
                  </a:lnTo>
                  <a:lnTo>
                    <a:pt x="3170572" y="3968249"/>
                  </a:lnTo>
                  <a:lnTo>
                    <a:pt x="3161018" y="3942849"/>
                  </a:lnTo>
                  <a:close/>
                </a:path>
                <a:path w="6537959" h="5924550">
                  <a:moveTo>
                    <a:pt x="5310864" y="3892049"/>
                  </a:moveTo>
                  <a:lnTo>
                    <a:pt x="5332467" y="3930149"/>
                  </a:lnTo>
                  <a:lnTo>
                    <a:pt x="5295052" y="3955549"/>
                  </a:lnTo>
                  <a:lnTo>
                    <a:pt x="5273449" y="3917449"/>
                  </a:lnTo>
                  <a:lnTo>
                    <a:pt x="5310864" y="3892049"/>
                  </a:lnTo>
                  <a:close/>
                </a:path>
                <a:path w="6537959" h="5924550">
                  <a:moveTo>
                    <a:pt x="4373938" y="3904749"/>
                  </a:moveTo>
                  <a:lnTo>
                    <a:pt x="4390309" y="3942849"/>
                  </a:lnTo>
                  <a:lnTo>
                    <a:pt x="4361949" y="3955549"/>
                  </a:lnTo>
                  <a:lnTo>
                    <a:pt x="4345577" y="3930149"/>
                  </a:lnTo>
                  <a:lnTo>
                    <a:pt x="4373938" y="3904749"/>
                  </a:lnTo>
                  <a:close/>
                </a:path>
                <a:path w="6537959" h="5924550">
                  <a:moveTo>
                    <a:pt x="3436923" y="3917449"/>
                  </a:moveTo>
                  <a:lnTo>
                    <a:pt x="3447839" y="3942849"/>
                  </a:lnTo>
                  <a:lnTo>
                    <a:pt x="3428932" y="3955549"/>
                  </a:lnTo>
                  <a:lnTo>
                    <a:pt x="3418016" y="3930149"/>
                  </a:lnTo>
                  <a:lnTo>
                    <a:pt x="3436923" y="3917449"/>
                  </a:lnTo>
                  <a:close/>
                </a:path>
                <a:path w="6537959" h="5924550">
                  <a:moveTo>
                    <a:pt x="2240547" y="3942849"/>
                  </a:moveTo>
                  <a:lnTo>
                    <a:pt x="2244641" y="3955549"/>
                  </a:lnTo>
                  <a:lnTo>
                    <a:pt x="2233459" y="3955549"/>
                  </a:lnTo>
                  <a:lnTo>
                    <a:pt x="2240547" y="3942849"/>
                  </a:lnTo>
                  <a:close/>
                </a:path>
                <a:path w="6537959" h="5924550">
                  <a:moveTo>
                    <a:pt x="5570311" y="3879349"/>
                  </a:moveTo>
                  <a:lnTo>
                    <a:pt x="5593509" y="3917449"/>
                  </a:lnTo>
                  <a:lnTo>
                    <a:pt x="5553330" y="3942849"/>
                  </a:lnTo>
                  <a:lnTo>
                    <a:pt x="5530136" y="3904749"/>
                  </a:lnTo>
                  <a:lnTo>
                    <a:pt x="5570311" y="3879349"/>
                  </a:lnTo>
                  <a:close/>
                </a:path>
                <a:path w="6537959" h="5924550">
                  <a:moveTo>
                    <a:pt x="4633297" y="3892049"/>
                  </a:moveTo>
                  <a:lnTo>
                    <a:pt x="4651035" y="3917449"/>
                  </a:lnTo>
                  <a:lnTo>
                    <a:pt x="4620314" y="3942849"/>
                  </a:lnTo>
                  <a:lnTo>
                    <a:pt x="4602576" y="3904749"/>
                  </a:lnTo>
                  <a:lnTo>
                    <a:pt x="4633297" y="3892049"/>
                  </a:lnTo>
                  <a:close/>
                </a:path>
                <a:path w="6537959" h="5924550">
                  <a:moveTo>
                    <a:pt x="2499912" y="3930149"/>
                  </a:moveTo>
                  <a:lnTo>
                    <a:pt x="2505368" y="3942849"/>
                  </a:lnTo>
                  <a:lnTo>
                    <a:pt x="2490459" y="3942849"/>
                  </a:lnTo>
                  <a:lnTo>
                    <a:pt x="2499912" y="3930149"/>
                  </a:lnTo>
                  <a:close/>
                </a:path>
                <a:path w="6537959" h="5924550">
                  <a:moveTo>
                    <a:pt x="4892657" y="3879349"/>
                  </a:moveTo>
                  <a:lnTo>
                    <a:pt x="4911761" y="3904749"/>
                  </a:lnTo>
                  <a:lnTo>
                    <a:pt x="4878674" y="3930149"/>
                  </a:lnTo>
                  <a:lnTo>
                    <a:pt x="4859575" y="3892049"/>
                  </a:lnTo>
                  <a:lnTo>
                    <a:pt x="4892657" y="3879349"/>
                  </a:lnTo>
                  <a:close/>
                </a:path>
                <a:path w="6537959" h="5924550">
                  <a:moveTo>
                    <a:pt x="3696286" y="3904749"/>
                  </a:moveTo>
                  <a:lnTo>
                    <a:pt x="3708568" y="3917449"/>
                  </a:lnTo>
                  <a:lnTo>
                    <a:pt x="3687300" y="3930149"/>
                  </a:lnTo>
                  <a:lnTo>
                    <a:pt x="3675018" y="3917449"/>
                  </a:lnTo>
                  <a:lnTo>
                    <a:pt x="3696286" y="3904749"/>
                  </a:lnTo>
                  <a:close/>
                </a:path>
                <a:path w="6537959" h="5924550">
                  <a:moveTo>
                    <a:pt x="2747459" y="3917449"/>
                  </a:moveTo>
                  <a:lnTo>
                    <a:pt x="2759274" y="3917449"/>
                  </a:lnTo>
                  <a:lnTo>
                    <a:pt x="2766095" y="3930149"/>
                  </a:lnTo>
                  <a:lnTo>
                    <a:pt x="2754281" y="3930149"/>
                  </a:lnTo>
                  <a:lnTo>
                    <a:pt x="2747459" y="3917449"/>
                  </a:lnTo>
                  <a:close/>
                </a:path>
                <a:path w="6537959" h="5924550">
                  <a:moveTo>
                    <a:pt x="5152022" y="3853949"/>
                  </a:moveTo>
                  <a:lnTo>
                    <a:pt x="5172487" y="3892049"/>
                  </a:lnTo>
                  <a:lnTo>
                    <a:pt x="5137039" y="3917449"/>
                  </a:lnTo>
                  <a:lnTo>
                    <a:pt x="5116574" y="3879349"/>
                  </a:lnTo>
                  <a:lnTo>
                    <a:pt x="5152022" y="3853949"/>
                  </a:lnTo>
                  <a:close/>
                </a:path>
                <a:path w="6537959" h="5924550">
                  <a:moveTo>
                    <a:pt x="3955649" y="3879349"/>
                  </a:moveTo>
                  <a:lnTo>
                    <a:pt x="3969293" y="3904749"/>
                  </a:lnTo>
                  <a:lnTo>
                    <a:pt x="3945659" y="3917449"/>
                  </a:lnTo>
                  <a:lnTo>
                    <a:pt x="3932016" y="3904749"/>
                  </a:lnTo>
                  <a:lnTo>
                    <a:pt x="3955649" y="3879349"/>
                  </a:lnTo>
                  <a:close/>
                </a:path>
                <a:path w="6537959" h="5924550">
                  <a:moveTo>
                    <a:pt x="3018638" y="3892049"/>
                  </a:moveTo>
                  <a:lnTo>
                    <a:pt x="3026822" y="3904749"/>
                  </a:lnTo>
                  <a:lnTo>
                    <a:pt x="3012646" y="3917449"/>
                  </a:lnTo>
                  <a:lnTo>
                    <a:pt x="3004458" y="3904749"/>
                  </a:lnTo>
                  <a:lnTo>
                    <a:pt x="3018638" y="3892049"/>
                  </a:lnTo>
                  <a:close/>
                </a:path>
                <a:path w="6537959" h="5924550">
                  <a:moveTo>
                    <a:pt x="2076894" y="3904749"/>
                  </a:moveTo>
                  <a:lnTo>
                    <a:pt x="2081625" y="3904749"/>
                  </a:lnTo>
                  <a:lnTo>
                    <a:pt x="2084353" y="3917449"/>
                  </a:lnTo>
                  <a:lnTo>
                    <a:pt x="2079622" y="3917449"/>
                  </a:lnTo>
                  <a:lnTo>
                    <a:pt x="2076894" y="3904749"/>
                  </a:lnTo>
                  <a:close/>
                </a:path>
                <a:path w="6537959" h="5924550">
                  <a:moveTo>
                    <a:pt x="4215091" y="3866649"/>
                  </a:moveTo>
                  <a:lnTo>
                    <a:pt x="4230330" y="3892049"/>
                  </a:lnTo>
                  <a:lnTo>
                    <a:pt x="4203941" y="3904749"/>
                  </a:lnTo>
                  <a:lnTo>
                    <a:pt x="4188702" y="3879349"/>
                  </a:lnTo>
                  <a:lnTo>
                    <a:pt x="4215091" y="3866649"/>
                  </a:lnTo>
                  <a:close/>
                </a:path>
                <a:path w="6537959" h="5924550">
                  <a:moveTo>
                    <a:pt x="3278085" y="3879349"/>
                  </a:moveTo>
                  <a:lnTo>
                    <a:pt x="3287859" y="3892049"/>
                  </a:lnTo>
                  <a:lnTo>
                    <a:pt x="3270924" y="3904749"/>
                  </a:lnTo>
                  <a:lnTo>
                    <a:pt x="3261145" y="3892049"/>
                  </a:lnTo>
                  <a:lnTo>
                    <a:pt x="3278085" y="3879349"/>
                  </a:lnTo>
                  <a:close/>
                </a:path>
                <a:path w="6537959" h="5924550">
                  <a:moveTo>
                    <a:pt x="2333583" y="3892049"/>
                  </a:moveTo>
                  <a:lnTo>
                    <a:pt x="2345388" y="3892049"/>
                  </a:lnTo>
                  <a:lnTo>
                    <a:pt x="2337906" y="3904749"/>
                  </a:lnTo>
                  <a:lnTo>
                    <a:pt x="2333583" y="3892049"/>
                  </a:lnTo>
                  <a:close/>
                </a:path>
                <a:path w="6537959" h="5924550">
                  <a:moveTo>
                    <a:pt x="5411386" y="3841249"/>
                  </a:moveTo>
                  <a:lnTo>
                    <a:pt x="5433214" y="3879349"/>
                  </a:lnTo>
                  <a:lnTo>
                    <a:pt x="5395404" y="3892049"/>
                  </a:lnTo>
                  <a:lnTo>
                    <a:pt x="5373577" y="3866649"/>
                  </a:lnTo>
                  <a:lnTo>
                    <a:pt x="5411386" y="3841249"/>
                  </a:lnTo>
                  <a:close/>
                </a:path>
                <a:path w="6537959" h="5924550">
                  <a:moveTo>
                    <a:pt x="4474372" y="3853949"/>
                  </a:moveTo>
                  <a:lnTo>
                    <a:pt x="4490744" y="3879349"/>
                  </a:lnTo>
                  <a:lnTo>
                    <a:pt x="4462388" y="3892049"/>
                  </a:lnTo>
                  <a:lnTo>
                    <a:pt x="4446012" y="3866649"/>
                  </a:lnTo>
                  <a:lnTo>
                    <a:pt x="4474372" y="3853949"/>
                  </a:lnTo>
                  <a:close/>
                </a:path>
                <a:path w="6537959" h="5924550">
                  <a:moveTo>
                    <a:pt x="3518454" y="3866649"/>
                  </a:moveTo>
                  <a:lnTo>
                    <a:pt x="3537361" y="3866649"/>
                  </a:lnTo>
                  <a:lnTo>
                    <a:pt x="3548277" y="3879349"/>
                  </a:lnTo>
                  <a:lnTo>
                    <a:pt x="3529370" y="3892049"/>
                  </a:lnTo>
                  <a:lnTo>
                    <a:pt x="3518454" y="3866649"/>
                  </a:lnTo>
                  <a:close/>
                </a:path>
                <a:path w="6537959" h="5924550">
                  <a:moveTo>
                    <a:pt x="2590582" y="3879349"/>
                  </a:moveTo>
                  <a:lnTo>
                    <a:pt x="2606115" y="3879349"/>
                  </a:lnTo>
                  <a:lnTo>
                    <a:pt x="2596267" y="3892049"/>
                  </a:lnTo>
                  <a:lnTo>
                    <a:pt x="2590582" y="3879349"/>
                  </a:lnTo>
                  <a:close/>
                </a:path>
                <a:path w="6537959" h="5924550">
                  <a:moveTo>
                    <a:pt x="5670829" y="3815849"/>
                  </a:moveTo>
                  <a:lnTo>
                    <a:pt x="5694252" y="3866649"/>
                  </a:lnTo>
                  <a:lnTo>
                    <a:pt x="5653682" y="3879349"/>
                  </a:lnTo>
                  <a:lnTo>
                    <a:pt x="5630260" y="3841249"/>
                  </a:lnTo>
                  <a:lnTo>
                    <a:pt x="5670829" y="3815849"/>
                  </a:lnTo>
                  <a:close/>
                </a:path>
                <a:path w="6537959" h="5924550">
                  <a:moveTo>
                    <a:pt x="4733819" y="3828549"/>
                  </a:moveTo>
                  <a:lnTo>
                    <a:pt x="4751782" y="3866649"/>
                  </a:lnTo>
                  <a:lnTo>
                    <a:pt x="4720666" y="3879349"/>
                  </a:lnTo>
                  <a:lnTo>
                    <a:pt x="4702704" y="3853949"/>
                  </a:lnTo>
                  <a:lnTo>
                    <a:pt x="4733819" y="3828549"/>
                  </a:lnTo>
                  <a:close/>
                </a:path>
                <a:path w="6537959" h="5924550">
                  <a:moveTo>
                    <a:pt x="3796807" y="3841249"/>
                  </a:moveTo>
                  <a:lnTo>
                    <a:pt x="3809313" y="3866649"/>
                  </a:lnTo>
                  <a:lnTo>
                    <a:pt x="3787651" y="3879349"/>
                  </a:lnTo>
                  <a:lnTo>
                    <a:pt x="3775144" y="3853949"/>
                  </a:lnTo>
                  <a:lnTo>
                    <a:pt x="3796807" y="3841249"/>
                  </a:lnTo>
                  <a:close/>
                </a:path>
                <a:path w="6537959" h="5924550">
                  <a:moveTo>
                    <a:pt x="2859795" y="3853949"/>
                  </a:moveTo>
                  <a:lnTo>
                    <a:pt x="2866846" y="3866649"/>
                  </a:lnTo>
                  <a:lnTo>
                    <a:pt x="2854638" y="3879349"/>
                  </a:lnTo>
                  <a:lnTo>
                    <a:pt x="2847587" y="3866649"/>
                  </a:lnTo>
                  <a:lnTo>
                    <a:pt x="2859795" y="3853949"/>
                  </a:lnTo>
                  <a:close/>
                </a:path>
                <a:path w="6537959" h="5924550">
                  <a:moveTo>
                    <a:pt x="4993179" y="3815849"/>
                  </a:moveTo>
                  <a:lnTo>
                    <a:pt x="5012508" y="3853949"/>
                  </a:lnTo>
                  <a:lnTo>
                    <a:pt x="4979031" y="3866649"/>
                  </a:lnTo>
                  <a:lnTo>
                    <a:pt x="4959702" y="3828549"/>
                  </a:lnTo>
                  <a:lnTo>
                    <a:pt x="4993179" y="3815849"/>
                  </a:lnTo>
                  <a:close/>
                </a:path>
                <a:path w="6537959" h="5924550">
                  <a:moveTo>
                    <a:pt x="4056166" y="3828549"/>
                  </a:moveTo>
                  <a:lnTo>
                    <a:pt x="4070039" y="3853949"/>
                  </a:lnTo>
                  <a:lnTo>
                    <a:pt x="4046016" y="3866649"/>
                  </a:lnTo>
                  <a:lnTo>
                    <a:pt x="4032143" y="3841249"/>
                  </a:lnTo>
                  <a:lnTo>
                    <a:pt x="4056166" y="3828549"/>
                  </a:lnTo>
                  <a:close/>
                </a:path>
                <a:path w="6537959" h="5924550">
                  <a:moveTo>
                    <a:pt x="3104586" y="3841249"/>
                  </a:moveTo>
                  <a:lnTo>
                    <a:pt x="3119160" y="3841249"/>
                  </a:lnTo>
                  <a:lnTo>
                    <a:pt x="3127573" y="3853949"/>
                  </a:lnTo>
                  <a:lnTo>
                    <a:pt x="3112999" y="3866649"/>
                  </a:lnTo>
                  <a:lnTo>
                    <a:pt x="3104586" y="3841249"/>
                  </a:lnTo>
                  <a:close/>
                </a:path>
                <a:path w="6537959" h="5924550">
                  <a:moveTo>
                    <a:pt x="5252544" y="3803149"/>
                  </a:moveTo>
                  <a:lnTo>
                    <a:pt x="5273234" y="3828549"/>
                  </a:lnTo>
                  <a:lnTo>
                    <a:pt x="5237392" y="3853949"/>
                  </a:lnTo>
                  <a:lnTo>
                    <a:pt x="5216701" y="3815849"/>
                  </a:lnTo>
                  <a:lnTo>
                    <a:pt x="5252544" y="3803149"/>
                  </a:lnTo>
                  <a:close/>
                </a:path>
                <a:path w="6537959" h="5924550">
                  <a:moveTo>
                    <a:pt x="4315530" y="3803149"/>
                  </a:moveTo>
                  <a:lnTo>
                    <a:pt x="4330769" y="3841249"/>
                  </a:lnTo>
                  <a:lnTo>
                    <a:pt x="4304376" y="3853949"/>
                  </a:lnTo>
                  <a:lnTo>
                    <a:pt x="4289141" y="3828549"/>
                  </a:lnTo>
                  <a:lnTo>
                    <a:pt x="4315530" y="3803149"/>
                  </a:lnTo>
                  <a:close/>
                </a:path>
                <a:path w="6537959" h="5924550">
                  <a:moveTo>
                    <a:pt x="3378524" y="3815849"/>
                  </a:moveTo>
                  <a:lnTo>
                    <a:pt x="3388299" y="3841249"/>
                  </a:lnTo>
                  <a:lnTo>
                    <a:pt x="3371363" y="3853949"/>
                  </a:lnTo>
                  <a:lnTo>
                    <a:pt x="3361584" y="3828549"/>
                  </a:lnTo>
                  <a:lnTo>
                    <a:pt x="3378524" y="3815849"/>
                  </a:lnTo>
                  <a:close/>
                </a:path>
                <a:path w="6537959" h="5924550">
                  <a:moveTo>
                    <a:pt x="5511908" y="3777749"/>
                  </a:moveTo>
                  <a:lnTo>
                    <a:pt x="5533964" y="3815849"/>
                  </a:lnTo>
                  <a:lnTo>
                    <a:pt x="5495761" y="3841249"/>
                  </a:lnTo>
                  <a:lnTo>
                    <a:pt x="5473700" y="3803149"/>
                  </a:lnTo>
                  <a:lnTo>
                    <a:pt x="5511908" y="3777749"/>
                  </a:lnTo>
                  <a:close/>
                </a:path>
                <a:path w="6537959" h="5924550">
                  <a:moveTo>
                    <a:pt x="4574894" y="3790449"/>
                  </a:moveTo>
                  <a:lnTo>
                    <a:pt x="4591495" y="3815849"/>
                  </a:lnTo>
                  <a:lnTo>
                    <a:pt x="4562740" y="3841249"/>
                  </a:lnTo>
                  <a:lnTo>
                    <a:pt x="4546139" y="3803149"/>
                  </a:lnTo>
                  <a:lnTo>
                    <a:pt x="4574894" y="3790449"/>
                  </a:lnTo>
                  <a:close/>
                </a:path>
                <a:path w="6537959" h="5924550">
                  <a:moveTo>
                    <a:pt x="2441592" y="3828549"/>
                  </a:moveTo>
                  <a:lnTo>
                    <a:pt x="2446140" y="3841249"/>
                  </a:lnTo>
                  <a:lnTo>
                    <a:pt x="2433716" y="3841249"/>
                  </a:lnTo>
                  <a:lnTo>
                    <a:pt x="2441592" y="3828549"/>
                  </a:lnTo>
                  <a:close/>
                </a:path>
                <a:path w="6537959" h="5924550">
                  <a:moveTo>
                    <a:pt x="4834337" y="3777749"/>
                  </a:moveTo>
                  <a:lnTo>
                    <a:pt x="4852528" y="3803149"/>
                  </a:lnTo>
                  <a:lnTo>
                    <a:pt x="4821018" y="3828549"/>
                  </a:lnTo>
                  <a:lnTo>
                    <a:pt x="4802827" y="3790449"/>
                  </a:lnTo>
                  <a:lnTo>
                    <a:pt x="4834337" y="3777749"/>
                  </a:lnTo>
                  <a:close/>
                </a:path>
                <a:path w="6537959" h="5924550">
                  <a:moveTo>
                    <a:pt x="3637882" y="3803149"/>
                  </a:moveTo>
                  <a:lnTo>
                    <a:pt x="3649028" y="3828549"/>
                  </a:lnTo>
                  <a:lnTo>
                    <a:pt x="3629726" y="3828549"/>
                  </a:lnTo>
                  <a:lnTo>
                    <a:pt x="3618581" y="3815849"/>
                  </a:lnTo>
                  <a:lnTo>
                    <a:pt x="3637882" y="3803149"/>
                  </a:lnTo>
                  <a:close/>
                </a:path>
                <a:path w="6537959" h="5924550">
                  <a:moveTo>
                    <a:pt x="2691023" y="3815849"/>
                  </a:moveTo>
                  <a:lnTo>
                    <a:pt x="2700871" y="3815849"/>
                  </a:lnTo>
                  <a:lnTo>
                    <a:pt x="2706556" y="3828549"/>
                  </a:lnTo>
                  <a:lnTo>
                    <a:pt x="2696708" y="3828549"/>
                  </a:lnTo>
                  <a:lnTo>
                    <a:pt x="2691023" y="3815849"/>
                  </a:lnTo>
                  <a:close/>
                </a:path>
                <a:path w="6537959" h="5924550">
                  <a:moveTo>
                    <a:pt x="5093619" y="3752349"/>
                  </a:moveTo>
                  <a:lnTo>
                    <a:pt x="5112947" y="3790449"/>
                  </a:lnTo>
                  <a:lnTo>
                    <a:pt x="5079471" y="3815849"/>
                  </a:lnTo>
                  <a:lnTo>
                    <a:pt x="5060142" y="3777749"/>
                  </a:lnTo>
                  <a:lnTo>
                    <a:pt x="5093619" y="3752349"/>
                  </a:lnTo>
                  <a:close/>
                </a:path>
                <a:path w="6537959" h="5924550">
                  <a:moveTo>
                    <a:pt x="3897329" y="3790449"/>
                  </a:moveTo>
                  <a:lnTo>
                    <a:pt x="3910064" y="3803149"/>
                  </a:lnTo>
                  <a:lnTo>
                    <a:pt x="3888003" y="3815849"/>
                  </a:lnTo>
                  <a:lnTo>
                    <a:pt x="3875267" y="3803149"/>
                  </a:lnTo>
                  <a:lnTo>
                    <a:pt x="3897329" y="3790449"/>
                  </a:lnTo>
                  <a:close/>
                </a:path>
                <a:path w="6537959" h="5924550">
                  <a:moveTo>
                    <a:pt x="2948022" y="3803149"/>
                  </a:moveTo>
                  <a:lnTo>
                    <a:pt x="2960231" y="3803149"/>
                  </a:lnTo>
                  <a:lnTo>
                    <a:pt x="2967282" y="3815849"/>
                  </a:lnTo>
                  <a:lnTo>
                    <a:pt x="2955073" y="3815849"/>
                  </a:lnTo>
                  <a:lnTo>
                    <a:pt x="2948022" y="3803149"/>
                  </a:lnTo>
                  <a:close/>
                </a:path>
                <a:path w="6537959" h="5924550">
                  <a:moveTo>
                    <a:pt x="2023300" y="3803149"/>
                  </a:moveTo>
                  <a:lnTo>
                    <a:pt x="2025120" y="3815849"/>
                  </a:lnTo>
                  <a:lnTo>
                    <a:pt x="2020146" y="3815849"/>
                  </a:lnTo>
                  <a:lnTo>
                    <a:pt x="2023300" y="3803149"/>
                  </a:lnTo>
                  <a:close/>
                </a:path>
                <a:path w="6537959" h="5924550">
                  <a:moveTo>
                    <a:pt x="4156692" y="3765049"/>
                  </a:moveTo>
                  <a:lnTo>
                    <a:pt x="4170790" y="3790449"/>
                  </a:lnTo>
                  <a:lnTo>
                    <a:pt x="4146368" y="3803149"/>
                  </a:lnTo>
                  <a:lnTo>
                    <a:pt x="4132270" y="3777749"/>
                  </a:lnTo>
                  <a:lnTo>
                    <a:pt x="4156692" y="3765049"/>
                  </a:lnTo>
                  <a:close/>
                </a:path>
                <a:path w="6537959" h="5924550">
                  <a:moveTo>
                    <a:pt x="3219682" y="3777749"/>
                  </a:moveTo>
                  <a:lnTo>
                    <a:pt x="3228324" y="3790449"/>
                  </a:lnTo>
                  <a:lnTo>
                    <a:pt x="3213355" y="3803149"/>
                  </a:lnTo>
                  <a:lnTo>
                    <a:pt x="3204713" y="3790449"/>
                  </a:lnTo>
                  <a:lnTo>
                    <a:pt x="3219682" y="3777749"/>
                  </a:lnTo>
                  <a:close/>
                </a:path>
                <a:path w="6537959" h="5924550">
                  <a:moveTo>
                    <a:pt x="2277151" y="3790449"/>
                  </a:moveTo>
                  <a:lnTo>
                    <a:pt x="2282662" y="3790449"/>
                  </a:lnTo>
                  <a:lnTo>
                    <a:pt x="2285848" y="3803149"/>
                  </a:lnTo>
                  <a:lnTo>
                    <a:pt x="2280332" y="3803149"/>
                  </a:lnTo>
                  <a:lnTo>
                    <a:pt x="2277151" y="3790449"/>
                  </a:lnTo>
                  <a:close/>
                </a:path>
                <a:path w="6537959" h="5924550">
                  <a:moveTo>
                    <a:pt x="5353066" y="3739649"/>
                  </a:moveTo>
                  <a:lnTo>
                    <a:pt x="5373985" y="3777749"/>
                  </a:lnTo>
                  <a:lnTo>
                    <a:pt x="5337748" y="3790449"/>
                  </a:lnTo>
                  <a:lnTo>
                    <a:pt x="5316829" y="3765049"/>
                  </a:lnTo>
                  <a:lnTo>
                    <a:pt x="5353066" y="3739649"/>
                  </a:lnTo>
                  <a:close/>
                </a:path>
                <a:path w="6537959" h="5924550">
                  <a:moveTo>
                    <a:pt x="4416052" y="3752349"/>
                  </a:moveTo>
                  <a:lnTo>
                    <a:pt x="4431516" y="3777749"/>
                  </a:lnTo>
                  <a:lnTo>
                    <a:pt x="4404732" y="3790449"/>
                  </a:lnTo>
                  <a:lnTo>
                    <a:pt x="4389269" y="3765049"/>
                  </a:lnTo>
                  <a:lnTo>
                    <a:pt x="4416052" y="3752349"/>
                  </a:lnTo>
                  <a:close/>
                </a:path>
                <a:path w="6537959" h="5924550">
                  <a:moveTo>
                    <a:pt x="3479041" y="3765049"/>
                  </a:moveTo>
                  <a:lnTo>
                    <a:pt x="3489044" y="3777749"/>
                  </a:lnTo>
                  <a:lnTo>
                    <a:pt x="3471715" y="3790449"/>
                  </a:lnTo>
                  <a:lnTo>
                    <a:pt x="3461711" y="3777749"/>
                  </a:lnTo>
                  <a:lnTo>
                    <a:pt x="3479041" y="3765049"/>
                  </a:lnTo>
                  <a:close/>
                </a:path>
                <a:path w="6537959" h="5924550">
                  <a:moveTo>
                    <a:pt x="2534151" y="3777749"/>
                  </a:moveTo>
                  <a:lnTo>
                    <a:pt x="2546575" y="3777749"/>
                  </a:lnTo>
                  <a:lnTo>
                    <a:pt x="2538699" y="3790449"/>
                  </a:lnTo>
                  <a:lnTo>
                    <a:pt x="2534151" y="3777749"/>
                  </a:lnTo>
                  <a:close/>
                </a:path>
                <a:path w="6537959" h="5924550">
                  <a:moveTo>
                    <a:pt x="5612430" y="3726949"/>
                  </a:moveTo>
                  <a:lnTo>
                    <a:pt x="5634711" y="3765049"/>
                  </a:lnTo>
                  <a:lnTo>
                    <a:pt x="5596114" y="3777749"/>
                  </a:lnTo>
                  <a:lnTo>
                    <a:pt x="5573828" y="3739649"/>
                  </a:lnTo>
                  <a:lnTo>
                    <a:pt x="5612430" y="3726949"/>
                  </a:lnTo>
                  <a:close/>
                </a:path>
                <a:path w="6537959" h="5924550">
                  <a:moveTo>
                    <a:pt x="4675416" y="3739649"/>
                  </a:moveTo>
                  <a:lnTo>
                    <a:pt x="4692242" y="3765049"/>
                  </a:lnTo>
                  <a:lnTo>
                    <a:pt x="4663097" y="3777749"/>
                  </a:lnTo>
                  <a:lnTo>
                    <a:pt x="4646267" y="3752349"/>
                  </a:lnTo>
                  <a:lnTo>
                    <a:pt x="4675416" y="3739649"/>
                  </a:lnTo>
                  <a:close/>
                </a:path>
                <a:path w="6537959" h="5924550">
                  <a:moveTo>
                    <a:pt x="3738399" y="3739649"/>
                  </a:moveTo>
                  <a:lnTo>
                    <a:pt x="3749769" y="3765049"/>
                  </a:lnTo>
                  <a:lnTo>
                    <a:pt x="3730078" y="3777749"/>
                  </a:lnTo>
                  <a:lnTo>
                    <a:pt x="3718708" y="3752349"/>
                  </a:lnTo>
                  <a:lnTo>
                    <a:pt x="3738399" y="3739649"/>
                  </a:lnTo>
                  <a:close/>
                </a:path>
                <a:path w="6537959" h="5924550">
                  <a:moveTo>
                    <a:pt x="2801396" y="3752349"/>
                  </a:moveTo>
                  <a:lnTo>
                    <a:pt x="2807306" y="3765049"/>
                  </a:lnTo>
                  <a:lnTo>
                    <a:pt x="2797064" y="3777749"/>
                  </a:lnTo>
                  <a:lnTo>
                    <a:pt x="2791150" y="3765049"/>
                  </a:lnTo>
                  <a:lnTo>
                    <a:pt x="2801396" y="3752349"/>
                  </a:lnTo>
                  <a:close/>
                </a:path>
                <a:path w="6537959" h="5924550">
                  <a:moveTo>
                    <a:pt x="4934776" y="3714249"/>
                  </a:moveTo>
                  <a:lnTo>
                    <a:pt x="4952968" y="3752349"/>
                  </a:lnTo>
                  <a:lnTo>
                    <a:pt x="4921458" y="3765049"/>
                  </a:lnTo>
                  <a:lnTo>
                    <a:pt x="4903266" y="3739649"/>
                  </a:lnTo>
                  <a:lnTo>
                    <a:pt x="4934776" y="3714249"/>
                  </a:lnTo>
                  <a:close/>
                </a:path>
                <a:path w="6537959" h="5924550">
                  <a:moveTo>
                    <a:pt x="3997850" y="3726949"/>
                  </a:moveTo>
                  <a:lnTo>
                    <a:pt x="4010810" y="3752349"/>
                  </a:lnTo>
                  <a:lnTo>
                    <a:pt x="3988355" y="3765049"/>
                  </a:lnTo>
                  <a:lnTo>
                    <a:pt x="3975394" y="3739649"/>
                  </a:lnTo>
                  <a:lnTo>
                    <a:pt x="3997850" y="3726949"/>
                  </a:lnTo>
                  <a:close/>
                </a:path>
                <a:path w="6537959" h="5924550">
                  <a:moveTo>
                    <a:pt x="3060757" y="3739649"/>
                  </a:moveTo>
                  <a:lnTo>
                    <a:pt x="3068033" y="3752349"/>
                  </a:lnTo>
                  <a:lnTo>
                    <a:pt x="3055425" y="3765049"/>
                  </a:lnTo>
                  <a:lnTo>
                    <a:pt x="3048149" y="3752349"/>
                  </a:lnTo>
                  <a:lnTo>
                    <a:pt x="3060757" y="3739649"/>
                  </a:lnTo>
                  <a:close/>
                </a:path>
                <a:path w="6537959" h="5924550">
                  <a:moveTo>
                    <a:pt x="5194136" y="3701549"/>
                  </a:moveTo>
                  <a:lnTo>
                    <a:pt x="5213694" y="3726949"/>
                  </a:lnTo>
                  <a:lnTo>
                    <a:pt x="5179823" y="3752349"/>
                  </a:lnTo>
                  <a:lnTo>
                    <a:pt x="5160265" y="3714249"/>
                  </a:lnTo>
                  <a:lnTo>
                    <a:pt x="5194136" y="3701549"/>
                  </a:lnTo>
                  <a:close/>
                </a:path>
                <a:path w="6537959" h="5924550">
                  <a:moveTo>
                    <a:pt x="4257131" y="3714249"/>
                  </a:moveTo>
                  <a:lnTo>
                    <a:pt x="4271229" y="3739649"/>
                  </a:lnTo>
                  <a:lnTo>
                    <a:pt x="4246807" y="3752349"/>
                  </a:lnTo>
                  <a:lnTo>
                    <a:pt x="4232709" y="3726949"/>
                  </a:lnTo>
                  <a:lnTo>
                    <a:pt x="4257131" y="3714249"/>
                  </a:lnTo>
                  <a:close/>
                </a:path>
                <a:path w="6537959" h="5924550">
                  <a:moveTo>
                    <a:pt x="3304836" y="3726949"/>
                  </a:moveTo>
                  <a:lnTo>
                    <a:pt x="3320199" y="3726949"/>
                  </a:lnTo>
                  <a:lnTo>
                    <a:pt x="3329066" y="3739649"/>
                  </a:lnTo>
                  <a:lnTo>
                    <a:pt x="3313707" y="3752349"/>
                  </a:lnTo>
                  <a:lnTo>
                    <a:pt x="3304836" y="3726949"/>
                  </a:lnTo>
                  <a:close/>
                </a:path>
                <a:path w="6537959" h="5924550">
                  <a:moveTo>
                    <a:pt x="5453587" y="3676149"/>
                  </a:moveTo>
                  <a:lnTo>
                    <a:pt x="5474736" y="3714249"/>
                  </a:lnTo>
                  <a:lnTo>
                    <a:pt x="5438105" y="3739649"/>
                  </a:lnTo>
                  <a:lnTo>
                    <a:pt x="5416956" y="3701549"/>
                  </a:lnTo>
                  <a:lnTo>
                    <a:pt x="5453587" y="3676149"/>
                  </a:lnTo>
                  <a:close/>
                </a:path>
                <a:path w="6537959" h="5924550">
                  <a:moveTo>
                    <a:pt x="4516568" y="3688849"/>
                  </a:moveTo>
                  <a:lnTo>
                    <a:pt x="4532261" y="3714249"/>
                  </a:lnTo>
                  <a:lnTo>
                    <a:pt x="4505084" y="3739649"/>
                  </a:lnTo>
                  <a:lnTo>
                    <a:pt x="4489391" y="3714249"/>
                  </a:lnTo>
                  <a:lnTo>
                    <a:pt x="4516568" y="3688849"/>
                  </a:lnTo>
                  <a:close/>
                </a:path>
                <a:path w="6537959" h="5924550">
                  <a:moveTo>
                    <a:pt x="4775933" y="3676149"/>
                  </a:moveTo>
                  <a:lnTo>
                    <a:pt x="4792988" y="3701549"/>
                  </a:lnTo>
                  <a:lnTo>
                    <a:pt x="4763450" y="3726949"/>
                  </a:lnTo>
                  <a:lnTo>
                    <a:pt x="4746395" y="3688849"/>
                  </a:lnTo>
                  <a:lnTo>
                    <a:pt x="4775933" y="3676149"/>
                  </a:lnTo>
                  <a:close/>
                </a:path>
                <a:path w="6537959" h="5924550">
                  <a:moveTo>
                    <a:pt x="3579566" y="3701549"/>
                  </a:moveTo>
                  <a:lnTo>
                    <a:pt x="3589799" y="3726949"/>
                  </a:lnTo>
                  <a:lnTo>
                    <a:pt x="3572070" y="3726949"/>
                  </a:lnTo>
                  <a:lnTo>
                    <a:pt x="3561838" y="3714249"/>
                  </a:lnTo>
                  <a:lnTo>
                    <a:pt x="3579566" y="3701549"/>
                  </a:lnTo>
                  <a:close/>
                </a:path>
                <a:path w="6537959" h="5924550">
                  <a:moveTo>
                    <a:pt x="2642554" y="3714249"/>
                  </a:moveTo>
                  <a:lnTo>
                    <a:pt x="2647327" y="3726949"/>
                  </a:lnTo>
                  <a:lnTo>
                    <a:pt x="2634279" y="3726949"/>
                  </a:lnTo>
                  <a:lnTo>
                    <a:pt x="2642554" y="3714249"/>
                  </a:lnTo>
                  <a:close/>
                </a:path>
                <a:path w="6537959" h="5924550">
                  <a:moveTo>
                    <a:pt x="5035298" y="3663449"/>
                  </a:moveTo>
                  <a:lnTo>
                    <a:pt x="5053719" y="3688849"/>
                  </a:lnTo>
                  <a:lnTo>
                    <a:pt x="5021815" y="3714249"/>
                  </a:lnTo>
                  <a:lnTo>
                    <a:pt x="5003394" y="3676149"/>
                  </a:lnTo>
                  <a:lnTo>
                    <a:pt x="5035298" y="3663449"/>
                  </a:lnTo>
                  <a:close/>
                </a:path>
                <a:path w="6537959" h="5924550">
                  <a:moveTo>
                    <a:pt x="3838925" y="3688849"/>
                  </a:moveTo>
                  <a:lnTo>
                    <a:pt x="3850524" y="3701549"/>
                  </a:lnTo>
                  <a:lnTo>
                    <a:pt x="3830430" y="3714249"/>
                  </a:lnTo>
                  <a:lnTo>
                    <a:pt x="3818835" y="3701549"/>
                  </a:lnTo>
                  <a:lnTo>
                    <a:pt x="3838925" y="3688849"/>
                  </a:lnTo>
                  <a:close/>
                </a:path>
                <a:path w="6537959" h="5924550">
                  <a:moveTo>
                    <a:pt x="2891278" y="3701549"/>
                  </a:moveTo>
                  <a:lnTo>
                    <a:pt x="2901915" y="3701549"/>
                  </a:lnTo>
                  <a:lnTo>
                    <a:pt x="2908053" y="3714249"/>
                  </a:lnTo>
                  <a:lnTo>
                    <a:pt x="2897417" y="3714249"/>
                  </a:lnTo>
                  <a:lnTo>
                    <a:pt x="2891278" y="3701549"/>
                  </a:lnTo>
                  <a:close/>
                </a:path>
                <a:path w="6537959" h="5924550">
                  <a:moveTo>
                    <a:pt x="4098284" y="3663449"/>
                  </a:moveTo>
                  <a:lnTo>
                    <a:pt x="4111245" y="3688849"/>
                  </a:lnTo>
                  <a:lnTo>
                    <a:pt x="4088794" y="3701549"/>
                  </a:lnTo>
                  <a:lnTo>
                    <a:pt x="4075834" y="3688849"/>
                  </a:lnTo>
                  <a:lnTo>
                    <a:pt x="4098284" y="3663449"/>
                  </a:lnTo>
                  <a:close/>
                </a:path>
                <a:path w="6537959" h="5924550">
                  <a:moveTo>
                    <a:pt x="3161274" y="3676149"/>
                  </a:moveTo>
                  <a:lnTo>
                    <a:pt x="3168779" y="3688849"/>
                  </a:lnTo>
                  <a:lnTo>
                    <a:pt x="3155782" y="3701549"/>
                  </a:lnTo>
                  <a:lnTo>
                    <a:pt x="3148277" y="3688849"/>
                  </a:lnTo>
                  <a:lnTo>
                    <a:pt x="3161274" y="3676149"/>
                  </a:lnTo>
                  <a:close/>
                </a:path>
                <a:path w="6537959" h="5924550">
                  <a:moveTo>
                    <a:pt x="2220714" y="3688849"/>
                  </a:moveTo>
                  <a:lnTo>
                    <a:pt x="2224263" y="3688849"/>
                  </a:lnTo>
                  <a:lnTo>
                    <a:pt x="2226308" y="3701549"/>
                  </a:lnTo>
                  <a:lnTo>
                    <a:pt x="2222759" y="3701549"/>
                  </a:lnTo>
                  <a:lnTo>
                    <a:pt x="2220714" y="3688849"/>
                  </a:lnTo>
                  <a:close/>
                </a:path>
                <a:path w="6537959" h="5924550">
                  <a:moveTo>
                    <a:pt x="5294663" y="3638049"/>
                  </a:moveTo>
                  <a:lnTo>
                    <a:pt x="5314445" y="3676149"/>
                  </a:lnTo>
                  <a:lnTo>
                    <a:pt x="5280175" y="3688849"/>
                  </a:lnTo>
                  <a:lnTo>
                    <a:pt x="5260393" y="3663449"/>
                  </a:lnTo>
                  <a:lnTo>
                    <a:pt x="5294663" y="3638049"/>
                  </a:lnTo>
                  <a:close/>
                </a:path>
                <a:path w="6537959" h="5924550">
                  <a:moveTo>
                    <a:pt x="4357649" y="3650749"/>
                  </a:moveTo>
                  <a:lnTo>
                    <a:pt x="4371975" y="3676149"/>
                  </a:lnTo>
                  <a:lnTo>
                    <a:pt x="4347159" y="3688849"/>
                  </a:lnTo>
                  <a:lnTo>
                    <a:pt x="4332832" y="3663449"/>
                  </a:lnTo>
                  <a:lnTo>
                    <a:pt x="4357649" y="3650749"/>
                  </a:lnTo>
                  <a:close/>
                </a:path>
                <a:path w="6537959" h="5924550">
                  <a:moveTo>
                    <a:pt x="3420637" y="3663449"/>
                  </a:moveTo>
                  <a:lnTo>
                    <a:pt x="3429504" y="3676149"/>
                  </a:lnTo>
                  <a:lnTo>
                    <a:pt x="3414146" y="3688849"/>
                  </a:lnTo>
                  <a:lnTo>
                    <a:pt x="3405274" y="3676149"/>
                  </a:lnTo>
                  <a:lnTo>
                    <a:pt x="3420637" y="3663449"/>
                  </a:lnTo>
                  <a:close/>
                </a:path>
                <a:path w="6537959" h="5924550">
                  <a:moveTo>
                    <a:pt x="2477407" y="3676149"/>
                  </a:moveTo>
                  <a:lnTo>
                    <a:pt x="2487347" y="3676149"/>
                  </a:lnTo>
                  <a:lnTo>
                    <a:pt x="2481047" y="3688849"/>
                  </a:lnTo>
                  <a:lnTo>
                    <a:pt x="2477407" y="3676149"/>
                  </a:lnTo>
                  <a:close/>
                </a:path>
                <a:path w="6537959" h="5924550">
                  <a:moveTo>
                    <a:pt x="5554105" y="3625349"/>
                  </a:moveTo>
                  <a:lnTo>
                    <a:pt x="5575479" y="3663449"/>
                  </a:lnTo>
                  <a:lnTo>
                    <a:pt x="5538458" y="3676149"/>
                  </a:lnTo>
                  <a:lnTo>
                    <a:pt x="5517080" y="3638049"/>
                  </a:lnTo>
                  <a:lnTo>
                    <a:pt x="5554105" y="3625349"/>
                  </a:lnTo>
                  <a:close/>
                </a:path>
                <a:path w="6537959" h="5924550">
                  <a:moveTo>
                    <a:pt x="4617095" y="3638049"/>
                  </a:moveTo>
                  <a:lnTo>
                    <a:pt x="4633013" y="3663449"/>
                  </a:lnTo>
                  <a:lnTo>
                    <a:pt x="4605437" y="3676149"/>
                  </a:lnTo>
                  <a:lnTo>
                    <a:pt x="4589519" y="3650749"/>
                  </a:lnTo>
                  <a:lnTo>
                    <a:pt x="4617095" y="3638049"/>
                  </a:lnTo>
                  <a:close/>
                </a:path>
                <a:path w="6537959" h="5924550">
                  <a:moveTo>
                    <a:pt x="3662276" y="3650749"/>
                  </a:moveTo>
                  <a:lnTo>
                    <a:pt x="3680000" y="3650749"/>
                  </a:lnTo>
                  <a:lnTo>
                    <a:pt x="3690233" y="3663449"/>
                  </a:lnTo>
                  <a:lnTo>
                    <a:pt x="3672509" y="3676149"/>
                  </a:lnTo>
                  <a:lnTo>
                    <a:pt x="3662276" y="3650749"/>
                  </a:lnTo>
                  <a:close/>
                </a:path>
                <a:path w="6537959" h="5924550">
                  <a:moveTo>
                    <a:pt x="2734407" y="3663449"/>
                  </a:moveTo>
                  <a:lnTo>
                    <a:pt x="2748073" y="3663449"/>
                  </a:lnTo>
                  <a:lnTo>
                    <a:pt x="2739413" y="3676149"/>
                  </a:lnTo>
                  <a:lnTo>
                    <a:pt x="2734407" y="3663449"/>
                  </a:lnTo>
                  <a:close/>
                </a:path>
                <a:path w="6537959" h="5924550">
                  <a:moveTo>
                    <a:pt x="4876456" y="3612649"/>
                  </a:moveTo>
                  <a:lnTo>
                    <a:pt x="4893739" y="3650749"/>
                  </a:lnTo>
                  <a:lnTo>
                    <a:pt x="4863802" y="3663449"/>
                  </a:lnTo>
                  <a:lnTo>
                    <a:pt x="4846523" y="3638049"/>
                  </a:lnTo>
                  <a:lnTo>
                    <a:pt x="4876456" y="3612649"/>
                  </a:lnTo>
                  <a:close/>
                </a:path>
                <a:path w="6537959" h="5924550">
                  <a:moveTo>
                    <a:pt x="3939442" y="3625349"/>
                  </a:moveTo>
                  <a:lnTo>
                    <a:pt x="3951270" y="3650749"/>
                  </a:lnTo>
                  <a:lnTo>
                    <a:pt x="3930786" y="3663449"/>
                  </a:lnTo>
                  <a:lnTo>
                    <a:pt x="3918958" y="3638049"/>
                  </a:lnTo>
                  <a:lnTo>
                    <a:pt x="3939442" y="3625349"/>
                  </a:lnTo>
                  <a:close/>
                </a:path>
                <a:path w="6537959" h="5924550">
                  <a:moveTo>
                    <a:pt x="3002432" y="3638049"/>
                  </a:moveTo>
                  <a:lnTo>
                    <a:pt x="3008800" y="3650749"/>
                  </a:lnTo>
                  <a:lnTo>
                    <a:pt x="2997774" y="3663449"/>
                  </a:lnTo>
                  <a:lnTo>
                    <a:pt x="2991406" y="3650749"/>
                  </a:lnTo>
                  <a:lnTo>
                    <a:pt x="3002432" y="3638049"/>
                  </a:lnTo>
                  <a:close/>
                </a:path>
                <a:path w="6537959" h="5924550">
                  <a:moveTo>
                    <a:pt x="5135820" y="3599949"/>
                  </a:moveTo>
                  <a:lnTo>
                    <a:pt x="5154465" y="3638049"/>
                  </a:lnTo>
                  <a:lnTo>
                    <a:pt x="5122167" y="3650749"/>
                  </a:lnTo>
                  <a:lnTo>
                    <a:pt x="5103521" y="3612649"/>
                  </a:lnTo>
                  <a:lnTo>
                    <a:pt x="5135820" y="3599949"/>
                  </a:lnTo>
                  <a:close/>
                </a:path>
                <a:path w="6537959" h="5924550">
                  <a:moveTo>
                    <a:pt x="4198806" y="3612649"/>
                  </a:moveTo>
                  <a:lnTo>
                    <a:pt x="4211996" y="3638049"/>
                  </a:lnTo>
                  <a:lnTo>
                    <a:pt x="4189151" y="3650749"/>
                  </a:lnTo>
                  <a:lnTo>
                    <a:pt x="4175961" y="3625349"/>
                  </a:lnTo>
                  <a:lnTo>
                    <a:pt x="4198806" y="3612649"/>
                  </a:lnTo>
                  <a:close/>
                </a:path>
                <a:path w="6537959" h="5924550">
                  <a:moveTo>
                    <a:pt x="5395180" y="3587249"/>
                  </a:moveTo>
                  <a:lnTo>
                    <a:pt x="5415191" y="3612649"/>
                  </a:lnTo>
                  <a:lnTo>
                    <a:pt x="5380532" y="3638049"/>
                  </a:lnTo>
                  <a:lnTo>
                    <a:pt x="5360520" y="3599949"/>
                  </a:lnTo>
                  <a:lnTo>
                    <a:pt x="5395180" y="3587249"/>
                  </a:lnTo>
                  <a:close/>
                </a:path>
                <a:path w="6537959" h="5924550">
                  <a:moveTo>
                    <a:pt x="4458165" y="3599949"/>
                  </a:moveTo>
                  <a:lnTo>
                    <a:pt x="4472721" y="3625349"/>
                  </a:lnTo>
                  <a:lnTo>
                    <a:pt x="4447510" y="3638049"/>
                  </a:lnTo>
                  <a:lnTo>
                    <a:pt x="4432959" y="3612649"/>
                  </a:lnTo>
                  <a:lnTo>
                    <a:pt x="4458165" y="3599949"/>
                  </a:lnTo>
                  <a:close/>
                </a:path>
                <a:path w="6537959" h="5924550">
                  <a:moveTo>
                    <a:pt x="3248404" y="3625349"/>
                  </a:moveTo>
                  <a:lnTo>
                    <a:pt x="3261796" y="3625349"/>
                  </a:lnTo>
                  <a:lnTo>
                    <a:pt x="3269530" y="3638049"/>
                  </a:lnTo>
                  <a:lnTo>
                    <a:pt x="3256138" y="3638049"/>
                  </a:lnTo>
                  <a:lnTo>
                    <a:pt x="3248404" y="3625349"/>
                  </a:lnTo>
                  <a:close/>
                </a:path>
                <a:path w="6537959" h="5924550">
                  <a:moveTo>
                    <a:pt x="4717613" y="3574549"/>
                  </a:moveTo>
                  <a:lnTo>
                    <a:pt x="4733760" y="3599949"/>
                  </a:lnTo>
                  <a:lnTo>
                    <a:pt x="4705794" y="3625349"/>
                  </a:lnTo>
                  <a:lnTo>
                    <a:pt x="4689651" y="3587249"/>
                  </a:lnTo>
                  <a:lnTo>
                    <a:pt x="4717613" y="3574549"/>
                  </a:lnTo>
                  <a:close/>
                </a:path>
                <a:path w="6537959" h="5924550">
                  <a:moveTo>
                    <a:pt x="3521158" y="3599949"/>
                  </a:moveTo>
                  <a:lnTo>
                    <a:pt x="3530254" y="3625349"/>
                  </a:lnTo>
                  <a:lnTo>
                    <a:pt x="3514497" y="3625349"/>
                  </a:lnTo>
                  <a:lnTo>
                    <a:pt x="3505401" y="3612649"/>
                  </a:lnTo>
                  <a:lnTo>
                    <a:pt x="3521158" y="3599949"/>
                  </a:lnTo>
                  <a:close/>
                </a:path>
                <a:path w="6537959" h="5924550">
                  <a:moveTo>
                    <a:pt x="2584229" y="3612649"/>
                  </a:moveTo>
                  <a:lnTo>
                    <a:pt x="2588094" y="3625349"/>
                  </a:lnTo>
                  <a:lnTo>
                    <a:pt x="2577536" y="3625349"/>
                  </a:lnTo>
                  <a:lnTo>
                    <a:pt x="2584229" y="3612649"/>
                  </a:lnTo>
                  <a:close/>
                </a:path>
                <a:path w="6537959" h="5924550">
                  <a:moveTo>
                    <a:pt x="3780522" y="3587249"/>
                  </a:moveTo>
                  <a:lnTo>
                    <a:pt x="3790980" y="3599949"/>
                  </a:lnTo>
                  <a:lnTo>
                    <a:pt x="3772861" y="3612649"/>
                  </a:lnTo>
                  <a:lnTo>
                    <a:pt x="3762399" y="3599949"/>
                  </a:lnTo>
                  <a:lnTo>
                    <a:pt x="3780522" y="3587249"/>
                  </a:lnTo>
                  <a:close/>
                </a:path>
                <a:path w="6537959" h="5924550">
                  <a:moveTo>
                    <a:pt x="2834842" y="3599949"/>
                  </a:moveTo>
                  <a:lnTo>
                    <a:pt x="2843511" y="3599949"/>
                  </a:lnTo>
                  <a:lnTo>
                    <a:pt x="2848513" y="3612649"/>
                  </a:lnTo>
                  <a:lnTo>
                    <a:pt x="2839848" y="3612649"/>
                  </a:lnTo>
                  <a:lnTo>
                    <a:pt x="2834842" y="3599949"/>
                  </a:lnTo>
                  <a:close/>
                </a:path>
                <a:path w="6537959" h="5924550">
                  <a:moveTo>
                    <a:pt x="4976895" y="3561849"/>
                  </a:moveTo>
                  <a:lnTo>
                    <a:pt x="4994179" y="3587249"/>
                  </a:lnTo>
                  <a:lnTo>
                    <a:pt x="4964241" y="3599949"/>
                  </a:lnTo>
                  <a:lnTo>
                    <a:pt x="4946957" y="3574549"/>
                  </a:lnTo>
                  <a:lnTo>
                    <a:pt x="4976895" y="3561849"/>
                  </a:lnTo>
                  <a:close/>
                </a:path>
                <a:path w="6537959" h="5924550">
                  <a:moveTo>
                    <a:pt x="4039964" y="3574549"/>
                  </a:moveTo>
                  <a:lnTo>
                    <a:pt x="4052017" y="3587249"/>
                  </a:lnTo>
                  <a:lnTo>
                    <a:pt x="4031143" y="3599949"/>
                  </a:lnTo>
                  <a:lnTo>
                    <a:pt x="4019090" y="3587249"/>
                  </a:lnTo>
                  <a:lnTo>
                    <a:pt x="4039964" y="3574549"/>
                  </a:lnTo>
                  <a:close/>
                </a:path>
                <a:path w="6537959" h="5924550">
                  <a:moveTo>
                    <a:pt x="3091533" y="3587249"/>
                  </a:moveTo>
                  <a:lnTo>
                    <a:pt x="3109550" y="3587249"/>
                  </a:lnTo>
                  <a:lnTo>
                    <a:pt x="3098130" y="3599949"/>
                  </a:lnTo>
                  <a:lnTo>
                    <a:pt x="3091533" y="3587249"/>
                  </a:lnTo>
                  <a:close/>
                </a:path>
                <a:path w="6537959" h="5924550">
                  <a:moveTo>
                    <a:pt x="5236259" y="3536449"/>
                  </a:moveTo>
                  <a:lnTo>
                    <a:pt x="5254905" y="3574549"/>
                  </a:lnTo>
                  <a:lnTo>
                    <a:pt x="5222606" y="3587249"/>
                  </a:lnTo>
                  <a:lnTo>
                    <a:pt x="5203961" y="3561849"/>
                  </a:lnTo>
                  <a:lnTo>
                    <a:pt x="5236259" y="3536449"/>
                  </a:lnTo>
                  <a:close/>
                </a:path>
                <a:path w="6537959" h="5924550">
                  <a:moveTo>
                    <a:pt x="4299328" y="3549149"/>
                  </a:moveTo>
                  <a:lnTo>
                    <a:pt x="4312747" y="3574549"/>
                  </a:lnTo>
                  <a:lnTo>
                    <a:pt x="4289508" y="3587249"/>
                  </a:lnTo>
                  <a:lnTo>
                    <a:pt x="4276093" y="3561849"/>
                  </a:lnTo>
                  <a:lnTo>
                    <a:pt x="4299328" y="3549149"/>
                  </a:lnTo>
                  <a:close/>
                </a:path>
                <a:path w="6537959" h="5924550">
                  <a:moveTo>
                    <a:pt x="3362234" y="3561849"/>
                  </a:moveTo>
                  <a:lnTo>
                    <a:pt x="3369964" y="3574549"/>
                  </a:lnTo>
                  <a:lnTo>
                    <a:pt x="3356572" y="3587249"/>
                  </a:lnTo>
                  <a:lnTo>
                    <a:pt x="3348843" y="3574549"/>
                  </a:lnTo>
                  <a:lnTo>
                    <a:pt x="3362234" y="3561849"/>
                  </a:lnTo>
                  <a:close/>
                </a:path>
                <a:path w="6537959" h="5924550">
                  <a:moveTo>
                    <a:pt x="2420971" y="3574549"/>
                  </a:moveTo>
                  <a:lnTo>
                    <a:pt x="2427807" y="3574549"/>
                  </a:lnTo>
                  <a:lnTo>
                    <a:pt x="2423474" y="3587249"/>
                  </a:lnTo>
                  <a:lnTo>
                    <a:pt x="2420971" y="3574549"/>
                  </a:lnTo>
                  <a:close/>
                </a:path>
                <a:path w="6537959" h="5924550">
                  <a:moveTo>
                    <a:pt x="5495702" y="3523749"/>
                  </a:moveTo>
                  <a:lnTo>
                    <a:pt x="5515938" y="3561849"/>
                  </a:lnTo>
                  <a:lnTo>
                    <a:pt x="5480884" y="3574549"/>
                  </a:lnTo>
                  <a:lnTo>
                    <a:pt x="5460643" y="3549149"/>
                  </a:lnTo>
                  <a:lnTo>
                    <a:pt x="5495702" y="3523749"/>
                  </a:lnTo>
                  <a:close/>
                </a:path>
                <a:path w="6537959" h="5924550">
                  <a:moveTo>
                    <a:pt x="4558692" y="3536449"/>
                  </a:moveTo>
                  <a:lnTo>
                    <a:pt x="4573473" y="3561849"/>
                  </a:lnTo>
                  <a:lnTo>
                    <a:pt x="4547868" y="3574549"/>
                  </a:lnTo>
                  <a:lnTo>
                    <a:pt x="4533087" y="3549149"/>
                  </a:lnTo>
                  <a:lnTo>
                    <a:pt x="4558692" y="3536449"/>
                  </a:lnTo>
                  <a:close/>
                </a:path>
                <a:path w="6537959" h="5924550">
                  <a:moveTo>
                    <a:pt x="3621680" y="3549149"/>
                  </a:moveTo>
                  <a:lnTo>
                    <a:pt x="3631000" y="3561849"/>
                  </a:lnTo>
                  <a:lnTo>
                    <a:pt x="3614853" y="3574549"/>
                  </a:lnTo>
                  <a:lnTo>
                    <a:pt x="3605532" y="3561849"/>
                  </a:lnTo>
                  <a:lnTo>
                    <a:pt x="3621680" y="3549149"/>
                  </a:lnTo>
                  <a:close/>
                </a:path>
                <a:path w="6537959" h="5924550">
                  <a:moveTo>
                    <a:pt x="2677975" y="3561849"/>
                  </a:moveTo>
                  <a:lnTo>
                    <a:pt x="2688533" y="3561849"/>
                  </a:lnTo>
                  <a:lnTo>
                    <a:pt x="2681840" y="3574549"/>
                  </a:lnTo>
                  <a:lnTo>
                    <a:pt x="2677975" y="3561849"/>
                  </a:lnTo>
                  <a:close/>
                </a:path>
                <a:path w="6537959" h="5924550">
                  <a:moveTo>
                    <a:pt x="4818052" y="3523749"/>
                  </a:moveTo>
                  <a:lnTo>
                    <a:pt x="4834199" y="3549149"/>
                  </a:lnTo>
                  <a:lnTo>
                    <a:pt x="4806229" y="3561849"/>
                  </a:lnTo>
                  <a:lnTo>
                    <a:pt x="4790086" y="3536449"/>
                  </a:lnTo>
                  <a:lnTo>
                    <a:pt x="4818052" y="3523749"/>
                  </a:lnTo>
                  <a:close/>
                </a:path>
                <a:path w="6537959" h="5924550">
                  <a:moveTo>
                    <a:pt x="3881038" y="3523749"/>
                  </a:moveTo>
                  <a:lnTo>
                    <a:pt x="3891730" y="3549149"/>
                  </a:lnTo>
                  <a:lnTo>
                    <a:pt x="3873213" y="3561849"/>
                  </a:lnTo>
                  <a:lnTo>
                    <a:pt x="3862526" y="3536449"/>
                  </a:lnTo>
                  <a:lnTo>
                    <a:pt x="3881038" y="3523749"/>
                  </a:lnTo>
                  <a:close/>
                </a:path>
                <a:path w="6537959" h="5924550">
                  <a:moveTo>
                    <a:pt x="2944029" y="3536449"/>
                  </a:moveTo>
                  <a:lnTo>
                    <a:pt x="2949260" y="3549149"/>
                  </a:lnTo>
                  <a:lnTo>
                    <a:pt x="2940205" y="3561849"/>
                  </a:lnTo>
                  <a:lnTo>
                    <a:pt x="2934974" y="3549149"/>
                  </a:lnTo>
                  <a:lnTo>
                    <a:pt x="2944029" y="3536449"/>
                  </a:lnTo>
                  <a:close/>
                </a:path>
                <a:path w="6537959" h="5924550">
                  <a:moveTo>
                    <a:pt x="5077417" y="3498349"/>
                  </a:moveTo>
                  <a:lnTo>
                    <a:pt x="5094925" y="3536449"/>
                  </a:lnTo>
                  <a:lnTo>
                    <a:pt x="5064594" y="3549149"/>
                  </a:lnTo>
                  <a:lnTo>
                    <a:pt x="5047085" y="3523749"/>
                  </a:lnTo>
                  <a:lnTo>
                    <a:pt x="5077417" y="3498349"/>
                  </a:lnTo>
                  <a:close/>
                </a:path>
                <a:path w="6537959" h="5924550">
                  <a:moveTo>
                    <a:pt x="4140398" y="3511049"/>
                  </a:moveTo>
                  <a:lnTo>
                    <a:pt x="4152451" y="3536449"/>
                  </a:lnTo>
                  <a:lnTo>
                    <a:pt x="4131578" y="3549149"/>
                  </a:lnTo>
                  <a:lnTo>
                    <a:pt x="4119525" y="3523749"/>
                  </a:lnTo>
                  <a:lnTo>
                    <a:pt x="4140398" y="3511049"/>
                  </a:lnTo>
                  <a:close/>
                </a:path>
                <a:path w="6537959" h="5924550">
                  <a:moveTo>
                    <a:pt x="5336776" y="3485649"/>
                  </a:moveTo>
                  <a:lnTo>
                    <a:pt x="5355651" y="3511049"/>
                  </a:lnTo>
                  <a:lnTo>
                    <a:pt x="5322958" y="3536449"/>
                  </a:lnTo>
                  <a:lnTo>
                    <a:pt x="5304084" y="3498349"/>
                  </a:lnTo>
                  <a:lnTo>
                    <a:pt x="5336776" y="3485649"/>
                  </a:lnTo>
                  <a:close/>
                </a:path>
                <a:path w="6537959" h="5924550">
                  <a:moveTo>
                    <a:pt x="4399762" y="3498349"/>
                  </a:moveTo>
                  <a:lnTo>
                    <a:pt x="4413181" y="3523749"/>
                  </a:lnTo>
                  <a:lnTo>
                    <a:pt x="4389942" y="3536449"/>
                  </a:lnTo>
                  <a:lnTo>
                    <a:pt x="4376527" y="3511049"/>
                  </a:lnTo>
                  <a:lnTo>
                    <a:pt x="4399762" y="3498349"/>
                  </a:lnTo>
                  <a:close/>
                </a:path>
                <a:path w="6537959" h="5924550">
                  <a:moveTo>
                    <a:pt x="3203392" y="3523749"/>
                  </a:moveTo>
                  <a:lnTo>
                    <a:pt x="3209985" y="3536449"/>
                  </a:lnTo>
                  <a:lnTo>
                    <a:pt x="3191967" y="3536449"/>
                  </a:lnTo>
                  <a:lnTo>
                    <a:pt x="3203392" y="3523749"/>
                  </a:lnTo>
                  <a:close/>
                </a:path>
                <a:path w="6537959" h="5924550">
                  <a:moveTo>
                    <a:pt x="4659209" y="3472949"/>
                  </a:moveTo>
                  <a:lnTo>
                    <a:pt x="4674220" y="3498349"/>
                  </a:lnTo>
                  <a:lnTo>
                    <a:pt x="4648225" y="3523749"/>
                  </a:lnTo>
                  <a:lnTo>
                    <a:pt x="4633215" y="3498349"/>
                  </a:lnTo>
                  <a:lnTo>
                    <a:pt x="4659209" y="3472949"/>
                  </a:lnTo>
                  <a:close/>
                </a:path>
                <a:path w="6537959" h="5924550">
                  <a:moveTo>
                    <a:pt x="3448965" y="3511049"/>
                  </a:moveTo>
                  <a:lnTo>
                    <a:pt x="3462755" y="3511049"/>
                  </a:lnTo>
                  <a:lnTo>
                    <a:pt x="3470714" y="3523749"/>
                  </a:lnTo>
                  <a:lnTo>
                    <a:pt x="3456923" y="3523749"/>
                  </a:lnTo>
                  <a:lnTo>
                    <a:pt x="3448965" y="3511049"/>
                  </a:lnTo>
                  <a:close/>
                </a:path>
                <a:path w="6537959" h="5924550">
                  <a:moveTo>
                    <a:pt x="3722197" y="3485649"/>
                  </a:moveTo>
                  <a:lnTo>
                    <a:pt x="3731746" y="3511049"/>
                  </a:lnTo>
                  <a:lnTo>
                    <a:pt x="3715210" y="3511049"/>
                  </a:lnTo>
                  <a:lnTo>
                    <a:pt x="3705660" y="3498349"/>
                  </a:lnTo>
                  <a:lnTo>
                    <a:pt x="3722197" y="3485649"/>
                  </a:lnTo>
                  <a:close/>
                </a:path>
                <a:path w="6537959" h="5924550">
                  <a:moveTo>
                    <a:pt x="2778099" y="3498349"/>
                  </a:moveTo>
                  <a:lnTo>
                    <a:pt x="2785186" y="3498349"/>
                  </a:lnTo>
                  <a:lnTo>
                    <a:pt x="2789280" y="3511049"/>
                  </a:lnTo>
                  <a:lnTo>
                    <a:pt x="2782192" y="3511049"/>
                  </a:lnTo>
                  <a:lnTo>
                    <a:pt x="2778099" y="3498349"/>
                  </a:lnTo>
                  <a:close/>
                </a:path>
                <a:path w="6537959" h="5924550">
                  <a:moveTo>
                    <a:pt x="4918569" y="3460249"/>
                  </a:moveTo>
                  <a:lnTo>
                    <a:pt x="4934946" y="3485649"/>
                  </a:lnTo>
                  <a:lnTo>
                    <a:pt x="4906590" y="3498349"/>
                  </a:lnTo>
                  <a:lnTo>
                    <a:pt x="4890214" y="3472949"/>
                  </a:lnTo>
                  <a:lnTo>
                    <a:pt x="4918569" y="3460249"/>
                  </a:lnTo>
                  <a:close/>
                </a:path>
                <a:path w="6537959" h="5924550">
                  <a:moveTo>
                    <a:pt x="3981561" y="3472949"/>
                  </a:moveTo>
                  <a:lnTo>
                    <a:pt x="3992472" y="3485649"/>
                  </a:lnTo>
                  <a:lnTo>
                    <a:pt x="3973569" y="3498349"/>
                  </a:lnTo>
                  <a:lnTo>
                    <a:pt x="3962658" y="3485649"/>
                  </a:lnTo>
                  <a:lnTo>
                    <a:pt x="3981561" y="3472949"/>
                  </a:lnTo>
                  <a:close/>
                </a:path>
                <a:path w="6537959" h="5924550">
                  <a:moveTo>
                    <a:pt x="3035101" y="3485649"/>
                  </a:moveTo>
                  <a:lnTo>
                    <a:pt x="3044555" y="3485649"/>
                  </a:lnTo>
                  <a:lnTo>
                    <a:pt x="3050011" y="3498349"/>
                  </a:lnTo>
                  <a:lnTo>
                    <a:pt x="3040557" y="3498349"/>
                  </a:lnTo>
                  <a:lnTo>
                    <a:pt x="3035101" y="3485649"/>
                  </a:lnTo>
                  <a:close/>
                </a:path>
                <a:path w="6537959" h="5924550">
                  <a:moveTo>
                    <a:pt x="5177934" y="3447549"/>
                  </a:moveTo>
                  <a:lnTo>
                    <a:pt x="5195672" y="3472949"/>
                  </a:lnTo>
                  <a:lnTo>
                    <a:pt x="5164950" y="3485649"/>
                  </a:lnTo>
                  <a:lnTo>
                    <a:pt x="5147217" y="3460249"/>
                  </a:lnTo>
                  <a:lnTo>
                    <a:pt x="5177934" y="3447549"/>
                  </a:lnTo>
                  <a:close/>
                </a:path>
                <a:path w="6537959" h="5924550">
                  <a:moveTo>
                    <a:pt x="4219657" y="3460249"/>
                  </a:moveTo>
                  <a:lnTo>
                    <a:pt x="4240925" y="3460249"/>
                  </a:lnTo>
                  <a:lnTo>
                    <a:pt x="4253207" y="3472949"/>
                  </a:lnTo>
                  <a:lnTo>
                    <a:pt x="4231934" y="3485649"/>
                  </a:lnTo>
                  <a:lnTo>
                    <a:pt x="4219657" y="3460249"/>
                  </a:lnTo>
                  <a:close/>
                </a:path>
                <a:path w="6537959" h="5924550">
                  <a:moveTo>
                    <a:pt x="3303914" y="3460249"/>
                  </a:moveTo>
                  <a:lnTo>
                    <a:pt x="3310735" y="3472949"/>
                  </a:lnTo>
                  <a:lnTo>
                    <a:pt x="3298921" y="3485649"/>
                  </a:lnTo>
                  <a:lnTo>
                    <a:pt x="3292099" y="3472949"/>
                  </a:lnTo>
                  <a:lnTo>
                    <a:pt x="3303914" y="3460249"/>
                  </a:lnTo>
                  <a:close/>
                </a:path>
                <a:path w="6537959" h="5924550">
                  <a:moveTo>
                    <a:pt x="2364539" y="3472949"/>
                  </a:moveTo>
                  <a:lnTo>
                    <a:pt x="2366900" y="3472949"/>
                  </a:lnTo>
                  <a:lnTo>
                    <a:pt x="2368267" y="3485649"/>
                  </a:lnTo>
                  <a:lnTo>
                    <a:pt x="2365906" y="3485649"/>
                  </a:lnTo>
                  <a:lnTo>
                    <a:pt x="2364539" y="3472949"/>
                  </a:lnTo>
                  <a:close/>
                </a:path>
                <a:path w="6537959" h="5924550">
                  <a:moveTo>
                    <a:pt x="5437299" y="3422149"/>
                  </a:moveTo>
                  <a:lnTo>
                    <a:pt x="5456398" y="3460249"/>
                  </a:lnTo>
                  <a:lnTo>
                    <a:pt x="5423316" y="3472949"/>
                  </a:lnTo>
                  <a:lnTo>
                    <a:pt x="5404212" y="3447549"/>
                  </a:lnTo>
                  <a:lnTo>
                    <a:pt x="5437299" y="3422149"/>
                  </a:lnTo>
                  <a:close/>
                </a:path>
                <a:path w="6537959" h="5924550">
                  <a:moveTo>
                    <a:pt x="4500284" y="3434849"/>
                  </a:moveTo>
                  <a:lnTo>
                    <a:pt x="4513928" y="3460249"/>
                  </a:lnTo>
                  <a:lnTo>
                    <a:pt x="4490299" y="3472949"/>
                  </a:lnTo>
                  <a:lnTo>
                    <a:pt x="4476655" y="3447549"/>
                  </a:lnTo>
                  <a:lnTo>
                    <a:pt x="4500284" y="3434849"/>
                  </a:lnTo>
                  <a:close/>
                </a:path>
                <a:path w="6537959" h="5924550">
                  <a:moveTo>
                    <a:pt x="3563272" y="3447549"/>
                  </a:moveTo>
                  <a:lnTo>
                    <a:pt x="3571460" y="3460249"/>
                  </a:lnTo>
                  <a:lnTo>
                    <a:pt x="3557284" y="3472949"/>
                  </a:lnTo>
                  <a:lnTo>
                    <a:pt x="3549096" y="3460249"/>
                  </a:lnTo>
                  <a:lnTo>
                    <a:pt x="3563272" y="3447549"/>
                  </a:lnTo>
                  <a:close/>
                </a:path>
                <a:path w="6537959" h="5924550">
                  <a:moveTo>
                    <a:pt x="2621539" y="3460249"/>
                  </a:moveTo>
                  <a:lnTo>
                    <a:pt x="2628993" y="3460249"/>
                  </a:lnTo>
                  <a:lnTo>
                    <a:pt x="2624267" y="3472949"/>
                  </a:lnTo>
                  <a:lnTo>
                    <a:pt x="2621539" y="3460249"/>
                  </a:lnTo>
                  <a:close/>
                </a:path>
                <a:path w="6537959" h="5924550">
                  <a:moveTo>
                    <a:pt x="4759732" y="3422149"/>
                  </a:moveTo>
                  <a:lnTo>
                    <a:pt x="4774966" y="3447549"/>
                  </a:lnTo>
                  <a:lnTo>
                    <a:pt x="4748577" y="3460249"/>
                  </a:lnTo>
                  <a:lnTo>
                    <a:pt x="4733343" y="3434849"/>
                  </a:lnTo>
                  <a:lnTo>
                    <a:pt x="4759732" y="3422149"/>
                  </a:lnTo>
                  <a:close/>
                </a:path>
                <a:path w="6537959" h="5924550">
                  <a:moveTo>
                    <a:pt x="3805782" y="3434849"/>
                  </a:moveTo>
                  <a:lnTo>
                    <a:pt x="3822723" y="3434849"/>
                  </a:lnTo>
                  <a:lnTo>
                    <a:pt x="3832502" y="3447549"/>
                  </a:lnTo>
                  <a:lnTo>
                    <a:pt x="3815561" y="3460249"/>
                  </a:lnTo>
                  <a:lnTo>
                    <a:pt x="3805782" y="3434849"/>
                  </a:lnTo>
                  <a:close/>
                </a:path>
                <a:path w="6537959" h="5924550">
                  <a:moveTo>
                    <a:pt x="2878226" y="3447549"/>
                  </a:moveTo>
                  <a:lnTo>
                    <a:pt x="2890031" y="3447549"/>
                  </a:lnTo>
                  <a:lnTo>
                    <a:pt x="2882549" y="3460249"/>
                  </a:lnTo>
                  <a:lnTo>
                    <a:pt x="2878226" y="3447549"/>
                  </a:lnTo>
                  <a:close/>
                </a:path>
                <a:path w="6537959" h="5924550">
                  <a:moveTo>
                    <a:pt x="5019096" y="3396749"/>
                  </a:moveTo>
                  <a:lnTo>
                    <a:pt x="5035697" y="3434849"/>
                  </a:lnTo>
                  <a:lnTo>
                    <a:pt x="5006942" y="3447549"/>
                  </a:lnTo>
                  <a:lnTo>
                    <a:pt x="4990342" y="3422149"/>
                  </a:lnTo>
                  <a:lnTo>
                    <a:pt x="5019096" y="3396749"/>
                  </a:lnTo>
                  <a:close/>
                </a:path>
                <a:path w="6537959" h="5924550">
                  <a:moveTo>
                    <a:pt x="4082082" y="3409449"/>
                  </a:moveTo>
                  <a:lnTo>
                    <a:pt x="4093223" y="3434849"/>
                  </a:lnTo>
                  <a:lnTo>
                    <a:pt x="4073926" y="3447549"/>
                  </a:lnTo>
                  <a:lnTo>
                    <a:pt x="4062781" y="3422149"/>
                  </a:lnTo>
                  <a:lnTo>
                    <a:pt x="4082082" y="3409449"/>
                  </a:lnTo>
                  <a:close/>
                </a:path>
                <a:path w="6537959" h="5924550">
                  <a:moveTo>
                    <a:pt x="5278456" y="3384049"/>
                  </a:moveTo>
                  <a:lnTo>
                    <a:pt x="5296423" y="3409449"/>
                  </a:lnTo>
                  <a:lnTo>
                    <a:pt x="5265307" y="3434849"/>
                  </a:lnTo>
                  <a:lnTo>
                    <a:pt x="5247340" y="3396749"/>
                  </a:lnTo>
                  <a:lnTo>
                    <a:pt x="5278456" y="3384049"/>
                  </a:lnTo>
                  <a:close/>
                </a:path>
                <a:path w="6537959" h="5924550">
                  <a:moveTo>
                    <a:pt x="4341441" y="3396749"/>
                  </a:moveTo>
                  <a:lnTo>
                    <a:pt x="4353948" y="3422149"/>
                  </a:lnTo>
                  <a:lnTo>
                    <a:pt x="4332286" y="3434849"/>
                  </a:lnTo>
                  <a:lnTo>
                    <a:pt x="4319779" y="3409449"/>
                  </a:lnTo>
                  <a:lnTo>
                    <a:pt x="4341441" y="3396749"/>
                  </a:lnTo>
                  <a:close/>
                </a:path>
                <a:path w="6537959" h="5924550">
                  <a:moveTo>
                    <a:pt x="3145072" y="3422149"/>
                  </a:moveTo>
                  <a:lnTo>
                    <a:pt x="3150757" y="3434849"/>
                  </a:lnTo>
                  <a:lnTo>
                    <a:pt x="3135224" y="3434849"/>
                  </a:lnTo>
                  <a:lnTo>
                    <a:pt x="3145072" y="3422149"/>
                  </a:lnTo>
                  <a:close/>
                </a:path>
                <a:path w="6537959" h="5924550">
                  <a:moveTo>
                    <a:pt x="4600806" y="3384049"/>
                  </a:moveTo>
                  <a:lnTo>
                    <a:pt x="4614679" y="3396749"/>
                  </a:lnTo>
                  <a:lnTo>
                    <a:pt x="4590651" y="3422149"/>
                  </a:lnTo>
                  <a:lnTo>
                    <a:pt x="4576778" y="3396749"/>
                  </a:lnTo>
                  <a:lnTo>
                    <a:pt x="4600806" y="3384049"/>
                  </a:lnTo>
                  <a:close/>
                </a:path>
                <a:path w="6537959" h="5924550">
                  <a:moveTo>
                    <a:pt x="3392226" y="3409449"/>
                  </a:moveTo>
                  <a:lnTo>
                    <a:pt x="3404435" y="3409449"/>
                  </a:lnTo>
                  <a:lnTo>
                    <a:pt x="3411481" y="3422149"/>
                  </a:lnTo>
                  <a:lnTo>
                    <a:pt x="3399272" y="3422149"/>
                  </a:lnTo>
                  <a:lnTo>
                    <a:pt x="3392226" y="3409449"/>
                  </a:lnTo>
                  <a:close/>
                </a:path>
                <a:path w="6537959" h="5924550">
                  <a:moveTo>
                    <a:pt x="3663793" y="3384049"/>
                  </a:moveTo>
                  <a:lnTo>
                    <a:pt x="3672206" y="3409449"/>
                  </a:lnTo>
                  <a:lnTo>
                    <a:pt x="3657636" y="3409449"/>
                  </a:lnTo>
                  <a:lnTo>
                    <a:pt x="3649224" y="3396749"/>
                  </a:lnTo>
                  <a:lnTo>
                    <a:pt x="3663793" y="3384049"/>
                  </a:lnTo>
                  <a:close/>
                </a:path>
                <a:path w="6537959" h="5924550">
                  <a:moveTo>
                    <a:pt x="2726783" y="3396749"/>
                  </a:moveTo>
                  <a:lnTo>
                    <a:pt x="2729740" y="3409449"/>
                  </a:lnTo>
                  <a:lnTo>
                    <a:pt x="2721667" y="3409449"/>
                  </a:lnTo>
                  <a:lnTo>
                    <a:pt x="2726783" y="3396749"/>
                  </a:lnTo>
                  <a:close/>
                </a:path>
                <a:path w="6537959" h="5924550">
                  <a:moveTo>
                    <a:pt x="4860171" y="3358649"/>
                  </a:moveTo>
                  <a:lnTo>
                    <a:pt x="4875406" y="3384049"/>
                  </a:lnTo>
                  <a:lnTo>
                    <a:pt x="4849017" y="3396749"/>
                  </a:lnTo>
                  <a:lnTo>
                    <a:pt x="4833782" y="3371349"/>
                  </a:lnTo>
                  <a:lnTo>
                    <a:pt x="4860171" y="3358649"/>
                  </a:lnTo>
                  <a:close/>
                </a:path>
                <a:path w="6537959" h="5924550">
                  <a:moveTo>
                    <a:pt x="3923157" y="3371349"/>
                  </a:moveTo>
                  <a:lnTo>
                    <a:pt x="3932936" y="3384049"/>
                  </a:lnTo>
                  <a:lnTo>
                    <a:pt x="3916001" y="3396749"/>
                  </a:lnTo>
                  <a:lnTo>
                    <a:pt x="3906222" y="3384049"/>
                  </a:lnTo>
                  <a:lnTo>
                    <a:pt x="3923157" y="3371349"/>
                  </a:lnTo>
                  <a:close/>
                </a:path>
                <a:path w="6537959" h="5924550">
                  <a:moveTo>
                    <a:pt x="2978353" y="3384049"/>
                  </a:moveTo>
                  <a:lnTo>
                    <a:pt x="2986230" y="3384049"/>
                  </a:lnTo>
                  <a:lnTo>
                    <a:pt x="2990777" y="3396749"/>
                  </a:lnTo>
                  <a:lnTo>
                    <a:pt x="2982901" y="3396749"/>
                  </a:lnTo>
                  <a:lnTo>
                    <a:pt x="2978353" y="3384049"/>
                  </a:lnTo>
                  <a:close/>
                </a:path>
                <a:path w="6537959" h="5924550">
                  <a:moveTo>
                    <a:pt x="5119531" y="3345949"/>
                  </a:moveTo>
                  <a:lnTo>
                    <a:pt x="5136132" y="3371349"/>
                  </a:lnTo>
                  <a:lnTo>
                    <a:pt x="5107382" y="3384049"/>
                  </a:lnTo>
                  <a:lnTo>
                    <a:pt x="5090781" y="3358649"/>
                  </a:lnTo>
                  <a:lnTo>
                    <a:pt x="5119531" y="3345949"/>
                  </a:lnTo>
                  <a:close/>
                </a:path>
                <a:path w="6537959" h="5924550">
                  <a:moveTo>
                    <a:pt x="4182521" y="3358649"/>
                  </a:moveTo>
                  <a:lnTo>
                    <a:pt x="4193662" y="3371349"/>
                  </a:lnTo>
                  <a:lnTo>
                    <a:pt x="4174365" y="3384049"/>
                  </a:lnTo>
                  <a:lnTo>
                    <a:pt x="4163220" y="3371349"/>
                  </a:lnTo>
                  <a:lnTo>
                    <a:pt x="4182521" y="3358649"/>
                  </a:lnTo>
                  <a:close/>
                </a:path>
                <a:path w="6537959" h="5924550">
                  <a:moveTo>
                    <a:pt x="3235351" y="3371349"/>
                  </a:moveTo>
                  <a:lnTo>
                    <a:pt x="3251503" y="3371349"/>
                  </a:lnTo>
                  <a:lnTo>
                    <a:pt x="3241265" y="3384049"/>
                  </a:lnTo>
                  <a:lnTo>
                    <a:pt x="3235351" y="3371349"/>
                  </a:lnTo>
                  <a:close/>
                </a:path>
                <a:path w="6537959" h="5924550">
                  <a:moveTo>
                    <a:pt x="5378978" y="3320549"/>
                  </a:moveTo>
                  <a:lnTo>
                    <a:pt x="5397170" y="3358649"/>
                  </a:lnTo>
                  <a:lnTo>
                    <a:pt x="5365660" y="3371349"/>
                  </a:lnTo>
                  <a:lnTo>
                    <a:pt x="5347468" y="3345949"/>
                  </a:lnTo>
                  <a:lnTo>
                    <a:pt x="5378978" y="3320549"/>
                  </a:lnTo>
                  <a:close/>
                </a:path>
                <a:path w="6537959" h="5924550">
                  <a:moveTo>
                    <a:pt x="4441964" y="3333249"/>
                  </a:moveTo>
                  <a:lnTo>
                    <a:pt x="4454700" y="3358649"/>
                  </a:lnTo>
                  <a:lnTo>
                    <a:pt x="4432643" y="3371349"/>
                  </a:lnTo>
                  <a:lnTo>
                    <a:pt x="4419907" y="3345949"/>
                  </a:lnTo>
                  <a:lnTo>
                    <a:pt x="4441964" y="3333249"/>
                  </a:lnTo>
                  <a:close/>
                </a:path>
                <a:path w="6537959" h="5924550">
                  <a:moveTo>
                    <a:pt x="3504873" y="3345949"/>
                  </a:moveTo>
                  <a:lnTo>
                    <a:pt x="3511920" y="3358649"/>
                  </a:lnTo>
                  <a:lnTo>
                    <a:pt x="3499711" y="3371349"/>
                  </a:lnTo>
                  <a:lnTo>
                    <a:pt x="3492665" y="3358649"/>
                  </a:lnTo>
                  <a:lnTo>
                    <a:pt x="3504873" y="3345949"/>
                  </a:lnTo>
                  <a:close/>
                </a:path>
                <a:path w="6537959" h="5924550">
                  <a:moveTo>
                    <a:pt x="2564791" y="3358649"/>
                  </a:moveTo>
                  <a:lnTo>
                    <a:pt x="2569765" y="3358649"/>
                  </a:lnTo>
                  <a:lnTo>
                    <a:pt x="2566611" y="3371349"/>
                  </a:lnTo>
                  <a:lnTo>
                    <a:pt x="2564791" y="3358649"/>
                  </a:lnTo>
                  <a:close/>
                </a:path>
                <a:path w="6537959" h="5924550">
                  <a:moveTo>
                    <a:pt x="4701328" y="3320549"/>
                  </a:moveTo>
                  <a:lnTo>
                    <a:pt x="4715426" y="3345949"/>
                  </a:lnTo>
                  <a:lnTo>
                    <a:pt x="4691004" y="3358649"/>
                  </a:lnTo>
                  <a:lnTo>
                    <a:pt x="4676906" y="3333249"/>
                  </a:lnTo>
                  <a:lnTo>
                    <a:pt x="4701328" y="3320549"/>
                  </a:lnTo>
                  <a:close/>
                </a:path>
                <a:path w="6537959" h="5924550">
                  <a:moveTo>
                    <a:pt x="3764315" y="3333249"/>
                  </a:moveTo>
                  <a:lnTo>
                    <a:pt x="3772957" y="3345949"/>
                  </a:lnTo>
                  <a:lnTo>
                    <a:pt x="3757988" y="3358649"/>
                  </a:lnTo>
                  <a:lnTo>
                    <a:pt x="3749346" y="3345949"/>
                  </a:lnTo>
                  <a:lnTo>
                    <a:pt x="3764315" y="3333249"/>
                  </a:lnTo>
                  <a:close/>
                </a:path>
                <a:path w="6537959" h="5924550">
                  <a:moveTo>
                    <a:pt x="4960693" y="3307849"/>
                  </a:moveTo>
                  <a:lnTo>
                    <a:pt x="4976157" y="3333249"/>
                  </a:lnTo>
                  <a:lnTo>
                    <a:pt x="4949374" y="3345949"/>
                  </a:lnTo>
                  <a:lnTo>
                    <a:pt x="4933910" y="3320549"/>
                  </a:lnTo>
                  <a:lnTo>
                    <a:pt x="4960693" y="3307849"/>
                  </a:lnTo>
                  <a:close/>
                </a:path>
                <a:path w="6537959" h="5924550">
                  <a:moveTo>
                    <a:pt x="4006349" y="3320549"/>
                  </a:moveTo>
                  <a:lnTo>
                    <a:pt x="4023679" y="3320549"/>
                  </a:lnTo>
                  <a:lnTo>
                    <a:pt x="4033682" y="3333249"/>
                  </a:lnTo>
                  <a:lnTo>
                    <a:pt x="4016353" y="3345949"/>
                  </a:lnTo>
                  <a:lnTo>
                    <a:pt x="4006349" y="3320549"/>
                  </a:lnTo>
                  <a:close/>
                </a:path>
                <a:path w="6537959" h="5924550">
                  <a:moveTo>
                    <a:pt x="5220053" y="3282449"/>
                  </a:moveTo>
                  <a:lnTo>
                    <a:pt x="5236883" y="3320549"/>
                  </a:lnTo>
                  <a:lnTo>
                    <a:pt x="5207734" y="3333249"/>
                  </a:lnTo>
                  <a:lnTo>
                    <a:pt x="5190908" y="3307849"/>
                  </a:lnTo>
                  <a:lnTo>
                    <a:pt x="5220053" y="3282449"/>
                  </a:lnTo>
                  <a:close/>
                </a:path>
                <a:path w="6537959" h="5924550">
                  <a:moveTo>
                    <a:pt x="4283043" y="3295149"/>
                  </a:moveTo>
                  <a:lnTo>
                    <a:pt x="4294412" y="3320549"/>
                  </a:lnTo>
                  <a:lnTo>
                    <a:pt x="4274717" y="3333249"/>
                  </a:lnTo>
                  <a:lnTo>
                    <a:pt x="4263347" y="3307849"/>
                  </a:lnTo>
                  <a:lnTo>
                    <a:pt x="4283043" y="3295149"/>
                  </a:lnTo>
                  <a:close/>
                </a:path>
                <a:path w="6537959" h="5924550">
                  <a:moveTo>
                    <a:pt x="3086668" y="3320549"/>
                  </a:moveTo>
                  <a:lnTo>
                    <a:pt x="3091216" y="3333249"/>
                  </a:lnTo>
                  <a:lnTo>
                    <a:pt x="3078792" y="3333249"/>
                  </a:lnTo>
                  <a:lnTo>
                    <a:pt x="3086668" y="3320549"/>
                  </a:lnTo>
                  <a:close/>
                </a:path>
                <a:path w="6537959" h="5924550">
                  <a:moveTo>
                    <a:pt x="4542486" y="3282449"/>
                  </a:moveTo>
                  <a:lnTo>
                    <a:pt x="4555451" y="3307849"/>
                  </a:lnTo>
                  <a:lnTo>
                    <a:pt x="4532995" y="3320549"/>
                  </a:lnTo>
                  <a:lnTo>
                    <a:pt x="4520035" y="3295149"/>
                  </a:lnTo>
                  <a:lnTo>
                    <a:pt x="4542486" y="3282449"/>
                  </a:lnTo>
                  <a:close/>
                </a:path>
                <a:path w="6537959" h="5924550">
                  <a:moveTo>
                    <a:pt x="3346114" y="3307849"/>
                  </a:moveTo>
                  <a:lnTo>
                    <a:pt x="3352253" y="3320549"/>
                  </a:lnTo>
                  <a:lnTo>
                    <a:pt x="3335477" y="3320549"/>
                  </a:lnTo>
                  <a:lnTo>
                    <a:pt x="3346114" y="3307849"/>
                  </a:lnTo>
                  <a:close/>
                </a:path>
                <a:path w="6537959" h="5924550">
                  <a:moveTo>
                    <a:pt x="3592787" y="3295149"/>
                  </a:moveTo>
                  <a:lnTo>
                    <a:pt x="3605390" y="3295149"/>
                  </a:lnTo>
                  <a:lnTo>
                    <a:pt x="3612666" y="3307849"/>
                  </a:lnTo>
                  <a:lnTo>
                    <a:pt x="3600067" y="3307849"/>
                  </a:lnTo>
                  <a:lnTo>
                    <a:pt x="3592787" y="3295149"/>
                  </a:lnTo>
                  <a:close/>
                </a:path>
                <a:path w="6537959" h="5924550">
                  <a:moveTo>
                    <a:pt x="4801850" y="3257049"/>
                  </a:moveTo>
                  <a:lnTo>
                    <a:pt x="4816177" y="3282449"/>
                  </a:lnTo>
                  <a:lnTo>
                    <a:pt x="4791361" y="3295149"/>
                  </a:lnTo>
                  <a:lnTo>
                    <a:pt x="4777034" y="3282449"/>
                  </a:lnTo>
                  <a:lnTo>
                    <a:pt x="4801850" y="3257049"/>
                  </a:lnTo>
                  <a:close/>
                </a:path>
                <a:path w="6537959" h="5924550">
                  <a:moveTo>
                    <a:pt x="3864837" y="3269749"/>
                  </a:moveTo>
                  <a:lnTo>
                    <a:pt x="3873708" y="3282449"/>
                  </a:lnTo>
                  <a:lnTo>
                    <a:pt x="3858345" y="3295149"/>
                  </a:lnTo>
                  <a:lnTo>
                    <a:pt x="3849474" y="3282449"/>
                  </a:lnTo>
                  <a:lnTo>
                    <a:pt x="3864837" y="3269749"/>
                  </a:lnTo>
                  <a:close/>
                </a:path>
                <a:path w="6537959" h="5924550">
                  <a:moveTo>
                    <a:pt x="2921917" y="3282449"/>
                  </a:moveTo>
                  <a:lnTo>
                    <a:pt x="2927826" y="3282449"/>
                  </a:lnTo>
                  <a:lnTo>
                    <a:pt x="2931238" y="3295149"/>
                  </a:lnTo>
                  <a:lnTo>
                    <a:pt x="2925328" y="3295149"/>
                  </a:lnTo>
                  <a:lnTo>
                    <a:pt x="2921917" y="3282449"/>
                  </a:lnTo>
                  <a:close/>
                </a:path>
                <a:path w="6537959" h="5924550">
                  <a:moveTo>
                    <a:pt x="5061210" y="3244349"/>
                  </a:moveTo>
                  <a:lnTo>
                    <a:pt x="5076903" y="3269749"/>
                  </a:lnTo>
                  <a:lnTo>
                    <a:pt x="5049726" y="3282449"/>
                  </a:lnTo>
                  <a:lnTo>
                    <a:pt x="5034033" y="3257049"/>
                  </a:lnTo>
                  <a:lnTo>
                    <a:pt x="5061210" y="3244349"/>
                  </a:lnTo>
                  <a:close/>
                </a:path>
                <a:path w="6537959" h="5924550">
                  <a:moveTo>
                    <a:pt x="4124196" y="3257049"/>
                  </a:moveTo>
                  <a:lnTo>
                    <a:pt x="4134429" y="3269749"/>
                  </a:lnTo>
                  <a:lnTo>
                    <a:pt x="4116709" y="3282449"/>
                  </a:lnTo>
                  <a:lnTo>
                    <a:pt x="4106476" y="3269749"/>
                  </a:lnTo>
                  <a:lnTo>
                    <a:pt x="4124196" y="3257049"/>
                  </a:lnTo>
                  <a:close/>
                </a:path>
                <a:path w="6537959" h="5924550">
                  <a:moveTo>
                    <a:pt x="3178915" y="3269749"/>
                  </a:moveTo>
                  <a:lnTo>
                    <a:pt x="3191962" y="3269749"/>
                  </a:lnTo>
                  <a:lnTo>
                    <a:pt x="3183692" y="3282449"/>
                  </a:lnTo>
                  <a:lnTo>
                    <a:pt x="3178915" y="3269749"/>
                  </a:lnTo>
                  <a:close/>
                </a:path>
                <a:path w="6537959" h="5924550">
                  <a:moveTo>
                    <a:pt x="5320575" y="3231649"/>
                  </a:moveTo>
                  <a:lnTo>
                    <a:pt x="5337630" y="3257049"/>
                  </a:lnTo>
                  <a:lnTo>
                    <a:pt x="5308091" y="3269749"/>
                  </a:lnTo>
                  <a:lnTo>
                    <a:pt x="5291036" y="3244349"/>
                  </a:lnTo>
                  <a:lnTo>
                    <a:pt x="5320575" y="3231649"/>
                  </a:lnTo>
                  <a:close/>
                </a:path>
                <a:path w="6537959" h="5924550">
                  <a:moveTo>
                    <a:pt x="4363475" y="3244349"/>
                  </a:moveTo>
                  <a:lnTo>
                    <a:pt x="4383560" y="3244349"/>
                  </a:lnTo>
                  <a:lnTo>
                    <a:pt x="4395155" y="3257049"/>
                  </a:lnTo>
                  <a:lnTo>
                    <a:pt x="4375070" y="3269749"/>
                  </a:lnTo>
                  <a:lnTo>
                    <a:pt x="4363475" y="3244349"/>
                  </a:lnTo>
                  <a:close/>
                </a:path>
                <a:path w="6537959" h="5924550">
                  <a:moveTo>
                    <a:pt x="3446548" y="3244349"/>
                  </a:moveTo>
                  <a:lnTo>
                    <a:pt x="3452687" y="3257049"/>
                  </a:lnTo>
                  <a:lnTo>
                    <a:pt x="3442055" y="3269749"/>
                  </a:lnTo>
                  <a:lnTo>
                    <a:pt x="3435916" y="3257049"/>
                  </a:lnTo>
                  <a:lnTo>
                    <a:pt x="3446548" y="3244349"/>
                  </a:lnTo>
                  <a:close/>
                </a:path>
                <a:path w="6537959" h="5924550">
                  <a:moveTo>
                    <a:pt x="2508047" y="3257049"/>
                  </a:moveTo>
                  <a:lnTo>
                    <a:pt x="2510532" y="3257049"/>
                  </a:lnTo>
                  <a:lnTo>
                    <a:pt x="2508955" y="3269749"/>
                  </a:lnTo>
                  <a:lnTo>
                    <a:pt x="2508047" y="3257049"/>
                  </a:lnTo>
                  <a:close/>
                </a:path>
                <a:path w="6537959" h="5924550">
                  <a:moveTo>
                    <a:pt x="4642920" y="3218949"/>
                  </a:moveTo>
                  <a:lnTo>
                    <a:pt x="4655886" y="3244349"/>
                  </a:lnTo>
                  <a:lnTo>
                    <a:pt x="4633435" y="3257049"/>
                  </a:lnTo>
                  <a:lnTo>
                    <a:pt x="4620474" y="3231649"/>
                  </a:lnTo>
                  <a:lnTo>
                    <a:pt x="4642920" y="3218949"/>
                  </a:lnTo>
                  <a:close/>
                </a:path>
                <a:path w="6537959" h="5924550">
                  <a:moveTo>
                    <a:pt x="3705912" y="3231649"/>
                  </a:moveTo>
                  <a:lnTo>
                    <a:pt x="3713417" y="3244349"/>
                  </a:lnTo>
                  <a:lnTo>
                    <a:pt x="3700419" y="3257049"/>
                  </a:lnTo>
                  <a:lnTo>
                    <a:pt x="3692914" y="3244349"/>
                  </a:lnTo>
                  <a:lnTo>
                    <a:pt x="3705912" y="3231649"/>
                  </a:lnTo>
                  <a:close/>
                </a:path>
                <a:path w="6537959" h="5924550">
                  <a:moveTo>
                    <a:pt x="4902290" y="3206249"/>
                  </a:moveTo>
                  <a:lnTo>
                    <a:pt x="4916617" y="3231649"/>
                  </a:lnTo>
                  <a:lnTo>
                    <a:pt x="4891800" y="3244349"/>
                  </a:lnTo>
                  <a:lnTo>
                    <a:pt x="4877473" y="3218949"/>
                  </a:lnTo>
                  <a:lnTo>
                    <a:pt x="4902290" y="3206249"/>
                  </a:lnTo>
                  <a:close/>
                </a:path>
                <a:path w="6537959" h="5924550">
                  <a:moveTo>
                    <a:pt x="3949601" y="3218949"/>
                  </a:moveTo>
                  <a:lnTo>
                    <a:pt x="3965353" y="3218949"/>
                  </a:lnTo>
                  <a:lnTo>
                    <a:pt x="3974449" y="3231649"/>
                  </a:lnTo>
                  <a:lnTo>
                    <a:pt x="3958697" y="3244349"/>
                  </a:lnTo>
                  <a:lnTo>
                    <a:pt x="3949601" y="3218949"/>
                  </a:lnTo>
                  <a:close/>
                </a:path>
                <a:path w="6537959" h="5924550">
                  <a:moveTo>
                    <a:pt x="5161732" y="3180849"/>
                  </a:moveTo>
                  <a:lnTo>
                    <a:pt x="5177650" y="3218949"/>
                  </a:lnTo>
                  <a:lnTo>
                    <a:pt x="5150078" y="3231649"/>
                  </a:lnTo>
                  <a:lnTo>
                    <a:pt x="5134160" y="3206249"/>
                  </a:lnTo>
                  <a:lnTo>
                    <a:pt x="5161732" y="3180849"/>
                  </a:lnTo>
                  <a:close/>
                </a:path>
                <a:path w="6537959" h="5924550">
                  <a:moveTo>
                    <a:pt x="4224635" y="3193549"/>
                  </a:moveTo>
                  <a:lnTo>
                    <a:pt x="4234868" y="3218949"/>
                  </a:lnTo>
                  <a:lnTo>
                    <a:pt x="4217144" y="3231649"/>
                  </a:lnTo>
                  <a:lnTo>
                    <a:pt x="4206911" y="3206249"/>
                  </a:lnTo>
                  <a:lnTo>
                    <a:pt x="4224635" y="3193549"/>
                  </a:lnTo>
                  <a:close/>
                </a:path>
                <a:path w="6537959" h="5924550">
                  <a:moveTo>
                    <a:pt x="4484082" y="3180849"/>
                  </a:moveTo>
                  <a:lnTo>
                    <a:pt x="4495910" y="3206249"/>
                  </a:lnTo>
                  <a:lnTo>
                    <a:pt x="4475426" y="3218949"/>
                  </a:lnTo>
                  <a:lnTo>
                    <a:pt x="4463598" y="3193549"/>
                  </a:lnTo>
                  <a:lnTo>
                    <a:pt x="4484082" y="3180849"/>
                  </a:lnTo>
                  <a:close/>
                </a:path>
                <a:path w="6537959" h="5924550">
                  <a:moveTo>
                    <a:pt x="3287711" y="3206249"/>
                  </a:moveTo>
                  <a:lnTo>
                    <a:pt x="3292712" y="3218949"/>
                  </a:lnTo>
                  <a:lnTo>
                    <a:pt x="3279041" y="3218949"/>
                  </a:lnTo>
                  <a:lnTo>
                    <a:pt x="3287711" y="3206249"/>
                  </a:lnTo>
                  <a:close/>
                </a:path>
                <a:path w="6537959" h="5924550">
                  <a:moveTo>
                    <a:pt x="3536044" y="3193549"/>
                  </a:moveTo>
                  <a:lnTo>
                    <a:pt x="3547069" y="3193549"/>
                  </a:lnTo>
                  <a:lnTo>
                    <a:pt x="3553438" y="3206249"/>
                  </a:lnTo>
                  <a:lnTo>
                    <a:pt x="3542407" y="3206249"/>
                  </a:lnTo>
                  <a:lnTo>
                    <a:pt x="3536044" y="3193549"/>
                  </a:lnTo>
                  <a:close/>
                </a:path>
                <a:path w="6537959" h="5924550">
                  <a:moveTo>
                    <a:pt x="4743443" y="3168149"/>
                  </a:moveTo>
                  <a:lnTo>
                    <a:pt x="4756632" y="3180849"/>
                  </a:lnTo>
                  <a:lnTo>
                    <a:pt x="4733787" y="3193549"/>
                  </a:lnTo>
                  <a:lnTo>
                    <a:pt x="4720597" y="3180849"/>
                  </a:lnTo>
                  <a:lnTo>
                    <a:pt x="4743443" y="3168149"/>
                  </a:lnTo>
                  <a:close/>
                </a:path>
                <a:path w="6537959" h="5924550">
                  <a:moveTo>
                    <a:pt x="3793042" y="3180849"/>
                  </a:moveTo>
                  <a:lnTo>
                    <a:pt x="3806433" y="3180849"/>
                  </a:lnTo>
                  <a:lnTo>
                    <a:pt x="3814163" y="3193549"/>
                  </a:lnTo>
                  <a:lnTo>
                    <a:pt x="3800771" y="3193549"/>
                  </a:lnTo>
                  <a:lnTo>
                    <a:pt x="3793042" y="3180849"/>
                  </a:lnTo>
                  <a:close/>
                </a:path>
                <a:path w="6537959" h="5924550">
                  <a:moveTo>
                    <a:pt x="2869423" y="3180849"/>
                  </a:moveTo>
                  <a:lnTo>
                    <a:pt x="2871697" y="3193549"/>
                  </a:lnTo>
                  <a:lnTo>
                    <a:pt x="2865485" y="3193549"/>
                  </a:lnTo>
                  <a:lnTo>
                    <a:pt x="2869423" y="3180849"/>
                  </a:lnTo>
                  <a:close/>
                </a:path>
                <a:path w="6537959" h="5924550">
                  <a:moveTo>
                    <a:pt x="5002807" y="3142749"/>
                  </a:moveTo>
                  <a:lnTo>
                    <a:pt x="5017363" y="3168149"/>
                  </a:lnTo>
                  <a:lnTo>
                    <a:pt x="4992153" y="3180849"/>
                  </a:lnTo>
                  <a:lnTo>
                    <a:pt x="4977601" y="3155449"/>
                  </a:lnTo>
                  <a:lnTo>
                    <a:pt x="5002807" y="3142749"/>
                  </a:lnTo>
                  <a:close/>
                </a:path>
                <a:path w="6537959" h="5924550">
                  <a:moveTo>
                    <a:pt x="4065880" y="3155449"/>
                  </a:moveTo>
                  <a:lnTo>
                    <a:pt x="4075205" y="3168149"/>
                  </a:lnTo>
                  <a:lnTo>
                    <a:pt x="4059053" y="3180849"/>
                  </a:lnTo>
                  <a:lnTo>
                    <a:pt x="4049728" y="3168149"/>
                  </a:lnTo>
                  <a:lnTo>
                    <a:pt x="4065880" y="3155449"/>
                  </a:lnTo>
                  <a:close/>
                </a:path>
                <a:path w="6537959" h="5924550">
                  <a:moveTo>
                    <a:pt x="3122171" y="3168149"/>
                  </a:moveTo>
                  <a:lnTo>
                    <a:pt x="3128869" y="3168149"/>
                  </a:lnTo>
                  <a:lnTo>
                    <a:pt x="3132734" y="3180849"/>
                  </a:lnTo>
                  <a:lnTo>
                    <a:pt x="3126036" y="3180849"/>
                  </a:lnTo>
                  <a:lnTo>
                    <a:pt x="3122171" y="3168149"/>
                  </a:lnTo>
                  <a:close/>
                </a:path>
                <a:path w="6537959" h="5924550">
                  <a:moveTo>
                    <a:pt x="5262254" y="3130049"/>
                  </a:moveTo>
                  <a:lnTo>
                    <a:pt x="5278401" y="3155449"/>
                  </a:lnTo>
                  <a:lnTo>
                    <a:pt x="5250435" y="3168149"/>
                  </a:lnTo>
                  <a:lnTo>
                    <a:pt x="5234288" y="3142749"/>
                  </a:lnTo>
                  <a:lnTo>
                    <a:pt x="5262254" y="3130049"/>
                  </a:lnTo>
                  <a:close/>
                </a:path>
                <a:path w="6537959" h="5924550">
                  <a:moveTo>
                    <a:pt x="4325157" y="3142749"/>
                  </a:moveTo>
                  <a:lnTo>
                    <a:pt x="4335615" y="3155449"/>
                  </a:lnTo>
                  <a:lnTo>
                    <a:pt x="4317496" y="3168149"/>
                  </a:lnTo>
                  <a:lnTo>
                    <a:pt x="4307039" y="3155449"/>
                  </a:lnTo>
                  <a:lnTo>
                    <a:pt x="4325157" y="3142749"/>
                  </a:lnTo>
                  <a:close/>
                </a:path>
                <a:path w="6537959" h="5924550">
                  <a:moveTo>
                    <a:pt x="3379480" y="3155449"/>
                  </a:moveTo>
                  <a:lnTo>
                    <a:pt x="3393147" y="3155449"/>
                  </a:lnTo>
                  <a:lnTo>
                    <a:pt x="3384482" y="3168149"/>
                  </a:lnTo>
                  <a:lnTo>
                    <a:pt x="3379480" y="3155449"/>
                  </a:lnTo>
                  <a:close/>
                </a:path>
                <a:path w="6537959" h="5924550">
                  <a:moveTo>
                    <a:pt x="4584604" y="3117349"/>
                  </a:moveTo>
                  <a:lnTo>
                    <a:pt x="4596653" y="3142749"/>
                  </a:lnTo>
                  <a:lnTo>
                    <a:pt x="4575779" y="3155449"/>
                  </a:lnTo>
                  <a:lnTo>
                    <a:pt x="4563726" y="3130049"/>
                  </a:lnTo>
                  <a:lnTo>
                    <a:pt x="4584604" y="3117349"/>
                  </a:lnTo>
                  <a:close/>
                </a:path>
                <a:path w="6537959" h="5924550">
                  <a:moveTo>
                    <a:pt x="3647591" y="3130049"/>
                  </a:moveTo>
                  <a:lnTo>
                    <a:pt x="3654183" y="3142749"/>
                  </a:lnTo>
                  <a:lnTo>
                    <a:pt x="3642763" y="3155449"/>
                  </a:lnTo>
                  <a:lnTo>
                    <a:pt x="3636166" y="3142749"/>
                  </a:lnTo>
                  <a:lnTo>
                    <a:pt x="3647591" y="3130049"/>
                  </a:lnTo>
                  <a:close/>
                </a:path>
                <a:path w="6537959" h="5924550">
                  <a:moveTo>
                    <a:pt x="4843964" y="3104649"/>
                  </a:moveTo>
                  <a:lnTo>
                    <a:pt x="4857383" y="3130049"/>
                  </a:lnTo>
                  <a:lnTo>
                    <a:pt x="4834144" y="3142749"/>
                  </a:lnTo>
                  <a:lnTo>
                    <a:pt x="4820725" y="3117349"/>
                  </a:lnTo>
                  <a:lnTo>
                    <a:pt x="4843964" y="3104649"/>
                  </a:lnTo>
                  <a:close/>
                </a:path>
                <a:path w="6537959" h="5924550">
                  <a:moveTo>
                    <a:pt x="3906950" y="3117349"/>
                  </a:moveTo>
                  <a:lnTo>
                    <a:pt x="3914909" y="3130049"/>
                  </a:lnTo>
                  <a:lnTo>
                    <a:pt x="3901123" y="3142749"/>
                  </a:lnTo>
                  <a:lnTo>
                    <a:pt x="3893164" y="3130049"/>
                  </a:lnTo>
                  <a:lnTo>
                    <a:pt x="3906950" y="3117349"/>
                  </a:lnTo>
                  <a:close/>
                </a:path>
                <a:path w="6537959" h="5924550">
                  <a:moveTo>
                    <a:pt x="5103329" y="3091949"/>
                  </a:moveTo>
                  <a:lnTo>
                    <a:pt x="5118109" y="3117349"/>
                  </a:lnTo>
                  <a:lnTo>
                    <a:pt x="5092504" y="3130049"/>
                  </a:lnTo>
                  <a:lnTo>
                    <a:pt x="5077724" y="3104649"/>
                  </a:lnTo>
                  <a:lnTo>
                    <a:pt x="5103329" y="3091949"/>
                  </a:lnTo>
                  <a:close/>
                </a:path>
                <a:path w="6537959" h="5924550">
                  <a:moveTo>
                    <a:pt x="4150162" y="3104649"/>
                  </a:moveTo>
                  <a:lnTo>
                    <a:pt x="4166310" y="3104649"/>
                  </a:lnTo>
                  <a:lnTo>
                    <a:pt x="4175635" y="3117349"/>
                  </a:lnTo>
                  <a:lnTo>
                    <a:pt x="4159487" y="3130049"/>
                  </a:lnTo>
                  <a:lnTo>
                    <a:pt x="4150162" y="3104649"/>
                  </a:lnTo>
                  <a:close/>
                </a:path>
                <a:path w="6537959" h="5924550">
                  <a:moveTo>
                    <a:pt x="3229385" y="3104649"/>
                  </a:moveTo>
                  <a:lnTo>
                    <a:pt x="3233479" y="3117349"/>
                  </a:lnTo>
                  <a:lnTo>
                    <a:pt x="3222297" y="3117349"/>
                  </a:lnTo>
                  <a:lnTo>
                    <a:pt x="3229385" y="3104649"/>
                  </a:lnTo>
                  <a:close/>
                </a:path>
                <a:path w="6537959" h="5924550">
                  <a:moveTo>
                    <a:pt x="4425679" y="3079249"/>
                  </a:moveTo>
                  <a:lnTo>
                    <a:pt x="4436366" y="3104649"/>
                  </a:lnTo>
                  <a:lnTo>
                    <a:pt x="4417853" y="3104649"/>
                  </a:lnTo>
                  <a:lnTo>
                    <a:pt x="4407166" y="3091949"/>
                  </a:lnTo>
                  <a:lnTo>
                    <a:pt x="4425679" y="3079249"/>
                  </a:lnTo>
                  <a:close/>
                </a:path>
                <a:path w="6537959" h="5924550">
                  <a:moveTo>
                    <a:pt x="3479607" y="3091949"/>
                  </a:moveTo>
                  <a:lnTo>
                    <a:pt x="3488666" y="3091949"/>
                  </a:lnTo>
                  <a:lnTo>
                    <a:pt x="3493897" y="3104649"/>
                  </a:lnTo>
                  <a:lnTo>
                    <a:pt x="3484838" y="3104649"/>
                  </a:lnTo>
                  <a:lnTo>
                    <a:pt x="3479607" y="3091949"/>
                  </a:lnTo>
                  <a:close/>
                </a:path>
                <a:path w="6537959" h="5924550">
                  <a:moveTo>
                    <a:pt x="4685122" y="3066549"/>
                  </a:moveTo>
                  <a:lnTo>
                    <a:pt x="4697404" y="3079249"/>
                  </a:lnTo>
                  <a:lnTo>
                    <a:pt x="4676132" y="3091949"/>
                  </a:lnTo>
                  <a:lnTo>
                    <a:pt x="4663854" y="3079249"/>
                  </a:lnTo>
                  <a:lnTo>
                    <a:pt x="4685122" y="3066549"/>
                  </a:lnTo>
                  <a:close/>
                </a:path>
                <a:path w="6537959" h="5924550">
                  <a:moveTo>
                    <a:pt x="3736605" y="3079249"/>
                  </a:moveTo>
                  <a:lnTo>
                    <a:pt x="3748030" y="3079249"/>
                  </a:lnTo>
                  <a:lnTo>
                    <a:pt x="3754623" y="3091949"/>
                  </a:lnTo>
                  <a:lnTo>
                    <a:pt x="3743198" y="3091949"/>
                  </a:lnTo>
                  <a:lnTo>
                    <a:pt x="3736605" y="3079249"/>
                  </a:lnTo>
                  <a:close/>
                </a:path>
                <a:path w="6537959" h="5924550">
                  <a:moveTo>
                    <a:pt x="4944404" y="3041149"/>
                  </a:moveTo>
                  <a:lnTo>
                    <a:pt x="4957823" y="3066549"/>
                  </a:lnTo>
                  <a:lnTo>
                    <a:pt x="4934584" y="3079249"/>
                  </a:lnTo>
                  <a:lnTo>
                    <a:pt x="4921165" y="3053849"/>
                  </a:lnTo>
                  <a:lnTo>
                    <a:pt x="4944404" y="3041149"/>
                  </a:lnTo>
                  <a:close/>
                </a:path>
                <a:path w="6537959" h="5924550">
                  <a:moveTo>
                    <a:pt x="4007476" y="3053849"/>
                  </a:moveTo>
                  <a:lnTo>
                    <a:pt x="4015660" y="3066549"/>
                  </a:lnTo>
                  <a:lnTo>
                    <a:pt x="4001480" y="3079249"/>
                  </a:lnTo>
                  <a:lnTo>
                    <a:pt x="3993292" y="3066549"/>
                  </a:lnTo>
                  <a:lnTo>
                    <a:pt x="4007476" y="3053849"/>
                  </a:lnTo>
                  <a:close/>
                </a:path>
                <a:path w="6537959" h="5924550">
                  <a:moveTo>
                    <a:pt x="3065734" y="3066549"/>
                  </a:moveTo>
                  <a:lnTo>
                    <a:pt x="3070466" y="3066549"/>
                  </a:lnTo>
                  <a:lnTo>
                    <a:pt x="3073194" y="3079249"/>
                  </a:lnTo>
                  <a:lnTo>
                    <a:pt x="3068462" y="3079249"/>
                  </a:lnTo>
                  <a:lnTo>
                    <a:pt x="3065734" y="3066549"/>
                  </a:lnTo>
                  <a:close/>
                </a:path>
                <a:path w="6537959" h="5924550">
                  <a:moveTo>
                    <a:pt x="5203851" y="3028449"/>
                  </a:moveTo>
                  <a:lnTo>
                    <a:pt x="5218861" y="3053849"/>
                  </a:lnTo>
                  <a:lnTo>
                    <a:pt x="5192862" y="3066549"/>
                  </a:lnTo>
                  <a:lnTo>
                    <a:pt x="5177852" y="3041149"/>
                  </a:lnTo>
                  <a:lnTo>
                    <a:pt x="5203851" y="3028449"/>
                  </a:lnTo>
                  <a:close/>
                </a:path>
                <a:path w="6537959" h="5924550">
                  <a:moveTo>
                    <a:pt x="4266837" y="3041149"/>
                  </a:moveTo>
                  <a:lnTo>
                    <a:pt x="4276386" y="3053849"/>
                  </a:lnTo>
                  <a:lnTo>
                    <a:pt x="4259840" y="3066549"/>
                  </a:lnTo>
                  <a:lnTo>
                    <a:pt x="4250291" y="3053849"/>
                  </a:lnTo>
                  <a:lnTo>
                    <a:pt x="4266837" y="3041149"/>
                  </a:lnTo>
                  <a:close/>
                </a:path>
                <a:path w="6537959" h="5924550">
                  <a:moveTo>
                    <a:pt x="3322424" y="3053849"/>
                  </a:moveTo>
                  <a:lnTo>
                    <a:pt x="3334230" y="3053849"/>
                  </a:lnTo>
                  <a:lnTo>
                    <a:pt x="3326743" y="3066549"/>
                  </a:lnTo>
                  <a:lnTo>
                    <a:pt x="3322424" y="3053849"/>
                  </a:lnTo>
                  <a:close/>
                </a:path>
                <a:path w="6537959" h="5924550">
                  <a:moveTo>
                    <a:pt x="4507294" y="3028449"/>
                  </a:moveTo>
                  <a:lnTo>
                    <a:pt x="4526201" y="3028449"/>
                  </a:lnTo>
                  <a:lnTo>
                    <a:pt x="4537117" y="3041149"/>
                  </a:lnTo>
                  <a:lnTo>
                    <a:pt x="4518210" y="3053849"/>
                  </a:lnTo>
                  <a:lnTo>
                    <a:pt x="4507294" y="3028449"/>
                  </a:lnTo>
                  <a:close/>
                </a:path>
                <a:path w="6537959" h="5924550">
                  <a:moveTo>
                    <a:pt x="3589183" y="3028449"/>
                  </a:moveTo>
                  <a:lnTo>
                    <a:pt x="3594643" y="3041149"/>
                  </a:lnTo>
                  <a:lnTo>
                    <a:pt x="3585190" y="3053849"/>
                  </a:lnTo>
                  <a:lnTo>
                    <a:pt x="3579730" y="3041149"/>
                  </a:lnTo>
                  <a:lnTo>
                    <a:pt x="3589183" y="3028449"/>
                  </a:lnTo>
                  <a:close/>
                </a:path>
                <a:path w="6537959" h="5924550">
                  <a:moveTo>
                    <a:pt x="4785648" y="3003049"/>
                  </a:moveTo>
                  <a:lnTo>
                    <a:pt x="4798155" y="3028449"/>
                  </a:lnTo>
                  <a:lnTo>
                    <a:pt x="4776493" y="3041149"/>
                  </a:lnTo>
                  <a:lnTo>
                    <a:pt x="4763986" y="3015749"/>
                  </a:lnTo>
                  <a:lnTo>
                    <a:pt x="4785648" y="3003049"/>
                  </a:lnTo>
                  <a:close/>
                </a:path>
                <a:path w="6537959" h="5924550">
                  <a:moveTo>
                    <a:pt x="3848547" y="3015749"/>
                  </a:moveTo>
                  <a:lnTo>
                    <a:pt x="3855369" y="3028449"/>
                  </a:lnTo>
                  <a:lnTo>
                    <a:pt x="3843554" y="3041149"/>
                  </a:lnTo>
                  <a:lnTo>
                    <a:pt x="3836732" y="3028449"/>
                  </a:lnTo>
                  <a:lnTo>
                    <a:pt x="3848547" y="3015749"/>
                  </a:lnTo>
                  <a:close/>
                </a:path>
                <a:path w="6537959" h="5924550">
                  <a:moveTo>
                    <a:pt x="5044921" y="2990349"/>
                  </a:moveTo>
                  <a:lnTo>
                    <a:pt x="5058565" y="3015749"/>
                  </a:lnTo>
                  <a:lnTo>
                    <a:pt x="5034936" y="3028449"/>
                  </a:lnTo>
                  <a:lnTo>
                    <a:pt x="5021292" y="3003049"/>
                  </a:lnTo>
                  <a:lnTo>
                    <a:pt x="5044921" y="2990349"/>
                  </a:lnTo>
                  <a:close/>
                </a:path>
                <a:path w="6537959" h="5924550">
                  <a:moveTo>
                    <a:pt x="4093731" y="3003049"/>
                  </a:moveTo>
                  <a:lnTo>
                    <a:pt x="4107911" y="3003049"/>
                  </a:lnTo>
                  <a:lnTo>
                    <a:pt x="4116095" y="3015749"/>
                  </a:lnTo>
                  <a:lnTo>
                    <a:pt x="4101919" y="3028449"/>
                  </a:lnTo>
                  <a:lnTo>
                    <a:pt x="4093731" y="3003049"/>
                  </a:lnTo>
                  <a:close/>
                </a:path>
                <a:path w="6537959" h="5924550">
                  <a:moveTo>
                    <a:pt x="4367354" y="2977649"/>
                  </a:moveTo>
                  <a:lnTo>
                    <a:pt x="4377133" y="3003049"/>
                  </a:lnTo>
                  <a:lnTo>
                    <a:pt x="4360197" y="3003049"/>
                  </a:lnTo>
                  <a:lnTo>
                    <a:pt x="4350418" y="2990349"/>
                  </a:lnTo>
                  <a:lnTo>
                    <a:pt x="4367354" y="2977649"/>
                  </a:lnTo>
                  <a:close/>
                </a:path>
                <a:path w="6537959" h="5924550">
                  <a:moveTo>
                    <a:pt x="3430346" y="2990349"/>
                  </a:moveTo>
                  <a:lnTo>
                    <a:pt x="3434664" y="3003049"/>
                  </a:lnTo>
                  <a:lnTo>
                    <a:pt x="3422864" y="3003049"/>
                  </a:lnTo>
                  <a:lnTo>
                    <a:pt x="3430346" y="2990349"/>
                  </a:lnTo>
                  <a:close/>
                </a:path>
                <a:path w="6537959" h="5924550">
                  <a:moveTo>
                    <a:pt x="4626719" y="2964949"/>
                  </a:moveTo>
                  <a:lnTo>
                    <a:pt x="4637859" y="2990349"/>
                  </a:lnTo>
                  <a:lnTo>
                    <a:pt x="4618563" y="2990349"/>
                  </a:lnTo>
                  <a:lnTo>
                    <a:pt x="4607417" y="2977649"/>
                  </a:lnTo>
                  <a:lnTo>
                    <a:pt x="4626719" y="2964949"/>
                  </a:lnTo>
                  <a:close/>
                </a:path>
                <a:path w="6537959" h="5924550">
                  <a:moveTo>
                    <a:pt x="3679857" y="2977649"/>
                  </a:moveTo>
                  <a:lnTo>
                    <a:pt x="3689709" y="2977649"/>
                  </a:lnTo>
                  <a:lnTo>
                    <a:pt x="3695394" y="2990349"/>
                  </a:lnTo>
                  <a:lnTo>
                    <a:pt x="3685542" y="2990349"/>
                  </a:lnTo>
                  <a:lnTo>
                    <a:pt x="3679857" y="2977649"/>
                  </a:lnTo>
                  <a:close/>
                </a:path>
                <a:path w="6537959" h="5924550">
                  <a:moveTo>
                    <a:pt x="4886088" y="2952249"/>
                  </a:moveTo>
                  <a:lnTo>
                    <a:pt x="4898594" y="2964949"/>
                  </a:lnTo>
                  <a:lnTo>
                    <a:pt x="4876928" y="2977649"/>
                  </a:lnTo>
                  <a:lnTo>
                    <a:pt x="4864421" y="2964949"/>
                  </a:lnTo>
                  <a:lnTo>
                    <a:pt x="4886088" y="2952249"/>
                  </a:lnTo>
                  <a:close/>
                </a:path>
                <a:path w="6537959" h="5924550">
                  <a:moveTo>
                    <a:pt x="3936860" y="2964949"/>
                  </a:moveTo>
                  <a:lnTo>
                    <a:pt x="3956120" y="2964949"/>
                  </a:lnTo>
                  <a:lnTo>
                    <a:pt x="3943906" y="2977649"/>
                  </a:lnTo>
                  <a:lnTo>
                    <a:pt x="3936860" y="2964949"/>
                  </a:lnTo>
                  <a:close/>
                </a:path>
                <a:path w="6537959" h="5924550">
                  <a:moveTo>
                    <a:pt x="3012058" y="2964949"/>
                  </a:moveTo>
                  <a:lnTo>
                    <a:pt x="3013653" y="2977649"/>
                  </a:lnTo>
                  <a:lnTo>
                    <a:pt x="3009298" y="2977649"/>
                  </a:lnTo>
                  <a:lnTo>
                    <a:pt x="3012058" y="2964949"/>
                  </a:lnTo>
                  <a:close/>
                </a:path>
                <a:path w="6537959" h="5924550">
                  <a:moveTo>
                    <a:pt x="5145448" y="2926849"/>
                  </a:moveTo>
                  <a:lnTo>
                    <a:pt x="5159316" y="2952249"/>
                  </a:lnTo>
                  <a:lnTo>
                    <a:pt x="5135289" y="2964949"/>
                  </a:lnTo>
                  <a:lnTo>
                    <a:pt x="5121420" y="2939549"/>
                  </a:lnTo>
                  <a:lnTo>
                    <a:pt x="5145448" y="2926849"/>
                  </a:lnTo>
                  <a:close/>
                </a:path>
                <a:path w="6537959" h="5924550">
                  <a:moveTo>
                    <a:pt x="4208433" y="2939549"/>
                  </a:moveTo>
                  <a:lnTo>
                    <a:pt x="4216846" y="2952249"/>
                  </a:lnTo>
                  <a:lnTo>
                    <a:pt x="4202272" y="2964949"/>
                  </a:lnTo>
                  <a:lnTo>
                    <a:pt x="4193859" y="2952249"/>
                  </a:lnTo>
                  <a:lnTo>
                    <a:pt x="4208433" y="2939549"/>
                  </a:lnTo>
                  <a:close/>
                </a:path>
                <a:path w="6537959" h="5924550">
                  <a:moveTo>
                    <a:pt x="3265993" y="2952249"/>
                  </a:moveTo>
                  <a:lnTo>
                    <a:pt x="3274689" y="2952249"/>
                  </a:lnTo>
                  <a:lnTo>
                    <a:pt x="3269174" y="2964949"/>
                  </a:lnTo>
                  <a:lnTo>
                    <a:pt x="3265993" y="2952249"/>
                  </a:lnTo>
                  <a:close/>
                </a:path>
                <a:path w="6537959" h="5924550">
                  <a:moveTo>
                    <a:pt x="4467793" y="2926849"/>
                  </a:moveTo>
                  <a:lnTo>
                    <a:pt x="4477572" y="2939549"/>
                  </a:lnTo>
                  <a:lnTo>
                    <a:pt x="4460637" y="2952249"/>
                  </a:lnTo>
                  <a:lnTo>
                    <a:pt x="4450858" y="2939549"/>
                  </a:lnTo>
                  <a:lnTo>
                    <a:pt x="4467793" y="2926849"/>
                  </a:lnTo>
                  <a:close/>
                </a:path>
                <a:path w="6537959" h="5924550">
                  <a:moveTo>
                    <a:pt x="3522990" y="2939549"/>
                  </a:moveTo>
                  <a:lnTo>
                    <a:pt x="3535415" y="2939549"/>
                  </a:lnTo>
                  <a:lnTo>
                    <a:pt x="3527538" y="2952249"/>
                  </a:lnTo>
                  <a:lnTo>
                    <a:pt x="3522990" y="2939549"/>
                  </a:lnTo>
                  <a:close/>
                </a:path>
                <a:path w="6537959" h="5924550">
                  <a:moveTo>
                    <a:pt x="4727240" y="2901449"/>
                  </a:moveTo>
                  <a:lnTo>
                    <a:pt x="4738610" y="2926849"/>
                  </a:lnTo>
                  <a:lnTo>
                    <a:pt x="4718919" y="2939549"/>
                  </a:lnTo>
                  <a:lnTo>
                    <a:pt x="4707549" y="2914149"/>
                  </a:lnTo>
                  <a:lnTo>
                    <a:pt x="4727240" y="2901449"/>
                  </a:lnTo>
                  <a:close/>
                </a:path>
                <a:path w="6537959" h="5924550">
                  <a:moveTo>
                    <a:pt x="3790226" y="2914149"/>
                  </a:moveTo>
                  <a:lnTo>
                    <a:pt x="3796140" y="2926849"/>
                  </a:lnTo>
                  <a:lnTo>
                    <a:pt x="3785898" y="2939549"/>
                  </a:lnTo>
                  <a:lnTo>
                    <a:pt x="3779989" y="2926849"/>
                  </a:lnTo>
                  <a:lnTo>
                    <a:pt x="3790226" y="2914149"/>
                  </a:lnTo>
                  <a:close/>
                </a:path>
                <a:path w="6537959" h="5924550">
                  <a:moveTo>
                    <a:pt x="4986605" y="2888749"/>
                  </a:moveTo>
                  <a:lnTo>
                    <a:pt x="4999336" y="2914149"/>
                  </a:lnTo>
                  <a:lnTo>
                    <a:pt x="4977284" y="2926849"/>
                  </a:lnTo>
                  <a:lnTo>
                    <a:pt x="4964548" y="2901449"/>
                  </a:lnTo>
                  <a:lnTo>
                    <a:pt x="4986605" y="2888749"/>
                  </a:lnTo>
                  <a:close/>
                </a:path>
                <a:path w="6537959" h="5924550">
                  <a:moveTo>
                    <a:pt x="4049590" y="2901449"/>
                  </a:moveTo>
                  <a:lnTo>
                    <a:pt x="4056866" y="2914149"/>
                  </a:lnTo>
                  <a:lnTo>
                    <a:pt x="4044263" y="2926849"/>
                  </a:lnTo>
                  <a:lnTo>
                    <a:pt x="4036987" y="2914149"/>
                  </a:lnTo>
                  <a:lnTo>
                    <a:pt x="4049590" y="2901449"/>
                  </a:lnTo>
                  <a:close/>
                </a:path>
                <a:path w="6537959" h="5924550">
                  <a:moveTo>
                    <a:pt x="4293986" y="2888749"/>
                  </a:moveTo>
                  <a:lnTo>
                    <a:pt x="4308950" y="2888749"/>
                  </a:lnTo>
                  <a:lnTo>
                    <a:pt x="4317592" y="2901449"/>
                  </a:lnTo>
                  <a:lnTo>
                    <a:pt x="4302628" y="2901449"/>
                  </a:lnTo>
                  <a:lnTo>
                    <a:pt x="4293986" y="2888749"/>
                  </a:lnTo>
                  <a:close/>
                </a:path>
                <a:path w="6537959" h="5924550">
                  <a:moveTo>
                    <a:pt x="3371942" y="2888749"/>
                  </a:moveTo>
                  <a:lnTo>
                    <a:pt x="3375124" y="2901449"/>
                  </a:lnTo>
                  <a:lnTo>
                    <a:pt x="3366427" y="2901449"/>
                  </a:lnTo>
                  <a:lnTo>
                    <a:pt x="3371942" y="2888749"/>
                  </a:lnTo>
                  <a:close/>
                </a:path>
                <a:path w="6537959" h="5924550">
                  <a:moveTo>
                    <a:pt x="4568315" y="2863349"/>
                  </a:moveTo>
                  <a:lnTo>
                    <a:pt x="4578324" y="2888749"/>
                  </a:lnTo>
                  <a:lnTo>
                    <a:pt x="4560989" y="2888749"/>
                  </a:lnTo>
                  <a:lnTo>
                    <a:pt x="4550986" y="2876049"/>
                  </a:lnTo>
                  <a:lnTo>
                    <a:pt x="4568315" y="2863349"/>
                  </a:lnTo>
                  <a:close/>
                </a:path>
                <a:path w="6537959" h="5924550">
                  <a:moveTo>
                    <a:pt x="3623113" y="2876049"/>
                  </a:moveTo>
                  <a:lnTo>
                    <a:pt x="3631384" y="2876049"/>
                  </a:lnTo>
                  <a:lnTo>
                    <a:pt x="3636161" y="2888749"/>
                  </a:lnTo>
                  <a:lnTo>
                    <a:pt x="3627890" y="2888749"/>
                  </a:lnTo>
                  <a:lnTo>
                    <a:pt x="3623113" y="2876049"/>
                  </a:lnTo>
                  <a:close/>
                </a:path>
                <a:path w="6537959" h="5924550">
                  <a:moveTo>
                    <a:pt x="4827762" y="2850649"/>
                  </a:moveTo>
                  <a:lnTo>
                    <a:pt x="4839361" y="2863349"/>
                  </a:lnTo>
                  <a:lnTo>
                    <a:pt x="4819276" y="2876049"/>
                  </a:lnTo>
                  <a:lnTo>
                    <a:pt x="4807677" y="2863349"/>
                  </a:lnTo>
                  <a:lnTo>
                    <a:pt x="4827762" y="2850649"/>
                  </a:lnTo>
                  <a:close/>
                </a:path>
                <a:path w="6537959" h="5924550">
                  <a:moveTo>
                    <a:pt x="3880116" y="2863349"/>
                  </a:moveTo>
                  <a:lnTo>
                    <a:pt x="3890748" y="2863349"/>
                  </a:lnTo>
                  <a:lnTo>
                    <a:pt x="3896887" y="2876049"/>
                  </a:lnTo>
                  <a:lnTo>
                    <a:pt x="3886255" y="2876049"/>
                  </a:lnTo>
                  <a:lnTo>
                    <a:pt x="3880116" y="2863349"/>
                  </a:lnTo>
                  <a:close/>
                </a:path>
                <a:path w="6537959" h="5924550">
                  <a:moveTo>
                    <a:pt x="5087123" y="2825249"/>
                  </a:moveTo>
                  <a:lnTo>
                    <a:pt x="5100088" y="2850649"/>
                  </a:lnTo>
                  <a:lnTo>
                    <a:pt x="5077637" y="2863349"/>
                  </a:lnTo>
                  <a:lnTo>
                    <a:pt x="5064676" y="2837949"/>
                  </a:lnTo>
                  <a:lnTo>
                    <a:pt x="5087123" y="2825249"/>
                  </a:lnTo>
                  <a:close/>
                </a:path>
                <a:path w="6537959" h="5924550">
                  <a:moveTo>
                    <a:pt x="4150030" y="2837949"/>
                  </a:moveTo>
                  <a:lnTo>
                    <a:pt x="4157306" y="2850649"/>
                  </a:lnTo>
                  <a:lnTo>
                    <a:pt x="4144698" y="2863349"/>
                  </a:lnTo>
                  <a:lnTo>
                    <a:pt x="4137422" y="2850649"/>
                  </a:lnTo>
                  <a:lnTo>
                    <a:pt x="4150030" y="2837949"/>
                  </a:lnTo>
                  <a:close/>
                </a:path>
                <a:path w="6537959" h="5924550">
                  <a:moveTo>
                    <a:pt x="3209556" y="2850649"/>
                  </a:moveTo>
                  <a:lnTo>
                    <a:pt x="3213100" y="2850649"/>
                  </a:lnTo>
                  <a:lnTo>
                    <a:pt x="3215149" y="2863349"/>
                  </a:lnTo>
                  <a:lnTo>
                    <a:pt x="3211601" y="2863349"/>
                  </a:lnTo>
                  <a:lnTo>
                    <a:pt x="3209556" y="2850649"/>
                  </a:lnTo>
                  <a:close/>
                </a:path>
                <a:path w="6537959" h="5924550">
                  <a:moveTo>
                    <a:pt x="4409477" y="2825249"/>
                  </a:moveTo>
                  <a:lnTo>
                    <a:pt x="4418344" y="2837949"/>
                  </a:lnTo>
                  <a:lnTo>
                    <a:pt x="4402985" y="2850649"/>
                  </a:lnTo>
                  <a:lnTo>
                    <a:pt x="4394114" y="2837949"/>
                  </a:lnTo>
                  <a:lnTo>
                    <a:pt x="4409477" y="2825249"/>
                  </a:lnTo>
                  <a:close/>
                </a:path>
                <a:path w="6537959" h="5924550">
                  <a:moveTo>
                    <a:pt x="3466554" y="2837949"/>
                  </a:moveTo>
                  <a:lnTo>
                    <a:pt x="3475875" y="2837949"/>
                  </a:lnTo>
                  <a:lnTo>
                    <a:pt x="3469965" y="2850649"/>
                  </a:lnTo>
                  <a:lnTo>
                    <a:pt x="3466554" y="2837949"/>
                  </a:lnTo>
                  <a:close/>
                </a:path>
                <a:path w="6537959" h="5924550">
                  <a:moveTo>
                    <a:pt x="4651113" y="2812549"/>
                  </a:moveTo>
                  <a:lnTo>
                    <a:pt x="4668837" y="2812549"/>
                  </a:lnTo>
                  <a:lnTo>
                    <a:pt x="4679070" y="2825249"/>
                  </a:lnTo>
                  <a:lnTo>
                    <a:pt x="4661346" y="2837949"/>
                  </a:lnTo>
                  <a:lnTo>
                    <a:pt x="4651113" y="2812549"/>
                  </a:lnTo>
                  <a:close/>
                </a:path>
                <a:path w="6537959" h="5924550">
                  <a:moveTo>
                    <a:pt x="3723552" y="2825249"/>
                  </a:moveTo>
                  <a:lnTo>
                    <a:pt x="3736600" y="2825249"/>
                  </a:lnTo>
                  <a:lnTo>
                    <a:pt x="3728329" y="2837949"/>
                  </a:lnTo>
                  <a:lnTo>
                    <a:pt x="3723552" y="2825249"/>
                  </a:lnTo>
                  <a:close/>
                </a:path>
                <a:path w="6537959" h="5924550">
                  <a:moveTo>
                    <a:pt x="4928202" y="2787149"/>
                  </a:moveTo>
                  <a:lnTo>
                    <a:pt x="4939801" y="2812549"/>
                  </a:lnTo>
                  <a:lnTo>
                    <a:pt x="4919711" y="2825249"/>
                  </a:lnTo>
                  <a:lnTo>
                    <a:pt x="4908112" y="2799849"/>
                  </a:lnTo>
                  <a:lnTo>
                    <a:pt x="4928202" y="2787149"/>
                  </a:lnTo>
                  <a:close/>
                </a:path>
                <a:path w="6537959" h="5924550">
                  <a:moveTo>
                    <a:pt x="3991270" y="2799849"/>
                  </a:moveTo>
                  <a:lnTo>
                    <a:pt x="3997638" y="2812549"/>
                  </a:lnTo>
                  <a:lnTo>
                    <a:pt x="3986607" y="2825249"/>
                  </a:lnTo>
                  <a:lnTo>
                    <a:pt x="3980239" y="2812549"/>
                  </a:lnTo>
                  <a:lnTo>
                    <a:pt x="3991270" y="2799849"/>
                  </a:lnTo>
                  <a:close/>
                </a:path>
                <a:path w="6537959" h="5924550">
                  <a:moveTo>
                    <a:pt x="4237554" y="2787149"/>
                  </a:moveTo>
                  <a:lnTo>
                    <a:pt x="4250547" y="2787149"/>
                  </a:lnTo>
                  <a:lnTo>
                    <a:pt x="4258052" y="2799849"/>
                  </a:lnTo>
                  <a:lnTo>
                    <a:pt x="4245055" y="2799849"/>
                  </a:lnTo>
                  <a:lnTo>
                    <a:pt x="4237554" y="2787149"/>
                  </a:lnTo>
                  <a:close/>
                </a:path>
                <a:path w="6537959" h="5924550">
                  <a:moveTo>
                    <a:pt x="4509995" y="2761749"/>
                  </a:moveTo>
                  <a:lnTo>
                    <a:pt x="4519090" y="2787149"/>
                  </a:lnTo>
                  <a:lnTo>
                    <a:pt x="4503338" y="2787149"/>
                  </a:lnTo>
                  <a:lnTo>
                    <a:pt x="4494242" y="2774449"/>
                  </a:lnTo>
                  <a:lnTo>
                    <a:pt x="4509995" y="2761749"/>
                  </a:lnTo>
                  <a:close/>
                </a:path>
                <a:path w="6537959" h="5924550">
                  <a:moveTo>
                    <a:pt x="3572981" y="2774449"/>
                  </a:moveTo>
                  <a:lnTo>
                    <a:pt x="3576621" y="2787149"/>
                  </a:lnTo>
                  <a:lnTo>
                    <a:pt x="3566681" y="2787149"/>
                  </a:lnTo>
                  <a:lnTo>
                    <a:pt x="3572981" y="2774449"/>
                  </a:lnTo>
                  <a:close/>
                </a:path>
                <a:path w="6537959" h="5924550">
                  <a:moveTo>
                    <a:pt x="4769355" y="2749049"/>
                  </a:moveTo>
                  <a:lnTo>
                    <a:pt x="4779817" y="2761749"/>
                  </a:lnTo>
                  <a:lnTo>
                    <a:pt x="4761703" y="2774449"/>
                  </a:lnTo>
                  <a:lnTo>
                    <a:pt x="4751241" y="2761749"/>
                  </a:lnTo>
                  <a:lnTo>
                    <a:pt x="4769355" y="2749049"/>
                  </a:lnTo>
                  <a:close/>
                </a:path>
                <a:path w="6537959" h="5924550">
                  <a:moveTo>
                    <a:pt x="3823680" y="2761749"/>
                  </a:moveTo>
                  <a:lnTo>
                    <a:pt x="3832345" y="2761749"/>
                  </a:lnTo>
                  <a:lnTo>
                    <a:pt x="3837347" y="2774449"/>
                  </a:lnTo>
                  <a:lnTo>
                    <a:pt x="3828682" y="2774449"/>
                  </a:lnTo>
                  <a:lnTo>
                    <a:pt x="3823680" y="2761749"/>
                  </a:lnTo>
                  <a:close/>
                </a:path>
                <a:path w="6537959" h="5924550">
                  <a:moveTo>
                    <a:pt x="5028720" y="2736349"/>
                  </a:moveTo>
                  <a:lnTo>
                    <a:pt x="5040543" y="2749049"/>
                  </a:lnTo>
                  <a:lnTo>
                    <a:pt x="5020064" y="2761749"/>
                  </a:lnTo>
                  <a:lnTo>
                    <a:pt x="5008240" y="2749049"/>
                  </a:lnTo>
                  <a:lnTo>
                    <a:pt x="5028720" y="2736349"/>
                  </a:lnTo>
                  <a:close/>
                </a:path>
                <a:path w="6537959" h="5924550">
                  <a:moveTo>
                    <a:pt x="4080679" y="2749049"/>
                  </a:moveTo>
                  <a:lnTo>
                    <a:pt x="4098073" y="2749049"/>
                  </a:lnTo>
                  <a:lnTo>
                    <a:pt x="4087047" y="2761749"/>
                  </a:lnTo>
                  <a:lnTo>
                    <a:pt x="4080679" y="2749049"/>
                  </a:lnTo>
                  <a:close/>
                </a:path>
                <a:path w="6537959" h="5924550">
                  <a:moveTo>
                    <a:pt x="3154779" y="2749049"/>
                  </a:moveTo>
                  <a:lnTo>
                    <a:pt x="3155916" y="2761749"/>
                  </a:lnTo>
                  <a:lnTo>
                    <a:pt x="3152808" y="2761749"/>
                  </a:lnTo>
                  <a:lnTo>
                    <a:pt x="3154779" y="2749049"/>
                  </a:lnTo>
                  <a:close/>
                </a:path>
                <a:path w="6537959" h="5924550">
                  <a:moveTo>
                    <a:pt x="4351074" y="2723649"/>
                  </a:moveTo>
                  <a:lnTo>
                    <a:pt x="4358803" y="2736349"/>
                  </a:lnTo>
                  <a:lnTo>
                    <a:pt x="4345412" y="2749049"/>
                  </a:lnTo>
                  <a:lnTo>
                    <a:pt x="4337677" y="2736349"/>
                  </a:lnTo>
                  <a:lnTo>
                    <a:pt x="4351074" y="2723649"/>
                  </a:lnTo>
                  <a:close/>
                </a:path>
                <a:path w="6537959" h="5924550">
                  <a:moveTo>
                    <a:pt x="3410118" y="2736349"/>
                  </a:moveTo>
                  <a:lnTo>
                    <a:pt x="3416330" y="2736349"/>
                  </a:lnTo>
                  <a:lnTo>
                    <a:pt x="3412392" y="2749049"/>
                  </a:lnTo>
                  <a:lnTo>
                    <a:pt x="3410118" y="2736349"/>
                  </a:lnTo>
                  <a:close/>
                </a:path>
                <a:path w="6537959" h="5924550">
                  <a:moveTo>
                    <a:pt x="4610516" y="2710949"/>
                  </a:moveTo>
                  <a:lnTo>
                    <a:pt x="4619837" y="2723649"/>
                  </a:lnTo>
                  <a:lnTo>
                    <a:pt x="4603690" y="2736349"/>
                  </a:lnTo>
                  <a:lnTo>
                    <a:pt x="4594369" y="2723649"/>
                  </a:lnTo>
                  <a:lnTo>
                    <a:pt x="4610516" y="2710949"/>
                  </a:lnTo>
                  <a:close/>
                </a:path>
                <a:path w="6537959" h="5924550">
                  <a:moveTo>
                    <a:pt x="3666809" y="2723649"/>
                  </a:moveTo>
                  <a:lnTo>
                    <a:pt x="3677372" y="2723649"/>
                  </a:lnTo>
                  <a:lnTo>
                    <a:pt x="3670674" y="2736349"/>
                  </a:lnTo>
                  <a:lnTo>
                    <a:pt x="3666809" y="2723649"/>
                  </a:lnTo>
                  <a:close/>
                </a:path>
                <a:path w="6537959" h="5924550">
                  <a:moveTo>
                    <a:pt x="4869794" y="2685549"/>
                  </a:moveTo>
                  <a:lnTo>
                    <a:pt x="4880256" y="2710949"/>
                  </a:lnTo>
                  <a:lnTo>
                    <a:pt x="4862142" y="2723649"/>
                  </a:lnTo>
                  <a:lnTo>
                    <a:pt x="4851680" y="2698249"/>
                  </a:lnTo>
                  <a:lnTo>
                    <a:pt x="4869794" y="2685549"/>
                  </a:lnTo>
                  <a:close/>
                </a:path>
                <a:path w="6537959" h="5924550">
                  <a:moveTo>
                    <a:pt x="3932866" y="2698249"/>
                  </a:moveTo>
                  <a:lnTo>
                    <a:pt x="3938097" y="2710949"/>
                  </a:lnTo>
                  <a:lnTo>
                    <a:pt x="3923807" y="2710949"/>
                  </a:lnTo>
                  <a:lnTo>
                    <a:pt x="3932866" y="2698249"/>
                  </a:lnTo>
                  <a:close/>
                </a:path>
                <a:path w="6537959" h="5924550">
                  <a:moveTo>
                    <a:pt x="4180806" y="2685549"/>
                  </a:moveTo>
                  <a:lnTo>
                    <a:pt x="4192226" y="2685549"/>
                  </a:lnTo>
                  <a:lnTo>
                    <a:pt x="4198824" y="2698249"/>
                  </a:lnTo>
                  <a:lnTo>
                    <a:pt x="4187399" y="2698249"/>
                  </a:lnTo>
                  <a:lnTo>
                    <a:pt x="4180806" y="2685549"/>
                  </a:lnTo>
                  <a:close/>
                </a:path>
                <a:path w="6537959" h="5924550">
                  <a:moveTo>
                    <a:pt x="4437806" y="2672849"/>
                  </a:moveTo>
                  <a:lnTo>
                    <a:pt x="4451591" y="2672849"/>
                  </a:lnTo>
                  <a:lnTo>
                    <a:pt x="4459550" y="2685549"/>
                  </a:lnTo>
                  <a:lnTo>
                    <a:pt x="4445764" y="2685549"/>
                  </a:lnTo>
                  <a:lnTo>
                    <a:pt x="4437806" y="2672849"/>
                  </a:lnTo>
                  <a:close/>
                </a:path>
                <a:path w="6537959" h="5924550">
                  <a:moveTo>
                    <a:pt x="4711038" y="2647449"/>
                  </a:moveTo>
                  <a:lnTo>
                    <a:pt x="4720588" y="2672849"/>
                  </a:lnTo>
                  <a:lnTo>
                    <a:pt x="4704047" y="2672849"/>
                  </a:lnTo>
                  <a:lnTo>
                    <a:pt x="4694493" y="2660149"/>
                  </a:lnTo>
                  <a:lnTo>
                    <a:pt x="4711038" y="2647449"/>
                  </a:lnTo>
                  <a:close/>
                </a:path>
                <a:path w="6537959" h="5924550">
                  <a:moveTo>
                    <a:pt x="3766932" y="2660149"/>
                  </a:moveTo>
                  <a:lnTo>
                    <a:pt x="3774024" y="2660149"/>
                  </a:lnTo>
                  <a:lnTo>
                    <a:pt x="3778118" y="2672849"/>
                  </a:lnTo>
                  <a:lnTo>
                    <a:pt x="3771026" y="2672849"/>
                  </a:lnTo>
                  <a:lnTo>
                    <a:pt x="3766932" y="2660149"/>
                  </a:lnTo>
                  <a:close/>
                </a:path>
                <a:path w="6537959" h="5924550">
                  <a:moveTo>
                    <a:pt x="4970316" y="2634749"/>
                  </a:moveTo>
                  <a:lnTo>
                    <a:pt x="4981003" y="2647449"/>
                  </a:lnTo>
                  <a:lnTo>
                    <a:pt x="4962495" y="2660149"/>
                  </a:lnTo>
                  <a:lnTo>
                    <a:pt x="4951808" y="2647449"/>
                  </a:lnTo>
                  <a:lnTo>
                    <a:pt x="4970316" y="2634749"/>
                  </a:lnTo>
                  <a:close/>
                </a:path>
                <a:path w="6537959" h="5924550">
                  <a:moveTo>
                    <a:pt x="4024247" y="2647449"/>
                  </a:moveTo>
                  <a:lnTo>
                    <a:pt x="4038532" y="2647449"/>
                  </a:lnTo>
                  <a:lnTo>
                    <a:pt x="4029478" y="2660149"/>
                  </a:lnTo>
                  <a:lnTo>
                    <a:pt x="4024247" y="2647449"/>
                  </a:lnTo>
                  <a:close/>
                </a:path>
                <a:path w="6537959" h="5924550">
                  <a:moveTo>
                    <a:pt x="4292748" y="2622049"/>
                  </a:moveTo>
                  <a:lnTo>
                    <a:pt x="4299570" y="2634749"/>
                  </a:lnTo>
                  <a:lnTo>
                    <a:pt x="4287756" y="2647449"/>
                  </a:lnTo>
                  <a:lnTo>
                    <a:pt x="4280934" y="2634749"/>
                  </a:lnTo>
                  <a:lnTo>
                    <a:pt x="4292748" y="2622049"/>
                  </a:lnTo>
                  <a:close/>
                </a:path>
                <a:path w="6537959" h="5924550">
                  <a:moveTo>
                    <a:pt x="3353374" y="2634749"/>
                  </a:moveTo>
                  <a:lnTo>
                    <a:pt x="3357101" y="2634749"/>
                  </a:lnTo>
                  <a:lnTo>
                    <a:pt x="3354736" y="2647449"/>
                  </a:lnTo>
                  <a:lnTo>
                    <a:pt x="3353374" y="2634749"/>
                  </a:lnTo>
                  <a:close/>
                </a:path>
                <a:path w="6537959" h="5924550">
                  <a:moveTo>
                    <a:pt x="4552113" y="2609349"/>
                  </a:moveTo>
                  <a:lnTo>
                    <a:pt x="4560297" y="2622049"/>
                  </a:lnTo>
                  <a:lnTo>
                    <a:pt x="4546116" y="2634749"/>
                  </a:lnTo>
                  <a:lnTo>
                    <a:pt x="4537933" y="2622049"/>
                  </a:lnTo>
                  <a:lnTo>
                    <a:pt x="4552113" y="2609349"/>
                  </a:lnTo>
                  <a:close/>
                </a:path>
                <a:path w="6537959" h="5924550">
                  <a:moveTo>
                    <a:pt x="3610372" y="2622049"/>
                  </a:moveTo>
                  <a:lnTo>
                    <a:pt x="3617831" y="2622049"/>
                  </a:lnTo>
                  <a:lnTo>
                    <a:pt x="3613100" y="2634749"/>
                  </a:lnTo>
                  <a:lnTo>
                    <a:pt x="3610372" y="2622049"/>
                  </a:lnTo>
                  <a:close/>
                </a:path>
                <a:path w="6537959" h="5924550">
                  <a:moveTo>
                    <a:pt x="4794932" y="2596649"/>
                  </a:moveTo>
                  <a:lnTo>
                    <a:pt x="4811473" y="2596649"/>
                  </a:lnTo>
                  <a:lnTo>
                    <a:pt x="4821023" y="2609349"/>
                  </a:lnTo>
                  <a:lnTo>
                    <a:pt x="4804486" y="2622049"/>
                  </a:lnTo>
                  <a:lnTo>
                    <a:pt x="4794932" y="2596649"/>
                  </a:lnTo>
                  <a:close/>
                </a:path>
                <a:path w="6537959" h="5924550">
                  <a:moveTo>
                    <a:pt x="4133828" y="2583949"/>
                  </a:moveTo>
                  <a:lnTo>
                    <a:pt x="4139283" y="2596649"/>
                  </a:lnTo>
                  <a:lnTo>
                    <a:pt x="4124374" y="2596649"/>
                  </a:lnTo>
                  <a:lnTo>
                    <a:pt x="4133828" y="2583949"/>
                  </a:lnTo>
                  <a:close/>
                </a:path>
                <a:path w="6537959" h="5924550">
                  <a:moveTo>
                    <a:pt x="4381374" y="2571249"/>
                  </a:moveTo>
                  <a:lnTo>
                    <a:pt x="4393188" y="2571249"/>
                  </a:lnTo>
                  <a:lnTo>
                    <a:pt x="4400010" y="2583949"/>
                  </a:lnTo>
                  <a:lnTo>
                    <a:pt x="4388195" y="2583949"/>
                  </a:lnTo>
                  <a:lnTo>
                    <a:pt x="4381374" y="2571249"/>
                  </a:lnTo>
                  <a:close/>
                </a:path>
                <a:path w="6537959" h="5924550">
                  <a:moveTo>
                    <a:pt x="4652635" y="2545849"/>
                  </a:moveTo>
                  <a:lnTo>
                    <a:pt x="4661048" y="2571249"/>
                  </a:lnTo>
                  <a:lnTo>
                    <a:pt x="4646474" y="2571249"/>
                  </a:lnTo>
                  <a:lnTo>
                    <a:pt x="4638061" y="2558549"/>
                  </a:lnTo>
                  <a:lnTo>
                    <a:pt x="4652635" y="2545849"/>
                  </a:lnTo>
                  <a:close/>
                </a:path>
                <a:path w="6537959" h="5924550">
                  <a:moveTo>
                    <a:pt x="3715621" y="2558549"/>
                  </a:moveTo>
                  <a:lnTo>
                    <a:pt x="3718578" y="2571249"/>
                  </a:lnTo>
                  <a:lnTo>
                    <a:pt x="3710500" y="2571249"/>
                  </a:lnTo>
                  <a:lnTo>
                    <a:pt x="3715621" y="2558549"/>
                  </a:lnTo>
                  <a:close/>
                </a:path>
                <a:path w="6537959" h="5924550">
                  <a:moveTo>
                    <a:pt x="4911996" y="2533149"/>
                  </a:moveTo>
                  <a:lnTo>
                    <a:pt x="4921775" y="2545849"/>
                  </a:lnTo>
                  <a:lnTo>
                    <a:pt x="4904839" y="2558549"/>
                  </a:lnTo>
                  <a:lnTo>
                    <a:pt x="4895060" y="2545849"/>
                  </a:lnTo>
                  <a:lnTo>
                    <a:pt x="4911996" y="2533149"/>
                  </a:lnTo>
                  <a:close/>
                </a:path>
                <a:path w="6537959" h="5924550">
                  <a:moveTo>
                    <a:pt x="3967499" y="2545849"/>
                  </a:moveTo>
                  <a:lnTo>
                    <a:pt x="3974981" y="2545849"/>
                  </a:lnTo>
                  <a:lnTo>
                    <a:pt x="3979304" y="2558549"/>
                  </a:lnTo>
                  <a:lnTo>
                    <a:pt x="3971822" y="2558549"/>
                  </a:lnTo>
                  <a:lnTo>
                    <a:pt x="3967499" y="2545849"/>
                  </a:lnTo>
                  <a:close/>
                </a:path>
                <a:path w="6537959" h="5924550">
                  <a:moveTo>
                    <a:pt x="4224497" y="2533149"/>
                  </a:moveTo>
                  <a:lnTo>
                    <a:pt x="4240030" y="2533149"/>
                  </a:lnTo>
                  <a:lnTo>
                    <a:pt x="4230182" y="2545849"/>
                  </a:lnTo>
                  <a:lnTo>
                    <a:pt x="4224497" y="2533149"/>
                  </a:lnTo>
                  <a:close/>
                </a:path>
                <a:path w="6537959" h="5924550">
                  <a:moveTo>
                    <a:pt x="4493705" y="2507749"/>
                  </a:moveTo>
                  <a:lnTo>
                    <a:pt x="4500756" y="2520449"/>
                  </a:lnTo>
                  <a:lnTo>
                    <a:pt x="4488548" y="2533149"/>
                  </a:lnTo>
                  <a:lnTo>
                    <a:pt x="4481497" y="2520449"/>
                  </a:lnTo>
                  <a:lnTo>
                    <a:pt x="4493705" y="2507749"/>
                  </a:lnTo>
                  <a:close/>
                </a:path>
                <a:path w="6537959" h="5924550">
                  <a:moveTo>
                    <a:pt x="4753070" y="2495049"/>
                  </a:moveTo>
                  <a:lnTo>
                    <a:pt x="4761483" y="2507749"/>
                  </a:lnTo>
                  <a:lnTo>
                    <a:pt x="4746913" y="2520449"/>
                  </a:lnTo>
                  <a:lnTo>
                    <a:pt x="4738496" y="2507749"/>
                  </a:lnTo>
                  <a:lnTo>
                    <a:pt x="4753070" y="2495049"/>
                  </a:lnTo>
                  <a:close/>
                </a:path>
                <a:path w="6537959" h="5924550">
                  <a:moveTo>
                    <a:pt x="4075502" y="2482349"/>
                  </a:moveTo>
                  <a:lnTo>
                    <a:pt x="4080050" y="2495049"/>
                  </a:lnTo>
                  <a:lnTo>
                    <a:pt x="4067626" y="2495049"/>
                  </a:lnTo>
                  <a:lnTo>
                    <a:pt x="4075502" y="2482349"/>
                  </a:lnTo>
                  <a:close/>
                </a:path>
                <a:path w="6537959" h="5924550">
                  <a:moveTo>
                    <a:pt x="4445017" y="1735498"/>
                  </a:moveTo>
                  <a:lnTo>
                    <a:pt x="4446379" y="1737864"/>
                  </a:lnTo>
                  <a:lnTo>
                    <a:pt x="4444013" y="1739230"/>
                  </a:lnTo>
                  <a:lnTo>
                    <a:pt x="4442652" y="1736864"/>
                  </a:lnTo>
                  <a:lnTo>
                    <a:pt x="4445017" y="1735498"/>
                  </a:lnTo>
                  <a:close/>
                </a:path>
                <a:path w="6537959" h="5924550">
                  <a:moveTo>
                    <a:pt x="4503421" y="1834384"/>
                  </a:moveTo>
                  <a:lnTo>
                    <a:pt x="4505924" y="1838716"/>
                  </a:lnTo>
                  <a:lnTo>
                    <a:pt x="4501587" y="1841219"/>
                  </a:lnTo>
                  <a:lnTo>
                    <a:pt x="4499084" y="1836887"/>
                  </a:lnTo>
                  <a:lnTo>
                    <a:pt x="4503421" y="1834384"/>
                  </a:lnTo>
                  <a:close/>
                </a:path>
                <a:path w="6537959" h="5924550">
                  <a:moveTo>
                    <a:pt x="4561824" y="1933269"/>
                  </a:moveTo>
                  <a:lnTo>
                    <a:pt x="4565464" y="1939568"/>
                  </a:lnTo>
                  <a:lnTo>
                    <a:pt x="4559156" y="1943209"/>
                  </a:lnTo>
                  <a:lnTo>
                    <a:pt x="4555520" y="1936909"/>
                  </a:lnTo>
                  <a:lnTo>
                    <a:pt x="4561824" y="1933269"/>
                  </a:lnTo>
                  <a:close/>
                </a:path>
                <a:path w="6537959" h="5924550">
                  <a:moveTo>
                    <a:pt x="4620140" y="2032461"/>
                  </a:moveTo>
                  <a:lnTo>
                    <a:pt x="4624688" y="2040338"/>
                  </a:lnTo>
                  <a:lnTo>
                    <a:pt x="4616812" y="2044885"/>
                  </a:lnTo>
                  <a:lnTo>
                    <a:pt x="4612264" y="2037009"/>
                  </a:lnTo>
                  <a:lnTo>
                    <a:pt x="4620140" y="2032461"/>
                  </a:lnTo>
                  <a:close/>
                </a:path>
                <a:path w="6537959" h="5924550">
                  <a:moveTo>
                    <a:pt x="4678461" y="2131663"/>
                  </a:moveTo>
                  <a:lnTo>
                    <a:pt x="4683921" y="2141116"/>
                  </a:lnTo>
                  <a:lnTo>
                    <a:pt x="4674472" y="2146572"/>
                  </a:lnTo>
                  <a:lnTo>
                    <a:pt x="4669012" y="2137119"/>
                  </a:lnTo>
                  <a:lnTo>
                    <a:pt x="4678461" y="2131663"/>
                  </a:lnTo>
                  <a:close/>
                </a:path>
                <a:path w="6537959" h="5924550">
                  <a:moveTo>
                    <a:pt x="4736868" y="2230548"/>
                  </a:moveTo>
                  <a:lnTo>
                    <a:pt x="4743461" y="2241964"/>
                  </a:lnTo>
                  <a:lnTo>
                    <a:pt x="4732041" y="2248557"/>
                  </a:lnTo>
                  <a:lnTo>
                    <a:pt x="4725448" y="2237141"/>
                  </a:lnTo>
                  <a:lnTo>
                    <a:pt x="4736868" y="2230548"/>
                  </a:lnTo>
                  <a:close/>
                </a:path>
                <a:path w="6537959" h="5924550">
                  <a:moveTo>
                    <a:pt x="4795189" y="2329741"/>
                  </a:moveTo>
                  <a:lnTo>
                    <a:pt x="4802694" y="2342738"/>
                  </a:lnTo>
                  <a:lnTo>
                    <a:pt x="4789697" y="2350243"/>
                  </a:lnTo>
                  <a:lnTo>
                    <a:pt x="4782192" y="2337246"/>
                  </a:lnTo>
                  <a:lnTo>
                    <a:pt x="4795189" y="2329741"/>
                  </a:lnTo>
                  <a:close/>
                </a:path>
                <a:path w="6537959" h="5924550">
                  <a:moveTo>
                    <a:pt x="4853592" y="2428626"/>
                  </a:moveTo>
                  <a:lnTo>
                    <a:pt x="4862234" y="2443590"/>
                  </a:lnTo>
                  <a:lnTo>
                    <a:pt x="4847266" y="2452232"/>
                  </a:lnTo>
                  <a:lnTo>
                    <a:pt x="4838624" y="2437268"/>
                  </a:lnTo>
                  <a:lnTo>
                    <a:pt x="4853592" y="2428626"/>
                  </a:lnTo>
                  <a:close/>
                </a:path>
                <a:path w="6537959" h="5924550">
                  <a:moveTo>
                    <a:pt x="4344577" y="1793490"/>
                  </a:moveTo>
                  <a:lnTo>
                    <a:pt x="4345944" y="1795850"/>
                  </a:lnTo>
                  <a:lnTo>
                    <a:pt x="4343578" y="1797217"/>
                  </a:lnTo>
                  <a:lnTo>
                    <a:pt x="4342216" y="1794851"/>
                  </a:lnTo>
                  <a:lnTo>
                    <a:pt x="4344577" y="1793490"/>
                  </a:lnTo>
                  <a:close/>
                </a:path>
                <a:path w="6537959" h="5924550">
                  <a:moveTo>
                    <a:pt x="4402898" y="1892682"/>
                  </a:moveTo>
                  <a:lnTo>
                    <a:pt x="4405172" y="1896624"/>
                  </a:lnTo>
                  <a:lnTo>
                    <a:pt x="4401229" y="1898898"/>
                  </a:lnTo>
                  <a:lnTo>
                    <a:pt x="4398955" y="1894956"/>
                  </a:lnTo>
                  <a:lnTo>
                    <a:pt x="4402898" y="1892682"/>
                  </a:lnTo>
                  <a:close/>
                </a:path>
                <a:path w="6537959" h="5924550">
                  <a:moveTo>
                    <a:pt x="4461301" y="1991572"/>
                  </a:moveTo>
                  <a:lnTo>
                    <a:pt x="4464712" y="1997477"/>
                  </a:lnTo>
                  <a:lnTo>
                    <a:pt x="4458803" y="2000888"/>
                  </a:lnTo>
                  <a:lnTo>
                    <a:pt x="4455392" y="1994983"/>
                  </a:lnTo>
                  <a:lnTo>
                    <a:pt x="4461301" y="1991572"/>
                  </a:lnTo>
                  <a:close/>
                </a:path>
                <a:path w="6537959" h="5924550">
                  <a:moveTo>
                    <a:pt x="4519622" y="2090764"/>
                  </a:moveTo>
                  <a:lnTo>
                    <a:pt x="4523945" y="2098246"/>
                  </a:lnTo>
                  <a:lnTo>
                    <a:pt x="4516459" y="2102565"/>
                  </a:lnTo>
                  <a:lnTo>
                    <a:pt x="4512140" y="2095083"/>
                  </a:lnTo>
                  <a:lnTo>
                    <a:pt x="4519622" y="2090764"/>
                  </a:lnTo>
                  <a:close/>
                </a:path>
                <a:path w="6537959" h="5924550">
                  <a:moveTo>
                    <a:pt x="4578025" y="2189650"/>
                  </a:moveTo>
                  <a:lnTo>
                    <a:pt x="4583486" y="2199103"/>
                  </a:lnTo>
                  <a:lnTo>
                    <a:pt x="4574032" y="2204559"/>
                  </a:lnTo>
                  <a:lnTo>
                    <a:pt x="4568572" y="2195105"/>
                  </a:lnTo>
                  <a:lnTo>
                    <a:pt x="4578025" y="2189650"/>
                  </a:lnTo>
                  <a:close/>
                </a:path>
                <a:path w="6537959" h="5924550">
                  <a:moveTo>
                    <a:pt x="4636346" y="2288842"/>
                  </a:moveTo>
                  <a:lnTo>
                    <a:pt x="4642714" y="2299873"/>
                  </a:lnTo>
                  <a:lnTo>
                    <a:pt x="4631684" y="2306240"/>
                  </a:lnTo>
                  <a:lnTo>
                    <a:pt x="4625315" y="2295210"/>
                  </a:lnTo>
                  <a:lnTo>
                    <a:pt x="4636346" y="2288842"/>
                  </a:lnTo>
                  <a:close/>
                </a:path>
                <a:path w="6537959" h="5924550">
                  <a:moveTo>
                    <a:pt x="4694667" y="2388039"/>
                  </a:moveTo>
                  <a:lnTo>
                    <a:pt x="4701942" y="2400642"/>
                  </a:lnTo>
                  <a:lnTo>
                    <a:pt x="4689339" y="2407918"/>
                  </a:lnTo>
                  <a:lnTo>
                    <a:pt x="4682063" y="2395315"/>
                  </a:lnTo>
                  <a:lnTo>
                    <a:pt x="4694667" y="2388039"/>
                  </a:lnTo>
                  <a:close/>
                </a:path>
                <a:path w="6537959" h="5924550">
                  <a:moveTo>
                    <a:pt x="4244051" y="1851788"/>
                  </a:moveTo>
                  <a:lnTo>
                    <a:pt x="4245188" y="1853755"/>
                  </a:lnTo>
                  <a:lnTo>
                    <a:pt x="4243221" y="1854892"/>
                  </a:lnTo>
                  <a:lnTo>
                    <a:pt x="4242084" y="1852925"/>
                  </a:lnTo>
                  <a:lnTo>
                    <a:pt x="4244051" y="1851788"/>
                  </a:lnTo>
                  <a:close/>
                </a:path>
                <a:path w="6537959" h="5924550">
                  <a:moveTo>
                    <a:pt x="4302375" y="1950985"/>
                  </a:moveTo>
                  <a:lnTo>
                    <a:pt x="4304421" y="1954524"/>
                  </a:lnTo>
                  <a:lnTo>
                    <a:pt x="4300877" y="1956573"/>
                  </a:lnTo>
                  <a:lnTo>
                    <a:pt x="4298832" y="1953029"/>
                  </a:lnTo>
                  <a:lnTo>
                    <a:pt x="4302375" y="1950985"/>
                  </a:lnTo>
                  <a:close/>
                </a:path>
                <a:path w="6537959" h="5924550">
                  <a:moveTo>
                    <a:pt x="4360779" y="2049865"/>
                  </a:moveTo>
                  <a:lnTo>
                    <a:pt x="4363966" y="2055381"/>
                  </a:lnTo>
                  <a:lnTo>
                    <a:pt x="4358451" y="2058563"/>
                  </a:lnTo>
                  <a:lnTo>
                    <a:pt x="4355264" y="2053047"/>
                  </a:lnTo>
                  <a:lnTo>
                    <a:pt x="4360779" y="2049865"/>
                  </a:lnTo>
                  <a:close/>
                </a:path>
                <a:path w="6537959" h="5924550">
                  <a:moveTo>
                    <a:pt x="4419183" y="2148751"/>
                  </a:moveTo>
                  <a:lnTo>
                    <a:pt x="4423506" y="2156233"/>
                  </a:lnTo>
                  <a:lnTo>
                    <a:pt x="4416019" y="2160556"/>
                  </a:lnTo>
                  <a:lnTo>
                    <a:pt x="4411701" y="2153074"/>
                  </a:lnTo>
                  <a:lnTo>
                    <a:pt x="4419183" y="2148751"/>
                  </a:lnTo>
                  <a:close/>
                </a:path>
                <a:path w="6537959" h="5924550">
                  <a:moveTo>
                    <a:pt x="4477503" y="2247948"/>
                  </a:moveTo>
                  <a:lnTo>
                    <a:pt x="4482734" y="2257007"/>
                  </a:lnTo>
                  <a:lnTo>
                    <a:pt x="4473675" y="2262234"/>
                  </a:lnTo>
                  <a:lnTo>
                    <a:pt x="4468444" y="2253175"/>
                  </a:lnTo>
                  <a:lnTo>
                    <a:pt x="4477503" y="2247948"/>
                  </a:lnTo>
                  <a:close/>
                </a:path>
                <a:path w="6537959" h="5924550">
                  <a:moveTo>
                    <a:pt x="4535907" y="2346833"/>
                  </a:moveTo>
                  <a:lnTo>
                    <a:pt x="4542275" y="2357859"/>
                  </a:lnTo>
                  <a:lnTo>
                    <a:pt x="4531249" y="2364227"/>
                  </a:lnTo>
                  <a:lnTo>
                    <a:pt x="4524881" y="2353197"/>
                  </a:lnTo>
                  <a:lnTo>
                    <a:pt x="4535907" y="2346833"/>
                  </a:lnTo>
                  <a:close/>
                </a:path>
                <a:path w="6537959" h="5924550">
                  <a:moveTo>
                    <a:pt x="4594232" y="2446026"/>
                  </a:moveTo>
                  <a:lnTo>
                    <a:pt x="4601508" y="2458629"/>
                  </a:lnTo>
                  <a:lnTo>
                    <a:pt x="4588900" y="2465909"/>
                  </a:lnTo>
                  <a:lnTo>
                    <a:pt x="4581624" y="2453306"/>
                  </a:lnTo>
                  <a:lnTo>
                    <a:pt x="4594232" y="2446026"/>
                  </a:lnTo>
                  <a:close/>
                </a:path>
                <a:path w="6537959" h="5924550">
                  <a:moveTo>
                    <a:pt x="4143533" y="1910087"/>
                  </a:moveTo>
                  <a:lnTo>
                    <a:pt x="4144446" y="1911664"/>
                  </a:lnTo>
                  <a:lnTo>
                    <a:pt x="4142869" y="1912572"/>
                  </a:lnTo>
                  <a:lnTo>
                    <a:pt x="4141956" y="1911000"/>
                  </a:lnTo>
                  <a:lnTo>
                    <a:pt x="4143533" y="1910087"/>
                  </a:lnTo>
                  <a:close/>
                </a:path>
                <a:path w="6537959" h="5924550">
                  <a:moveTo>
                    <a:pt x="4201854" y="2009284"/>
                  </a:moveTo>
                  <a:lnTo>
                    <a:pt x="4203674" y="2012433"/>
                  </a:lnTo>
                  <a:lnTo>
                    <a:pt x="4200525" y="2014253"/>
                  </a:lnTo>
                  <a:lnTo>
                    <a:pt x="4198704" y="2011099"/>
                  </a:lnTo>
                  <a:lnTo>
                    <a:pt x="4201854" y="2009284"/>
                  </a:lnTo>
                  <a:close/>
                </a:path>
                <a:path w="6537959" h="5924550">
                  <a:moveTo>
                    <a:pt x="4260257" y="2108169"/>
                  </a:moveTo>
                  <a:lnTo>
                    <a:pt x="4263214" y="2113290"/>
                  </a:lnTo>
                  <a:lnTo>
                    <a:pt x="4258098" y="2116243"/>
                  </a:lnTo>
                  <a:lnTo>
                    <a:pt x="4255141" y="2111122"/>
                  </a:lnTo>
                  <a:lnTo>
                    <a:pt x="4260257" y="2108169"/>
                  </a:lnTo>
                  <a:close/>
                </a:path>
                <a:path w="6537959" h="5924550">
                  <a:moveTo>
                    <a:pt x="4318661" y="2207055"/>
                  </a:moveTo>
                  <a:lnTo>
                    <a:pt x="4322755" y="2214142"/>
                  </a:lnTo>
                  <a:lnTo>
                    <a:pt x="4315667" y="2218232"/>
                  </a:lnTo>
                  <a:lnTo>
                    <a:pt x="4311573" y="2211144"/>
                  </a:lnTo>
                  <a:lnTo>
                    <a:pt x="4318661" y="2207055"/>
                  </a:lnTo>
                  <a:close/>
                </a:path>
                <a:path w="6537959" h="5924550">
                  <a:moveTo>
                    <a:pt x="4376985" y="2306247"/>
                  </a:moveTo>
                  <a:lnTo>
                    <a:pt x="4381988" y="2314907"/>
                  </a:lnTo>
                  <a:lnTo>
                    <a:pt x="4373318" y="2319914"/>
                  </a:lnTo>
                  <a:lnTo>
                    <a:pt x="4368316" y="2311248"/>
                  </a:lnTo>
                  <a:lnTo>
                    <a:pt x="4376985" y="2306247"/>
                  </a:lnTo>
                  <a:close/>
                </a:path>
                <a:path w="6537959" h="5924550">
                  <a:moveTo>
                    <a:pt x="4435389" y="2405133"/>
                  </a:moveTo>
                  <a:lnTo>
                    <a:pt x="4441528" y="2415764"/>
                  </a:lnTo>
                  <a:lnTo>
                    <a:pt x="4430892" y="2421908"/>
                  </a:lnTo>
                  <a:lnTo>
                    <a:pt x="4424753" y="2411272"/>
                  </a:lnTo>
                  <a:lnTo>
                    <a:pt x="4435389" y="2405133"/>
                  </a:lnTo>
                  <a:close/>
                </a:path>
                <a:path w="6537959" h="5924550">
                  <a:moveTo>
                    <a:pt x="4041829" y="1969069"/>
                  </a:moveTo>
                  <a:lnTo>
                    <a:pt x="4043406" y="1969069"/>
                  </a:lnTo>
                  <a:lnTo>
                    <a:pt x="4043695" y="1969568"/>
                  </a:lnTo>
                  <a:lnTo>
                    <a:pt x="4042117" y="1969568"/>
                  </a:lnTo>
                  <a:lnTo>
                    <a:pt x="4041829" y="1969069"/>
                  </a:lnTo>
                  <a:close/>
                </a:path>
                <a:path w="6537959" h="5924550">
                  <a:moveTo>
                    <a:pt x="4101332" y="2067582"/>
                  </a:moveTo>
                  <a:lnTo>
                    <a:pt x="4102923" y="2070338"/>
                  </a:lnTo>
                  <a:lnTo>
                    <a:pt x="4100168" y="2071928"/>
                  </a:lnTo>
                  <a:lnTo>
                    <a:pt x="4098577" y="2069173"/>
                  </a:lnTo>
                  <a:lnTo>
                    <a:pt x="4101332" y="2067582"/>
                  </a:lnTo>
                  <a:close/>
                </a:path>
                <a:path w="6537959" h="5924550">
                  <a:moveTo>
                    <a:pt x="4159735" y="2166463"/>
                  </a:moveTo>
                  <a:lnTo>
                    <a:pt x="4162468" y="2171194"/>
                  </a:lnTo>
                  <a:lnTo>
                    <a:pt x="4157741" y="2173922"/>
                  </a:lnTo>
                  <a:lnTo>
                    <a:pt x="4155013" y="2169191"/>
                  </a:lnTo>
                  <a:lnTo>
                    <a:pt x="4159735" y="2166463"/>
                  </a:lnTo>
                  <a:close/>
                </a:path>
                <a:path w="6537959" h="5924550">
                  <a:moveTo>
                    <a:pt x="4218139" y="2265348"/>
                  </a:moveTo>
                  <a:lnTo>
                    <a:pt x="4222008" y="2272047"/>
                  </a:lnTo>
                  <a:lnTo>
                    <a:pt x="4215315" y="2275911"/>
                  </a:lnTo>
                  <a:lnTo>
                    <a:pt x="4211445" y="2269213"/>
                  </a:lnTo>
                  <a:lnTo>
                    <a:pt x="4218139" y="2265348"/>
                  </a:lnTo>
                  <a:close/>
                </a:path>
                <a:path w="6537959" h="5924550">
                  <a:moveTo>
                    <a:pt x="4276464" y="2364545"/>
                  </a:moveTo>
                  <a:lnTo>
                    <a:pt x="4281241" y="2372816"/>
                  </a:lnTo>
                  <a:lnTo>
                    <a:pt x="4272966" y="2377593"/>
                  </a:lnTo>
                  <a:lnTo>
                    <a:pt x="4268189" y="2369322"/>
                  </a:lnTo>
                  <a:lnTo>
                    <a:pt x="4276464" y="2364545"/>
                  </a:lnTo>
                  <a:close/>
                </a:path>
                <a:path w="6537959" h="5924550">
                  <a:moveTo>
                    <a:pt x="4334867" y="2463426"/>
                  </a:moveTo>
                  <a:lnTo>
                    <a:pt x="4340782" y="2473672"/>
                  </a:lnTo>
                  <a:lnTo>
                    <a:pt x="4330540" y="2479587"/>
                  </a:lnTo>
                  <a:lnTo>
                    <a:pt x="4324626" y="2469340"/>
                  </a:lnTo>
                  <a:lnTo>
                    <a:pt x="4334867" y="2463426"/>
                  </a:lnTo>
                  <a:close/>
                </a:path>
                <a:path w="6537959" h="5924550">
                  <a:moveTo>
                    <a:pt x="4000897" y="2125569"/>
                  </a:moveTo>
                  <a:lnTo>
                    <a:pt x="4002488" y="2128324"/>
                  </a:lnTo>
                  <a:lnTo>
                    <a:pt x="3999733" y="2129915"/>
                  </a:lnTo>
                  <a:lnTo>
                    <a:pt x="3998142" y="2127159"/>
                  </a:lnTo>
                  <a:lnTo>
                    <a:pt x="4000897" y="2125569"/>
                  </a:lnTo>
                  <a:close/>
                </a:path>
                <a:path w="6537959" h="5924550">
                  <a:moveTo>
                    <a:pt x="4059218" y="2224761"/>
                  </a:moveTo>
                  <a:lnTo>
                    <a:pt x="4061717" y="2229094"/>
                  </a:lnTo>
                  <a:lnTo>
                    <a:pt x="4057389" y="2231597"/>
                  </a:lnTo>
                  <a:lnTo>
                    <a:pt x="4054886" y="2227264"/>
                  </a:lnTo>
                  <a:lnTo>
                    <a:pt x="4059218" y="2224761"/>
                  </a:lnTo>
                  <a:close/>
                </a:path>
                <a:path w="6537959" h="5924550">
                  <a:moveTo>
                    <a:pt x="4117621" y="2323651"/>
                  </a:moveTo>
                  <a:lnTo>
                    <a:pt x="4121261" y="2329950"/>
                  </a:lnTo>
                  <a:lnTo>
                    <a:pt x="4114953" y="2333591"/>
                  </a:lnTo>
                  <a:lnTo>
                    <a:pt x="4111317" y="2327291"/>
                  </a:lnTo>
                  <a:lnTo>
                    <a:pt x="4117621" y="2323651"/>
                  </a:lnTo>
                  <a:close/>
                </a:path>
                <a:path w="6537959" h="5924550">
                  <a:moveTo>
                    <a:pt x="4176024" y="2422536"/>
                  </a:moveTo>
                  <a:lnTo>
                    <a:pt x="4180802" y="2430807"/>
                  </a:lnTo>
                  <a:lnTo>
                    <a:pt x="4172527" y="2435584"/>
                  </a:lnTo>
                  <a:lnTo>
                    <a:pt x="4167754" y="2427314"/>
                  </a:lnTo>
                  <a:lnTo>
                    <a:pt x="4176024" y="2422536"/>
                  </a:lnTo>
                  <a:close/>
                </a:path>
                <a:path w="6537959" h="5924550">
                  <a:moveTo>
                    <a:pt x="3900375" y="2183867"/>
                  </a:moveTo>
                  <a:lnTo>
                    <a:pt x="3901741" y="2186233"/>
                  </a:lnTo>
                  <a:lnTo>
                    <a:pt x="3899376" y="2187599"/>
                  </a:lnTo>
                  <a:lnTo>
                    <a:pt x="3898010" y="2185229"/>
                  </a:lnTo>
                  <a:lnTo>
                    <a:pt x="3900375" y="2183867"/>
                  </a:lnTo>
                  <a:close/>
                </a:path>
                <a:path w="6537959" h="5924550">
                  <a:moveTo>
                    <a:pt x="3958696" y="2283064"/>
                  </a:moveTo>
                  <a:lnTo>
                    <a:pt x="3960970" y="2287002"/>
                  </a:lnTo>
                  <a:lnTo>
                    <a:pt x="3957032" y="2289276"/>
                  </a:lnTo>
                  <a:lnTo>
                    <a:pt x="3954758" y="2285338"/>
                  </a:lnTo>
                  <a:lnTo>
                    <a:pt x="3958696" y="2283064"/>
                  </a:lnTo>
                  <a:close/>
                </a:path>
                <a:path w="6537959" h="5924550">
                  <a:moveTo>
                    <a:pt x="4017099" y="2381944"/>
                  </a:moveTo>
                  <a:lnTo>
                    <a:pt x="4020510" y="2387854"/>
                  </a:lnTo>
                  <a:lnTo>
                    <a:pt x="4014601" y="2391265"/>
                  </a:lnTo>
                  <a:lnTo>
                    <a:pt x="4011190" y="2385356"/>
                  </a:lnTo>
                  <a:lnTo>
                    <a:pt x="4017099" y="2381944"/>
                  </a:lnTo>
                  <a:close/>
                </a:path>
                <a:path w="6537959" h="5924550">
                  <a:moveTo>
                    <a:pt x="3799853" y="2242165"/>
                  </a:moveTo>
                  <a:lnTo>
                    <a:pt x="3800990" y="2244136"/>
                  </a:lnTo>
                  <a:lnTo>
                    <a:pt x="3799024" y="2245273"/>
                  </a:lnTo>
                  <a:lnTo>
                    <a:pt x="3797887" y="2243302"/>
                  </a:lnTo>
                  <a:lnTo>
                    <a:pt x="3799853" y="2242165"/>
                  </a:lnTo>
                  <a:close/>
                </a:path>
                <a:path w="6537959" h="5924550">
                  <a:moveTo>
                    <a:pt x="3858261" y="2341050"/>
                  </a:moveTo>
                  <a:lnTo>
                    <a:pt x="3860535" y="2344988"/>
                  </a:lnTo>
                  <a:lnTo>
                    <a:pt x="3856597" y="2347262"/>
                  </a:lnTo>
                  <a:lnTo>
                    <a:pt x="3854323" y="2343324"/>
                  </a:lnTo>
                  <a:lnTo>
                    <a:pt x="3858261" y="2341050"/>
                  </a:lnTo>
                  <a:close/>
                </a:path>
                <a:path w="6537959" h="5924550">
                  <a:moveTo>
                    <a:pt x="3916577" y="2440247"/>
                  </a:moveTo>
                  <a:lnTo>
                    <a:pt x="3919764" y="2445763"/>
                  </a:lnTo>
                  <a:lnTo>
                    <a:pt x="3914249" y="2448944"/>
                  </a:lnTo>
                  <a:lnTo>
                    <a:pt x="3911062" y="2443429"/>
                  </a:lnTo>
                  <a:lnTo>
                    <a:pt x="3916577" y="2440247"/>
                  </a:lnTo>
                  <a:close/>
                </a:path>
                <a:path w="6537959" h="5924550">
                  <a:moveTo>
                    <a:pt x="3699419" y="2300156"/>
                  </a:moveTo>
                  <a:lnTo>
                    <a:pt x="3700556" y="2302123"/>
                  </a:lnTo>
                  <a:lnTo>
                    <a:pt x="3698584" y="2303260"/>
                  </a:lnTo>
                  <a:lnTo>
                    <a:pt x="3697447" y="2301293"/>
                  </a:lnTo>
                  <a:lnTo>
                    <a:pt x="3699419" y="2300156"/>
                  </a:lnTo>
                  <a:close/>
                </a:path>
                <a:path w="6537959" h="5924550">
                  <a:moveTo>
                    <a:pt x="3757735" y="2399348"/>
                  </a:moveTo>
                  <a:lnTo>
                    <a:pt x="3759784" y="2402897"/>
                  </a:lnTo>
                  <a:lnTo>
                    <a:pt x="3756236" y="2404942"/>
                  </a:lnTo>
                  <a:lnTo>
                    <a:pt x="3754191" y="2401398"/>
                  </a:lnTo>
                  <a:lnTo>
                    <a:pt x="3757735" y="2399348"/>
                  </a:lnTo>
                  <a:close/>
                </a:path>
                <a:path w="6537959" h="5924550">
                  <a:moveTo>
                    <a:pt x="3598892" y="2358459"/>
                  </a:moveTo>
                  <a:lnTo>
                    <a:pt x="3599800" y="2360027"/>
                  </a:lnTo>
                  <a:lnTo>
                    <a:pt x="3598232" y="2360935"/>
                  </a:lnTo>
                  <a:lnTo>
                    <a:pt x="3597324" y="2359367"/>
                  </a:lnTo>
                  <a:lnTo>
                    <a:pt x="3598892" y="2358459"/>
                  </a:lnTo>
                  <a:close/>
                </a:path>
                <a:path w="6537959" h="5924550">
                  <a:moveTo>
                    <a:pt x="3657218" y="2457652"/>
                  </a:moveTo>
                  <a:lnTo>
                    <a:pt x="3659038" y="2460801"/>
                  </a:lnTo>
                  <a:lnTo>
                    <a:pt x="3655884" y="2462621"/>
                  </a:lnTo>
                  <a:lnTo>
                    <a:pt x="3654063" y="2459472"/>
                  </a:lnTo>
                  <a:lnTo>
                    <a:pt x="3657218" y="2457652"/>
                  </a:lnTo>
                  <a:close/>
                </a:path>
                <a:path w="6537959" h="5924550">
                  <a:moveTo>
                    <a:pt x="3497192" y="2417435"/>
                  </a:moveTo>
                  <a:lnTo>
                    <a:pt x="3498770" y="2417435"/>
                  </a:lnTo>
                  <a:lnTo>
                    <a:pt x="3499058" y="2417935"/>
                  </a:lnTo>
                  <a:lnTo>
                    <a:pt x="3497481" y="2417935"/>
                  </a:lnTo>
                  <a:lnTo>
                    <a:pt x="3497192" y="2417435"/>
                  </a:lnTo>
                  <a:close/>
                </a:path>
                <a:path w="6537959" h="5924550">
                  <a:moveTo>
                    <a:pt x="976132" y="4542284"/>
                  </a:moveTo>
                  <a:lnTo>
                    <a:pt x="977041" y="4543861"/>
                  </a:lnTo>
                  <a:lnTo>
                    <a:pt x="975463" y="4544769"/>
                  </a:lnTo>
                  <a:lnTo>
                    <a:pt x="974555" y="4543196"/>
                  </a:lnTo>
                  <a:lnTo>
                    <a:pt x="976132" y="4542284"/>
                  </a:lnTo>
                  <a:close/>
                </a:path>
                <a:path w="6537959" h="5924550">
                  <a:moveTo>
                    <a:pt x="874426" y="4601265"/>
                  </a:moveTo>
                  <a:lnTo>
                    <a:pt x="876004" y="4601265"/>
                  </a:lnTo>
                  <a:lnTo>
                    <a:pt x="876292" y="4601765"/>
                  </a:lnTo>
                  <a:lnTo>
                    <a:pt x="874715" y="4601765"/>
                  </a:lnTo>
                  <a:lnTo>
                    <a:pt x="874426" y="4601265"/>
                  </a:lnTo>
                  <a:close/>
                </a:path>
                <a:path w="6537959" h="5924550">
                  <a:moveTo>
                    <a:pt x="933930" y="4699779"/>
                  </a:moveTo>
                  <a:lnTo>
                    <a:pt x="935521" y="4702539"/>
                  </a:lnTo>
                  <a:lnTo>
                    <a:pt x="932765" y="4704130"/>
                  </a:lnTo>
                  <a:lnTo>
                    <a:pt x="931175" y="4701370"/>
                  </a:lnTo>
                  <a:lnTo>
                    <a:pt x="933930" y="4699779"/>
                  </a:lnTo>
                  <a:close/>
                </a:path>
                <a:path w="6537959" h="5924550">
                  <a:moveTo>
                    <a:pt x="992333" y="4798664"/>
                  </a:moveTo>
                  <a:lnTo>
                    <a:pt x="995065" y="4803391"/>
                  </a:lnTo>
                  <a:lnTo>
                    <a:pt x="990339" y="4806119"/>
                  </a:lnTo>
                  <a:lnTo>
                    <a:pt x="987606" y="4801392"/>
                  </a:lnTo>
                  <a:lnTo>
                    <a:pt x="992333" y="4798664"/>
                  </a:lnTo>
                  <a:close/>
                </a:path>
                <a:path w="6537959" h="5924550">
                  <a:moveTo>
                    <a:pt x="833493" y="4757765"/>
                  </a:moveTo>
                  <a:lnTo>
                    <a:pt x="835084" y="4760525"/>
                  </a:lnTo>
                  <a:lnTo>
                    <a:pt x="832324" y="4762116"/>
                  </a:lnTo>
                  <a:lnTo>
                    <a:pt x="830734" y="4759356"/>
                  </a:lnTo>
                  <a:lnTo>
                    <a:pt x="833493" y="4757765"/>
                  </a:lnTo>
                  <a:close/>
                </a:path>
                <a:path w="6537959" h="5924550">
                  <a:moveTo>
                    <a:pt x="891814" y="4856962"/>
                  </a:moveTo>
                  <a:lnTo>
                    <a:pt x="894313" y="4861294"/>
                  </a:lnTo>
                  <a:lnTo>
                    <a:pt x="889980" y="4863797"/>
                  </a:lnTo>
                  <a:lnTo>
                    <a:pt x="887482" y="4859465"/>
                  </a:lnTo>
                  <a:lnTo>
                    <a:pt x="891814" y="4856962"/>
                  </a:lnTo>
                  <a:close/>
                </a:path>
                <a:path w="6537959" h="5924550">
                  <a:moveTo>
                    <a:pt x="950217" y="4955842"/>
                  </a:moveTo>
                  <a:lnTo>
                    <a:pt x="953858" y="4962151"/>
                  </a:lnTo>
                  <a:lnTo>
                    <a:pt x="947554" y="4965786"/>
                  </a:lnTo>
                  <a:lnTo>
                    <a:pt x="943913" y="4959482"/>
                  </a:lnTo>
                  <a:lnTo>
                    <a:pt x="950217" y="4955842"/>
                  </a:lnTo>
                  <a:close/>
                </a:path>
                <a:path w="6537959" h="5924550">
                  <a:moveTo>
                    <a:pt x="1008620" y="5054727"/>
                  </a:moveTo>
                  <a:lnTo>
                    <a:pt x="1013393" y="5062998"/>
                  </a:lnTo>
                  <a:lnTo>
                    <a:pt x="1005122" y="5067775"/>
                  </a:lnTo>
                  <a:lnTo>
                    <a:pt x="1000350" y="5059505"/>
                  </a:lnTo>
                  <a:lnTo>
                    <a:pt x="1008620" y="5054727"/>
                  </a:lnTo>
                  <a:close/>
                </a:path>
                <a:path w="6537959" h="5924550">
                  <a:moveTo>
                    <a:pt x="732969" y="4816067"/>
                  </a:moveTo>
                  <a:lnTo>
                    <a:pt x="734331" y="4818428"/>
                  </a:lnTo>
                  <a:lnTo>
                    <a:pt x="731970" y="4819790"/>
                  </a:lnTo>
                  <a:lnTo>
                    <a:pt x="730604" y="4817429"/>
                  </a:lnTo>
                  <a:lnTo>
                    <a:pt x="732969" y="4816067"/>
                  </a:lnTo>
                  <a:close/>
                </a:path>
                <a:path w="6537959" h="5924550">
                  <a:moveTo>
                    <a:pt x="791291" y="4915259"/>
                  </a:moveTo>
                  <a:lnTo>
                    <a:pt x="793565" y="4919198"/>
                  </a:lnTo>
                  <a:lnTo>
                    <a:pt x="789626" y="4921472"/>
                  </a:lnTo>
                  <a:lnTo>
                    <a:pt x="787352" y="4917533"/>
                  </a:lnTo>
                  <a:lnTo>
                    <a:pt x="791291" y="4915259"/>
                  </a:lnTo>
                  <a:close/>
                </a:path>
                <a:path w="6537959" h="5924550">
                  <a:moveTo>
                    <a:pt x="849694" y="5014145"/>
                  </a:moveTo>
                  <a:lnTo>
                    <a:pt x="853105" y="5020049"/>
                  </a:lnTo>
                  <a:lnTo>
                    <a:pt x="847200" y="5023460"/>
                  </a:lnTo>
                  <a:lnTo>
                    <a:pt x="843789" y="5017556"/>
                  </a:lnTo>
                  <a:lnTo>
                    <a:pt x="849694" y="5014145"/>
                  </a:lnTo>
                  <a:close/>
                </a:path>
                <a:path w="6537959" h="5924550">
                  <a:moveTo>
                    <a:pt x="908102" y="5113030"/>
                  </a:moveTo>
                  <a:lnTo>
                    <a:pt x="912649" y="5120906"/>
                  </a:lnTo>
                  <a:lnTo>
                    <a:pt x="904768" y="5125454"/>
                  </a:lnTo>
                  <a:lnTo>
                    <a:pt x="900220" y="5117578"/>
                  </a:lnTo>
                  <a:lnTo>
                    <a:pt x="908102" y="5113030"/>
                  </a:lnTo>
                  <a:close/>
                </a:path>
                <a:path w="6537959" h="5924550">
                  <a:moveTo>
                    <a:pt x="966418" y="5212222"/>
                  </a:moveTo>
                  <a:lnTo>
                    <a:pt x="971874" y="5221676"/>
                  </a:lnTo>
                  <a:lnTo>
                    <a:pt x="962420" y="5227136"/>
                  </a:lnTo>
                  <a:lnTo>
                    <a:pt x="956964" y="5217682"/>
                  </a:lnTo>
                  <a:lnTo>
                    <a:pt x="966418" y="5212222"/>
                  </a:lnTo>
                  <a:close/>
                </a:path>
                <a:path w="6537959" h="5924550">
                  <a:moveTo>
                    <a:pt x="632447" y="4874365"/>
                  </a:moveTo>
                  <a:lnTo>
                    <a:pt x="633584" y="4876332"/>
                  </a:lnTo>
                  <a:lnTo>
                    <a:pt x="631618" y="4877469"/>
                  </a:lnTo>
                  <a:lnTo>
                    <a:pt x="630480" y="4875502"/>
                  </a:lnTo>
                  <a:lnTo>
                    <a:pt x="632447" y="4874365"/>
                  </a:lnTo>
                  <a:close/>
                </a:path>
                <a:path w="6537959" h="5924550">
                  <a:moveTo>
                    <a:pt x="690768" y="4973557"/>
                  </a:moveTo>
                  <a:lnTo>
                    <a:pt x="692813" y="4977106"/>
                  </a:lnTo>
                  <a:lnTo>
                    <a:pt x="689268" y="4979150"/>
                  </a:lnTo>
                  <a:lnTo>
                    <a:pt x="687219" y="4975607"/>
                  </a:lnTo>
                  <a:lnTo>
                    <a:pt x="690768" y="4973557"/>
                  </a:lnTo>
                  <a:close/>
                </a:path>
                <a:path w="6537959" h="5924550">
                  <a:moveTo>
                    <a:pt x="749171" y="5072442"/>
                  </a:moveTo>
                  <a:lnTo>
                    <a:pt x="752353" y="5077958"/>
                  </a:lnTo>
                  <a:lnTo>
                    <a:pt x="746837" y="5081139"/>
                  </a:lnTo>
                  <a:lnTo>
                    <a:pt x="743656" y="5075629"/>
                  </a:lnTo>
                  <a:lnTo>
                    <a:pt x="749171" y="5072442"/>
                  </a:lnTo>
                  <a:close/>
                </a:path>
                <a:path w="6537959" h="5924550">
                  <a:moveTo>
                    <a:pt x="807574" y="5171328"/>
                  </a:moveTo>
                  <a:lnTo>
                    <a:pt x="811893" y="5178810"/>
                  </a:lnTo>
                  <a:lnTo>
                    <a:pt x="804410" y="5183133"/>
                  </a:lnTo>
                  <a:lnTo>
                    <a:pt x="800087" y="5175646"/>
                  </a:lnTo>
                  <a:lnTo>
                    <a:pt x="807574" y="5171328"/>
                  </a:lnTo>
                  <a:close/>
                </a:path>
                <a:path w="6537959" h="5924550">
                  <a:moveTo>
                    <a:pt x="865899" y="5270525"/>
                  </a:moveTo>
                  <a:lnTo>
                    <a:pt x="871126" y="5279579"/>
                  </a:lnTo>
                  <a:lnTo>
                    <a:pt x="862067" y="5284810"/>
                  </a:lnTo>
                  <a:lnTo>
                    <a:pt x="856836" y="5275755"/>
                  </a:lnTo>
                  <a:lnTo>
                    <a:pt x="865899" y="5270525"/>
                  </a:lnTo>
                  <a:close/>
                </a:path>
                <a:path w="6537959" h="5924550">
                  <a:moveTo>
                    <a:pt x="924302" y="5369410"/>
                  </a:moveTo>
                  <a:lnTo>
                    <a:pt x="930665" y="5380436"/>
                  </a:lnTo>
                  <a:lnTo>
                    <a:pt x="919640" y="5386804"/>
                  </a:lnTo>
                  <a:lnTo>
                    <a:pt x="913272" y="5375778"/>
                  </a:lnTo>
                  <a:lnTo>
                    <a:pt x="924302" y="5369410"/>
                  </a:lnTo>
                  <a:close/>
                </a:path>
                <a:path w="6537959" h="5924550">
                  <a:moveTo>
                    <a:pt x="982618" y="5468602"/>
                  </a:moveTo>
                  <a:lnTo>
                    <a:pt x="989894" y="5481205"/>
                  </a:lnTo>
                  <a:lnTo>
                    <a:pt x="977295" y="5488481"/>
                  </a:lnTo>
                  <a:lnTo>
                    <a:pt x="970020" y="5475878"/>
                  </a:lnTo>
                  <a:lnTo>
                    <a:pt x="982618" y="5468602"/>
                  </a:lnTo>
                  <a:close/>
                </a:path>
                <a:path w="6537959" h="5924550">
                  <a:moveTo>
                    <a:pt x="532007" y="4932351"/>
                  </a:moveTo>
                  <a:lnTo>
                    <a:pt x="533144" y="4934322"/>
                  </a:lnTo>
                  <a:lnTo>
                    <a:pt x="531177" y="4935459"/>
                  </a:lnTo>
                  <a:lnTo>
                    <a:pt x="530040" y="4933488"/>
                  </a:lnTo>
                  <a:lnTo>
                    <a:pt x="532007" y="4932351"/>
                  </a:lnTo>
                  <a:close/>
                </a:path>
                <a:path w="6537959" h="5924550">
                  <a:moveTo>
                    <a:pt x="590328" y="5031548"/>
                  </a:moveTo>
                  <a:lnTo>
                    <a:pt x="592372" y="5035091"/>
                  </a:lnTo>
                  <a:lnTo>
                    <a:pt x="588833" y="5037136"/>
                  </a:lnTo>
                  <a:lnTo>
                    <a:pt x="586784" y="5033592"/>
                  </a:lnTo>
                  <a:lnTo>
                    <a:pt x="590328" y="5031548"/>
                  </a:lnTo>
                  <a:close/>
                </a:path>
                <a:path w="6537959" h="5924550">
                  <a:moveTo>
                    <a:pt x="648731" y="5130433"/>
                  </a:moveTo>
                  <a:lnTo>
                    <a:pt x="651912" y="5135943"/>
                  </a:lnTo>
                  <a:lnTo>
                    <a:pt x="646402" y="5139125"/>
                  </a:lnTo>
                  <a:lnTo>
                    <a:pt x="643220" y="5133614"/>
                  </a:lnTo>
                  <a:lnTo>
                    <a:pt x="648731" y="5130433"/>
                  </a:lnTo>
                  <a:close/>
                </a:path>
                <a:path w="6537959" h="5924550">
                  <a:moveTo>
                    <a:pt x="707134" y="5229313"/>
                  </a:moveTo>
                  <a:lnTo>
                    <a:pt x="711457" y="5236800"/>
                  </a:lnTo>
                  <a:lnTo>
                    <a:pt x="703975" y="5241119"/>
                  </a:lnTo>
                  <a:lnTo>
                    <a:pt x="699651" y="5233632"/>
                  </a:lnTo>
                  <a:lnTo>
                    <a:pt x="707134" y="5229313"/>
                  </a:lnTo>
                  <a:close/>
                </a:path>
                <a:path w="6537959" h="5924550">
                  <a:moveTo>
                    <a:pt x="765459" y="5328510"/>
                  </a:moveTo>
                  <a:lnTo>
                    <a:pt x="770685" y="5337565"/>
                  </a:lnTo>
                  <a:lnTo>
                    <a:pt x="761626" y="5342796"/>
                  </a:lnTo>
                  <a:lnTo>
                    <a:pt x="756400" y="5333741"/>
                  </a:lnTo>
                  <a:lnTo>
                    <a:pt x="765459" y="5328510"/>
                  </a:lnTo>
                  <a:close/>
                </a:path>
                <a:path w="6537959" h="5924550">
                  <a:moveTo>
                    <a:pt x="823775" y="5427707"/>
                  </a:moveTo>
                  <a:lnTo>
                    <a:pt x="829919" y="5438344"/>
                  </a:lnTo>
                  <a:lnTo>
                    <a:pt x="819287" y="5444482"/>
                  </a:lnTo>
                  <a:lnTo>
                    <a:pt x="813143" y="5433846"/>
                  </a:lnTo>
                  <a:lnTo>
                    <a:pt x="823775" y="5427707"/>
                  </a:lnTo>
                  <a:close/>
                </a:path>
                <a:path w="6537959" h="5924550">
                  <a:moveTo>
                    <a:pt x="882100" y="5526900"/>
                  </a:moveTo>
                  <a:lnTo>
                    <a:pt x="889151" y="5539108"/>
                  </a:lnTo>
                  <a:lnTo>
                    <a:pt x="876938" y="5546160"/>
                  </a:lnTo>
                  <a:lnTo>
                    <a:pt x="869887" y="5533951"/>
                  </a:lnTo>
                  <a:lnTo>
                    <a:pt x="882100" y="5526900"/>
                  </a:lnTo>
                  <a:close/>
                </a:path>
                <a:path w="6537959" h="5924550">
                  <a:moveTo>
                    <a:pt x="940503" y="5625785"/>
                  </a:moveTo>
                  <a:lnTo>
                    <a:pt x="948691" y="5639965"/>
                  </a:lnTo>
                  <a:lnTo>
                    <a:pt x="934511" y="5648153"/>
                  </a:lnTo>
                  <a:lnTo>
                    <a:pt x="926323" y="5633973"/>
                  </a:lnTo>
                  <a:lnTo>
                    <a:pt x="940503" y="5625785"/>
                  </a:lnTo>
                  <a:close/>
                </a:path>
                <a:path w="6537959" h="5924550">
                  <a:moveTo>
                    <a:pt x="998906" y="5724670"/>
                  </a:moveTo>
                  <a:lnTo>
                    <a:pt x="1008231" y="5740817"/>
                  </a:lnTo>
                  <a:lnTo>
                    <a:pt x="992079" y="5750142"/>
                  </a:lnTo>
                  <a:lnTo>
                    <a:pt x="982754" y="5733995"/>
                  </a:lnTo>
                  <a:lnTo>
                    <a:pt x="998906" y="5724670"/>
                  </a:lnTo>
                  <a:close/>
                </a:path>
                <a:path w="6537959" h="5924550">
                  <a:moveTo>
                    <a:pt x="431488" y="4990648"/>
                  </a:moveTo>
                  <a:lnTo>
                    <a:pt x="432396" y="4992225"/>
                  </a:lnTo>
                  <a:lnTo>
                    <a:pt x="430819" y="4993133"/>
                  </a:lnTo>
                  <a:lnTo>
                    <a:pt x="429911" y="4991556"/>
                  </a:lnTo>
                  <a:lnTo>
                    <a:pt x="431488" y="4990648"/>
                  </a:lnTo>
                  <a:close/>
                </a:path>
                <a:path w="6537959" h="5924550">
                  <a:moveTo>
                    <a:pt x="489804" y="5089841"/>
                  </a:moveTo>
                  <a:lnTo>
                    <a:pt x="491624" y="5092995"/>
                  </a:lnTo>
                  <a:lnTo>
                    <a:pt x="488475" y="5094815"/>
                  </a:lnTo>
                  <a:lnTo>
                    <a:pt x="486655" y="5091661"/>
                  </a:lnTo>
                  <a:lnTo>
                    <a:pt x="489804" y="5089841"/>
                  </a:lnTo>
                  <a:close/>
                </a:path>
                <a:path w="6537959" h="5924550">
                  <a:moveTo>
                    <a:pt x="548207" y="5188726"/>
                  </a:moveTo>
                  <a:lnTo>
                    <a:pt x="551165" y="5193851"/>
                  </a:lnTo>
                  <a:lnTo>
                    <a:pt x="546044" y="5196809"/>
                  </a:lnTo>
                  <a:lnTo>
                    <a:pt x="543086" y="5191683"/>
                  </a:lnTo>
                  <a:lnTo>
                    <a:pt x="548207" y="5188726"/>
                  </a:lnTo>
                  <a:close/>
                </a:path>
                <a:path w="6537959" h="5924550">
                  <a:moveTo>
                    <a:pt x="606615" y="5287611"/>
                  </a:moveTo>
                  <a:lnTo>
                    <a:pt x="610709" y="5294703"/>
                  </a:lnTo>
                  <a:lnTo>
                    <a:pt x="603617" y="5298797"/>
                  </a:lnTo>
                  <a:lnTo>
                    <a:pt x="599523" y="5291705"/>
                  </a:lnTo>
                  <a:lnTo>
                    <a:pt x="606615" y="5287611"/>
                  </a:lnTo>
                  <a:close/>
                </a:path>
                <a:path w="6537959" h="5924550">
                  <a:moveTo>
                    <a:pt x="664936" y="5386808"/>
                  </a:moveTo>
                  <a:lnTo>
                    <a:pt x="669942" y="5395473"/>
                  </a:lnTo>
                  <a:lnTo>
                    <a:pt x="661273" y="5400479"/>
                  </a:lnTo>
                  <a:lnTo>
                    <a:pt x="656271" y="5391810"/>
                  </a:lnTo>
                  <a:lnTo>
                    <a:pt x="664936" y="5386808"/>
                  </a:lnTo>
                  <a:close/>
                </a:path>
                <a:path w="6537959" h="5924550">
                  <a:moveTo>
                    <a:pt x="723339" y="5485693"/>
                  </a:moveTo>
                  <a:lnTo>
                    <a:pt x="729483" y="5496330"/>
                  </a:lnTo>
                  <a:lnTo>
                    <a:pt x="718846" y="5502468"/>
                  </a:lnTo>
                  <a:lnTo>
                    <a:pt x="712703" y="5491832"/>
                  </a:lnTo>
                  <a:lnTo>
                    <a:pt x="723339" y="5485693"/>
                  </a:lnTo>
                  <a:close/>
                </a:path>
                <a:path w="6537959" h="5924550">
                  <a:moveTo>
                    <a:pt x="781660" y="5584886"/>
                  </a:moveTo>
                  <a:lnTo>
                    <a:pt x="788711" y="5597099"/>
                  </a:lnTo>
                  <a:lnTo>
                    <a:pt x="776502" y="5604146"/>
                  </a:lnTo>
                  <a:lnTo>
                    <a:pt x="769451" y="5591937"/>
                  </a:lnTo>
                  <a:lnTo>
                    <a:pt x="781660" y="5584886"/>
                  </a:lnTo>
                  <a:close/>
                </a:path>
                <a:path w="6537959" h="5924550">
                  <a:moveTo>
                    <a:pt x="839980" y="5684083"/>
                  </a:moveTo>
                  <a:lnTo>
                    <a:pt x="847939" y="5697868"/>
                  </a:lnTo>
                  <a:lnTo>
                    <a:pt x="834153" y="5705827"/>
                  </a:lnTo>
                  <a:lnTo>
                    <a:pt x="826194" y="5692041"/>
                  </a:lnTo>
                  <a:lnTo>
                    <a:pt x="839980" y="5684083"/>
                  </a:lnTo>
                  <a:close/>
                </a:path>
                <a:path w="6537959" h="5924550">
                  <a:moveTo>
                    <a:pt x="898383" y="5782972"/>
                  </a:moveTo>
                  <a:lnTo>
                    <a:pt x="907479" y="5798725"/>
                  </a:lnTo>
                  <a:lnTo>
                    <a:pt x="891726" y="5807821"/>
                  </a:lnTo>
                  <a:lnTo>
                    <a:pt x="882631" y="5792068"/>
                  </a:lnTo>
                  <a:lnTo>
                    <a:pt x="898383" y="5782972"/>
                  </a:lnTo>
                  <a:close/>
                </a:path>
                <a:path w="6537959" h="5924550">
                  <a:moveTo>
                    <a:pt x="956787" y="5881853"/>
                  </a:moveTo>
                  <a:lnTo>
                    <a:pt x="967019" y="5899577"/>
                  </a:lnTo>
                  <a:lnTo>
                    <a:pt x="949295" y="5909810"/>
                  </a:lnTo>
                  <a:lnTo>
                    <a:pt x="939062" y="5892086"/>
                  </a:lnTo>
                  <a:lnTo>
                    <a:pt x="956787" y="5881853"/>
                  </a:lnTo>
                  <a:close/>
                </a:path>
                <a:path w="6537959" h="5924550">
                  <a:moveTo>
                    <a:pt x="329783" y="5049629"/>
                  </a:moveTo>
                  <a:lnTo>
                    <a:pt x="331357" y="5049629"/>
                  </a:lnTo>
                  <a:lnTo>
                    <a:pt x="331645" y="5050129"/>
                  </a:lnTo>
                  <a:lnTo>
                    <a:pt x="330073" y="5050129"/>
                  </a:lnTo>
                  <a:lnTo>
                    <a:pt x="329783" y="5049629"/>
                  </a:lnTo>
                  <a:close/>
                </a:path>
                <a:path w="6537959" h="5924550">
                  <a:moveTo>
                    <a:pt x="389286" y="5148143"/>
                  </a:moveTo>
                  <a:lnTo>
                    <a:pt x="390877" y="5150903"/>
                  </a:lnTo>
                  <a:lnTo>
                    <a:pt x="388122" y="5152494"/>
                  </a:lnTo>
                  <a:lnTo>
                    <a:pt x="386526" y="5149734"/>
                  </a:lnTo>
                  <a:lnTo>
                    <a:pt x="389286" y="5148143"/>
                  </a:lnTo>
                  <a:close/>
                </a:path>
                <a:path w="6537959" h="5924550">
                  <a:moveTo>
                    <a:pt x="447690" y="5247028"/>
                  </a:moveTo>
                  <a:lnTo>
                    <a:pt x="450418" y="5251750"/>
                  </a:lnTo>
                  <a:lnTo>
                    <a:pt x="445691" y="5254483"/>
                  </a:lnTo>
                  <a:lnTo>
                    <a:pt x="442963" y="5249756"/>
                  </a:lnTo>
                  <a:lnTo>
                    <a:pt x="447690" y="5247028"/>
                  </a:lnTo>
                  <a:close/>
                </a:path>
                <a:path w="6537959" h="5924550">
                  <a:moveTo>
                    <a:pt x="506093" y="5345913"/>
                  </a:moveTo>
                  <a:lnTo>
                    <a:pt x="509957" y="5352607"/>
                  </a:lnTo>
                  <a:lnTo>
                    <a:pt x="503259" y="5356472"/>
                  </a:lnTo>
                  <a:lnTo>
                    <a:pt x="499394" y="5349778"/>
                  </a:lnTo>
                  <a:lnTo>
                    <a:pt x="506093" y="5345913"/>
                  </a:lnTo>
                  <a:close/>
                </a:path>
                <a:path w="6537959" h="5924550">
                  <a:moveTo>
                    <a:pt x="564413" y="5445106"/>
                  </a:moveTo>
                  <a:lnTo>
                    <a:pt x="569186" y="5453376"/>
                  </a:lnTo>
                  <a:lnTo>
                    <a:pt x="560920" y="5458154"/>
                  </a:lnTo>
                  <a:lnTo>
                    <a:pt x="556143" y="5449883"/>
                  </a:lnTo>
                  <a:lnTo>
                    <a:pt x="564413" y="5445106"/>
                  </a:lnTo>
                  <a:close/>
                </a:path>
                <a:path w="6537959" h="5924550">
                  <a:moveTo>
                    <a:pt x="622817" y="5543991"/>
                  </a:moveTo>
                  <a:lnTo>
                    <a:pt x="628731" y="5554233"/>
                  </a:lnTo>
                  <a:lnTo>
                    <a:pt x="618489" y="5560143"/>
                  </a:lnTo>
                  <a:lnTo>
                    <a:pt x="612579" y="5549905"/>
                  </a:lnTo>
                  <a:lnTo>
                    <a:pt x="622817" y="5543991"/>
                  </a:lnTo>
                  <a:close/>
                </a:path>
                <a:path w="6537959" h="5924550">
                  <a:moveTo>
                    <a:pt x="681142" y="5643183"/>
                  </a:moveTo>
                  <a:lnTo>
                    <a:pt x="687963" y="5655002"/>
                  </a:lnTo>
                  <a:lnTo>
                    <a:pt x="676140" y="5661824"/>
                  </a:lnTo>
                  <a:lnTo>
                    <a:pt x="669318" y="5650010"/>
                  </a:lnTo>
                  <a:lnTo>
                    <a:pt x="681142" y="5643183"/>
                  </a:lnTo>
                  <a:close/>
                </a:path>
                <a:path w="6537959" h="5924550">
                  <a:moveTo>
                    <a:pt x="739545" y="5742069"/>
                  </a:moveTo>
                  <a:lnTo>
                    <a:pt x="747504" y="5755854"/>
                  </a:lnTo>
                  <a:lnTo>
                    <a:pt x="733713" y="5763818"/>
                  </a:lnTo>
                  <a:lnTo>
                    <a:pt x="725754" y="5750032"/>
                  </a:lnTo>
                  <a:lnTo>
                    <a:pt x="739545" y="5742069"/>
                  </a:lnTo>
                  <a:close/>
                </a:path>
                <a:path w="6537959" h="5924550">
                  <a:moveTo>
                    <a:pt x="797948" y="5840958"/>
                  </a:moveTo>
                  <a:lnTo>
                    <a:pt x="807043" y="5856711"/>
                  </a:lnTo>
                  <a:lnTo>
                    <a:pt x="791286" y="5865807"/>
                  </a:lnTo>
                  <a:lnTo>
                    <a:pt x="782190" y="5850054"/>
                  </a:lnTo>
                  <a:lnTo>
                    <a:pt x="797948" y="5840958"/>
                  </a:lnTo>
                  <a:close/>
                </a:path>
                <a:path w="6537959" h="5924550">
                  <a:moveTo>
                    <a:pt x="288846" y="5206129"/>
                  </a:moveTo>
                  <a:lnTo>
                    <a:pt x="290441" y="5208889"/>
                  </a:lnTo>
                  <a:lnTo>
                    <a:pt x="287686" y="5210480"/>
                  </a:lnTo>
                  <a:lnTo>
                    <a:pt x="286091" y="5207720"/>
                  </a:lnTo>
                  <a:lnTo>
                    <a:pt x="288846" y="5206129"/>
                  </a:lnTo>
                  <a:close/>
                </a:path>
                <a:path w="6537959" h="5924550">
                  <a:moveTo>
                    <a:pt x="347166" y="5305326"/>
                  </a:moveTo>
                  <a:lnTo>
                    <a:pt x="349670" y="5309658"/>
                  </a:lnTo>
                  <a:lnTo>
                    <a:pt x="345337" y="5312162"/>
                  </a:lnTo>
                  <a:lnTo>
                    <a:pt x="342834" y="5307825"/>
                  </a:lnTo>
                  <a:lnTo>
                    <a:pt x="347166" y="5305326"/>
                  </a:lnTo>
                  <a:close/>
                </a:path>
                <a:path w="6537959" h="5924550">
                  <a:moveTo>
                    <a:pt x="405569" y="5404211"/>
                  </a:moveTo>
                  <a:lnTo>
                    <a:pt x="409205" y="5410510"/>
                  </a:lnTo>
                  <a:lnTo>
                    <a:pt x="402906" y="5414151"/>
                  </a:lnTo>
                  <a:lnTo>
                    <a:pt x="399265" y="5407847"/>
                  </a:lnTo>
                  <a:lnTo>
                    <a:pt x="405569" y="5404211"/>
                  </a:lnTo>
                  <a:close/>
                </a:path>
                <a:path w="6537959" h="5924550">
                  <a:moveTo>
                    <a:pt x="463895" y="5503408"/>
                  </a:moveTo>
                  <a:lnTo>
                    <a:pt x="468443" y="5511285"/>
                  </a:lnTo>
                  <a:lnTo>
                    <a:pt x="460561" y="5515833"/>
                  </a:lnTo>
                  <a:lnTo>
                    <a:pt x="456014" y="5507956"/>
                  </a:lnTo>
                  <a:lnTo>
                    <a:pt x="463895" y="5503408"/>
                  </a:lnTo>
                  <a:close/>
                </a:path>
                <a:path w="6537959" h="5924550">
                  <a:moveTo>
                    <a:pt x="522293" y="5602289"/>
                  </a:moveTo>
                  <a:lnTo>
                    <a:pt x="527978" y="5612137"/>
                  </a:lnTo>
                  <a:lnTo>
                    <a:pt x="518135" y="5617821"/>
                  </a:lnTo>
                  <a:lnTo>
                    <a:pt x="512450" y="5607974"/>
                  </a:lnTo>
                  <a:lnTo>
                    <a:pt x="522293" y="5602289"/>
                  </a:lnTo>
                  <a:close/>
                </a:path>
                <a:path w="6537959" h="5924550">
                  <a:moveTo>
                    <a:pt x="580614" y="5701486"/>
                  </a:moveTo>
                  <a:lnTo>
                    <a:pt x="587211" y="5712911"/>
                  </a:lnTo>
                  <a:lnTo>
                    <a:pt x="575786" y="5719503"/>
                  </a:lnTo>
                  <a:lnTo>
                    <a:pt x="569194" y="5708083"/>
                  </a:lnTo>
                  <a:lnTo>
                    <a:pt x="580614" y="5701486"/>
                  </a:lnTo>
                  <a:close/>
                </a:path>
                <a:path w="6537959" h="5924550">
                  <a:moveTo>
                    <a:pt x="639017" y="5800366"/>
                  </a:moveTo>
                  <a:lnTo>
                    <a:pt x="646751" y="5813758"/>
                  </a:lnTo>
                  <a:lnTo>
                    <a:pt x="633360" y="5821492"/>
                  </a:lnTo>
                  <a:lnTo>
                    <a:pt x="625625" y="5808101"/>
                  </a:lnTo>
                  <a:lnTo>
                    <a:pt x="639017" y="5800366"/>
                  </a:lnTo>
                  <a:close/>
                </a:path>
                <a:path w="6537959" h="5924550">
                  <a:moveTo>
                    <a:pt x="697420" y="5899252"/>
                  </a:moveTo>
                  <a:lnTo>
                    <a:pt x="706291" y="5914615"/>
                  </a:lnTo>
                  <a:lnTo>
                    <a:pt x="690928" y="5923486"/>
                  </a:lnTo>
                  <a:lnTo>
                    <a:pt x="682062" y="5908123"/>
                  </a:lnTo>
                  <a:lnTo>
                    <a:pt x="697420" y="5899252"/>
                  </a:lnTo>
                  <a:close/>
                </a:path>
                <a:path w="6537959" h="5924550">
                  <a:moveTo>
                    <a:pt x="188328" y="5264427"/>
                  </a:moveTo>
                  <a:lnTo>
                    <a:pt x="189689" y="5266792"/>
                  </a:lnTo>
                  <a:lnTo>
                    <a:pt x="187323" y="5268159"/>
                  </a:lnTo>
                  <a:lnTo>
                    <a:pt x="185962" y="5265793"/>
                  </a:lnTo>
                  <a:lnTo>
                    <a:pt x="188328" y="5264427"/>
                  </a:lnTo>
                  <a:close/>
                </a:path>
                <a:path w="6537959" h="5924550">
                  <a:moveTo>
                    <a:pt x="246644" y="5363624"/>
                  </a:moveTo>
                  <a:lnTo>
                    <a:pt x="248918" y="5367562"/>
                  </a:lnTo>
                  <a:lnTo>
                    <a:pt x="244980" y="5369836"/>
                  </a:lnTo>
                  <a:lnTo>
                    <a:pt x="242706" y="5365898"/>
                  </a:lnTo>
                  <a:lnTo>
                    <a:pt x="246644" y="5363624"/>
                  </a:lnTo>
                  <a:close/>
                </a:path>
                <a:path w="6537959" h="5924550">
                  <a:moveTo>
                    <a:pt x="305052" y="5462509"/>
                  </a:moveTo>
                  <a:lnTo>
                    <a:pt x="308463" y="5468418"/>
                  </a:lnTo>
                  <a:lnTo>
                    <a:pt x="302554" y="5471829"/>
                  </a:lnTo>
                  <a:lnTo>
                    <a:pt x="299142" y="5465920"/>
                  </a:lnTo>
                  <a:lnTo>
                    <a:pt x="305052" y="5462509"/>
                  </a:lnTo>
                  <a:close/>
                </a:path>
                <a:path w="6537959" h="5924550">
                  <a:moveTo>
                    <a:pt x="363455" y="5561394"/>
                  </a:moveTo>
                  <a:lnTo>
                    <a:pt x="368003" y="5569270"/>
                  </a:lnTo>
                  <a:lnTo>
                    <a:pt x="360126" y="5573818"/>
                  </a:lnTo>
                  <a:lnTo>
                    <a:pt x="355579" y="5565942"/>
                  </a:lnTo>
                  <a:lnTo>
                    <a:pt x="363455" y="5561394"/>
                  </a:lnTo>
                  <a:close/>
                </a:path>
                <a:path w="6537959" h="5924550">
                  <a:moveTo>
                    <a:pt x="421771" y="5660591"/>
                  </a:moveTo>
                  <a:lnTo>
                    <a:pt x="427231" y="5670044"/>
                  </a:lnTo>
                  <a:lnTo>
                    <a:pt x="417782" y="5675500"/>
                  </a:lnTo>
                  <a:lnTo>
                    <a:pt x="412322" y="5666047"/>
                  </a:lnTo>
                  <a:lnTo>
                    <a:pt x="421771" y="5660591"/>
                  </a:lnTo>
                  <a:close/>
                </a:path>
                <a:path w="6537959" h="5924550">
                  <a:moveTo>
                    <a:pt x="480179" y="5759476"/>
                  </a:moveTo>
                  <a:lnTo>
                    <a:pt x="486772" y="5770896"/>
                  </a:lnTo>
                  <a:lnTo>
                    <a:pt x="475351" y="5777489"/>
                  </a:lnTo>
                  <a:lnTo>
                    <a:pt x="468759" y="5766069"/>
                  </a:lnTo>
                  <a:lnTo>
                    <a:pt x="480179" y="5759476"/>
                  </a:lnTo>
                  <a:close/>
                </a:path>
                <a:path w="6537959" h="5924550">
                  <a:moveTo>
                    <a:pt x="538500" y="5858669"/>
                  </a:moveTo>
                  <a:lnTo>
                    <a:pt x="546005" y="5871666"/>
                  </a:lnTo>
                  <a:lnTo>
                    <a:pt x="533007" y="5879171"/>
                  </a:lnTo>
                  <a:lnTo>
                    <a:pt x="525502" y="5866174"/>
                  </a:lnTo>
                  <a:lnTo>
                    <a:pt x="538500" y="5858669"/>
                  </a:lnTo>
                  <a:close/>
                </a:path>
                <a:path w="6537959" h="5924550">
                  <a:moveTo>
                    <a:pt x="87801" y="5322724"/>
                  </a:moveTo>
                  <a:lnTo>
                    <a:pt x="88938" y="5324696"/>
                  </a:lnTo>
                  <a:lnTo>
                    <a:pt x="86971" y="5325833"/>
                  </a:lnTo>
                  <a:lnTo>
                    <a:pt x="85834" y="5323861"/>
                  </a:lnTo>
                  <a:lnTo>
                    <a:pt x="87801" y="5322724"/>
                  </a:lnTo>
                  <a:close/>
                </a:path>
                <a:path w="6537959" h="5924550">
                  <a:moveTo>
                    <a:pt x="146126" y="5421921"/>
                  </a:moveTo>
                  <a:lnTo>
                    <a:pt x="148171" y="5425465"/>
                  </a:lnTo>
                  <a:lnTo>
                    <a:pt x="144627" y="5427510"/>
                  </a:lnTo>
                  <a:lnTo>
                    <a:pt x="142582" y="5423971"/>
                  </a:lnTo>
                  <a:lnTo>
                    <a:pt x="146126" y="5421921"/>
                  </a:lnTo>
                  <a:close/>
                </a:path>
                <a:path w="6537959" h="5924550">
                  <a:moveTo>
                    <a:pt x="204529" y="5520802"/>
                  </a:moveTo>
                  <a:lnTo>
                    <a:pt x="207711" y="5526317"/>
                  </a:lnTo>
                  <a:lnTo>
                    <a:pt x="202196" y="5529504"/>
                  </a:lnTo>
                  <a:lnTo>
                    <a:pt x="199014" y="5523988"/>
                  </a:lnTo>
                  <a:lnTo>
                    <a:pt x="204529" y="5520802"/>
                  </a:lnTo>
                  <a:close/>
                </a:path>
                <a:path w="6537959" h="5924550">
                  <a:moveTo>
                    <a:pt x="262932" y="5619692"/>
                  </a:moveTo>
                  <a:lnTo>
                    <a:pt x="267255" y="5627174"/>
                  </a:lnTo>
                  <a:lnTo>
                    <a:pt x="259769" y="5631493"/>
                  </a:lnTo>
                  <a:lnTo>
                    <a:pt x="255450" y="5624011"/>
                  </a:lnTo>
                  <a:lnTo>
                    <a:pt x="262932" y="5619692"/>
                  </a:lnTo>
                  <a:close/>
                </a:path>
                <a:path w="6537959" h="5924550">
                  <a:moveTo>
                    <a:pt x="321253" y="5718889"/>
                  </a:moveTo>
                  <a:lnTo>
                    <a:pt x="326484" y="5727943"/>
                  </a:lnTo>
                  <a:lnTo>
                    <a:pt x="317420" y="5733174"/>
                  </a:lnTo>
                  <a:lnTo>
                    <a:pt x="312194" y="5724120"/>
                  </a:lnTo>
                  <a:lnTo>
                    <a:pt x="321253" y="5718889"/>
                  </a:lnTo>
                  <a:close/>
                </a:path>
                <a:path w="6537959" h="5924550">
                  <a:moveTo>
                    <a:pt x="379656" y="5817769"/>
                  </a:moveTo>
                  <a:lnTo>
                    <a:pt x="386024" y="5828800"/>
                  </a:lnTo>
                  <a:lnTo>
                    <a:pt x="374993" y="5835168"/>
                  </a:lnTo>
                  <a:lnTo>
                    <a:pt x="368625" y="5824137"/>
                  </a:lnTo>
                  <a:lnTo>
                    <a:pt x="379656" y="5817769"/>
                  </a:lnTo>
                  <a:close/>
                </a:path>
                <a:path w="6537959" h="5924550">
                  <a:moveTo>
                    <a:pt x="437976" y="5916966"/>
                  </a:moveTo>
                  <a:lnTo>
                    <a:pt x="442065" y="5924049"/>
                  </a:lnTo>
                  <a:lnTo>
                    <a:pt x="425707" y="5924049"/>
                  </a:lnTo>
                  <a:lnTo>
                    <a:pt x="437976" y="5916966"/>
                  </a:lnTo>
                  <a:close/>
                </a:path>
                <a:path w="6537959" h="5924550">
                  <a:moveTo>
                    <a:pt x="45598" y="5480219"/>
                  </a:moveTo>
                  <a:lnTo>
                    <a:pt x="47418" y="5483373"/>
                  </a:lnTo>
                  <a:lnTo>
                    <a:pt x="44273" y="5485189"/>
                  </a:lnTo>
                  <a:lnTo>
                    <a:pt x="42453" y="5482039"/>
                  </a:lnTo>
                  <a:lnTo>
                    <a:pt x="45598" y="5480219"/>
                  </a:lnTo>
                  <a:close/>
                </a:path>
                <a:path w="6537959" h="5924550">
                  <a:moveTo>
                    <a:pt x="104006" y="5579104"/>
                  </a:moveTo>
                  <a:lnTo>
                    <a:pt x="106963" y="5584225"/>
                  </a:lnTo>
                  <a:lnTo>
                    <a:pt x="101842" y="5587182"/>
                  </a:lnTo>
                  <a:lnTo>
                    <a:pt x="98885" y="5582061"/>
                  </a:lnTo>
                  <a:lnTo>
                    <a:pt x="104006" y="5579104"/>
                  </a:lnTo>
                  <a:close/>
                </a:path>
                <a:path w="6537959" h="5924550">
                  <a:moveTo>
                    <a:pt x="162409" y="5677990"/>
                  </a:moveTo>
                  <a:lnTo>
                    <a:pt x="166498" y="5685077"/>
                  </a:lnTo>
                  <a:lnTo>
                    <a:pt x="159415" y="5689171"/>
                  </a:lnTo>
                  <a:lnTo>
                    <a:pt x="155321" y="5682084"/>
                  </a:lnTo>
                  <a:lnTo>
                    <a:pt x="162409" y="5677990"/>
                  </a:lnTo>
                  <a:close/>
                </a:path>
                <a:path w="6537959" h="5924550">
                  <a:moveTo>
                    <a:pt x="220730" y="5777182"/>
                  </a:moveTo>
                  <a:lnTo>
                    <a:pt x="225736" y="5785851"/>
                  </a:lnTo>
                  <a:lnTo>
                    <a:pt x="217066" y="5790853"/>
                  </a:lnTo>
                  <a:lnTo>
                    <a:pt x="212065" y="5782188"/>
                  </a:lnTo>
                  <a:lnTo>
                    <a:pt x="220730" y="5777182"/>
                  </a:lnTo>
                  <a:close/>
                </a:path>
                <a:path w="6537959" h="5924550">
                  <a:moveTo>
                    <a:pt x="279133" y="5876067"/>
                  </a:moveTo>
                  <a:lnTo>
                    <a:pt x="285271" y="5886703"/>
                  </a:lnTo>
                  <a:lnTo>
                    <a:pt x="274635" y="5892842"/>
                  </a:lnTo>
                  <a:lnTo>
                    <a:pt x="268496" y="5882211"/>
                  </a:lnTo>
                  <a:lnTo>
                    <a:pt x="279133" y="5876067"/>
                  </a:lnTo>
                  <a:close/>
                </a:path>
                <a:path w="6537959" h="5924550">
                  <a:moveTo>
                    <a:pt x="3149" y="5638649"/>
                  </a:moveTo>
                  <a:lnTo>
                    <a:pt x="4969" y="5641799"/>
                  </a:lnTo>
                  <a:lnTo>
                    <a:pt x="1819" y="5643619"/>
                  </a:lnTo>
                  <a:lnTo>
                    <a:pt x="0" y="5640465"/>
                  </a:lnTo>
                  <a:lnTo>
                    <a:pt x="3149" y="5638649"/>
                  </a:lnTo>
                  <a:close/>
                </a:path>
                <a:path w="6537959" h="5924550">
                  <a:moveTo>
                    <a:pt x="61887" y="5736287"/>
                  </a:moveTo>
                  <a:lnTo>
                    <a:pt x="65757" y="5742985"/>
                  </a:lnTo>
                  <a:lnTo>
                    <a:pt x="59058" y="5746850"/>
                  </a:lnTo>
                  <a:lnTo>
                    <a:pt x="55189" y="5740152"/>
                  </a:lnTo>
                  <a:lnTo>
                    <a:pt x="61887" y="5736287"/>
                  </a:lnTo>
                  <a:close/>
                </a:path>
                <a:path w="6537959" h="5924550">
                  <a:moveTo>
                    <a:pt x="120290" y="5835173"/>
                  </a:moveTo>
                  <a:lnTo>
                    <a:pt x="125296" y="5843837"/>
                  </a:lnTo>
                  <a:lnTo>
                    <a:pt x="116627" y="5848844"/>
                  </a:lnTo>
                  <a:lnTo>
                    <a:pt x="111625" y="5840174"/>
                  </a:lnTo>
                  <a:lnTo>
                    <a:pt x="120290" y="5835173"/>
                  </a:lnTo>
                  <a:close/>
                </a:path>
                <a:path w="6537959" h="5924550">
                  <a:moveTo>
                    <a:pt x="19355" y="5895024"/>
                  </a:moveTo>
                  <a:lnTo>
                    <a:pt x="22995" y="5901324"/>
                  </a:lnTo>
                  <a:lnTo>
                    <a:pt x="16692" y="5904964"/>
                  </a:lnTo>
                  <a:lnTo>
                    <a:pt x="13051" y="5898665"/>
                  </a:lnTo>
                  <a:lnTo>
                    <a:pt x="19355" y="5895024"/>
                  </a:lnTo>
                  <a:close/>
                </a:path>
              </a:pathLst>
            </a:custGeom>
            <a:solidFill>
              <a:srgbClr val="DBC2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44000" y="1501716"/>
              <a:ext cx="7915274" cy="791527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80681" y="920800"/>
              <a:ext cx="10504170" cy="4771390"/>
            </a:xfrm>
            <a:custGeom>
              <a:avLst/>
              <a:gdLst/>
              <a:ahLst/>
              <a:cxnLst/>
              <a:rect l="l" t="t" r="r" b="b"/>
              <a:pathLst>
                <a:path w="10504170" h="4771390">
                  <a:moveTo>
                    <a:pt x="10074211" y="846823"/>
                  </a:moveTo>
                  <a:lnTo>
                    <a:pt x="9978961" y="0"/>
                  </a:lnTo>
                  <a:lnTo>
                    <a:pt x="0" y="1122375"/>
                  </a:lnTo>
                  <a:lnTo>
                    <a:pt x="95237" y="1969198"/>
                  </a:lnTo>
                  <a:lnTo>
                    <a:pt x="157556" y="2523236"/>
                  </a:lnTo>
                  <a:lnTo>
                    <a:pt x="8914320" y="1538325"/>
                  </a:lnTo>
                  <a:lnTo>
                    <a:pt x="8852002" y="984300"/>
                  </a:lnTo>
                  <a:lnTo>
                    <a:pt x="10074211" y="846823"/>
                  </a:lnTo>
                  <a:close/>
                </a:path>
                <a:path w="10504170" h="4771390">
                  <a:moveTo>
                    <a:pt x="10503903" y="2217089"/>
                  </a:moveTo>
                  <a:lnTo>
                    <a:pt x="10408653" y="1370253"/>
                  </a:lnTo>
                  <a:lnTo>
                    <a:pt x="157556" y="2523236"/>
                  </a:lnTo>
                  <a:lnTo>
                    <a:pt x="252806" y="3370072"/>
                  </a:lnTo>
                  <a:lnTo>
                    <a:pt x="331584" y="4070502"/>
                  </a:lnTo>
                  <a:lnTo>
                    <a:pt x="410362" y="4770933"/>
                  </a:lnTo>
                  <a:lnTo>
                    <a:pt x="4606175" y="4299013"/>
                  </a:lnTo>
                  <a:lnTo>
                    <a:pt x="4527385" y="3598595"/>
                  </a:lnTo>
                  <a:lnTo>
                    <a:pt x="7857706" y="3224009"/>
                  </a:lnTo>
                  <a:lnTo>
                    <a:pt x="7778928" y="2523579"/>
                  </a:lnTo>
                  <a:lnTo>
                    <a:pt x="10503903" y="2217089"/>
                  </a:lnTo>
                  <a:close/>
                </a:path>
              </a:pathLst>
            </a:custGeom>
            <a:solidFill>
              <a:srgbClr val="3B0A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 rot="21240000">
            <a:off x="1029119" y="1618273"/>
            <a:ext cx="9581000" cy="605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770"/>
              </a:lnSpc>
            </a:pPr>
            <a:r>
              <a:rPr sz="4750" spc="105" dirty="0">
                <a:solidFill>
                  <a:srgbClr val="DAFF6B"/>
                </a:solidFill>
                <a:latin typeface="Arial MT"/>
                <a:cs typeface="Arial MT"/>
              </a:rPr>
              <a:t>“CITI</a:t>
            </a:r>
            <a:r>
              <a:rPr sz="7125" spc="157" baseline="1169" dirty="0">
                <a:solidFill>
                  <a:srgbClr val="DAFF6B"/>
                </a:solidFill>
                <a:latin typeface="Arial MT"/>
                <a:cs typeface="Arial MT"/>
              </a:rPr>
              <a:t>ZE</a:t>
            </a:r>
            <a:r>
              <a:rPr sz="7125" spc="157" baseline="1754" dirty="0">
                <a:solidFill>
                  <a:srgbClr val="DAFF6B"/>
                </a:solidFill>
                <a:latin typeface="Arial MT"/>
                <a:cs typeface="Arial MT"/>
              </a:rPr>
              <a:t>N</a:t>
            </a:r>
            <a:r>
              <a:rPr sz="7125" spc="165" baseline="1754" dirty="0">
                <a:solidFill>
                  <a:srgbClr val="DAFF6B"/>
                </a:solidFill>
                <a:latin typeface="Arial MT"/>
                <a:cs typeface="Arial MT"/>
              </a:rPr>
              <a:t> </a:t>
            </a:r>
            <a:r>
              <a:rPr sz="7125" spc="-165" baseline="1754" dirty="0">
                <a:solidFill>
                  <a:srgbClr val="DAFF6B"/>
                </a:solidFill>
                <a:latin typeface="Arial MT"/>
                <a:cs typeface="Arial MT"/>
              </a:rPr>
              <a:t>S</a:t>
            </a:r>
            <a:r>
              <a:rPr sz="7125" spc="-165" baseline="2339" dirty="0">
                <a:solidFill>
                  <a:srgbClr val="DAFF6B"/>
                </a:solidFill>
                <a:latin typeface="Arial MT"/>
                <a:cs typeface="Arial MT"/>
              </a:rPr>
              <a:t>CIE</a:t>
            </a:r>
            <a:r>
              <a:rPr sz="7125" spc="-165" baseline="2923" dirty="0">
                <a:solidFill>
                  <a:srgbClr val="DAFF6B"/>
                </a:solidFill>
                <a:latin typeface="Arial MT"/>
                <a:cs typeface="Arial MT"/>
              </a:rPr>
              <a:t>NC</a:t>
            </a:r>
            <a:r>
              <a:rPr sz="7125" spc="-165" baseline="3508" dirty="0">
                <a:solidFill>
                  <a:srgbClr val="DAFF6B"/>
                </a:solidFill>
                <a:latin typeface="Arial MT"/>
                <a:cs typeface="Arial MT"/>
              </a:rPr>
              <a:t>E</a:t>
            </a:r>
            <a:r>
              <a:rPr sz="7125" spc="172" baseline="3508" dirty="0">
                <a:solidFill>
                  <a:srgbClr val="DAFF6B"/>
                </a:solidFill>
                <a:latin typeface="Arial MT"/>
                <a:cs typeface="Arial MT"/>
              </a:rPr>
              <a:t> </a:t>
            </a:r>
            <a:r>
              <a:rPr sz="7125" baseline="4093" dirty="0">
                <a:solidFill>
                  <a:srgbClr val="DAFF6B"/>
                </a:solidFill>
                <a:latin typeface="Arial MT"/>
                <a:cs typeface="Arial MT"/>
              </a:rPr>
              <a:t>AS</a:t>
            </a:r>
            <a:r>
              <a:rPr sz="7125" spc="165" baseline="4093" dirty="0">
                <a:solidFill>
                  <a:srgbClr val="DAFF6B"/>
                </a:solidFill>
                <a:latin typeface="Arial MT"/>
                <a:cs typeface="Arial MT"/>
              </a:rPr>
              <a:t> </a:t>
            </a:r>
            <a:r>
              <a:rPr sz="7125" spc="615" baseline="4678" dirty="0">
                <a:solidFill>
                  <a:srgbClr val="DAFF6B"/>
                </a:solidFill>
                <a:latin typeface="Arial MT"/>
                <a:cs typeface="Arial MT"/>
              </a:rPr>
              <a:t>A</a:t>
            </a:r>
            <a:r>
              <a:rPr sz="7125" spc="165" baseline="4678" dirty="0">
                <a:solidFill>
                  <a:srgbClr val="DAFF6B"/>
                </a:solidFill>
                <a:latin typeface="Arial MT"/>
                <a:cs typeface="Arial MT"/>
              </a:rPr>
              <a:t> </a:t>
            </a:r>
            <a:r>
              <a:rPr sz="7125" spc="89" baseline="4678" dirty="0">
                <a:solidFill>
                  <a:srgbClr val="DAFF6B"/>
                </a:solidFill>
                <a:latin typeface="Arial MT"/>
                <a:cs typeface="Arial MT"/>
              </a:rPr>
              <a:t>M</a:t>
            </a:r>
            <a:r>
              <a:rPr sz="7125" spc="89" baseline="5263" dirty="0">
                <a:solidFill>
                  <a:srgbClr val="DAFF6B"/>
                </a:solidFill>
                <a:latin typeface="Arial MT"/>
                <a:cs typeface="Arial MT"/>
              </a:rPr>
              <a:t>EA</a:t>
            </a:r>
            <a:r>
              <a:rPr sz="7125" spc="89" baseline="5847" dirty="0">
                <a:solidFill>
                  <a:srgbClr val="DAFF6B"/>
                </a:solidFill>
                <a:latin typeface="Arial MT"/>
                <a:cs typeface="Arial MT"/>
              </a:rPr>
              <a:t>N</a:t>
            </a:r>
            <a:r>
              <a:rPr sz="7125" spc="89" baseline="6432" dirty="0">
                <a:solidFill>
                  <a:srgbClr val="DAFF6B"/>
                </a:solidFill>
                <a:latin typeface="Arial MT"/>
                <a:cs typeface="Arial MT"/>
              </a:rPr>
              <a:t>S</a:t>
            </a:r>
            <a:endParaRPr sz="7125" baseline="6432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 rot="21240000">
            <a:off x="1110091" y="2386484"/>
            <a:ext cx="8353828" cy="603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480"/>
              </a:lnSpc>
            </a:pPr>
            <a:r>
              <a:rPr sz="7125" baseline="-4093" dirty="0">
                <a:solidFill>
                  <a:srgbClr val="DAFF6B"/>
                </a:solidFill>
                <a:latin typeface="Arial MT"/>
                <a:cs typeface="Arial MT"/>
              </a:rPr>
              <a:t>F</a:t>
            </a:r>
            <a:r>
              <a:rPr sz="7125" baseline="-3508" dirty="0">
                <a:solidFill>
                  <a:srgbClr val="DAFF6B"/>
                </a:solidFill>
                <a:latin typeface="Arial MT"/>
                <a:cs typeface="Arial MT"/>
              </a:rPr>
              <a:t>OR</a:t>
            </a:r>
            <a:r>
              <a:rPr sz="7125" spc="-284" baseline="-3508" dirty="0">
                <a:solidFill>
                  <a:srgbClr val="DAFF6B"/>
                </a:solidFill>
                <a:latin typeface="Arial MT"/>
                <a:cs typeface="Arial MT"/>
              </a:rPr>
              <a:t> </a:t>
            </a:r>
            <a:r>
              <a:rPr sz="7125" baseline="-2923" dirty="0">
                <a:solidFill>
                  <a:srgbClr val="DAFF6B"/>
                </a:solidFill>
                <a:latin typeface="Arial MT"/>
                <a:cs typeface="Arial MT"/>
              </a:rPr>
              <a:t>DE</a:t>
            </a:r>
            <a:r>
              <a:rPr sz="7125" baseline="-2339" dirty="0">
                <a:solidFill>
                  <a:srgbClr val="DAFF6B"/>
                </a:solidFill>
                <a:latin typeface="Arial MT"/>
                <a:cs typeface="Arial MT"/>
              </a:rPr>
              <a:t>MO</a:t>
            </a:r>
            <a:r>
              <a:rPr sz="7125" baseline="-1754" dirty="0">
                <a:solidFill>
                  <a:srgbClr val="DAFF6B"/>
                </a:solidFill>
                <a:latin typeface="Arial MT"/>
                <a:cs typeface="Arial MT"/>
              </a:rPr>
              <a:t>CR</a:t>
            </a:r>
            <a:r>
              <a:rPr sz="7125" baseline="-1169" dirty="0">
                <a:solidFill>
                  <a:srgbClr val="DAFF6B"/>
                </a:solidFill>
                <a:latin typeface="Arial MT"/>
                <a:cs typeface="Arial MT"/>
              </a:rPr>
              <a:t>AT</a:t>
            </a:r>
            <a:r>
              <a:rPr sz="4750" dirty="0">
                <a:solidFill>
                  <a:srgbClr val="DAFF6B"/>
                </a:solidFill>
                <a:latin typeface="Arial MT"/>
                <a:cs typeface="Arial MT"/>
              </a:rPr>
              <a:t>IZATION</a:t>
            </a:r>
            <a:r>
              <a:rPr sz="4750" spc="-185" dirty="0">
                <a:solidFill>
                  <a:srgbClr val="DAFF6B"/>
                </a:solidFill>
                <a:latin typeface="Arial MT"/>
                <a:cs typeface="Arial MT"/>
              </a:rPr>
              <a:t> </a:t>
            </a:r>
            <a:r>
              <a:rPr sz="7125" spc="-37" baseline="1169" dirty="0">
                <a:solidFill>
                  <a:srgbClr val="DAFF6B"/>
                </a:solidFill>
                <a:latin typeface="Arial MT"/>
                <a:cs typeface="Arial MT"/>
              </a:rPr>
              <a:t>OF</a:t>
            </a:r>
            <a:endParaRPr sz="7125" baseline="1169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 rot="21240000">
            <a:off x="1186145" y="3005611"/>
            <a:ext cx="9854153" cy="603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620"/>
              </a:lnSpc>
            </a:pPr>
            <a:r>
              <a:rPr sz="7125" spc="-82" baseline="-2339" dirty="0">
                <a:solidFill>
                  <a:srgbClr val="DAFF6B"/>
                </a:solidFill>
                <a:latin typeface="Arial MT"/>
                <a:cs typeface="Arial MT"/>
              </a:rPr>
              <a:t>SCI</a:t>
            </a:r>
            <a:r>
              <a:rPr sz="7125" spc="-82" baseline="-1754" dirty="0">
                <a:solidFill>
                  <a:srgbClr val="DAFF6B"/>
                </a:solidFill>
                <a:latin typeface="Arial MT"/>
                <a:cs typeface="Arial MT"/>
              </a:rPr>
              <a:t>EN</a:t>
            </a:r>
            <a:r>
              <a:rPr sz="7125" spc="-82" baseline="-1169" dirty="0">
                <a:solidFill>
                  <a:srgbClr val="DAFF6B"/>
                </a:solidFill>
                <a:latin typeface="Arial MT"/>
                <a:cs typeface="Arial MT"/>
              </a:rPr>
              <a:t>CE</a:t>
            </a:r>
            <a:r>
              <a:rPr sz="4750" spc="-55" dirty="0">
                <a:solidFill>
                  <a:srgbClr val="DAFF6B"/>
                </a:solidFill>
                <a:latin typeface="Arial MT"/>
                <a:cs typeface="Arial MT"/>
              </a:rPr>
              <a:t>,</a:t>
            </a:r>
            <a:r>
              <a:rPr sz="4750" spc="-260" dirty="0">
                <a:solidFill>
                  <a:srgbClr val="DAFF6B"/>
                </a:solidFill>
                <a:latin typeface="Arial MT"/>
                <a:cs typeface="Arial MT"/>
              </a:rPr>
              <a:t> </a:t>
            </a:r>
            <a:r>
              <a:rPr sz="4750" dirty="0">
                <a:solidFill>
                  <a:srgbClr val="DAFF6B"/>
                </a:solidFill>
                <a:latin typeface="Arial MT"/>
                <a:cs typeface="Arial MT"/>
              </a:rPr>
              <a:t>PUBLIC</a:t>
            </a:r>
            <a:r>
              <a:rPr sz="4750" spc="-254" dirty="0">
                <a:solidFill>
                  <a:srgbClr val="DAFF6B"/>
                </a:solidFill>
                <a:latin typeface="Arial MT"/>
                <a:cs typeface="Arial MT"/>
              </a:rPr>
              <a:t> </a:t>
            </a:r>
            <a:r>
              <a:rPr sz="7125" spc="-15" baseline="1169" dirty="0">
                <a:solidFill>
                  <a:srgbClr val="DAFF6B"/>
                </a:solidFill>
                <a:latin typeface="Arial MT"/>
                <a:cs typeface="Arial MT"/>
              </a:rPr>
              <a:t>EN</a:t>
            </a:r>
            <a:r>
              <a:rPr sz="7125" spc="-15" baseline="1754" dirty="0">
                <a:solidFill>
                  <a:srgbClr val="DAFF6B"/>
                </a:solidFill>
                <a:latin typeface="Arial MT"/>
                <a:cs typeface="Arial MT"/>
              </a:rPr>
              <a:t>GA</a:t>
            </a:r>
            <a:r>
              <a:rPr sz="7125" spc="-15" baseline="2339" dirty="0">
                <a:solidFill>
                  <a:srgbClr val="DAFF6B"/>
                </a:solidFill>
                <a:latin typeface="Arial MT"/>
                <a:cs typeface="Arial MT"/>
              </a:rPr>
              <a:t>GE</a:t>
            </a:r>
            <a:r>
              <a:rPr sz="7125" spc="-15" baseline="2923" dirty="0">
                <a:solidFill>
                  <a:srgbClr val="DAFF6B"/>
                </a:solidFill>
                <a:latin typeface="Arial MT"/>
                <a:cs typeface="Arial MT"/>
              </a:rPr>
              <a:t>ME</a:t>
            </a:r>
            <a:r>
              <a:rPr sz="7125" spc="-15" baseline="3508" dirty="0">
                <a:solidFill>
                  <a:srgbClr val="DAFF6B"/>
                </a:solidFill>
                <a:latin typeface="Arial MT"/>
                <a:cs typeface="Arial MT"/>
              </a:rPr>
              <a:t>NT</a:t>
            </a:r>
            <a:r>
              <a:rPr sz="7125" spc="-15" baseline="4093" dirty="0">
                <a:solidFill>
                  <a:srgbClr val="DAFF6B"/>
                </a:solidFill>
                <a:latin typeface="Arial MT"/>
                <a:cs typeface="Arial MT"/>
              </a:rPr>
              <a:t>,</a:t>
            </a:r>
            <a:endParaRPr sz="7125" baseline="4093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 rot="21240000">
            <a:off x="1269367" y="3854317"/>
            <a:ext cx="7119405" cy="603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560"/>
              </a:lnSpc>
            </a:pPr>
            <a:r>
              <a:rPr sz="7125" baseline="-2923" dirty="0">
                <a:solidFill>
                  <a:srgbClr val="DAFF6B"/>
                </a:solidFill>
                <a:latin typeface="Arial MT"/>
                <a:cs typeface="Arial MT"/>
              </a:rPr>
              <a:t>E</a:t>
            </a:r>
            <a:r>
              <a:rPr sz="7125" baseline="-2339" dirty="0">
                <a:solidFill>
                  <a:srgbClr val="DAFF6B"/>
                </a:solidFill>
                <a:latin typeface="Arial MT"/>
                <a:cs typeface="Arial MT"/>
              </a:rPr>
              <a:t>QU</a:t>
            </a:r>
            <a:r>
              <a:rPr sz="7125" baseline="-1754" dirty="0">
                <a:solidFill>
                  <a:srgbClr val="DAFF6B"/>
                </a:solidFill>
                <a:latin typeface="Arial MT"/>
                <a:cs typeface="Arial MT"/>
              </a:rPr>
              <a:t>ITY</a:t>
            </a:r>
            <a:r>
              <a:rPr sz="7125" baseline="-1169" dirty="0">
                <a:solidFill>
                  <a:srgbClr val="DAFF6B"/>
                </a:solidFill>
                <a:latin typeface="Arial MT"/>
                <a:cs typeface="Arial MT"/>
              </a:rPr>
              <a:t>,</a:t>
            </a:r>
            <a:r>
              <a:rPr sz="7125" spc="30" baseline="-1169" dirty="0">
                <a:solidFill>
                  <a:srgbClr val="DAFF6B"/>
                </a:solidFill>
                <a:latin typeface="Arial MT"/>
                <a:cs typeface="Arial MT"/>
              </a:rPr>
              <a:t> </a:t>
            </a:r>
            <a:r>
              <a:rPr sz="7125" spc="247" baseline="-1169" dirty="0">
                <a:solidFill>
                  <a:srgbClr val="DAFF6B"/>
                </a:solidFill>
                <a:latin typeface="Arial MT"/>
                <a:cs typeface="Arial MT"/>
              </a:rPr>
              <a:t>A</a:t>
            </a:r>
            <a:r>
              <a:rPr sz="4750" spc="165" dirty="0">
                <a:solidFill>
                  <a:srgbClr val="DAFF6B"/>
                </a:solidFill>
                <a:latin typeface="Arial MT"/>
                <a:cs typeface="Arial MT"/>
              </a:rPr>
              <a:t>ND</a:t>
            </a:r>
            <a:r>
              <a:rPr sz="4750" spc="30" dirty="0">
                <a:solidFill>
                  <a:srgbClr val="DAFF6B"/>
                </a:solidFill>
                <a:latin typeface="Arial MT"/>
                <a:cs typeface="Arial MT"/>
              </a:rPr>
              <a:t> </a:t>
            </a:r>
            <a:r>
              <a:rPr sz="4750" spc="-10" dirty="0">
                <a:solidFill>
                  <a:srgbClr val="DAFF6B"/>
                </a:solidFill>
                <a:latin typeface="Arial MT"/>
                <a:cs typeface="Arial MT"/>
              </a:rPr>
              <a:t>JUST</a:t>
            </a:r>
            <a:r>
              <a:rPr sz="7125" spc="-15" baseline="1169" dirty="0">
                <a:solidFill>
                  <a:srgbClr val="DAFF6B"/>
                </a:solidFill>
                <a:latin typeface="Arial MT"/>
                <a:cs typeface="Arial MT"/>
              </a:rPr>
              <a:t>ICE</a:t>
            </a:r>
            <a:r>
              <a:rPr sz="7125" spc="-15" baseline="1754" dirty="0">
                <a:solidFill>
                  <a:srgbClr val="DAFF6B"/>
                </a:solidFill>
                <a:latin typeface="Arial MT"/>
                <a:cs typeface="Arial MT"/>
              </a:rPr>
              <a:t>.”</a:t>
            </a:r>
            <a:endParaRPr sz="7125" baseline="1754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 rot="21240000">
            <a:off x="1346517" y="4735967"/>
            <a:ext cx="3790772" cy="603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750"/>
              </a:lnSpc>
            </a:pPr>
            <a:r>
              <a:rPr sz="4750" spc="285" dirty="0">
                <a:solidFill>
                  <a:srgbClr val="DAFF6B"/>
                </a:solidFill>
                <a:latin typeface="Arial MT"/>
                <a:cs typeface="Arial MT"/>
              </a:rPr>
              <a:t>IRWI</a:t>
            </a:r>
            <a:r>
              <a:rPr sz="7125" spc="427" baseline="1169" dirty="0">
                <a:solidFill>
                  <a:srgbClr val="DAFF6B"/>
                </a:solidFill>
                <a:latin typeface="Arial MT"/>
                <a:cs typeface="Arial MT"/>
              </a:rPr>
              <a:t>N</a:t>
            </a:r>
            <a:r>
              <a:rPr sz="7125" spc="292" baseline="1169" dirty="0">
                <a:solidFill>
                  <a:srgbClr val="DAFF6B"/>
                </a:solidFill>
                <a:latin typeface="Arial MT"/>
                <a:cs typeface="Arial MT"/>
              </a:rPr>
              <a:t> </a:t>
            </a:r>
            <a:r>
              <a:rPr sz="7125" spc="555" baseline="1754" dirty="0">
                <a:solidFill>
                  <a:srgbClr val="DAFF6B"/>
                </a:solidFill>
                <a:latin typeface="Arial MT"/>
                <a:cs typeface="Arial MT"/>
              </a:rPr>
              <a:t>199</a:t>
            </a:r>
            <a:r>
              <a:rPr sz="7125" spc="555" baseline="2339" dirty="0">
                <a:solidFill>
                  <a:srgbClr val="DAFF6B"/>
                </a:solidFill>
                <a:latin typeface="Arial MT"/>
                <a:cs typeface="Arial MT"/>
              </a:rPr>
              <a:t>5</a:t>
            </a:r>
            <a:endParaRPr sz="7125" baseline="2339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68946" y="5903138"/>
            <a:ext cx="6802755" cy="2294255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12700" marR="5080">
              <a:lnSpc>
                <a:spcPts val="2930"/>
              </a:lnSpc>
              <a:spcBef>
                <a:spcPts val="455"/>
              </a:spcBef>
            </a:pPr>
            <a:r>
              <a:rPr sz="2700" spc="190" dirty="0">
                <a:solidFill>
                  <a:srgbClr val="3B0A85"/>
                </a:solidFill>
                <a:latin typeface="Trebuchet MS"/>
                <a:cs typeface="Trebuchet MS"/>
              </a:rPr>
              <a:t>A</a:t>
            </a:r>
            <a:r>
              <a:rPr sz="2700" spc="-10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spc="65" dirty="0">
                <a:solidFill>
                  <a:srgbClr val="3B0A85"/>
                </a:solidFill>
                <a:latin typeface="Trebuchet MS"/>
                <a:cs typeface="Trebuchet MS"/>
              </a:rPr>
              <a:t>key</a:t>
            </a:r>
            <a:r>
              <a:rPr sz="2700" spc="-10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spc="55" dirty="0">
                <a:solidFill>
                  <a:srgbClr val="3B0A85"/>
                </a:solidFill>
                <a:latin typeface="Trebuchet MS"/>
                <a:cs typeface="Trebuchet MS"/>
              </a:rPr>
              <a:t>condition</a:t>
            </a:r>
            <a:r>
              <a:rPr sz="2700" spc="-9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dirty="0">
                <a:solidFill>
                  <a:srgbClr val="3B0A85"/>
                </a:solidFill>
                <a:latin typeface="Trebuchet MS"/>
                <a:cs typeface="Trebuchet MS"/>
              </a:rPr>
              <a:t>of</a:t>
            </a:r>
            <a:r>
              <a:rPr sz="2700" spc="-10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dirty="0">
                <a:solidFill>
                  <a:srgbClr val="3B0A85"/>
                </a:solidFill>
                <a:latin typeface="Trebuchet MS"/>
                <a:cs typeface="Trebuchet MS"/>
              </a:rPr>
              <a:t>citizen</a:t>
            </a:r>
            <a:r>
              <a:rPr sz="2700" spc="-10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spc="100" dirty="0">
                <a:solidFill>
                  <a:srgbClr val="3B0A85"/>
                </a:solidFill>
                <a:latin typeface="Trebuchet MS"/>
                <a:cs typeface="Trebuchet MS"/>
              </a:rPr>
              <a:t>science</a:t>
            </a:r>
            <a:r>
              <a:rPr sz="2700" spc="-9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spc="35" dirty="0">
                <a:solidFill>
                  <a:srgbClr val="3B0A85"/>
                </a:solidFill>
                <a:latin typeface="Trebuchet MS"/>
                <a:cs typeface="Trebuchet MS"/>
              </a:rPr>
              <a:t>is </a:t>
            </a:r>
            <a:r>
              <a:rPr sz="2700" spc="70" dirty="0">
                <a:solidFill>
                  <a:srgbClr val="3B0A85"/>
                </a:solidFill>
                <a:latin typeface="Trebuchet MS"/>
                <a:cs typeface="Trebuchet MS"/>
              </a:rPr>
              <a:t>compliance</a:t>
            </a:r>
            <a:r>
              <a:rPr sz="2700" spc="-9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dirty="0">
                <a:solidFill>
                  <a:srgbClr val="3B0A85"/>
                </a:solidFill>
                <a:latin typeface="Trebuchet MS"/>
                <a:cs typeface="Trebuchet MS"/>
              </a:rPr>
              <a:t>with</a:t>
            </a:r>
            <a:r>
              <a:rPr sz="2700" spc="-9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spc="100" dirty="0">
                <a:solidFill>
                  <a:srgbClr val="3B0A85"/>
                </a:solidFill>
                <a:latin typeface="Trebuchet MS"/>
                <a:cs typeface="Trebuchet MS"/>
              </a:rPr>
              <a:t>standards</a:t>
            </a:r>
            <a:r>
              <a:rPr sz="2700" spc="-9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dirty="0">
                <a:solidFill>
                  <a:srgbClr val="3B0A85"/>
                </a:solidFill>
                <a:latin typeface="Trebuchet MS"/>
                <a:cs typeface="Trebuchet MS"/>
              </a:rPr>
              <a:t>of</a:t>
            </a:r>
            <a:r>
              <a:rPr sz="2700" spc="-9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spc="45" dirty="0">
                <a:solidFill>
                  <a:srgbClr val="3B0A85"/>
                </a:solidFill>
                <a:latin typeface="Trebuchet MS"/>
                <a:cs typeface="Trebuchet MS"/>
              </a:rPr>
              <a:t>rigorous </a:t>
            </a:r>
            <a:r>
              <a:rPr sz="2700" dirty="0">
                <a:solidFill>
                  <a:srgbClr val="3B0A85"/>
                </a:solidFill>
                <a:latin typeface="Trebuchet MS"/>
                <a:cs typeface="Trebuchet MS"/>
              </a:rPr>
              <a:t>research.</a:t>
            </a:r>
            <a:r>
              <a:rPr sz="2700" spc="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dirty="0">
                <a:solidFill>
                  <a:srgbClr val="3B0A85"/>
                </a:solidFill>
                <a:latin typeface="Trebuchet MS"/>
                <a:cs typeface="Trebuchet MS"/>
              </a:rPr>
              <a:t>This</a:t>
            </a:r>
            <a:r>
              <a:rPr sz="2700" spc="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spc="65" dirty="0">
                <a:solidFill>
                  <a:srgbClr val="3B0A85"/>
                </a:solidFill>
                <a:latin typeface="Trebuchet MS"/>
                <a:cs typeface="Trebuchet MS"/>
              </a:rPr>
              <a:t>enables</a:t>
            </a:r>
            <a:r>
              <a:rPr sz="2700" spc="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dirty="0">
                <a:solidFill>
                  <a:srgbClr val="3B0A85"/>
                </a:solidFill>
                <a:latin typeface="Trebuchet MS"/>
                <a:cs typeface="Trebuchet MS"/>
              </a:rPr>
              <a:t>innovative</a:t>
            </a:r>
            <a:r>
              <a:rPr sz="2700" spc="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spc="55" dirty="0">
                <a:solidFill>
                  <a:srgbClr val="3B0A85"/>
                </a:solidFill>
                <a:latin typeface="Trebuchet MS"/>
                <a:cs typeface="Trebuchet MS"/>
              </a:rPr>
              <a:t>research </a:t>
            </a:r>
            <a:r>
              <a:rPr sz="2700" spc="95" dirty="0">
                <a:solidFill>
                  <a:srgbClr val="3B0A85"/>
                </a:solidFill>
                <a:latin typeface="Trebuchet MS"/>
                <a:cs typeface="Trebuchet MS"/>
              </a:rPr>
              <a:t>and</a:t>
            </a:r>
            <a:r>
              <a:rPr sz="2700" spc="-9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dirty="0">
                <a:solidFill>
                  <a:srgbClr val="3B0A85"/>
                </a:solidFill>
                <a:latin typeface="Trebuchet MS"/>
                <a:cs typeface="Trebuchet MS"/>
              </a:rPr>
              <a:t>new</a:t>
            </a:r>
            <a:r>
              <a:rPr sz="2700" spc="-8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spc="-10" dirty="0">
                <a:solidFill>
                  <a:srgbClr val="3B0A85"/>
                </a:solidFill>
                <a:latin typeface="Trebuchet MS"/>
                <a:cs typeface="Trebuchet MS"/>
              </a:rPr>
              <a:t>findings,</a:t>
            </a:r>
            <a:r>
              <a:rPr sz="2700" spc="-9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spc="95" dirty="0">
                <a:solidFill>
                  <a:srgbClr val="3B0A85"/>
                </a:solidFill>
                <a:latin typeface="Trebuchet MS"/>
                <a:cs typeface="Trebuchet MS"/>
              </a:rPr>
              <a:t>and</a:t>
            </a:r>
            <a:r>
              <a:rPr sz="2700" spc="-8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dirty="0">
                <a:solidFill>
                  <a:srgbClr val="3B0A85"/>
                </a:solidFill>
                <a:latin typeface="Trebuchet MS"/>
                <a:cs typeface="Trebuchet MS"/>
              </a:rPr>
              <a:t>facilitates</a:t>
            </a:r>
            <a:r>
              <a:rPr sz="2700" spc="-8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dirty="0">
                <a:solidFill>
                  <a:srgbClr val="3B0A85"/>
                </a:solidFill>
                <a:latin typeface="Trebuchet MS"/>
                <a:cs typeface="Trebuchet MS"/>
              </a:rPr>
              <a:t>a</a:t>
            </a:r>
            <a:r>
              <a:rPr sz="2700" spc="-9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spc="-10" dirty="0">
                <a:solidFill>
                  <a:srgbClr val="3B0A85"/>
                </a:solidFill>
                <a:latin typeface="Trebuchet MS"/>
                <a:cs typeface="Trebuchet MS"/>
              </a:rPr>
              <a:t>dialogue </a:t>
            </a:r>
            <a:r>
              <a:rPr sz="2700" spc="55" dirty="0">
                <a:solidFill>
                  <a:srgbClr val="3B0A85"/>
                </a:solidFill>
                <a:latin typeface="Trebuchet MS"/>
                <a:cs typeface="Trebuchet MS"/>
              </a:rPr>
              <a:t>between</a:t>
            </a:r>
            <a:r>
              <a:rPr sz="2700" spc="-7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spc="65" dirty="0">
                <a:solidFill>
                  <a:srgbClr val="3B0A85"/>
                </a:solidFill>
                <a:latin typeface="Trebuchet MS"/>
                <a:cs typeface="Trebuchet MS"/>
              </a:rPr>
              <a:t>researchers</a:t>
            </a:r>
            <a:r>
              <a:rPr sz="2700" spc="-6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spc="95" dirty="0">
                <a:solidFill>
                  <a:srgbClr val="3B0A85"/>
                </a:solidFill>
                <a:latin typeface="Trebuchet MS"/>
                <a:cs typeface="Trebuchet MS"/>
              </a:rPr>
              <a:t>and</a:t>
            </a:r>
            <a:r>
              <a:rPr sz="2700" spc="-6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spc="90" dirty="0">
                <a:solidFill>
                  <a:srgbClr val="3B0A85"/>
                </a:solidFill>
                <a:latin typeface="Trebuchet MS"/>
                <a:cs typeface="Trebuchet MS"/>
              </a:rPr>
              <a:t>society</a:t>
            </a:r>
            <a:r>
              <a:rPr sz="2700" spc="-7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dirty="0">
                <a:solidFill>
                  <a:srgbClr val="3B0A85"/>
                </a:solidFill>
                <a:latin typeface="Trebuchet MS"/>
                <a:cs typeface="Trebuchet MS"/>
              </a:rPr>
              <a:t>that</a:t>
            </a:r>
            <a:r>
              <a:rPr sz="2700" spc="-6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spc="35" dirty="0">
                <a:solidFill>
                  <a:srgbClr val="3B0A85"/>
                </a:solidFill>
                <a:latin typeface="Trebuchet MS"/>
                <a:cs typeface="Trebuchet MS"/>
              </a:rPr>
              <a:t>is </a:t>
            </a:r>
            <a:r>
              <a:rPr sz="2700" spc="55" dirty="0">
                <a:solidFill>
                  <a:srgbClr val="3B0A85"/>
                </a:solidFill>
                <a:latin typeface="Trebuchet MS"/>
                <a:cs typeface="Trebuchet MS"/>
              </a:rPr>
              <a:t>very</a:t>
            </a:r>
            <a:r>
              <a:rPr sz="2700" spc="-10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spc="-25" dirty="0">
                <a:solidFill>
                  <a:srgbClr val="3B0A85"/>
                </a:solidFill>
                <a:latin typeface="Trebuchet MS"/>
                <a:cs typeface="Trebuchet MS"/>
              </a:rPr>
              <a:t>difficult</a:t>
            </a:r>
            <a:r>
              <a:rPr sz="2700" spc="-10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spc="55" dirty="0">
                <a:solidFill>
                  <a:srgbClr val="3B0A85"/>
                </a:solidFill>
                <a:latin typeface="Trebuchet MS"/>
                <a:cs typeface="Trebuchet MS"/>
              </a:rPr>
              <a:t>to</a:t>
            </a:r>
            <a:r>
              <a:rPr sz="2700" spc="-10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spc="50" dirty="0">
                <a:solidFill>
                  <a:srgbClr val="3B0A85"/>
                </a:solidFill>
                <a:latin typeface="Trebuchet MS"/>
                <a:cs typeface="Trebuchet MS"/>
              </a:rPr>
              <a:t>achieve</a:t>
            </a:r>
            <a:r>
              <a:rPr sz="2700" spc="-10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spc="-10" dirty="0">
                <a:solidFill>
                  <a:srgbClr val="3B0A85"/>
                </a:solidFill>
                <a:latin typeface="Trebuchet MS"/>
                <a:cs typeface="Trebuchet MS"/>
              </a:rPr>
              <a:t>otherwise.</a:t>
            </a:r>
            <a:endParaRPr sz="27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 rot="240000">
            <a:off x="11606441" y="870970"/>
            <a:ext cx="5999555" cy="1009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7680"/>
              </a:lnSpc>
            </a:pPr>
            <a:r>
              <a:rPr sz="7950" dirty="0">
                <a:solidFill>
                  <a:srgbClr val="DAFF6B"/>
                </a:solidFill>
                <a:latin typeface="Arial MT"/>
                <a:cs typeface="Arial MT"/>
              </a:rPr>
              <a:t>THE</a:t>
            </a:r>
            <a:r>
              <a:rPr sz="7950" spc="-380" dirty="0">
                <a:solidFill>
                  <a:srgbClr val="DAFF6B"/>
                </a:solidFill>
                <a:latin typeface="Arial MT"/>
                <a:cs typeface="Arial MT"/>
              </a:rPr>
              <a:t> </a:t>
            </a:r>
            <a:r>
              <a:rPr sz="7950" spc="-70" dirty="0">
                <a:solidFill>
                  <a:srgbClr val="DAFF6B"/>
                </a:solidFill>
                <a:latin typeface="Arial MT"/>
                <a:cs typeface="Arial MT"/>
              </a:rPr>
              <a:t>SO</a:t>
            </a:r>
            <a:r>
              <a:rPr sz="11925" spc="-104" baseline="-1048" dirty="0">
                <a:solidFill>
                  <a:srgbClr val="DAFF6B"/>
                </a:solidFill>
                <a:latin typeface="Arial MT"/>
                <a:cs typeface="Arial MT"/>
              </a:rPr>
              <a:t>C</a:t>
            </a:r>
            <a:r>
              <a:rPr sz="11925" spc="-104" baseline="-1397" dirty="0">
                <a:solidFill>
                  <a:srgbClr val="DAFF6B"/>
                </a:solidFill>
                <a:latin typeface="Arial MT"/>
                <a:cs typeface="Arial MT"/>
              </a:rPr>
              <a:t>IA</a:t>
            </a:r>
            <a:r>
              <a:rPr sz="11925" spc="-104" baseline="-1747" dirty="0">
                <a:solidFill>
                  <a:srgbClr val="DAFF6B"/>
                </a:solidFill>
                <a:latin typeface="Arial MT"/>
                <a:cs typeface="Arial MT"/>
              </a:rPr>
              <a:t>L</a:t>
            </a:r>
            <a:endParaRPr sz="11925" baseline="-1747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 rot="240000">
            <a:off x="11832783" y="1850793"/>
            <a:ext cx="5700004" cy="1009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7915"/>
              </a:lnSpc>
            </a:pPr>
            <a:r>
              <a:rPr sz="11925" spc="-15" baseline="2096" dirty="0">
                <a:solidFill>
                  <a:srgbClr val="DAFF6B"/>
                </a:solidFill>
                <a:latin typeface="Arial MT"/>
                <a:cs typeface="Arial MT"/>
              </a:rPr>
              <a:t>S</a:t>
            </a:r>
            <a:r>
              <a:rPr sz="11925" spc="-15" baseline="1747" dirty="0">
                <a:solidFill>
                  <a:srgbClr val="DAFF6B"/>
                </a:solidFill>
                <a:latin typeface="Arial MT"/>
                <a:cs typeface="Arial MT"/>
              </a:rPr>
              <a:t>C</a:t>
            </a:r>
            <a:r>
              <a:rPr sz="11925" spc="-15" baseline="1397" dirty="0">
                <a:solidFill>
                  <a:srgbClr val="DAFF6B"/>
                </a:solidFill>
                <a:latin typeface="Arial MT"/>
                <a:cs typeface="Arial MT"/>
              </a:rPr>
              <a:t>IE</a:t>
            </a:r>
            <a:r>
              <a:rPr sz="11925" spc="-15" baseline="1048" dirty="0">
                <a:solidFill>
                  <a:srgbClr val="DAFF6B"/>
                </a:solidFill>
                <a:latin typeface="Arial MT"/>
                <a:cs typeface="Arial MT"/>
              </a:rPr>
              <a:t>N</a:t>
            </a:r>
            <a:r>
              <a:rPr sz="7950" spc="-10" dirty="0">
                <a:solidFill>
                  <a:srgbClr val="DAFF6B"/>
                </a:solidFill>
                <a:latin typeface="Arial MT"/>
                <a:cs typeface="Arial MT"/>
              </a:rPr>
              <a:t>TIFIC</a:t>
            </a:r>
            <a:endParaRPr sz="795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 rot="240000">
            <a:off x="11854051" y="2823012"/>
            <a:ext cx="5603803" cy="1009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7780"/>
              </a:lnSpc>
            </a:pPr>
            <a:r>
              <a:rPr sz="11925" spc="-165" baseline="1048" dirty="0">
                <a:solidFill>
                  <a:srgbClr val="DAFF6B"/>
                </a:solidFill>
                <a:latin typeface="Arial MT"/>
                <a:cs typeface="Arial MT"/>
              </a:rPr>
              <a:t>R</a:t>
            </a:r>
            <a:r>
              <a:rPr sz="7950" spc="-110" dirty="0">
                <a:solidFill>
                  <a:srgbClr val="DAFF6B"/>
                </a:solidFill>
                <a:latin typeface="Arial MT"/>
                <a:cs typeface="Arial MT"/>
              </a:rPr>
              <a:t>ESEARC</a:t>
            </a:r>
            <a:r>
              <a:rPr sz="11925" spc="-165" baseline="-1048" dirty="0">
                <a:solidFill>
                  <a:srgbClr val="DAFF6B"/>
                </a:solidFill>
                <a:latin typeface="Arial MT"/>
                <a:cs typeface="Arial MT"/>
              </a:rPr>
              <a:t>H</a:t>
            </a:r>
            <a:endParaRPr sz="11925" baseline="-1048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 rot="240000">
            <a:off x="12608412" y="3822496"/>
            <a:ext cx="4781249" cy="1009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7790"/>
              </a:lnSpc>
            </a:pPr>
            <a:r>
              <a:rPr sz="11925" spc="-607" baseline="1048" dirty="0">
                <a:solidFill>
                  <a:srgbClr val="DAFF6B"/>
                </a:solidFill>
                <a:latin typeface="Arial MT"/>
                <a:cs typeface="Arial MT"/>
              </a:rPr>
              <a:t>P</a:t>
            </a:r>
            <a:r>
              <a:rPr sz="7950" spc="-405" dirty="0">
                <a:solidFill>
                  <a:srgbClr val="DAFF6B"/>
                </a:solidFill>
                <a:latin typeface="Arial MT"/>
                <a:cs typeface="Arial MT"/>
              </a:rPr>
              <a:t>ROCESS</a:t>
            </a:r>
            <a:endParaRPr sz="795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740443" y="3619550"/>
            <a:ext cx="2881630" cy="1157605"/>
          </a:xfrm>
          <a:custGeom>
            <a:avLst/>
            <a:gdLst/>
            <a:ahLst/>
            <a:cxnLst/>
            <a:rect l="l" t="t" r="r" b="b"/>
            <a:pathLst>
              <a:path w="2881629" h="1157604">
                <a:moveTo>
                  <a:pt x="1718119" y="855306"/>
                </a:moveTo>
                <a:lnTo>
                  <a:pt x="1709762" y="855433"/>
                </a:lnTo>
                <a:lnTo>
                  <a:pt x="1701685" y="856792"/>
                </a:lnTo>
                <a:lnTo>
                  <a:pt x="1693951" y="859383"/>
                </a:lnTo>
                <a:lnTo>
                  <a:pt x="1718119" y="855306"/>
                </a:lnTo>
                <a:close/>
              </a:path>
              <a:path w="2881629" h="1157604">
                <a:moveTo>
                  <a:pt x="1890356" y="807021"/>
                </a:moveTo>
                <a:lnTo>
                  <a:pt x="1889772" y="804545"/>
                </a:lnTo>
                <a:lnTo>
                  <a:pt x="1885975" y="802601"/>
                </a:lnTo>
                <a:lnTo>
                  <a:pt x="1882254" y="801941"/>
                </a:lnTo>
                <a:lnTo>
                  <a:pt x="1854352" y="813079"/>
                </a:lnTo>
                <a:lnTo>
                  <a:pt x="1768005" y="839190"/>
                </a:lnTo>
                <a:lnTo>
                  <a:pt x="1762201" y="841463"/>
                </a:lnTo>
                <a:lnTo>
                  <a:pt x="1750199" y="843483"/>
                </a:lnTo>
                <a:lnTo>
                  <a:pt x="1745297" y="848169"/>
                </a:lnTo>
                <a:lnTo>
                  <a:pt x="1742351" y="846086"/>
                </a:lnTo>
                <a:lnTo>
                  <a:pt x="1737956" y="849401"/>
                </a:lnTo>
                <a:lnTo>
                  <a:pt x="1730413" y="848093"/>
                </a:lnTo>
                <a:lnTo>
                  <a:pt x="1723517" y="849249"/>
                </a:lnTo>
                <a:lnTo>
                  <a:pt x="1720811" y="852284"/>
                </a:lnTo>
                <a:lnTo>
                  <a:pt x="1718119" y="855306"/>
                </a:lnTo>
                <a:lnTo>
                  <a:pt x="1890090" y="826376"/>
                </a:lnTo>
                <a:lnTo>
                  <a:pt x="1886381" y="824433"/>
                </a:lnTo>
                <a:lnTo>
                  <a:pt x="1881682" y="823937"/>
                </a:lnTo>
                <a:lnTo>
                  <a:pt x="1879066" y="821791"/>
                </a:lnTo>
                <a:lnTo>
                  <a:pt x="1876336" y="820966"/>
                </a:lnTo>
                <a:lnTo>
                  <a:pt x="1876247" y="817118"/>
                </a:lnTo>
                <a:lnTo>
                  <a:pt x="1884819" y="811809"/>
                </a:lnTo>
                <a:lnTo>
                  <a:pt x="1890356" y="807021"/>
                </a:lnTo>
                <a:close/>
              </a:path>
              <a:path w="2881629" h="1157604">
                <a:moveTo>
                  <a:pt x="2881350" y="63347"/>
                </a:moveTo>
                <a:lnTo>
                  <a:pt x="2876791" y="48666"/>
                </a:lnTo>
                <a:lnTo>
                  <a:pt x="2864104" y="35344"/>
                </a:lnTo>
                <a:lnTo>
                  <a:pt x="2859506" y="29679"/>
                </a:lnTo>
                <a:lnTo>
                  <a:pt x="2853093" y="28181"/>
                </a:lnTo>
                <a:lnTo>
                  <a:pt x="2846197" y="28054"/>
                </a:lnTo>
                <a:lnTo>
                  <a:pt x="2839986" y="25234"/>
                </a:lnTo>
                <a:lnTo>
                  <a:pt x="2840558" y="22555"/>
                </a:lnTo>
                <a:lnTo>
                  <a:pt x="2840202" y="21336"/>
                </a:lnTo>
                <a:lnTo>
                  <a:pt x="2839910" y="20091"/>
                </a:lnTo>
                <a:lnTo>
                  <a:pt x="2838170" y="19100"/>
                </a:lnTo>
                <a:lnTo>
                  <a:pt x="2832658" y="11010"/>
                </a:lnTo>
                <a:lnTo>
                  <a:pt x="2824340" y="5969"/>
                </a:lnTo>
                <a:lnTo>
                  <a:pt x="2815120" y="3657"/>
                </a:lnTo>
                <a:lnTo>
                  <a:pt x="2806230" y="0"/>
                </a:lnTo>
                <a:lnTo>
                  <a:pt x="2795765" y="28803"/>
                </a:lnTo>
                <a:lnTo>
                  <a:pt x="2782493" y="56794"/>
                </a:lnTo>
                <a:lnTo>
                  <a:pt x="2767787" y="82448"/>
                </a:lnTo>
                <a:lnTo>
                  <a:pt x="2753880" y="109258"/>
                </a:lnTo>
                <a:lnTo>
                  <a:pt x="2749588" y="113842"/>
                </a:lnTo>
                <a:lnTo>
                  <a:pt x="2744851" y="118503"/>
                </a:lnTo>
                <a:lnTo>
                  <a:pt x="2744317" y="122466"/>
                </a:lnTo>
                <a:lnTo>
                  <a:pt x="2744228" y="123761"/>
                </a:lnTo>
                <a:lnTo>
                  <a:pt x="2744152" y="125069"/>
                </a:lnTo>
                <a:lnTo>
                  <a:pt x="2738310" y="129908"/>
                </a:lnTo>
                <a:lnTo>
                  <a:pt x="2733979" y="137083"/>
                </a:lnTo>
                <a:lnTo>
                  <a:pt x="2730131" y="142875"/>
                </a:lnTo>
                <a:lnTo>
                  <a:pt x="2726817" y="149872"/>
                </a:lnTo>
                <a:lnTo>
                  <a:pt x="2719273" y="157581"/>
                </a:lnTo>
                <a:lnTo>
                  <a:pt x="2712821" y="166395"/>
                </a:lnTo>
                <a:lnTo>
                  <a:pt x="2707208" y="175069"/>
                </a:lnTo>
                <a:lnTo>
                  <a:pt x="2702623" y="184848"/>
                </a:lnTo>
                <a:lnTo>
                  <a:pt x="2700426" y="186512"/>
                </a:lnTo>
                <a:lnTo>
                  <a:pt x="2699626" y="187667"/>
                </a:lnTo>
                <a:lnTo>
                  <a:pt x="2699626" y="190512"/>
                </a:lnTo>
                <a:lnTo>
                  <a:pt x="2699499" y="193103"/>
                </a:lnTo>
                <a:lnTo>
                  <a:pt x="2698839" y="194500"/>
                </a:lnTo>
                <a:lnTo>
                  <a:pt x="2697848" y="195961"/>
                </a:lnTo>
                <a:lnTo>
                  <a:pt x="2698724" y="194525"/>
                </a:lnTo>
                <a:lnTo>
                  <a:pt x="2699283" y="193141"/>
                </a:lnTo>
                <a:lnTo>
                  <a:pt x="2699512" y="190538"/>
                </a:lnTo>
                <a:lnTo>
                  <a:pt x="2699626" y="187667"/>
                </a:lnTo>
                <a:lnTo>
                  <a:pt x="2699423" y="187960"/>
                </a:lnTo>
                <a:lnTo>
                  <a:pt x="2698978" y="189331"/>
                </a:lnTo>
                <a:lnTo>
                  <a:pt x="2694038" y="191452"/>
                </a:lnTo>
                <a:lnTo>
                  <a:pt x="2692044" y="195643"/>
                </a:lnTo>
                <a:lnTo>
                  <a:pt x="2691765" y="196977"/>
                </a:lnTo>
                <a:lnTo>
                  <a:pt x="2690711" y="199732"/>
                </a:lnTo>
                <a:lnTo>
                  <a:pt x="2685783" y="200571"/>
                </a:lnTo>
                <a:lnTo>
                  <a:pt x="2684869" y="202717"/>
                </a:lnTo>
                <a:lnTo>
                  <a:pt x="2684869" y="222605"/>
                </a:lnTo>
                <a:lnTo>
                  <a:pt x="2684754" y="223913"/>
                </a:lnTo>
                <a:lnTo>
                  <a:pt x="2683980" y="224053"/>
                </a:lnTo>
                <a:lnTo>
                  <a:pt x="2683002" y="222923"/>
                </a:lnTo>
                <a:lnTo>
                  <a:pt x="2684869" y="222605"/>
                </a:lnTo>
                <a:lnTo>
                  <a:pt x="2684869" y="202717"/>
                </a:lnTo>
                <a:lnTo>
                  <a:pt x="2684005" y="204724"/>
                </a:lnTo>
                <a:lnTo>
                  <a:pt x="2684081" y="209867"/>
                </a:lnTo>
                <a:lnTo>
                  <a:pt x="2677718" y="212229"/>
                </a:lnTo>
                <a:lnTo>
                  <a:pt x="2674061" y="217995"/>
                </a:lnTo>
                <a:lnTo>
                  <a:pt x="2673997" y="224447"/>
                </a:lnTo>
                <a:lnTo>
                  <a:pt x="2674023" y="225729"/>
                </a:lnTo>
                <a:lnTo>
                  <a:pt x="2668663" y="225336"/>
                </a:lnTo>
                <a:lnTo>
                  <a:pt x="2666555" y="229552"/>
                </a:lnTo>
                <a:lnTo>
                  <a:pt x="2664777" y="233718"/>
                </a:lnTo>
                <a:lnTo>
                  <a:pt x="2668295" y="230555"/>
                </a:lnTo>
                <a:lnTo>
                  <a:pt x="2675305" y="225513"/>
                </a:lnTo>
                <a:lnTo>
                  <a:pt x="2672791" y="229793"/>
                </a:lnTo>
                <a:lnTo>
                  <a:pt x="2668943" y="231724"/>
                </a:lnTo>
                <a:lnTo>
                  <a:pt x="2664777" y="233718"/>
                </a:lnTo>
                <a:lnTo>
                  <a:pt x="2656243" y="241592"/>
                </a:lnTo>
                <a:lnTo>
                  <a:pt x="2649067" y="249237"/>
                </a:lnTo>
                <a:lnTo>
                  <a:pt x="2642895" y="258000"/>
                </a:lnTo>
                <a:lnTo>
                  <a:pt x="2636990" y="266725"/>
                </a:lnTo>
                <a:lnTo>
                  <a:pt x="2640482" y="267423"/>
                </a:lnTo>
                <a:lnTo>
                  <a:pt x="2643098" y="268274"/>
                </a:lnTo>
                <a:lnTo>
                  <a:pt x="2646807" y="271513"/>
                </a:lnTo>
                <a:lnTo>
                  <a:pt x="2648204" y="273850"/>
                </a:lnTo>
                <a:lnTo>
                  <a:pt x="2649182" y="276263"/>
                </a:lnTo>
                <a:lnTo>
                  <a:pt x="2640444" y="288036"/>
                </a:lnTo>
                <a:lnTo>
                  <a:pt x="2631389" y="298577"/>
                </a:lnTo>
                <a:lnTo>
                  <a:pt x="2621559" y="309245"/>
                </a:lnTo>
                <a:lnTo>
                  <a:pt x="2609850" y="317652"/>
                </a:lnTo>
                <a:lnTo>
                  <a:pt x="2537218" y="399415"/>
                </a:lnTo>
                <a:lnTo>
                  <a:pt x="2537091" y="399440"/>
                </a:lnTo>
                <a:lnTo>
                  <a:pt x="2537091" y="435495"/>
                </a:lnTo>
                <a:lnTo>
                  <a:pt x="2535224" y="435813"/>
                </a:lnTo>
                <a:lnTo>
                  <a:pt x="2535555" y="434479"/>
                </a:lnTo>
                <a:lnTo>
                  <a:pt x="2534348" y="435965"/>
                </a:lnTo>
                <a:lnTo>
                  <a:pt x="2534996" y="434568"/>
                </a:lnTo>
                <a:lnTo>
                  <a:pt x="2535555" y="434479"/>
                </a:lnTo>
                <a:lnTo>
                  <a:pt x="2535885" y="434416"/>
                </a:lnTo>
                <a:lnTo>
                  <a:pt x="2537091" y="435495"/>
                </a:lnTo>
                <a:lnTo>
                  <a:pt x="2537091" y="399440"/>
                </a:lnTo>
                <a:lnTo>
                  <a:pt x="2532392" y="400227"/>
                </a:lnTo>
                <a:lnTo>
                  <a:pt x="2529636" y="403263"/>
                </a:lnTo>
                <a:lnTo>
                  <a:pt x="2528836" y="408559"/>
                </a:lnTo>
                <a:lnTo>
                  <a:pt x="2523807" y="408114"/>
                </a:lnTo>
                <a:lnTo>
                  <a:pt x="2522436" y="409625"/>
                </a:lnTo>
                <a:lnTo>
                  <a:pt x="2521051" y="411149"/>
                </a:lnTo>
                <a:lnTo>
                  <a:pt x="2520683" y="417652"/>
                </a:lnTo>
                <a:lnTo>
                  <a:pt x="2515641" y="418503"/>
                </a:lnTo>
                <a:lnTo>
                  <a:pt x="2512682" y="420293"/>
                </a:lnTo>
                <a:lnTo>
                  <a:pt x="2512098" y="425538"/>
                </a:lnTo>
                <a:lnTo>
                  <a:pt x="2506942" y="426402"/>
                </a:lnTo>
                <a:lnTo>
                  <a:pt x="2504300" y="429425"/>
                </a:lnTo>
                <a:lnTo>
                  <a:pt x="2503398" y="433438"/>
                </a:lnTo>
                <a:lnTo>
                  <a:pt x="2498255" y="434301"/>
                </a:lnTo>
                <a:lnTo>
                  <a:pt x="2495600" y="437324"/>
                </a:lnTo>
                <a:lnTo>
                  <a:pt x="2494699" y="441337"/>
                </a:lnTo>
                <a:lnTo>
                  <a:pt x="2517648" y="437489"/>
                </a:lnTo>
                <a:lnTo>
                  <a:pt x="2494381" y="441401"/>
                </a:lnTo>
                <a:lnTo>
                  <a:pt x="2492946" y="442925"/>
                </a:lnTo>
                <a:lnTo>
                  <a:pt x="2533904" y="436029"/>
                </a:lnTo>
                <a:lnTo>
                  <a:pt x="2534221" y="435991"/>
                </a:lnTo>
                <a:lnTo>
                  <a:pt x="2533993" y="436956"/>
                </a:lnTo>
                <a:lnTo>
                  <a:pt x="2533904" y="437324"/>
                </a:lnTo>
                <a:lnTo>
                  <a:pt x="2530487" y="437908"/>
                </a:lnTo>
                <a:lnTo>
                  <a:pt x="2530487" y="440474"/>
                </a:lnTo>
                <a:lnTo>
                  <a:pt x="2529929" y="441858"/>
                </a:lnTo>
                <a:lnTo>
                  <a:pt x="2528608" y="443369"/>
                </a:lnTo>
                <a:lnTo>
                  <a:pt x="2529167" y="441985"/>
                </a:lnTo>
                <a:lnTo>
                  <a:pt x="2530487" y="440474"/>
                </a:lnTo>
                <a:lnTo>
                  <a:pt x="2530487" y="437908"/>
                </a:lnTo>
                <a:lnTo>
                  <a:pt x="2494038" y="444030"/>
                </a:lnTo>
                <a:lnTo>
                  <a:pt x="2495296" y="442810"/>
                </a:lnTo>
                <a:lnTo>
                  <a:pt x="2490546" y="443382"/>
                </a:lnTo>
                <a:lnTo>
                  <a:pt x="2487714" y="445998"/>
                </a:lnTo>
                <a:lnTo>
                  <a:pt x="2487180" y="449351"/>
                </a:lnTo>
                <a:lnTo>
                  <a:pt x="2486215" y="450494"/>
                </a:lnTo>
                <a:lnTo>
                  <a:pt x="2481288" y="451319"/>
                </a:lnTo>
                <a:lnTo>
                  <a:pt x="2478214" y="453136"/>
                </a:lnTo>
                <a:lnTo>
                  <a:pt x="2477414" y="458419"/>
                </a:lnTo>
                <a:lnTo>
                  <a:pt x="2472601" y="459232"/>
                </a:lnTo>
                <a:lnTo>
                  <a:pt x="2469731" y="462280"/>
                </a:lnTo>
                <a:lnTo>
                  <a:pt x="2468715" y="466318"/>
                </a:lnTo>
                <a:lnTo>
                  <a:pt x="2463901" y="467131"/>
                </a:lnTo>
                <a:lnTo>
                  <a:pt x="2461031" y="470192"/>
                </a:lnTo>
                <a:lnTo>
                  <a:pt x="2459913" y="474243"/>
                </a:lnTo>
                <a:lnTo>
                  <a:pt x="2454884" y="473798"/>
                </a:lnTo>
                <a:lnTo>
                  <a:pt x="2453398" y="475335"/>
                </a:lnTo>
                <a:lnTo>
                  <a:pt x="2451912" y="476872"/>
                </a:lnTo>
                <a:lnTo>
                  <a:pt x="2450998" y="482180"/>
                </a:lnTo>
                <a:lnTo>
                  <a:pt x="2446286" y="482968"/>
                </a:lnTo>
                <a:lnTo>
                  <a:pt x="2443111" y="484797"/>
                </a:lnTo>
                <a:lnTo>
                  <a:pt x="2442083" y="490118"/>
                </a:lnTo>
                <a:lnTo>
                  <a:pt x="2437485" y="490893"/>
                </a:lnTo>
                <a:lnTo>
                  <a:pt x="2434513" y="493966"/>
                </a:lnTo>
                <a:lnTo>
                  <a:pt x="2433167" y="498055"/>
                </a:lnTo>
                <a:lnTo>
                  <a:pt x="2428138" y="498906"/>
                </a:lnTo>
                <a:lnTo>
                  <a:pt x="2426157" y="500519"/>
                </a:lnTo>
                <a:lnTo>
                  <a:pt x="2424823" y="503326"/>
                </a:lnTo>
                <a:lnTo>
                  <a:pt x="2424036" y="506031"/>
                </a:lnTo>
                <a:lnTo>
                  <a:pt x="2420048" y="507987"/>
                </a:lnTo>
                <a:lnTo>
                  <a:pt x="2227211" y="655053"/>
                </a:lnTo>
                <a:lnTo>
                  <a:pt x="2133917" y="709383"/>
                </a:lnTo>
                <a:lnTo>
                  <a:pt x="2086508" y="735380"/>
                </a:lnTo>
                <a:lnTo>
                  <a:pt x="2038477" y="760209"/>
                </a:lnTo>
                <a:lnTo>
                  <a:pt x="1989785" y="783856"/>
                </a:lnTo>
                <a:lnTo>
                  <a:pt x="1890090" y="826376"/>
                </a:lnTo>
                <a:lnTo>
                  <a:pt x="1693951" y="859383"/>
                </a:lnTo>
                <a:lnTo>
                  <a:pt x="1686661" y="863180"/>
                </a:lnTo>
                <a:lnTo>
                  <a:pt x="1669161" y="864831"/>
                </a:lnTo>
                <a:lnTo>
                  <a:pt x="1660867" y="867524"/>
                </a:lnTo>
                <a:lnTo>
                  <a:pt x="1658073" y="867994"/>
                </a:lnTo>
                <a:lnTo>
                  <a:pt x="1652905" y="871435"/>
                </a:lnTo>
                <a:lnTo>
                  <a:pt x="1643392" y="870458"/>
                </a:lnTo>
                <a:lnTo>
                  <a:pt x="1625409" y="873480"/>
                </a:lnTo>
                <a:lnTo>
                  <a:pt x="1619935" y="876985"/>
                </a:lnTo>
                <a:lnTo>
                  <a:pt x="1617192" y="878725"/>
                </a:lnTo>
                <a:lnTo>
                  <a:pt x="1570647" y="885278"/>
                </a:lnTo>
                <a:lnTo>
                  <a:pt x="1524317" y="893064"/>
                </a:lnTo>
                <a:lnTo>
                  <a:pt x="1477556" y="898359"/>
                </a:lnTo>
                <a:lnTo>
                  <a:pt x="1431226" y="906157"/>
                </a:lnTo>
                <a:lnTo>
                  <a:pt x="1378839" y="911098"/>
                </a:lnTo>
                <a:lnTo>
                  <a:pt x="1274445" y="918362"/>
                </a:lnTo>
                <a:lnTo>
                  <a:pt x="1222222" y="919416"/>
                </a:lnTo>
                <a:lnTo>
                  <a:pt x="1170038" y="919187"/>
                </a:lnTo>
                <a:lnTo>
                  <a:pt x="1117892" y="917651"/>
                </a:lnTo>
                <a:lnTo>
                  <a:pt x="961694" y="905294"/>
                </a:lnTo>
                <a:lnTo>
                  <a:pt x="909269" y="896086"/>
                </a:lnTo>
                <a:lnTo>
                  <a:pt x="882650" y="894118"/>
                </a:lnTo>
                <a:lnTo>
                  <a:pt x="855573" y="890955"/>
                </a:lnTo>
                <a:lnTo>
                  <a:pt x="656755" y="843267"/>
                </a:lnTo>
                <a:lnTo>
                  <a:pt x="432523" y="781824"/>
                </a:lnTo>
                <a:lnTo>
                  <a:pt x="425615" y="782980"/>
                </a:lnTo>
                <a:lnTo>
                  <a:pt x="418630" y="781583"/>
                </a:lnTo>
                <a:lnTo>
                  <a:pt x="413181" y="777354"/>
                </a:lnTo>
                <a:lnTo>
                  <a:pt x="406628" y="773303"/>
                </a:lnTo>
                <a:lnTo>
                  <a:pt x="400075" y="774407"/>
                </a:lnTo>
                <a:lnTo>
                  <a:pt x="392912" y="774357"/>
                </a:lnTo>
                <a:lnTo>
                  <a:pt x="392912" y="782053"/>
                </a:lnTo>
                <a:lnTo>
                  <a:pt x="392899" y="783336"/>
                </a:lnTo>
                <a:lnTo>
                  <a:pt x="392798" y="782078"/>
                </a:lnTo>
                <a:lnTo>
                  <a:pt x="392912" y="774357"/>
                </a:lnTo>
                <a:lnTo>
                  <a:pt x="392734" y="774344"/>
                </a:lnTo>
                <a:lnTo>
                  <a:pt x="391553" y="771969"/>
                </a:lnTo>
                <a:lnTo>
                  <a:pt x="389699" y="771004"/>
                </a:lnTo>
                <a:lnTo>
                  <a:pt x="387388" y="772680"/>
                </a:lnTo>
                <a:lnTo>
                  <a:pt x="381660" y="767194"/>
                </a:lnTo>
                <a:lnTo>
                  <a:pt x="374992" y="764451"/>
                </a:lnTo>
                <a:lnTo>
                  <a:pt x="367601" y="763130"/>
                </a:lnTo>
                <a:lnTo>
                  <a:pt x="359879" y="763143"/>
                </a:lnTo>
                <a:lnTo>
                  <a:pt x="354736" y="758850"/>
                </a:lnTo>
                <a:lnTo>
                  <a:pt x="348742" y="755992"/>
                </a:lnTo>
                <a:lnTo>
                  <a:pt x="341845" y="754583"/>
                </a:lnTo>
                <a:lnTo>
                  <a:pt x="334213" y="755865"/>
                </a:lnTo>
                <a:lnTo>
                  <a:pt x="329958" y="750138"/>
                </a:lnTo>
                <a:lnTo>
                  <a:pt x="327533" y="744105"/>
                </a:lnTo>
                <a:lnTo>
                  <a:pt x="328358" y="740105"/>
                </a:lnTo>
                <a:lnTo>
                  <a:pt x="332828" y="734199"/>
                </a:lnTo>
                <a:lnTo>
                  <a:pt x="339102" y="730567"/>
                </a:lnTo>
                <a:lnTo>
                  <a:pt x="359816" y="723226"/>
                </a:lnTo>
                <a:lnTo>
                  <a:pt x="459308" y="678154"/>
                </a:lnTo>
                <a:lnTo>
                  <a:pt x="507517" y="653300"/>
                </a:lnTo>
                <a:lnTo>
                  <a:pt x="554215" y="624840"/>
                </a:lnTo>
                <a:lnTo>
                  <a:pt x="599782" y="595287"/>
                </a:lnTo>
                <a:lnTo>
                  <a:pt x="643699" y="562140"/>
                </a:lnTo>
                <a:lnTo>
                  <a:pt x="672338" y="532853"/>
                </a:lnTo>
                <a:lnTo>
                  <a:pt x="685825" y="488086"/>
                </a:lnTo>
                <a:lnTo>
                  <a:pt x="691667" y="465201"/>
                </a:lnTo>
                <a:lnTo>
                  <a:pt x="701573" y="444220"/>
                </a:lnTo>
                <a:lnTo>
                  <a:pt x="703681" y="438721"/>
                </a:lnTo>
                <a:lnTo>
                  <a:pt x="703986" y="432219"/>
                </a:lnTo>
                <a:lnTo>
                  <a:pt x="702360" y="426059"/>
                </a:lnTo>
                <a:lnTo>
                  <a:pt x="698449" y="420281"/>
                </a:lnTo>
                <a:lnTo>
                  <a:pt x="691883" y="417512"/>
                </a:lnTo>
                <a:lnTo>
                  <a:pt x="684999" y="417385"/>
                </a:lnTo>
                <a:lnTo>
                  <a:pt x="671626" y="423506"/>
                </a:lnTo>
                <a:lnTo>
                  <a:pt x="664591" y="428548"/>
                </a:lnTo>
                <a:lnTo>
                  <a:pt x="657237" y="432358"/>
                </a:lnTo>
                <a:lnTo>
                  <a:pt x="610057" y="462191"/>
                </a:lnTo>
                <a:lnTo>
                  <a:pt x="569010" y="485838"/>
                </a:lnTo>
                <a:lnTo>
                  <a:pt x="527215" y="508330"/>
                </a:lnTo>
                <a:lnTo>
                  <a:pt x="440842" y="546036"/>
                </a:lnTo>
                <a:lnTo>
                  <a:pt x="396519" y="562508"/>
                </a:lnTo>
                <a:lnTo>
                  <a:pt x="351358" y="576541"/>
                </a:lnTo>
                <a:lnTo>
                  <a:pt x="345465" y="578827"/>
                </a:lnTo>
                <a:lnTo>
                  <a:pt x="339305" y="579856"/>
                </a:lnTo>
                <a:lnTo>
                  <a:pt x="333552" y="582117"/>
                </a:lnTo>
                <a:lnTo>
                  <a:pt x="328637" y="586803"/>
                </a:lnTo>
                <a:lnTo>
                  <a:pt x="310832" y="587222"/>
                </a:lnTo>
                <a:lnTo>
                  <a:pt x="302488" y="589915"/>
                </a:lnTo>
                <a:lnTo>
                  <a:pt x="299923" y="591642"/>
                </a:lnTo>
                <a:lnTo>
                  <a:pt x="294563" y="593826"/>
                </a:lnTo>
                <a:lnTo>
                  <a:pt x="276987" y="595490"/>
                </a:lnTo>
                <a:lnTo>
                  <a:pt x="268655" y="598195"/>
                </a:lnTo>
                <a:lnTo>
                  <a:pt x="265811" y="598665"/>
                </a:lnTo>
                <a:lnTo>
                  <a:pt x="260591" y="602119"/>
                </a:lnTo>
                <a:lnTo>
                  <a:pt x="180213" y="613067"/>
                </a:lnTo>
                <a:lnTo>
                  <a:pt x="139814" y="617283"/>
                </a:lnTo>
                <a:lnTo>
                  <a:pt x="99618" y="622757"/>
                </a:lnTo>
                <a:lnTo>
                  <a:pt x="63512" y="636562"/>
                </a:lnTo>
                <a:lnTo>
                  <a:pt x="56553" y="649325"/>
                </a:lnTo>
                <a:lnTo>
                  <a:pt x="48996" y="650595"/>
                </a:lnTo>
                <a:lnTo>
                  <a:pt x="44691" y="655180"/>
                </a:lnTo>
                <a:lnTo>
                  <a:pt x="40932" y="662254"/>
                </a:lnTo>
                <a:lnTo>
                  <a:pt x="33083" y="673874"/>
                </a:lnTo>
                <a:lnTo>
                  <a:pt x="26250" y="686612"/>
                </a:lnTo>
                <a:lnTo>
                  <a:pt x="20866" y="701687"/>
                </a:lnTo>
                <a:lnTo>
                  <a:pt x="16306" y="714044"/>
                </a:lnTo>
                <a:lnTo>
                  <a:pt x="3086" y="763917"/>
                </a:lnTo>
                <a:lnTo>
                  <a:pt x="0" y="795350"/>
                </a:lnTo>
                <a:lnTo>
                  <a:pt x="14973" y="823734"/>
                </a:lnTo>
                <a:lnTo>
                  <a:pt x="24231" y="833767"/>
                </a:lnTo>
                <a:lnTo>
                  <a:pt x="32550" y="842670"/>
                </a:lnTo>
                <a:lnTo>
                  <a:pt x="33502" y="843800"/>
                </a:lnTo>
                <a:lnTo>
                  <a:pt x="56553" y="868260"/>
                </a:lnTo>
                <a:lnTo>
                  <a:pt x="75692" y="886929"/>
                </a:lnTo>
                <a:lnTo>
                  <a:pt x="80416" y="891286"/>
                </a:lnTo>
                <a:lnTo>
                  <a:pt x="104216" y="914323"/>
                </a:lnTo>
                <a:lnTo>
                  <a:pt x="127876" y="938682"/>
                </a:lnTo>
                <a:lnTo>
                  <a:pt x="185978" y="999731"/>
                </a:lnTo>
                <a:lnTo>
                  <a:pt x="222504" y="1036091"/>
                </a:lnTo>
                <a:lnTo>
                  <a:pt x="260565" y="1068324"/>
                </a:lnTo>
                <a:lnTo>
                  <a:pt x="301028" y="1097572"/>
                </a:lnTo>
                <a:lnTo>
                  <a:pt x="344589" y="1123734"/>
                </a:lnTo>
                <a:lnTo>
                  <a:pt x="391502" y="1144168"/>
                </a:lnTo>
                <a:lnTo>
                  <a:pt x="442226" y="1157528"/>
                </a:lnTo>
                <a:lnTo>
                  <a:pt x="457187" y="1120241"/>
                </a:lnTo>
                <a:lnTo>
                  <a:pt x="457276" y="1084160"/>
                </a:lnTo>
                <a:lnTo>
                  <a:pt x="442544" y="1050582"/>
                </a:lnTo>
                <a:lnTo>
                  <a:pt x="412813" y="1019530"/>
                </a:lnTo>
                <a:lnTo>
                  <a:pt x="400646" y="1000975"/>
                </a:lnTo>
                <a:lnTo>
                  <a:pt x="386511" y="984034"/>
                </a:lnTo>
                <a:lnTo>
                  <a:pt x="370865" y="968629"/>
                </a:lnTo>
                <a:lnTo>
                  <a:pt x="354152" y="954697"/>
                </a:lnTo>
                <a:lnTo>
                  <a:pt x="329450" y="934389"/>
                </a:lnTo>
                <a:lnTo>
                  <a:pt x="305943" y="913879"/>
                </a:lnTo>
                <a:lnTo>
                  <a:pt x="283743" y="890562"/>
                </a:lnTo>
                <a:lnTo>
                  <a:pt x="263372" y="864374"/>
                </a:lnTo>
                <a:lnTo>
                  <a:pt x="259651" y="863701"/>
                </a:lnTo>
                <a:lnTo>
                  <a:pt x="256946" y="860298"/>
                </a:lnTo>
                <a:lnTo>
                  <a:pt x="259702" y="857262"/>
                </a:lnTo>
                <a:lnTo>
                  <a:pt x="263436" y="855345"/>
                </a:lnTo>
                <a:lnTo>
                  <a:pt x="269011" y="855700"/>
                </a:lnTo>
                <a:lnTo>
                  <a:pt x="273824" y="854887"/>
                </a:lnTo>
                <a:lnTo>
                  <a:pt x="277202" y="858177"/>
                </a:lnTo>
                <a:lnTo>
                  <a:pt x="280250" y="860247"/>
                </a:lnTo>
                <a:lnTo>
                  <a:pt x="283616" y="863536"/>
                </a:lnTo>
                <a:lnTo>
                  <a:pt x="328752" y="876554"/>
                </a:lnTo>
                <a:lnTo>
                  <a:pt x="419468" y="906360"/>
                </a:lnTo>
                <a:lnTo>
                  <a:pt x="510032" y="933627"/>
                </a:lnTo>
                <a:lnTo>
                  <a:pt x="650836" y="971753"/>
                </a:lnTo>
                <a:lnTo>
                  <a:pt x="750316" y="994943"/>
                </a:lnTo>
                <a:lnTo>
                  <a:pt x="826947" y="1011669"/>
                </a:lnTo>
                <a:lnTo>
                  <a:pt x="900963" y="1026261"/>
                </a:lnTo>
                <a:lnTo>
                  <a:pt x="1002131" y="1041438"/>
                </a:lnTo>
                <a:lnTo>
                  <a:pt x="1104074" y="1051344"/>
                </a:lnTo>
                <a:lnTo>
                  <a:pt x="1205941" y="1054811"/>
                </a:lnTo>
                <a:lnTo>
                  <a:pt x="1356309" y="1052690"/>
                </a:lnTo>
                <a:lnTo>
                  <a:pt x="1454988" y="1045108"/>
                </a:lnTo>
                <a:lnTo>
                  <a:pt x="1552384" y="1032586"/>
                </a:lnTo>
                <a:lnTo>
                  <a:pt x="1600619" y="1024470"/>
                </a:lnTo>
                <a:lnTo>
                  <a:pt x="1696313" y="1005801"/>
                </a:lnTo>
                <a:lnTo>
                  <a:pt x="1743570" y="993978"/>
                </a:lnTo>
                <a:lnTo>
                  <a:pt x="1790509" y="980935"/>
                </a:lnTo>
                <a:lnTo>
                  <a:pt x="1883613" y="952385"/>
                </a:lnTo>
                <a:lnTo>
                  <a:pt x="1929587" y="935647"/>
                </a:lnTo>
                <a:lnTo>
                  <a:pt x="2020316" y="897204"/>
                </a:lnTo>
                <a:lnTo>
                  <a:pt x="2065286" y="876757"/>
                </a:lnTo>
                <a:lnTo>
                  <a:pt x="2109940" y="855078"/>
                </a:lnTo>
                <a:lnTo>
                  <a:pt x="2198027" y="806767"/>
                </a:lnTo>
                <a:lnTo>
                  <a:pt x="2284780" y="753541"/>
                </a:lnTo>
                <a:lnTo>
                  <a:pt x="2326411" y="724649"/>
                </a:lnTo>
                <a:lnTo>
                  <a:pt x="2406967" y="664730"/>
                </a:lnTo>
                <a:lnTo>
                  <a:pt x="2445893" y="633717"/>
                </a:lnTo>
                <a:lnTo>
                  <a:pt x="2483815" y="601573"/>
                </a:lnTo>
                <a:lnTo>
                  <a:pt x="2520962" y="569569"/>
                </a:lnTo>
                <a:lnTo>
                  <a:pt x="2556903" y="535190"/>
                </a:lnTo>
                <a:lnTo>
                  <a:pt x="2591828" y="499694"/>
                </a:lnTo>
                <a:lnTo>
                  <a:pt x="2625737" y="463080"/>
                </a:lnTo>
                <a:lnTo>
                  <a:pt x="2658834" y="426605"/>
                </a:lnTo>
                <a:lnTo>
                  <a:pt x="2690901" y="389013"/>
                </a:lnTo>
                <a:lnTo>
                  <a:pt x="2721724" y="349059"/>
                </a:lnTo>
                <a:lnTo>
                  <a:pt x="2751709" y="309245"/>
                </a:lnTo>
                <a:lnTo>
                  <a:pt x="2780639" y="268312"/>
                </a:lnTo>
                <a:lnTo>
                  <a:pt x="2807474" y="226453"/>
                </a:lnTo>
                <a:lnTo>
                  <a:pt x="2832646" y="184873"/>
                </a:lnTo>
                <a:lnTo>
                  <a:pt x="2855252" y="141147"/>
                </a:lnTo>
                <a:lnTo>
                  <a:pt x="2874772" y="95364"/>
                </a:lnTo>
                <a:lnTo>
                  <a:pt x="2879941" y="79044"/>
                </a:lnTo>
                <a:lnTo>
                  <a:pt x="2881350" y="6334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75067" y="1928672"/>
            <a:ext cx="8557260" cy="2132965"/>
          </a:xfrm>
          <a:custGeom>
            <a:avLst/>
            <a:gdLst/>
            <a:ahLst/>
            <a:cxnLst/>
            <a:rect l="l" t="t" r="r" b="b"/>
            <a:pathLst>
              <a:path w="8557260" h="2132965">
                <a:moveTo>
                  <a:pt x="8556968" y="879716"/>
                </a:moveTo>
                <a:lnTo>
                  <a:pt x="8485048" y="0"/>
                </a:lnTo>
                <a:lnTo>
                  <a:pt x="0" y="693661"/>
                </a:lnTo>
                <a:lnTo>
                  <a:pt x="71920" y="1573377"/>
                </a:lnTo>
                <a:lnTo>
                  <a:pt x="117665" y="2132850"/>
                </a:lnTo>
                <a:lnTo>
                  <a:pt x="4959197" y="1737042"/>
                </a:lnTo>
                <a:lnTo>
                  <a:pt x="4913465" y="1177582"/>
                </a:lnTo>
                <a:lnTo>
                  <a:pt x="8556968" y="879716"/>
                </a:lnTo>
                <a:close/>
              </a:path>
            </a:pathLst>
          </a:custGeom>
          <a:solidFill>
            <a:srgbClr val="D0C2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 rot="21360000">
            <a:off x="1295430" y="2521460"/>
            <a:ext cx="8125286" cy="514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554"/>
              </a:lnSpc>
            </a:pPr>
            <a:r>
              <a:rPr sz="6075" b="1" spc="-1192" baseline="-7544" dirty="0">
                <a:solidFill>
                  <a:srgbClr val="3B0A85"/>
                </a:solidFill>
                <a:latin typeface="Trebuchet MS"/>
                <a:cs typeface="Trebuchet MS"/>
              </a:rPr>
              <a:t>1.</a:t>
            </a:r>
            <a:r>
              <a:rPr sz="6075" b="1" spc="-434" baseline="-7544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6075" b="1" baseline="-6858" dirty="0">
                <a:solidFill>
                  <a:srgbClr val="3B0A85"/>
                </a:solidFill>
                <a:latin typeface="Trebuchet MS"/>
                <a:cs typeface="Trebuchet MS"/>
              </a:rPr>
              <a:t>A</a:t>
            </a:r>
            <a:r>
              <a:rPr sz="6075" b="1" baseline="-6172" dirty="0">
                <a:solidFill>
                  <a:srgbClr val="3B0A85"/>
                </a:solidFill>
                <a:latin typeface="Trebuchet MS"/>
                <a:cs typeface="Trebuchet MS"/>
              </a:rPr>
              <a:t>rti</a:t>
            </a:r>
            <a:r>
              <a:rPr sz="6075" b="1" baseline="-5486" dirty="0">
                <a:solidFill>
                  <a:srgbClr val="3B0A85"/>
                </a:solidFill>
                <a:latin typeface="Trebuchet MS"/>
                <a:cs typeface="Trebuchet MS"/>
              </a:rPr>
              <a:t>cu</a:t>
            </a:r>
            <a:r>
              <a:rPr sz="6075" b="1" baseline="-4801" dirty="0">
                <a:solidFill>
                  <a:srgbClr val="3B0A85"/>
                </a:solidFill>
                <a:latin typeface="Trebuchet MS"/>
                <a:cs typeface="Trebuchet MS"/>
              </a:rPr>
              <a:t>lat</a:t>
            </a:r>
            <a:r>
              <a:rPr sz="6075" b="1" baseline="-4115" dirty="0">
                <a:solidFill>
                  <a:srgbClr val="3B0A85"/>
                </a:solidFill>
                <a:latin typeface="Trebuchet MS"/>
                <a:cs typeface="Trebuchet MS"/>
              </a:rPr>
              <a:t>in</a:t>
            </a:r>
            <a:r>
              <a:rPr sz="6075" b="1" baseline="-3429" dirty="0">
                <a:solidFill>
                  <a:srgbClr val="3B0A85"/>
                </a:solidFill>
                <a:latin typeface="Trebuchet MS"/>
                <a:cs typeface="Trebuchet MS"/>
              </a:rPr>
              <a:t>g</a:t>
            </a:r>
            <a:r>
              <a:rPr sz="6075" b="1" spc="-427" baseline="-3429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6075" b="1" spc="195" baseline="-2743" dirty="0">
                <a:solidFill>
                  <a:srgbClr val="3B0A85"/>
                </a:solidFill>
                <a:latin typeface="Trebuchet MS"/>
                <a:cs typeface="Trebuchet MS"/>
              </a:rPr>
              <a:t>an</a:t>
            </a:r>
            <a:r>
              <a:rPr sz="6075" b="1" spc="195" baseline="-2057" dirty="0">
                <a:solidFill>
                  <a:srgbClr val="3B0A85"/>
                </a:solidFill>
                <a:latin typeface="Trebuchet MS"/>
                <a:cs typeface="Trebuchet MS"/>
              </a:rPr>
              <a:t>d</a:t>
            </a:r>
            <a:r>
              <a:rPr sz="6075" b="1" spc="-427" baseline="-2057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6075" b="1" spc="112" baseline="-2057" dirty="0">
                <a:solidFill>
                  <a:srgbClr val="3B0A85"/>
                </a:solidFill>
                <a:latin typeface="Trebuchet MS"/>
                <a:cs typeface="Trebuchet MS"/>
              </a:rPr>
              <a:t>s</a:t>
            </a:r>
            <a:r>
              <a:rPr sz="6075" b="1" spc="112" baseline="-1371" dirty="0">
                <a:solidFill>
                  <a:srgbClr val="3B0A85"/>
                </a:solidFill>
                <a:latin typeface="Trebuchet MS"/>
                <a:cs typeface="Trebuchet MS"/>
              </a:rPr>
              <a:t>p</a:t>
            </a:r>
            <a:r>
              <a:rPr sz="4050" b="1" spc="75" dirty="0">
                <a:solidFill>
                  <a:srgbClr val="3B0A85"/>
                </a:solidFill>
                <a:latin typeface="Trebuchet MS"/>
                <a:cs typeface="Trebuchet MS"/>
              </a:rPr>
              <a:t>ecifyin</a:t>
            </a:r>
            <a:r>
              <a:rPr sz="6075" b="1" spc="112" baseline="1371" dirty="0">
                <a:solidFill>
                  <a:srgbClr val="3B0A85"/>
                </a:solidFill>
                <a:latin typeface="Trebuchet MS"/>
                <a:cs typeface="Trebuchet MS"/>
              </a:rPr>
              <a:t>g</a:t>
            </a:r>
            <a:r>
              <a:rPr sz="6075" b="1" spc="-427" baseline="1371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6075" b="1" spc="-37" baseline="2057" dirty="0">
                <a:solidFill>
                  <a:srgbClr val="3B0A85"/>
                </a:solidFill>
                <a:latin typeface="Trebuchet MS"/>
                <a:cs typeface="Trebuchet MS"/>
              </a:rPr>
              <a:t>the</a:t>
            </a:r>
            <a:endParaRPr sz="6075" baseline="2057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 rot="21360000">
            <a:off x="1339752" y="3219775"/>
            <a:ext cx="4483563" cy="514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800"/>
              </a:lnSpc>
            </a:pPr>
            <a:r>
              <a:rPr sz="6075" b="1" spc="75" baseline="-2743" dirty="0">
                <a:solidFill>
                  <a:srgbClr val="3B0A85"/>
                </a:solidFill>
                <a:latin typeface="Trebuchet MS"/>
                <a:cs typeface="Trebuchet MS"/>
              </a:rPr>
              <a:t>re</a:t>
            </a:r>
            <a:r>
              <a:rPr sz="6075" b="1" spc="75" baseline="-2057" dirty="0">
                <a:solidFill>
                  <a:srgbClr val="3B0A85"/>
                </a:solidFill>
                <a:latin typeface="Trebuchet MS"/>
                <a:cs typeface="Trebuchet MS"/>
              </a:rPr>
              <a:t>se</a:t>
            </a:r>
            <a:r>
              <a:rPr sz="6075" b="1" spc="75" baseline="-1371" dirty="0">
                <a:solidFill>
                  <a:srgbClr val="3B0A85"/>
                </a:solidFill>
                <a:latin typeface="Trebuchet MS"/>
                <a:cs typeface="Trebuchet MS"/>
              </a:rPr>
              <a:t>ar</a:t>
            </a:r>
            <a:r>
              <a:rPr sz="4050" b="1" spc="50" dirty="0">
                <a:solidFill>
                  <a:srgbClr val="3B0A85"/>
                </a:solidFill>
                <a:latin typeface="Trebuchet MS"/>
                <a:cs typeface="Trebuchet MS"/>
              </a:rPr>
              <a:t>ch</a:t>
            </a:r>
            <a:r>
              <a:rPr sz="4050" b="1" spc="-29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4050" b="1" spc="50" dirty="0">
                <a:solidFill>
                  <a:srgbClr val="3B0A85"/>
                </a:solidFill>
                <a:latin typeface="Trebuchet MS"/>
                <a:cs typeface="Trebuchet MS"/>
              </a:rPr>
              <a:t>pro</a:t>
            </a:r>
            <a:r>
              <a:rPr sz="6075" b="1" spc="75" baseline="1371" dirty="0">
                <a:solidFill>
                  <a:srgbClr val="3B0A85"/>
                </a:solidFill>
                <a:latin typeface="Trebuchet MS"/>
                <a:cs typeface="Trebuchet MS"/>
              </a:rPr>
              <a:t>ble</a:t>
            </a:r>
            <a:r>
              <a:rPr sz="6075" b="1" spc="75" baseline="2057" dirty="0">
                <a:solidFill>
                  <a:srgbClr val="3B0A85"/>
                </a:solidFill>
                <a:latin typeface="Trebuchet MS"/>
                <a:cs typeface="Trebuchet MS"/>
              </a:rPr>
              <a:t>m</a:t>
            </a:r>
            <a:endParaRPr sz="6075" baseline="2057">
              <a:latin typeface="Trebuchet MS"/>
              <a:cs typeface="Trebuchet MS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036470" y="4015169"/>
            <a:ext cx="7765415" cy="3052445"/>
            <a:chOff x="1036470" y="4015169"/>
            <a:chExt cx="7765415" cy="3052445"/>
          </a:xfrm>
        </p:grpSpPr>
        <p:sp>
          <p:nvSpPr>
            <p:cNvPr id="11" name="object 11"/>
            <p:cNvSpPr/>
            <p:nvPr/>
          </p:nvSpPr>
          <p:spPr>
            <a:xfrm>
              <a:off x="1036459" y="4015180"/>
              <a:ext cx="7765415" cy="2103755"/>
            </a:xfrm>
            <a:custGeom>
              <a:avLst/>
              <a:gdLst/>
              <a:ahLst/>
              <a:cxnLst/>
              <a:rect l="l" t="t" r="r" b="b"/>
              <a:pathLst>
                <a:path w="7765415" h="2103754">
                  <a:moveTo>
                    <a:pt x="7765212" y="911352"/>
                  </a:moveTo>
                  <a:lnTo>
                    <a:pt x="7690701" y="0"/>
                  </a:lnTo>
                  <a:lnTo>
                    <a:pt x="0" y="628726"/>
                  </a:lnTo>
                  <a:lnTo>
                    <a:pt x="74510" y="1540078"/>
                  </a:lnTo>
                  <a:lnTo>
                    <a:pt x="120561" y="2103348"/>
                  </a:lnTo>
                  <a:lnTo>
                    <a:pt x="2810256" y="1883460"/>
                  </a:lnTo>
                  <a:lnTo>
                    <a:pt x="2764205" y="1320203"/>
                  </a:lnTo>
                  <a:lnTo>
                    <a:pt x="7765212" y="911352"/>
                  </a:lnTo>
                  <a:close/>
                </a:path>
              </a:pathLst>
            </a:custGeom>
            <a:solidFill>
              <a:srgbClr val="A2BE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188063" y="5805961"/>
              <a:ext cx="4803775" cy="1261110"/>
            </a:xfrm>
            <a:custGeom>
              <a:avLst/>
              <a:gdLst/>
              <a:ahLst/>
              <a:cxnLst/>
              <a:rect l="l" t="t" r="r" b="b"/>
              <a:pathLst>
                <a:path w="4803775" h="1261109">
                  <a:moveTo>
                    <a:pt x="4803230" y="874216"/>
                  </a:moveTo>
                  <a:lnTo>
                    <a:pt x="71468" y="1261046"/>
                  </a:lnTo>
                  <a:lnTo>
                    <a:pt x="0" y="386830"/>
                  </a:lnTo>
                  <a:lnTo>
                    <a:pt x="4731761" y="0"/>
                  </a:lnTo>
                  <a:lnTo>
                    <a:pt x="4803230" y="874216"/>
                  </a:lnTo>
                  <a:close/>
                </a:path>
              </a:pathLst>
            </a:custGeom>
            <a:solidFill>
              <a:srgbClr val="DAFF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1295217" y="7165699"/>
            <a:ext cx="7470775" cy="2233295"/>
            <a:chOff x="1295217" y="7165699"/>
            <a:chExt cx="7470775" cy="2233295"/>
          </a:xfrm>
        </p:grpSpPr>
        <p:sp>
          <p:nvSpPr>
            <p:cNvPr id="14" name="object 14"/>
            <p:cNvSpPr/>
            <p:nvPr/>
          </p:nvSpPr>
          <p:spPr>
            <a:xfrm>
              <a:off x="1295217" y="7165699"/>
              <a:ext cx="4370705" cy="1226185"/>
            </a:xfrm>
            <a:custGeom>
              <a:avLst/>
              <a:gdLst/>
              <a:ahLst/>
              <a:cxnLst/>
              <a:rect l="l" t="t" r="r" b="b"/>
              <a:pathLst>
                <a:path w="4370705" h="1226184">
                  <a:moveTo>
                    <a:pt x="4370282" y="874216"/>
                  </a:moveTo>
                  <a:lnTo>
                    <a:pt x="71468" y="1225652"/>
                  </a:lnTo>
                  <a:lnTo>
                    <a:pt x="0" y="351435"/>
                  </a:lnTo>
                  <a:lnTo>
                    <a:pt x="4298813" y="0"/>
                  </a:lnTo>
                  <a:lnTo>
                    <a:pt x="4370282" y="874216"/>
                  </a:lnTo>
                  <a:close/>
                </a:path>
              </a:pathLst>
            </a:custGeom>
            <a:solidFill>
              <a:srgbClr val="D0C2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188063" y="8074654"/>
              <a:ext cx="5577840" cy="1324610"/>
            </a:xfrm>
            <a:custGeom>
              <a:avLst/>
              <a:gdLst/>
              <a:ahLst/>
              <a:cxnLst/>
              <a:rect l="l" t="t" r="r" b="b"/>
              <a:pathLst>
                <a:path w="5577840" h="1324609">
                  <a:moveTo>
                    <a:pt x="5577439" y="874216"/>
                  </a:moveTo>
                  <a:lnTo>
                    <a:pt x="71468" y="1324339"/>
                  </a:lnTo>
                  <a:lnTo>
                    <a:pt x="0" y="450123"/>
                  </a:lnTo>
                  <a:lnTo>
                    <a:pt x="5505971" y="0"/>
                  </a:lnTo>
                  <a:lnTo>
                    <a:pt x="5577439" y="874216"/>
                  </a:lnTo>
                  <a:close/>
                </a:path>
              </a:pathLst>
            </a:custGeom>
            <a:solidFill>
              <a:srgbClr val="DAFF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 rot="21360000">
            <a:off x="1294892" y="4583493"/>
            <a:ext cx="7256028" cy="514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590"/>
              </a:lnSpc>
            </a:pPr>
            <a:r>
              <a:rPr sz="6075" b="1" spc="-494" baseline="-6858" dirty="0">
                <a:solidFill>
                  <a:srgbClr val="3B0A85"/>
                </a:solidFill>
                <a:latin typeface="Trebuchet MS"/>
                <a:cs typeface="Trebuchet MS"/>
              </a:rPr>
              <a:t>2</a:t>
            </a:r>
            <a:r>
              <a:rPr sz="6075" b="1" spc="-494" baseline="-6172" dirty="0">
                <a:solidFill>
                  <a:srgbClr val="3B0A85"/>
                </a:solidFill>
                <a:latin typeface="Trebuchet MS"/>
                <a:cs typeface="Trebuchet MS"/>
              </a:rPr>
              <a:t>.</a:t>
            </a:r>
            <a:r>
              <a:rPr sz="6075" b="1" spc="-375" baseline="-6172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6075" b="1" spc="-15" baseline="-6172" dirty="0">
                <a:solidFill>
                  <a:srgbClr val="3B0A85"/>
                </a:solidFill>
                <a:latin typeface="Trebuchet MS"/>
                <a:cs typeface="Trebuchet MS"/>
              </a:rPr>
              <a:t>P</a:t>
            </a:r>
            <a:r>
              <a:rPr sz="6075" b="1" spc="-15" baseline="-5486" dirty="0">
                <a:solidFill>
                  <a:srgbClr val="3B0A85"/>
                </a:solidFill>
                <a:latin typeface="Trebuchet MS"/>
                <a:cs typeface="Trebuchet MS"/>
              </a:rPr>
              <a:t>la</a:t>
            </a:r>
            <a:r>
              <a:rPr sz="6075" b="1" spc="-15" baseline="-4801" dirty="0">
                <a:solidFill>
                  <a:srgbClr val="3B0A85"/>
                </a:solidFill>
                <a:latin typeface="Trebuchet MS"/>
                <a:cs typeface="Trebuchet MS"/>
              </a:rPr>
              <a:t>nn</a:t>
            </a:r>
            <a:r>
              <a:rPr sz="6075" b="1" spc="-15" baseline="-4115" dirty="0">
                <a:solidFill>
                  <a:srgbClr val="3B0A85"/>
                </a:solidFill>
                <a:latin typeface="Trebuchet MS"/>
                <a:cs typeface="Trebuchet MS"/>
              </a:rPr>
              <a:t>in</a:t>
            </a:r>
            <a:r>
              <a:rPr sz="6075" b="1" spc="-15" baseline="-3429" dirty="0">
                <a:solidFill>
                  <a:srgbClr val="3B0A85"/>
                </a:solidFill>
                <a:latin typeface="Trebuchet MS"/>
                <a:cs typeface="Trebuchet MS"/>
              </a:rPr>
              <a:t>g</a:t>
            </a:r>
            <a:r>
              <a:rPr sz="6075" b="1" spc="-367" baseline="-3429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6075" b="1" spc="195" baseline="-3429" dirty="0">
                <a:solidFill>
                  <a:srgbClr val="3B0A85"/>
                </a:solidFill>
                <a:latin typeface="Trebuchet MS"/>
                <a:cs typeface="Trebuchet MS"/>
              </a:rPr>
              <a:t>a</a:t>
            </a:r>
            <a:r>
              <a:rPr sz="6075" b="1" spc="195" baseline="-2743" dirty="0">
                <a:solidFill>
                  <a:srgbClr val="3B0A85"/>
                </a:solidFill>
                <a:latin typeface="Trebuchet MS"/>
                <a:cs typeface="Trebuchet MS"/>
              </a:rPr>
              <a:t>nd</a:t>
            </a:r>
            <a:r>
              <a:rPr sz="6075" b="1" spc="-367" baseline="-2743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6075" b="1" baseline="-2057" dirty="0">
                <a:solidFill>
                  <a:srgbClr val="3B0A85"/>
                </a:solidFill>
                <a:latin typeface="Trebuchet MS"/>
                <a:cs typeface="Trebuchet MS"/>
              </a:rPr>
              <a:t>p</a:t>
            </a:r>
            <a:r>
              <a:rPr sz="6075" b="1" baseline="-1371" dirty="0">
                <a:solidFill>
                  <a:srgbClr val="3B0A85"/>
                </a:solidFill>
                <a:latin typeface="Trebuchet MS"/>
                <a:cs typeface="Trebuchet MS"/>
              </a:rPr>
              <a:t>re</a:t>
            </a:r>
            <a:r>
              <a:rPr sz="4050" b="1" dirty="0">
                <a:solidFill>
                  <a:srgbClr val="3B0A85"/>
                </a:solidFill>
                <a:latin typeface="Trebuchet MS"/>
                <a:cs typeface="Trebuchet MS"/>
              </a:rPr>
              <a:t>paring</a:t>
            </a:r>
            <a:r>
              <a:rPr sz="4050" b="1" spc="-24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6075" b="1" spc="-37" baseline="1371" dirty="0">
                <a:solidFill>
                  <a:srgbClr val="3B0A85"/>
                </a:solidFill>
                <a:latin typeface="Trebuchet MS"/>
                <a:cs typeface="Trebuchet MS"/>
              </a:rPr>
              <a:t>th</a:t>
            </a:r>
            <a:r>
              <a:rPr sz="6075" b="1" spc="-37" baseline="2057" dirty="0">
                <a:solidFill>
                  <a:srgbClr val="3B0A85"/>
                </a:solidFill>
                <a:latin typeface="Trebuchet MS"/>
                <a:cs typeface="Trebuchet MS"/>
              </a:rPr>
              <a:t>e</a:t>
            </a:r>
            <a:endParaRPr sz="6075" baseline="2057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 rot="21360000">
            <a:off x="1327767" y="5336530"/>
            <a:ext cx="2279528" cy="514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865"/>
              </a:lnSpc>
            </a:pPr>
            <a:r>
              <a:rPr sz="6075" b="1" spc="60" baseline="-1371" dirty="0">
                <a:solidFill>
                  <a:srgbClr val="3B0A85"/>
                </a:solidFill>
                <a:latin typeface="Trebuchet MS"/>
                <a:cs typeface="Trebuchet MS"/>
              </a:rPr>
              <a:t>re</a:t>
            </a:r>
            <a:r>
              <a:rPr sz="4050" b="1" spc="40" dirty="0">
                <a:solidFill>
                  <a:srgbClr val="3B0A85"/>
                </a:solidFill>
                <a:latin typeface="Trebuchet MS"/>
                <a:cs typeface="Trebuchet MS"/>
              </a:rPr>
              <a:t>search</a:t>
            </a:r>
            <a:endParaRPr sz="405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 rot="21360000">
            <a:off x="3406059" y="6226079"/>
            <a:ext cx="4373823" cy="514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785"/>
              </a:lnSpc>
            </a:pPr>
            <a:r>
              <a:rPr sz="6075" b="1" spc="-427" baseline="-3429" dirty="0">
                <a:solidFill>
                  <a:srgbClr val="3B0A85"/>
                </a:solidFill>
                <a:latin typeface="Trebuchet MS"/>
                <a:cs typeface="Trebuchet MS"/>
              </a:rPr>
              <a:t>3</a:t>
            </a:r>
            <a:r>
              <a:rPr sz="6075" b="1" spc="-427" baseline="-2743" dirty="0">
                <a:solidFill>
                  <a:srgbClr val="3B0A85"/>
                </a:solidFill>
                <a:latin typeface="Trebuchet MS"/>
                <a:cs typeface="Trebuchet MS"/>
              </a:rPr>
              <a:t>.</a:t>
            </a:r>
            <a:r>
              <a:rPr sz="6075" b="1" spc="-472" baseline="-2743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6075" b="1" spc="187" baseline="-2743" dirty="0">
                <a:solidFill>
                  <a:srgbClr val="3B0A85"/>
                </a:solidFill>
                <a:latin typeface="Trebuchet MS"/>
                <a:cs typeface="Trebuchet MS"/>
              </a:rPr>
              <a:t>D</a:t>
            </a:r>
            <a:r>
              <a:rPr sz="6075" b="1" spc="187" baseline="-2057" dirty="0">
                <a:solidFill>
                  <a:srgbClr val="3B0A85"/>
                </a:solidFill>
                <a:latin typeface="Trebuchet MS"/>
                <a:cs typeface="Trebuchet MS"/>
              </a:rPr>
              <a:t>a</a:t>
            </a:r>
            <a:r>
              <a:rPr sz="6075" b="1" spc="187" baseline="-1371" dirty="0">
                <a:solidFill>
                  <a:srgbClr val="3B0A85"/>
                </a:solidFill>
                <a:latin typeface="Trebuchet MS"/>
                <a:cs typeface="Trebuchet MS"/>
              </a:rPr>
              <a:t>ta</a:t>
            </a:r>
            <a:r>
              <a:rPr sz="6075" b="1" spc="-465" baseline="-1371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4050" b="1" spc="-10" dirty="0">
                <a:solidFill>
                  <a:srgbClr val="3B0A85"/>
                </a:solidFill>
                <a:latin typeface="Trebuchet MS"/>
                <a:cs typeface="Trebuchet MS"/>
              </a:rPr>
              <a:t>collec</a:t>
            </a:r>
            <a:r>
              <a:rPr sz="6075" b="1" spc="-15" baseline="1371" dirty="0">
                <a:solidFill>
                  <a:srgbClr val="3B0A85"/>
                </a:solidFill>
                <a:latin typeface="Trebuchet MS"/>
                <a:cs typeface="Trebuchet MS"/>
              </a:rPr>
              <a:t>tio</a:t>
            </a:r>
            <a:r>
              <a:rPr sz="6075" b="1" spc="-15" baseline="2057" dirty="0">
                <a:solidFill>
                  <a:srgbClr val="3B0A85"/>
                </a:solidFill>
                <a:latin typeface="Trebuchet MS"/>
                <a:cs typeface="Trebuchet MS"/>
              </a:rPr>
              <a:t>n</a:t>
            </a:r>
            <a:endParaRPr sz="6075" baseline="2057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 rot="21360000">
            <a:off x="1512155" y="7566850"/>
            <a:ext cx="3942836" cy="514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775"/>
              </a:lnSpc>
            </a:pPr>
            <a:r>
              <a:rPr sz="6075" b="1" spc="-292" baseline="-3429" dirty="0">
                <a:solidFill>
                  <a:srgbClr val="3B0A85"/>
                </a:solidFill>
                <a:latin typeface="Trebuchet MS"/>
                <a:cs typeface="Trebuchet MS"/>
              </a:rPr>
              <a:t>4</a:t>
            </a:r>
            <a:r>
              <a:rPr sz="6075" b="1" spc="-292" baseline="-2743" dirty="0">
                <a:solidFill>
                  <a:srgbClr val="3B0A85"/>
                </a:solidFill>
                <a:latin typeface="Trebuchet MS"/>
                <a:cs typeface="Trebuchet MS"/>
              </a:rPr>
              <a:t>.</a:t>
            </a:r>
            <a:r>
              <a:rPr sz="6075" b="1" spc="-465" baseline="-2743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6075" b="1" spc="187" baseline="-2743" dirty="0">
                <a:solidFill>
                  <a:srgbClr val="3B0A85"/>
                </a:solidFill>
                <a:latin typeface="Trebuchet MS"/>
                <a:cs typeface="Trebuchet MS"/>
              </a:rPr>
              <a:t>D</a:t>
            </a:r>
            <a:r>
              <a:rPr sz="6075" b="1" spc="187" baseline="-2057" dirty="0">
                <a:solidFill>
                  <a:srgbClr val="3B0A85"/>
                </a:solidFill>
                <a:latin typeface="Trebuchet MS"/>
                <a:cs typeface="Trebuchet MS"/>
              </a:rPr>
              <a:t>a</a:t>
            </a:r>
            <a:r>
              <a:rPr sz="6075" b="1" spc="187" baseline="-1371" dirty="0">
                <a:solidFill>
                  <a:srgbClr val="3B0A85"/>
                </a:solidFill>
                <a:latin typeface="Trebuchet MS"/>
                <a:cs typeface="Trebuchet MS"/>
              </a:rPr>
              <a:t>ta</a:t>
            </a:r>
            <a:r>
              <a:rPr sz="6075" b="1" spc="-457" baseline="-1371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4050" b="1" spc="70" dirty="0">
                <a:solidFill>
                  <a:srgbClr val="3B0A85"/>
                </a:solidFill>
                <a:latin typeface="Trebuchet MS"/>
                <a:cs typeface="Trebuchet MS"/>
              </a:rPr>
              <a:t>analys</a:t>
            </a:r>
            <a:r>
              <a:rPr sz="6075" b="1" spc="104" baseline="1371" dirty="0">
                <a:solidFill>
                  <a:srgbClr val="3B0A85"/>
                </a:solidFill>
                <a:latin typeface="Trebuchet MS"/>
                <a:cs typeface="Trebuchet MS"/>
              </a:rPr>
              <a:t>is</a:t>
            </a:r>
            <a:endParaRPr sz="6075" baseline="1371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/>
          <p:nvPr/>
        </p:nvSpPr>
        <p:spPr>
          <a:xfrm rot="21360000">
            <a:off x="3407248" y="8528695"/>
            <a:ext cx="5145839" cy="514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685"/>
              </a:lnSpc>
            </a:pPr>
            <a:r>
              <a:rPr sz="6075" b="1" spc="-359" baseline="-4801" dirty="0">
                <a:solidFill>
                  <a:srgbClr val="3B0A85"/>
                </a:solidFill>
                <a:latin typeface="Trebuchet MS"/>
                <a:cs typeface="Trebuchet MS"/>
              </a:rPr>
              <a:t>5</a:t>
            </a:r>
            <a:r>
              <a:rPr sz="6075" b="1" spc="-359" baseline="-4115" dirty="0">
                <a:solidFill>
                  <a:srgbClr val="3B0A85"/>
                </a:solidFill>
                <a:latin typeface="Trebuchet MS"/>
                <a:cs typeface="Trebuchet MS"/>
              </a:rPr>
              <a:t>.</a:t>
            </a:r>
            <a:r>
              <a:rPr sz="6075" b="1" spc="-307" baseline="-411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6075" b="1" baseline="-4115" dirty="0">
                <a:solidFill>
                  <a:srgbClr val="3B0A85"/>
                </a:solidFill>
                <a:latin typeface="Trebuchet MS"/>
                <a:cs typeface="Trebuchet MS"/>
              </a:rPr>
              <a:t>R</a:t>
            </a:r>
            <a:r>
              <a:rPr sz="6075" b="1" baseline="-3429" dirty="0">
                <a:solidFill>
                  <a:srgbClr val="3B0A85"/>
                </a:solidFill>
                <a:latin typeface="Trebuchet MS"/>
                <a:cs typeface="Trebuchet MS"/>
              </a:rPr>
              <a:t>ep</a:t>
            </a:r>
            <a:r>
              <a:rPr sz="6075" b="1" baseline="-2743" dirty="0">
                <a:solidFill>
                  <a:srgbClr val="3B0A85"/>
                </a:solidFill>
                <a:latin typeface="Trebuchet MS"/>
                <a:cs typeface="Trebuchet MS"/>
              </a:rPr>
              <a:t>or</a:t>
            </a:r>
            <a:r>
              <a:rPr sz="6075" b="1" baseline="-2057" dirty="0">
                <a:solidFill>
                  <a:srgbClr val="3B0A85"/>
                </a:solidFill>
                <a:latin typeface="Trebuchet MS"/>
                <a:cs typeface="Trebuchet MS"/>
              </a:rPr>
              <a:t>tin</a:t>
            </a:r>
            <a:r>
              <a:rPr sz="6075" b="1" baseline="-1371" dirty="0">
                <a:solidFill>
                  <a:srgbClr val="3B0A85"/>
                </a:solidFill>
                <a:latin typeface="Trebuchet MS"/>
                <a:cs typeface="Trebuchet MS"/>
              </a:rPr>
              <a:t>g</a:t>
            </a:r>
            <a:r>
              <a:rPr sz="6075" b="1" spc="-307" baseline="-1371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4050" b="1" spc="-10" dirty="0">
                <a:solidFill>
                  <a:srgbClr val="3B0A85"/>
                </a:solidFill>
                <a:latin typeface="Trebuchet MS"/>
                <a:cs typeface="Trebuchet MS"/>
              </a:rPr>
              <a:t>finding</a:t>
            </a:r>
            <a:r>
              <a:rPr sz="6075" b="1" spc="-15" baseline="1371" dirty="0">
                <a:solidFill>
                  <a:srgbClr val="3B0A85"/>
                </a:solidFill>
                <a:latin typeface="Trebuchet MS"/>
                <a:cs typeface="Trebuchet MS"/>
              </a:rPr>
              <a:t>s</a:t>
            </a:r>
            <a:endParaRPr sz="6075" baseline="1371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7104" y="1081227"/>
            <a:ext cx="7735570" cy="2430780"/>
          </a:xfrm>
          <a:custGeom>
            <a:avLst/>
            <a:gdLst/>
            <a:ahLst/>
            <a:cxnLst/>
            <a:rect l="l" t="t" r="r" b="b"/>
            <a:pathLst>
              <a:path w="7735570" h="2430779">
                <a:moveTo>
                  <a:pt x="7734959" y="1810267"/>
                </a:moveTo>
                <a:lnTo>
                  <a:pt x="147992" y="2430516"/>
                </a:lnTo>
                <a:lnTo>
                  <a:pt x="0" y="620248"/>
                </a:lnTo>
                <a:lnTo>
                  <a:pt x="7586966" y="0"/>
                </a:lnTo>
                <a:lnTo>
                  <a:pt x="7734959" y="1810267"/>
                </a:lnTo>
                <a:close/>
              </a:path>
            </a:pathLst>
          </a:custGeom>
          <a:solidFill>
            <a:srgbClr val="D0C2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 rot="21360000">
            <a:off x="1215881" y="1544358"/>
            <a:ext cx="7073660" cy="730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465"/>
              </a:lnSpc>
            </a:pPr>
            <a:r>
              <a:rPr sz="8625" spc="569" baseline="-3381" dirty="0">
                <a:solidFill>
                  <a:srgbClr val="3B0A85"/>
                </a:solidFill>
                <a:latin typeface="Arial MT"/>
                <a:cs typeface="Arial MT"/>
              </a:rPr>
              <a:t>1.</a:t>
            </a:r>
            <a:r>
              <a:rPr sz="8625" spc="292" baseline="-3381" dirty="0">
                <a:solidFill>
                  <a:srgbClr val="3B0A85"/>
                </a:solidFill>
                <a:latin typeface="Arial MT"/>
                <a:cs typeface="Arial MT"/>
              </a:rPr>
              <a:t> </a:t>
            </a:r>
            <a:r>
              <a:rPr sz="8625" spc="615" baseline="-2898" dirty="0">
                <a:solidFill>
                  <a:srgbClr val="3B0A85"/>
                </a:solidFill>
                <a:latin typeface="Arial MT"/>
                <a:cs typeface="Arial MT"/>
              </a:rPr>
              <a:t>F</a:t>
            </a:r>
            <a:r>
              <a:rPr sz="8625" spc="615" baseline="-2415" dirty="0">
                <a:solidFill>
                  <a:srgbClr val="3B0A85"/>
                </a:solidFill>
                <a:latin typeface="Arial MT"/>
                <a:cs typeface="Arial MT"/>
              </a:rPr>
              <a:t>o</a:t>
            </a:r>
            <a:r>
              <a:rPr sz="8625" spc="615" baseline="-1932" dirty="0">
                <a:solidFill>
                  <a:srgbClr val="3B0A85"/>
                </a:solidFill>
                <a:latin typeface="Arial MT"/>
                <a:cs typeface="Arial MT"/>
              </a:rPr>
              <a:t>r</a:t>
            </a:r>
            <a:r>
              <a:rPr sz="8625" spc="615" baseline="-1449" dirty="0">
                <a:solidFill>
                  <a:srgbClr val="3B0A85"/>
                </a:solidFill>
                <a:latin typeface="Arial MT"/>
                <a:cs typeface="Arial MT"/>
              </a:rPr>
              <a:t>m</a:t>
            </a:r>
            <a:r>
              <a:rPr sz="5750" spc="409" dirty="0">
                <a:solidFill>
                  <a:srgbClr val="3B0A85"/>
                </a:solidFill>
                <a:latin typeface="Arial MT"/>
                <a:cs typeface="Arial MT"/>
              </a:rPr>
              <a:t>ulating</a:t>
            </a:r>
            <a:r>
              <a:rPr sz="5750" spc="200" dirty="0">
                <a:solidFill>
                  <a:srgbClr val="3B0A85"/>
                </a:solidFill>
                <a:latin typeface="Arial MT"/>
                <a:cs typeface="Arial MT"/>
              </a:rPr>
              <a:t> </a:t>
            </a:r>
            <a:r>
              <a:rPr sz="8625" spc="225" baseline="1449" dirty="0">
                <a:solidFill>
                  <a:srgbClr val="3B0A85"/>
                </a:solidFill>
                <a:latin typeface="Arial MT"/>
                <a:cs typeface="Arial MT"/>
              </a:rPr>
              <a:t>O</a:t>
            </a:r>
            <a:r>
              <a:rPr sz="8625" spc="225" baseline="1932" dirty="0">
                <a:solidFill>
                  <a:srgbClr val="3B0A85"/>
                </a:solidFill>
                <a:latin typeface="Arial MT"/>
                <a:cs typeface="Arial MT"/>
              </a:rPr>
              <a:t>u</a:t>
            </a:r>
            <a:r>
              <a:rPr sz="8625" spc="225" baseline="2415" dirty="0">
                <a:solidFill>
                  <a:srgbClr val="3B0A85"/>
                </a:solidFill>
                <a:latin typeface="Arial MT"/>
                <a:cs typeface="Arial MT"/>
              </a:rPr>
              <a:t>r</a:t>
            </a:r>
            <a:endParaRPr sz="8625" baseline="2415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 rot="21360000">
            <a:off x="1280921" y="2346218"/>
            <a:ext cx="6957456" cy="730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330"/>
              </a:lnSpc>
            </a:pPr>
            <a:r>
              <a:rPr sz="8625" spc="270" baseline="-4830" dirty="0">
                <a:solidFill>
                  <a:srgbClr val="3B0A85"/>
                </a:solidFill>
                <a:latin typeface="Arial MT"/>
                <a:cs typeface="Arial MT"/>
              </a:rPr>
              <a:t>R</a:t>
            </a:r>
            <a:r>
              <a:rPr sz="8625" spc="270" baseline="-4347" dirty="0">
                <a:solidFill>
                  <a:srgbClr val="3B0A85"/>
                </a:solidFill>
                <a:latin typeface="Arial MT"/>
                <a:cs typeface="Arial MT"/>
              </a:rPr>
              <a:t>e</a:t>
            </a:r>
            <a:r>
              <a:rPr sz="8625" spc="270" baseline="-3864" dirty="0">
                <a:solidFill>
                  <a:srgbClr val="3B0A85"/>
                </a:solidFill>
                <a:latin typeface="Arial MT"/>
                <a:cs typeface="Arial MT"/>
              </a:rPr>
              <a:t>se</a:t>
            </a:r>
            <a:r>
              <a:rPr sz="8625" spc="270" baseline="-3381" dirty="0">
                <a:solidFill>
                  <a:srgbClr val="3B0A85"/>
                </a:solidFill>
                <a:latin typeface="Arial MT"/>
                <a:cs typeface="Arial MT"/>
              </a:rPr>
              <a:t>a</a:t>
            </a:r>
            <a:r>
              <a:rPr sz="8625" spc="270" baseline="-2898" dirty="0">
                <a:solidFill>
                  <a:srgbClr val="3B0A85"/>
                </a:solidFill>
                <a:latin typeface="Arial MT"/>
                <a:cs typeface="Arial MT"/>
              </a:rPr>
              <a:t>r</a:t>
            </a:r>
            <a:r>
              <a:rPr sz="8625" spc="270" baseline="-2415" dirty="0">
                <a:solidFill>
                  <a:srgbClr val="3B0A85"/>
                </a:solidFill>
                <a:latin typeface="Arial MT"/>
                <a:cs typeface="Arial MT"/>
              </a:rPr>
              <a:t>ch</a:t>
            </a:r>
            <a:r>
              <a:rPr sz="8625" spc="277" baseline="-2415" dirty="0">
                <a:solidFill>
                  <a:srgbClr val="3B0A85"/>
                </a:solidFill>
                <a:latin typeface="Arial MT"/>
                <a:cs typeface="Arial MT"/>
              </a:rPr>
              <a:t> </a:t>
            </a:r>
            <a:r>
              <a:rPr sz="8625" spc="427" baseline="-1449" dirty="0">
                <a:solidFill>
                  <a:srgbClr val="3B0A85"/>
                </a:solidFill>
                <a:latin typeface="Arial MT"/>
                <a:cs typeface="Arial MT"/>
              </a:rPr>
              <a:t>Q</a:t>
            </a:r>
            <a:r>
              <a:rPr sz="5750" spc="285" dirty="0">
                <a:solidFill>
                  <a:srgbClr val="3B0A85"/>
                </a:solidFill>
                <a:latin typeface="Arial MT"/>
                <a:cs typeface="Arial MT"/>
              </a:rPr>
              <a:t>uestion</a:t>
            </a:r>
            <a:endParaRPr sz="575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131300" y="3365251"/>
            <a:ext cx="7090409" cy="1477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b="0" spc="45" dirty="0">
                <a:solidFill>
                  <a:srgbClr val="FFFFFF"/>
                </a:solidFill>
                <a:latin typeface="Trebuchet MS"/>
                <a:cs typeface="Trebuchet MS"/>
              </a:rPr>
              <a:t>Collect</a:t>
            </a:r>
            <a:r>
              <a:rPr sz="3400" b="0" spc="-1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00" b="0" spc="90" dirty="0">
                <a:solidFill>
                  <a:srgbClr val="FFFFFF"/>
                </a:solidFill>
                <a:latin typeface="Trebuchet MS"/>
                <a:cs typeface="Trebuchet MS"/>
              </a:rPr>
              <a:t>ideas</a:t>
            </a:r>
            <a:r>
              <a:rPr sz="3400" b="0" spc="-1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00" b="0" dirty="0">
                <a:solidFill>
                  <a:srgbClr val="FFFFFF"/>
                </a:solidFill>
                <a:latin typeface="Trebuchet MS"/>
                <a:cs typeface="Trebuchet MS"/>
              </a:rPr>
              <a:t>for</a:t>
            </a:r>
            <a:r>
              <a:rPr sz="3400" b="0" spc="-1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00" b="0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sz="3400" b="0" spc="-1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00" b="0" spc="70" dirty="0">
                <a:solidFill>
                  <a:srgbClr val="FFFFFF"/>
                </a:solidFill>
                <a:latin typeface="Trebuchet MS"/>
                <a:cs typeface="Trebuchet MS"/>
              </a:rPr>
              <a:t>research</a:t>
            </a:r>
            <a:r>
              <a:rPr sz="3400" b="0" spc="-1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00" b="0" spc="75" dirty="0">
                <a:solidFill>
                  <a:srgbClr val="FFFFFF"/>
                </a:solidFill>
                <a:latin typeface="Trebuchet MS"/>
                <a:cs typeface="Trebuchet MS"/>
              </a:rPr>
              <a:t>topic</a:t>
            </a:r>
            <a:endParaRPr sz="3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269"/>
              </a:spcBef>
            </a:pPr>
            <a:r>
              <a:rPr sz="3400" b="0" spc="-10" dirty="0">
                <a:solidFill>
                  <a:srgbClr val="FFFFFF"/>
                </a:solidFill>
                <a:latin typeface="Trebuchet MS"/>
                <a:cs typeface="Trebuchet MS"/>
              </a:rPr>
              <a:t>Literature</a:t>
            </a:r>
            <a:r>
              <a:rPr sz="3400" b="0" spc="-1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00" b="0" spc="-10" dirty="0">
                <a:solidFill>
                  <a:srgbClr val="FFFFFF"/>
                </a:solidFill>
                <a:latin typeface="Trebuchet MS"/>
                <a:cs typeface="Trebuchet MS"/>
              </a:rPr>
              <a:t>review</a:t>
            </a:r>
            <a:endParaRPr sz="34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31300" y="5232151"/>
            <a:ext cx="7770495" cy="1943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dirty="0">
                <a:solidFill>
                  <a:srgbClr val="FFFFFF"/>
                </a:solidFill>
                <a:latin typeface="Trebuchet MS"/>
                <a:cs typeface="Trebuchet MS"/>
              </a:rPr>
              <a:t>Identification</a:t>
            </a:r>
            <a:r>
              <a:rPr sz="3400" spc="-10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00" dirty="0">
                <a:solidFill>
                  <a:srgbClr val="FFFFFF"/>
                </a:solidFill>
                <a:latin typeface="Trebuchet MS"/>
                <a:cs typeface="Trebuchet MS"/>
              </a:rPr>
              <a:t>of</a:t>
            </a:r>
            <a:r>
              <a:rPr sz="3400" spc="-10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00" spc="70" dirty="0">
                <a:solidFill>
                  <a:srgbClr val="FFFFFF"/>
                </a:solidFill>
                <a:latin typeface="Trebuchet MS"/>
                <a:cs typeface="Trebuchet MS"/>
              </a:rPr>
              <a:t>research</a:t>
            </a:r>
            <a:r>
              <a:rPr sz="3400" spc="-10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00" spc="155" dirty="0">
                <a:solidFill>
                  <a:srgbClr val="FFFFFF"/>
                </a:solidFill>
                <a:latin typeface="Trebuchet MS"/>
                <a:cs typeface="Trebuchet MS"/>
              </a:rPr>
              <a:t>gaps</a:t>
            </a:r>
            <a:endParaRPr sz="3400">
              <a:latin typeface="Trebuchet MS"/>
              <a:cs typeface="Trebuchet MS"/>
            </a:endParaRPr>
          </a:p>
          <a:p>
            <a:pPr marL="12700" marR="5080">
              <a:lnSpc>
                <a:spcPts val="3679"/>
              </a:lnSpc>
              <a:spcBef>
                <a:spcPts val="3725"/>
              </a:spcBef>
            </a:pPr>
            <a:r>
              <a:rPr sz="3400" dirty="0">
                <a:solidFill>
                  <a:srgbClr val="FFFFFF"/>
                </a:solidFill>
                <a:latin typeface="Trebuchet MS"/>
                <a:cs typeface="Trebuchet MS"/>
              </a:rPr>
              <a:t>Articulation</a:t>
            </a:r>
            <a:r>
              <a:rPr sz="3400" spc="-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00" dirty="0">
                <a:solidFill>
                  <a:srgbClr val="FFFFFF"/>
                </a:solidFill>
                <a:latin typeface="Trebuchet MS"/>
                <a:cs typeface="Trebuchet MS"/>
              </a:rPr>
              <a:t>of</a:t>
            </a:r>
            <a:r>
              <a:rPr sz="3400" spc="-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00" spc="70" dirty="0">
                <a:solidFill>
                  <a:srgbClr val="FFFFFF"/>
                </a:solidFill>
                <a:latin typeface="Trebuchet MS"/>
                <a:cs typeface="Trebuchet MS"/>
              </a:rPr>
              <a:t>research</a:t>
            </a:r>
            <a:r>
              <a:rPr sz="3400" spc="-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00" spc="50" dirty="0">
                <a:solidFill>
                  <a:srgbClr val="FFFFFF"/>
                </a:solidFill>
                <a:latin typeface="Trebuchet MS"/>
                <a:cs typeface="Trebuchet MS"/>
              </a:rPr>
              <a:t>objectives</a:t>
            </a:r>
            <a:r>
              <a:rPr sz="3400" spc="-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00" spc="80" dirty="0">
                <a:solidFill>
                  <a:srgbClr val="FFFFFF"/>
                </a:solidFill>
                <a:latin typeface="Trebuchet MS"/>
                <a:cs typeface="Trebuchet MS"/>
              </a:rPr>
              <a:t>and </a:t>
            </a:r>
            <a:r>
              <a:rPr sz="3400" spc="125" dirty="0">
                <a:solidFill>
                  <a:srgbClr val="FFFFFF"/>
                </a:solidFill>
                <a:latin typeface="Trebuchet MS"/>
                <a:cs typeface="Trebuchet MS"/>
              </a:rPr>
              <a:t>assumptions</a:t>
            </a:r>
            <a:endParaRPr sz="34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948694" y="7669070"/>
            <a:ext cx="2171065" cy="877569"/>
          </a:xfrm>
          <a:prstGeom prst="rect">
            <a:avLst/>
          </a:prstGeom>
          <a:solidFill>
            <a:srgbClr val="DAFF6B"/>
          </a:solidFill>
        </p:spPr>
        <p:txBody>
          <a:bodyPr vert="horz" wrap="square" lIns="0" tIns="94615" rIns="0" bIns="0" rtlCol="0">
            <a:spAutoFit/>
          </a:bodyPr>
          <a:lstStyle/>
          <a:p>
            <a:pPr marL="205740">
              <a:lnSpc>
                <a:spcPct val="100000"/>
              </a:lnSpc>
              <a:spcBef>
                <a:spcPts val="745"/>
              </a:spcBef>
            </a:pPr>
            <a:r>
              <a:rPr sz="4050" b="1" spc="145" dirty="0">
                <a:solidFill>
                  <a:srgbClr val="3B0A85"/>
                </a:solidFill>
                <a:latin typeface="Trebuchet MS"/>
                <a:cs typeface="Trebuchet MS"/>
              </a:rPr>
              <a:t>Phase</a:t>
            </a:r>
            <a:r>
              <a:rPr sz="4050" b="1" spc="-254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4050" b="1" spc="-50" dirty="0">
                <a:solidFill>
                  <a:srgbClr val="3B0A85"/>
                </a:solidFill>
                <a:latin typeface="Trebuchet MS"/>
                <a:cs typeface="Trebuchet MS"/>
              </a:rPr>
              <a:t>I</a:t>
            </a:r>
            <a:endParaRPr sz="40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64591" y="945196"/>
            <a:ext cx="9858375" cy="2484120"/>
          </a:xfrm>
          <a:custGeom>
            <a:avLst/>
            <a:gdLst/>
            <a:ahLst/>
            <a:cxnLst/>
            <a:rect l="l" t="t" r="r" b="b"/>
            <a:pathLst>
              <a:path w="9858375" h="2484120">
                <a:moveTo>
                  <a:pt x="6824637" y="826554"/>
                </a:moveTo>
                <a:lnTo>
                  <a:pt x="6757060" y="0"/>
                </a:lnTo>
                <a:lnTo>
                  <a:pt x="0" y="552411"/>
                </a:lnTo>
                <a:lnTo>
                  <a:pt x="67564" y="1378966"/>
                </a:lnTo>
                <a:lnTo>
                  <a:pt x="6824637" y="826554"/>
                </a:lnTo>
                <a:close/>
              </a:path>
              <a:path w="9858375" h="2484120">
                <a:moveTo>
                  <a:pt x="9858350" y="1690954"/>
                </a:moveTo>
                <a:lnTo>
                  <a:pt x="9768014" y="585927"/>
                </a:lnTo>
                <a:lnTo>
                  <a:pt x="67564" y="1378966"/>
                </a:lnTo>
                <a:lnTo>
                  <a:pt x="157911" y="2483980"/>
                </a:lnTo>
                <a:lnTo>
                  <a:pt x="9858350" y="1690954"/>
                </a:lnTo>
                <a:close/>
              </a:path>
            </a:pathLst>
          </a:custGeom>
          <a:solidFill>
            <a:srgbClr val="A2BE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 rot="21360000">
            <a:off x="1028857" y="1412688"/>
            <a:ext cx="6121308" cy="755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760"/>
              </a:lnSpc>
            </a:pPr>
            <a:r>
              <a:rPr sz="8925" spc="585" baseline="-2334" dirty="0">
                <a:solidFill>
                  <a:srgbClr val="3B0A85"/>
                </a:solidFill>
                <a:latin typeface="Arial MT"/>
                <a:cs typeface="Arial MT"/>
              </a:rPr>
              <a:t>2</a:t>
            </a:r>
            <a:r>
              <a:rPr sz="8925" spc="585" baseline="-1867" dirty="0">
                <a:solidFill>
                  <a:srgbClr val="3B0A85"/>
                </a:solidFill>
                <a:latin typeface="Arial MT"/>
                <a:cs typeface="Arial MT"/>
              </a:rPr>
              <a:t>.</a:t>
            </a:r>
            <a:r>
              <a:rPr sz="8925" spc="307" baseline="-1867" dirty="0">
                <a:solidFill>
                  <a:srgbClr val="3B0A85"/>
                </a:solidFill>
                <a:latin typeface="Arial MT"/>
                <a:cs typeface="Arial MT"/>
              </a:rPr>
              <a:t> </a:t>
            </a:r>
            <a:r>
              <a:rPr sz="8925" spc="555" baseline="-1400" dirty="0">
                <a:solidFill>
                  <a:srgbClr val="3B0A85"/>
                </a:solidFill>
                <a:latin typeface="Arial MT"/>
                <a:cs typeface="Arial MT"/>
              </a:rPr>
              <a:t>P</a:t>
            </a:r>
            <a:r>
              <a:rPr sz="5950" spc="370" dirty="0">
                <a:solidFill>
                  <a:srgbClr val="3B0A85"/>
                </a:solidFill>
                <a:latin typeface="Arial MT"/>
                <a:cs typeface="Arial MT"/>
              </a:rPr>
              <a:t>lanning</a:t>
            </a:r>
            <a:r>
              <a:rPr sz="5950" spc="204" dirty="0">
                <a:solidFill>
                  <a:srgbClr val="3B0A85"/>
                </a:solidFill>
                <a:latin typeface="Arial MT"/>
                <a:cs typeface="Arial MT"/>
              </a:rPr>
              <a:t> </a:t>
            </a:r>
            <a:r>
              <a:rPr sz="8925" spc="562" baseline="1867" dirty="0">
                <a:solidFill>
                  <a:srgbClr val="3B0A85"/>
                </a:solidFill>
                <a:latin typeface="Arial MT"/>
                <a:cs typeface="Arial MT"/>
              </a:rPr>
              <a:t>an</a:t>
            </a:r>
            <a:r>
              <a:rPr sz="8925" spc="562" baseline="2334" dirty="0">
                <a:solidFill>
                  <a:srgbClr val="3B0A85"/>
                </a:solidFill>
                <a:latin typeface="Arial MT"/>
                <a:cs typeface="Arial MT"/>
              </a:rPr>
              <a:t>d</a:t>
            </a:r>
            <a:endParaRPr sz="8925" baseline="2334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 rot="21360000">
            <a:off x="1099813" y="2126956"/>
            <a:ext cx="9059417" cy="755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440"/>
              </a:lnSpc>
            </a:pPr>
            <a:r>
              <a:rPr sz="8925" spc="532" baseline="-6069" dirty="0">
                <a:solidFill>
                  <a:srgbClr val="3B0A85"/>
                </a:solidFill>
                <a:latin typeface="Arial MT"/>
                <a:cs typeface="Arial MT"/>
              </a:rPr>
              <a:t>P</a:t>
            </a:r>
            <a:r>
              <a:rPr sz="8925" spc="532" baseline="-5602" dirty="0">
                <a:solidFill>
                  <a:srgbClr val="3B0A85"/>
                </a:solidFill>
                <a:latin typeface="Arial MT"/>
                <a:cs typeface="Arial MT"/>
              </a:rPr>
              <a:t>r</a:t>
            </a:r>
            <a:r>
              <a:rPr sz="8925" spc="532" baseline="-5135" dirty="0">
                <a:solidFill>
                  <a:srgbClr val="3B0A85"/>
                </a:solidFill>
                <a:latin typeface="Arial MT"/>
                <a:cs typeface="Arial MT"/>
              </a:rPr>
              <a:t>e</a:t>
            </a:r>
            <a:r>
              <a:rPr sz="8925" spc="532" baseline="-4668" dirty="0">
                <a:solidFill>
                  <a:srgbClr val="3B0A85"/>
                </a:solidFill>
                <a:latin typeface="Arial MT"/>
                <a:cs typeface="Arial MT"/>
              </a:rPr>
              <a:t>pa</a:t>
            </a:r>
            <a:r>
              <a:rPr sz="8925" spc="532" baseline="-4201" dirty="0">
                <a:solidFill>
                  <a:srgbClr val="3B0A85"/>
                </a:solidFill>
                <a:latin typeface="Arial MT"/>
                <a:cs typeface="Arial MT"/>
              </a:rPr>
              <a:t>r</a:t>
            </a:r>
            <a:r>
              <a:rPr sz="8925" spc="532" baseline="-3734" dirty="0">
                <a:solidFill>
                  <a:srgbClr val="3B0A85"/>
                </a:solidFill>
                <a:latin typeface="Arial MT"/>
                <a:cs typeface="Arial MT"/>
              </a:rPr>
              <a:t>in</a:t>
            </a:r>
            <a:r>
              <a:rPr sz="8925" spc="532" baseline="-3267" dirty="0">
                <a:solidFill>
                  <a:srgbClr val="3B0A85"/>
                </a:solidFill>
                <a:latin typeface="Arial MT"/>
                <a:cs typeface="Arial MT"/>
              </a:rPr>
              <a:t>g</a:t>
            </a:r>
            <a:r>
              <a:rPr sz="8925" spc="292" baseline="-3267" dirty="0">
                <a:solidFill>
                  <a:srgbClr val="3B0A85"/>
                </a:solidFill>
                <a:latin typeface="Arial MT"/>
                <a:cs typeface="Arial MT"/>
              </a:rPr>
              <a:t> </a:t>
            </a:r>
            <a:r>
              <a:rPr sz="8925" spc="697" baseline="-2334" dirty="0">
                <a:solidFill>
                  <a:srgbClr val="3B0A85"/>
                </a:solidFill>
                <a:latin typeface="Arial MT"/>
                <a:cs typeface="Arial MT"/>
              </a:rPr>
              <a:t>th</a:t>
            </a:r>
            <a:r>
              <a:rPr sz="8925" spc="697" baseline="-1867" dirty="0">
                <a:solidFill>
                  <a:srgbClr val="3B0A85"/>
                </a:solidFill>
                <a:latin typeface="Arial MT"/>
                <a:cs typeface="Arial MT"/>
              </a:rPr>
              <a:t>e</a:t>
            </a:r>
            <a:r>
              <a:rPr sz="8925" spc="292" baseline="-1867" dirty="0">
                <a:solidFill>
                  <a:srgbClr val="3B0A85"/>
                </a:solidFill>
                <a:latin typeface="Arial MT"/>
                <a:cs typeface="Arial MT"/>
              </a:rPr>
              <a:t> </a:t>
            </a:r>
            <a:r>
              <a:rPr sz="8925" spc="240" baseline="-1400" dirty="0">
                <a:solidFill>
                  <a:srgbClr val="3B0A85"/>
                </a:solidFill>
                <a:latin typeface="Arial MT"/>
                <a:cs typeface="Arial MT"/>
              </a:rPr>
              <a:t>R</a:t>
            </a:r>
            <a:r>
              <a:rPr sz="5950" spc="160" dirty="0">
                <a:solidFill>
                  <a:srgbClr val="3B0A85"/>
                </a:solidFill>
                <a:latin typeface="Arial MT"/>
                <a:cs typeface="Arial MT"/>
              </a:rPr>
              <a:t>esearc</a:t>
            </a:r>
            <a:r>
              <a:rPr sz="8925" spc="240" baseline="1400" dirty="0">
                <a:solidFill>
                  <a:srgbClr val="3B0A85"/>
                </a:solidFill>
                <a:latin typeface="Arial MT"/>
                <a:cs typeface="Arial MT"/>
              </a:rPr>
              <a:t>h</a:t>
            </a:r>
            <a:endParaRPr sz="8925" baseline="14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131300" y="3367873"/>
            <a:ext cx="547624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00" b="0" spc="204" dirty="0">
                <a:solidFill>
                  <a:srgbClr val="FFFFFF"/>
                </a:solidFill>
                <a:latin typeface="Trebuchet MS"/>
                <a:cs typeface="Trebuchet MS"/>
              </a:rPr>
              <a:t>Choose</a:t>
            </a:r>
            <a:r>
              <a:rPr sz="3500" b="0" spc="-1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500" b="0" spc="75" dirty="0">
                <a:solidFill>
                  <a:srgbClr val="FFFFFF"/>
                </a:solidFill>
                <a:latin typeface="Trebuchet MS"/>
                <a:cs typeface="Trebuchet MS"/>
              </a:rPr>
              <a:t>research</a:t>
            </a:r>
            <a:r>
              <a:rPr sz="3500" b="0" spc="-1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500" b="0" spc="140" dirty="0">
                <a:solidFill>
                  <a:srgbClr val="FFFFFF"/>
                </a:solidFill>
                <a:latin typeface="Trebuchet MS"/>
                <a:cs typeface="Trebuchet MS"/>
              </a:rPr>
              <a:t>methods</a:t>
            </a:r>
            <a:endParaRPr sz="35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31300" y="4339423"/>
            <a:ext cx="7721600" cy="292100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 marR="852805">
              <a:lnSpc>
                <a:spcPts val="3829"/>
              </a:lnSpc>
              <a:spcBef>
                <a:spcPts val="535"/>
              </a:spcBef>
            </a:pPr>
            <a:r>
              <a:rPr sz="3500" spc="120" dirty="0">
                <a:solidFill>
                  <a:srgbClr val="FFFFFF"/>
                </a:solidFill>
                <a:latin typeface="Trebuchet MS"/>
                <a:cs typeface="Trebuchet MS"/>
              </a:rPr>
              <a:t>Design</a:t>
            </a:r>
            <a:r>
              <a:rPr sz="3500" spc="-11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500" spc="75" dirty="0">
                <a:solidFill>
                  <a:srgbClr val="FFFFFF"/>
                </a:solidFill>
                <a:latin typeface="Trebuchet MS"/>
                <a:cs typeface="Trebuchet MS"/>
              </a:rPr>
              <a:t>research</a:t>
            </a:r>
            <a:r>
              <a:rPr sz="3500" spc="-11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500" spc="70" dirty="0">
                <a:solidFill>
                  <a:srgbClr val="FFFFFF"/>
                </a:solidFill>
                <a:latin typeface="Trebuchet MS"/>
                <a:cs typeface="Trebuchet MS"/>
              </a:rPr>
              <a:t>instruments</a:t>
            </a:r>
            <a:r>
              <a:rPr sz="3500" spc="-11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500" spc="-140" dirty="0">
                <a:solidFill>
                  <a:srgbClr val="FFFFFF"/>
                </a:solidFill>
                <a:latin typeface="Trebuchet MS"/>
                <a:cs typeface="Trebuchet MS"/>
              </a:rPr>
              <a:t>(e.g. </a:t>
            </a:r>
            <a:r>
              <a:rPr sz="3500" dirty="0">
                <a:solidFill>
                  <a:srgbClr val="FFFFFF"/>
                </a:solidFill>
                <a:latin typeface="Trebuchet MS"/>
                <a:cs typeface="Trebuchet MS"/>
              </a:rPr>
              <a:t>questionnaires,</a:t>
            </a:r>
            <a:r>
              <a:rPr sz="3500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500" spc="-10" dirty="0">
                <a:solidFill>
                  <a:srgbClr val="FFFFFF"/>
                </a:solidFill>
                <a:latin typeface="Trebuchet MS"/>
                <a:cs typeface="Trebuchet MS"/>
              </a:rPr>
              <a:t>interview</a:t>
            </a:r>
            <a:r>
              <a:rPr sz="3500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500" spc="85" dirty="0">
                <a:solidFill>
                  <a:srgbClr val="FFFFFF"/>
                </a:solidFill>
                <a:latin typeface="Trebuchet MS"/>
                <a:cs typeface="Trebuchet MS"/>
              </a:rPr>
              <a:t>guides)</a:t>
            </a:r>
            <a:endParaRPr sz="3500">
              <a:latin typeface="Trebuchet MS"/>
              <a:cs typeface="Trebuchet MS"/>
            </a:endParaRPr>
          </a:p>
          <a:p>
            <a:pPr marL="12700" marR="5080">
              <a:lnSpc>
                <a:spcPts val="7650"/>
              </a:lnSpc>
              <a:spcBef>
                <a:spcPts val="35"/>
              </a:spcBef>
            </a:pPr>
            <a:r>
              <a:rPr sz="3500" spc="50" dirty="0">
                <a:solidFill>
                  <a:srgbClr val="FFFFFF"/>
                </a:solidFill>
                <a:latin typeface="Trebuchet MS"/>
                <a:cs typeface="Trebuchet MS"/>
              </a:rPr>
              <a:t>Determine</a:t>
            </a:r>
            <a:r>
              <a:rPr sz="3500" spc="-1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500" spc="90" dirty="0">
                <a:solidFill>
                  <a:srgbClr val="FFFFFF"/>
                </a:solidFill>
                <a:latin typeface="Trebuchet MS"/>
                <a:cs typeface="Trebuchet MS"/>
              </a:rPr>
              <a:t>who</a:t>
            </a:r>
            <a:r>
              <a:rPr sz="3500" spc="-1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500" spc="70" dirty="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sz="3500" spc="-1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500" spc="120" dirty="0">
                <a:solidFill>
                  <a:srgbClr val="FFFFFF"/>
                </a:solidFill>
                <a:latin typeface="Trebuchet MS"/>
                <a:cs typeface="Trebuchet MS"/>
              </a:rPr>
              <a:t>ask</a:t>
            </a:r>
            <a:r>
              <a:rPr sz="3500" spc="-1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500" spc="50" dirty="0">
                <a:solidFill>
                  <a:srgbClr val="FFFFFF"/>
                </a:solidFill>
                <a:latin typeface="Trebuchet MS"/>
                <a:cs typeface="Trebuchet MS"/>
              </a:rPr>
              <a:t>(sampling) </a:t>
            </a:r>
            <a:r>
              <a:rPr sz="3500" spc="45" dirty="0">
                <a:solidFill>
                  <a:srgbClr val="FFFFFF"/>
                </a:solidFill>
                <a:latin typeface="Trebuchet MS"/>
                <a:cs typeface="Trebuchet MS"/>
              </a:rPr>
              <a:t>Pretest</a:t>
            </a:r>
            <a:r>
              <a:rPr sz="350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500" dirty="0">
                <a:solidFill>
                  <a:srgbClr val="FFFFFF"/>
                </a:solidFill>
                <a:latin typeface="Trebuchet MS"/>
                <a:cs typeface="Trebuchet MS"/>
              </a:rPr>
              <a:t>or</a:t>
            </a:r>
            <a:r>
              <a:rPr sz="35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500" dirty="0">
                <a:solidFill>
                  <a:srgbClr val="FFFFFF"/>
                </a:solidFill>
                <a:latin typeface="Trebuchet MS"/>
                <a:cs typeface="Trebuchet MS"/>
              </a:rPr>
              <a:t>pilots</a:t>
            </a:r>
            <a:r>
              <a:rPr sz="35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500" dirty="0">
                <a:solidFill>
                  <a:srgbClr val="FFFFFF"/>
                </a:solidFill>
                <a:latin typeface="Trebuchet MS"/>
                <a:cs typeface="Trebuchet MS"/>
              </a:rPr>
              <a:t>of</a:t>
            </a:r>
            <a:r>
              <a:rPr sz="35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500" spc="75" dirty="0">
                <a:solidFill>
                  <a:srgbClr val="FFFFFF"/>
                </a:solidFill>
                <a:latin typeface="Trebuchet MS"/>
                <a:cs typeface="Trebuchet MS"/>
              </a:rPr>
              <a:t>research</a:t>
            </a:r>
            <a:r>
              <a:rPr sz="35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500" spc="140" dirty="0">
                <a:solidFill>
                  <a:srgbClr val="FFFFFF"/>
                </a:solidFill>
                <a:latin typeface="Trebuchet MS"/>
                <a:cs typeface="Trebuchet MS"/>
              </a:rPr>
              <a:t>methods</a:t>
            </a:r>
            <a:endParaRPr sz="35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948694" y="7702102"/>
            <a:ext cx="2307590" cy="877569"/>
          </a:xfrm>
          <a:prstGeom prst="rect">
            <a:avLst/>
          </a:prstGeom>
          <a:solidFill>
            <a:srgbClr val="DAFF6B"/>
          </a:solidFill>
        </p:spPr>
        <p:txBody>
          <a:bodyPr vert="horz" wrap="square" lIns="0" tIns="94615" rIns="0" bIns="0" rtlCol="0">
            <a:spAutoFit/>
          </a:bodyPr>
          <a:lstStyle/>
          <a:p>
            <a:pPr marL="205740">
              <a:lnSpc>
                <a:spcPct val="100000"/>
              </a:lnSpc>
              <a:spcBef>
                <a:spcPts val="745"/>
              </a:spcBef>
            </a:pPr>
            <a:r>
              <a:rPr sz="4050" b="1" spc="145" dirty="0">
                <a:solidFill>
                  <a:srgbClr val="3B0A85"/>
                </a:solidFill>
                <a:latin typeface="Trebuchet MS"/>
                <a:cs typeface="Trebuchet MS"/>
              </a:rPr>
              <a:t>Phase</a:t>
            </a:r>
            <a:r>
              <a:rPr sz="4050" b="1" spc="-254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4050" b="1" spc="-25" dirty="0">
                <a:solidFill>
                  <a:srgbClr val="3B0A85"/>
                </a:solidFill>
                <a:latin typeface="Trebuchet MS"/>
                <a:cs typeface="Trebuchet MS"/>
              </a:rPr>
              <a:t>II</a:t>
            </a:r>
            <a:endParaRPr sz="40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79357" y="988893"/>
            <a:ext cx="8503920" cy="1884045"/>
          </a:xfrm>
          <a:custGeom>
            <a:avLst/>
            <a:gdLst/>
            <a:ahLst/>
            <a:cxnLst/>
            <a:rect l="l" t="t" r="r" b="b"/>
            <a:pathLst>
              <a:path w="8503920" h="1884045">
                <a:moveTo>
                  <a:pt x="8503667" y="1196364"/>
                </a:moveTo>
                <a:lnTo>
                  <a:pt x="97804" y="1883559"/>
                </a:lnTo>
                <a:lnTo>
                  <a:pt x="0" y="687194"/>
                </a:lnTo>
                <a:lnTo>
                  <a:pt x="8405862" y="0"/>
                </a:lnTo>
                <a:lnTo>
                  <a:pt x="8503667" y="1196364"/>
                </a:lnTo>
                <a:close/>
              </a:path>
            </a:pathLst>
          </a:custGeom>
          <a:solidFill>
            <a:srgbClr val="DAFF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 rot="21360000">
            <a:off x="1029925" y="1517674"/>
            <a:ext cx="7804453" cy="857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280"/>
              </a:lnSpc>
            </a:pPr>
            <a:r>
              <a:rPr sz="10125" spc="667" baseline="-4526" dirty="0">
                <a:solidFill>
                  <a:srgbClr val="3B0A85"/>
                </a:solidFill>
                <a:latin typeface="Arial MT"/>
                <a:cs typeface="Arial MT"/>
              </a:rPr>
              <a:t>3</a:t>
            </a:r>
            <a:r>
              <a:rPr sz="10125" spc="667" baseline="-4115" dirty="0">
                <a:solidFill>
                  <a:srgbClr val="3B0A85"/>
                </a:solidFill>
                <a:latin typeface="Arial MT"/>
                <a:cs typeface="Arial MT"/>
              </a:rPr>
              <a:t>.</a:t>
            </a:r>
            <a:r>
              <a:rPr sz="10125" spc="330" baseline="-4115" dirty="0">
                <a:solidFill>
                  <a:srgbClr val="3B0A85"/>
                </a:solidFill>
                <a:latin typeface="Arial MT"/>
                <a:cs typeface="Arial MT"/>
              </a:rPr>
              <a:t> </a:t>
            </a:r>
            <a:r>
              <a:rPr sz="10125" spc="569" baseline="-3703" dirty="0">
                <a:solidFill>
                  <a:srgbClr val="3B0A85"/>
                </a:solidFill>
                <a:latin typeface="Arial MT"/>
                <a:cs typeface="Arial MT"/>
              </a:rPr>
              <a:t>D</a:t>
            </a:r>
            <a:r>
              <a:rPr sz="10125" spc="569" baseline="-3292" dirty="0">
                <a:solidFill>
                  <a:srgbClr val="3B0A85"/>
                </a:solidFill>
                <a:latin typeface="Arial MT"/>
                <a:cs typeface="Arial MT"/>
              </a:rPr>
              <a:t>a</a:t>
            </a:r>
            <a:r>
              <a:rPr sz="10125" spc="569" baseline="-2880" dirty="0">
                <a:solidFill>
                  <a:srgbClr val="3B0A85"/>
                </a:solidFill>
                <a:latin typeface="Arial MT"/>
                <a:cs typeface="Arial MT"/>
              </a:rPr>
              <a:t>t</a:t>
            </a:r>
            <a:r>
              <a:rPr sz="10125" spc="569" baseline="-2469" dirty="0">
                <a:solidFill>
                  <a:srgbClr val="3B0A85"/>
                </a:solidFill>
                <a:latin typeface="Arial MT"/>
                <a:cs typeface="Arial MT"/>
              </a:rPr>
              <a:t>a</a:t>
            </a:r>
            <a:r>
              <a:rPr sz="10125" spc="330" baseline="-2469" dirty="0">
                <a:solidFill>
                  <a:srgbClr val="3B0A85"/>
                </a:solidFill>
                <a:latin typeface="Arial MT"/>
                <a:cs typeface="Arial MT"/>
              </a:rPr>
              <a:t> </a:t>
            </a:r>
            <a:r>
              <a:rPr sz="10125" spc="502" baseline="-2057" dirty="0">
                <a:solidFill>
                  <a:srgbClr val="3B0A85"/>
                </a:solidFill>
                <a:latin typeface="Arial MT"/>
                <a:cs typeface="Arial MT"/>
              </a:rPr>
              <a:t>C</a:t>
            </a:r>
            <a:r>
              <a:rPr sz="10125" spc="502" baseline="-1646" dirty="0">
                <a:solidFill>
                  <a:srgbClr val="3B0A85"/>
                </a:solidFill>
                <a:latin typeface="Arial MT"/>
                <a:cs typeface="Arial MT"/>
              </a:rPr>
              <a:t>o</a:t>
            </a:r>
            <a:r>
              <a:rPr sz="10125" spc="502" baseline="-1234" dirty="0">
                <a:solidFill>
                  <a:srgbClr val="3B0A85"/>
                </a:solidFill>
                <a:latin typeface="Arial MT"/>
                <a:cs typeface="Arial MT"/>
              </a:rPr>
              <a:t>l</a:t>
            </a:r>
            <a:r>
              <a:rPr sz="6750" spc="335" dirty="0">
                <a:solidFill>
                  <a:srgbClr val="3B0A85"/>
                </a:solidFill>
                <a:latin typeface="Arial MT"/>
                <a:cs typeface="Arial MT"/>
              </a:rPr>
              <a:t>lection</a:t>
            </a:r>
            <a:endParaRPr sz="675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131300" y="2709143"/>
            <a:ext cx="5215255" cy="2016125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 marR="5080">
              <a:lnSpc>
                <a:spcPts val="3829"/>
              </a:lnSpc>
              <a:spcBef>
                <a:spcPts val="535"/>
              </a:spcBef>
            </a:pPr>
            <a:r>
              <a:rPr sz="3500" b="0" dirty="0">
                <a:solidFill>
                  <a:srgbClr val="FFFFFF"/>
                </a:solidFill>
                <a:latin typeface="Trebuchet MS"/>
                <a:cs typeface="Trebuchet MS"/>
              </a:rPr>
              <a:t>Review</a:t>
            </a:r>
            <a:r>
              <a:rPr sz="3500" b="0" spc="-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500" b="0" spc="70" dirty="0">
                <a:solidFill>
                  <a:srgbClr val="FFFFFF"/>
                </a:solidFill>
                <a:latin typeface="Trebuchet MS"/>
                <a:cs typeface="Trebuchet MS"/>
              </a:rPr>
              <a:t>data</a:t>
            </a:r>
            <a:r>
              <a:rPr sz="3500" b="0" spc="-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500" b="0" dirty="0">
                <a:solidFill>
                  <a:srgbClr val="FFFFFF"/>
                </a:solidFill>
                <a:latin typeface="Trebuchet MS"/>
                <a:cs typeface="Trebuchet MS"/>
              </a:rPr>
              <a:t>that</a:t>
            </a:r>
            <a:r>
              <a:rPr sz="3500" b="0" spc="-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500" b="0" spc="160" dirty="0">
                <a:solidFill>
                  <a:srgbClr val="FFFFFF"/>
                </a:solidFill>
                <a:latin typeface="Trebuchet MS"/>
                <a:cs typeface="Trebuchet MS"/>
              </a:rPr>
              <a:t>may</a:t>
            </a:r>
            <a:r>
              <a:rPr sz="3500" b="0" spc="-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500" b="0" spc="125" dirty="0">
                <a:solidFill>
                  <a:srgbClr val="FFFFFF"/>
                </a:solidFill>
                <a:latin typeface="Trebuchet MS"/>
                <a:cs typeface="Trebuchet MS"/>
              </a:rPr>
              <a:t>be </a:t>
            </a:r>
            <a:r>
              <a:rPr sz="3500" b="0" dirty="0">
                <a:solidFill>
                  <a:srgbClr val="FFFFFF"/>
                </a:solidFill>
                <a:latin typeface="Trebuchet MS"/>
                <a:cs typeface="Trebuchet MS"/>
              </a:rPr>
              <a:t>already</a:t>
            </a:r>
            <a:r>
              <a:rPr sz="3500" b="0" spc="-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500" b="0" spc="150" dirty="0">
                <a:solidFill>
                  <a:srgbClr val="FFFFFF"/>
                </a:solidFill>
                <a:latin typeface="Trebuchet MS"/>
                <a:cs typeface="Trebuchet MS"/>
              </a:rPr>
              <a:t>be</a:t>
            </a:r>
            <a:r>
              <a:rPr sz="3500" b="0" spc="-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500" b="0" spc="-80" dirty="0">
                <a:solidFill>
                  <a:srgbClr val="FFFFFF"/>
                </a:solidFill>
                <a:latin typeface="Trebuchet MS"/>
                <a:cs typeface="Trebuchet MS"/>
              </a:rPr>
              <a:t>available,</a:t>
            </a:r>
            <a:r>
              <a:rPr sz="3500" b="0" spc="-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500" b="0" spc="-20" dirty="0">
                <a:solidFill>
                  <a:srgbClr val="FFFFFF"/>
                </a:solidFill>
                <a:latin typeface="Trebuchet MS"/>
                <a:cs typeface="Trebuchet MS"/>
              </a:rPr>
              <a:t>e.g. policies,</a:t>
            </a:r>
            <a:r>
              <a:rPr sz="3500" b="0" spc="-1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500" b="0" spc="-60" dirty="0">
                <a:solidFill>
                  <a:srgbClr val="FFFFFF"/>
                </a:solidFill>
                <a:latin typeface="Trebuchet MS"/>
                <a:cs typeface="Trebuchet MS"/>
              </a:rPr>
              <a:t>texts,</a:t>
            </a:r>
            <a:r>
              <a:rPr sz="3500" b="0" spc="-1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500" b="0" spc="130" dirty="0">
                <a:solidFill>
                  <a:srgbClr val="FFFFFF"/>
                </a:solidFill>
                <a:latin typeface="Trebuchet MS"/>
                <a:cs typeface="Trebuchet MS"/>
              </a:rPr>
              <a:t>secondary </a:t>
            </a:r>
            <a:r>
              <a:rPr sz="3500" b="0" spc="50" dirty="0">
                <a:solidFill>
                  <a:srgbClr val="FFFFFF"/>
                </a:solidFill>
                <a:latin typeface="Trebuchet MS"/>
                <a:cs typeface="Trebuchet MS"/>
              </a:rPr>
              <a:t>data</a:t>
            </a:r>
            <a:endParaRPr sz="35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31300" y="5138019"/>
            <a:ext cx="5443855" cy="1044575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2700" marR="5080">
              <a:lnSpc>
                <a:spcPts val="3820"/>
              </a:lnSpc>
              <a:spcBef>
                <a:spcPts val="540"/>
              </a:spcBef>
            </a:pPr>
            <a:r>
              <a:rPr sz="3500" spc="120" dirty="0">
                <a:solidFill>
                  <a:srgbClr val="FFFFFF"/>
                </a:solidFill>
                <a:latin typeface="Trebuchet MS"/>
                <a:cs typeface="Trebuchet MS"/>
              </a:rPr>
              <a:t>Conducting</a:t>
            </a:r>
            <a:r>
              <a:rPr sz="3500" spc="-1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500" spc="-10" dirty="0">
                <a:solidFill>
                  <a:srgbClr val="FFFFFF"/>
                </a:solidFill>
                <a:latin typeface="Trebuchet MS"/>
                <a:cs typeface="Trebuchet MS"/>
              </a:rPr>
              <a:t>interviews, </a:t>
            </a:r>
            <a:r>
              <a:rPr sz="3500" dirty="0">
                <a:solidFill>
                  <a:srgbClr val="FFFFFF"/>
                </a:solidFill>
                <a:latin typeface="Trebuchet MS"/>
                <a:cs typeface="Trebuchet MS"/>
              </a:rPr>
              <a:t>surveys,</a:t>
            </a:r>
            <a:r>
              <a:rPr sz="3500" spc="2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500" dirty="0">
                <a:solidFill>
                  <a:srgbClr val="FFFFFF"/>
                </a:solidFill>
                <a:latin typeface="Trebuchet MS"/>
                <a:cs typeface="Trebuchet MS"/>
              </a:rPr>
              <a:t>observations,</a:t>
            </a:r>
            <a:r>
              <a:rPr sz="3500" spc="2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500" spc="-25" dirty="0">
                <a:solidFill>
                  <a:srgbClr val="FFFFFF"/>
                </a:solidFill>
                <a:latin typeface="Trebuchet MS"/>
                <a:cs typeface="Trebuchet MS"/>
              </a:rPr>
              <a:t>etc.</a:t>
            </a:r>
            <a:endParaRPr sz="35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938050" y="6466366"/>
            <a:ext cx="2443480" cy="877569"/>
          </a:xfrm>
          <a:prstGeom prst="rect">
            <a:avLst/>
          </a:prstGeom>
          <a:solidFill>
            <a:srgbClr val="D0C2F5"/>
          </a:solidFill>
        </p:spPr>
        <p:txBody>
          <a:bodyPr vert="horz" wrap="square" lIns="0" tIns="94615" rIns="0" bIns="0" rtlCol="0">
            <a:spAutoFit/>
          </a:bodyPr>
          <a:lstStyle/>
          <a:p>
            <a:pPr marL="205740">
              <a:lnSpc>
                <a:spcPct val="100000"/>
              </a:lnSpc>
              <a:spcBef>
                <a:spcPts val="745"/>
              </a:spcBef>
            </a:pPr>
            <a:r>
              <a:rPr sz="4050" b="1" spc="145" dirty="0">
                <a:solidFill>
                  <a:srgbClr val="3B0A85"/>
                </a:solidFill>
                <a:latin typeface="Trebuchet MS"/>
                <a:cs typeface="Trebuchet MS"/>
              </a:rPr>
              <a:t>Phase</a:t>
            </a:r>
            <a:r>
              <a:rPr sz="4050" b="1" spc="-254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4050" b="1" spc="-25" dirty="0">
                <a:solidFill>
                  <a:srgbClr val="3B0A85"/>
                </a:solidFill>
                <a:latin typeface="Trebuchet MS"/>
                <a:cs typeface="Trebuchet MS"/>
              </a:rPr>
              <a:t>III</a:t>
            </a:r>
            <a:endParaRPr sz="40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95014" y="994630"/>
            <a:ext cx="8484235" cy="1829435"/>
          </a:xfrm>
          <a:custGeom>
            <a:avLst/>
            <a:gdLst/>
            <a:ahLst/>
            <a:cxnLst/>
            <a:rect l="l" t="t" r="r" b="b"/>
            <a:pathLst>
              <a:path w="8484235" h="1829435">
                <a:moveTo>
                  <a:pt x="8483628" y="1143202"/>
                </a:moveTo>
                <a:lnTo>
                  <a:pt x="93458" y="1829113"/>
                </a:lnTo>
                <a:lnTo>
                  <a:pt x="0" y="685911"/>
                </a:lnTo>
                <a:lnTo>
                  <a:pt x="8390169" y="0"/>
                </a:lnTo>
                <a:lnTo>
                  <a:pt x="8483628" y="1143202"/>
                </a:lnTo>
                <a:close/>
              </a:path>
            </a:pathLst>
          </a:custGeom>
          <a:solidFill>
            <a:srgbClr val="D0C2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 rot="21360000">
            <a:off x="1030623" y="1516646"/>
            <a:ext cx="7814881" cy="819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975"/>
              </a:lnSpc>
            </a:pPr>
            <a:r>
              <a:rPr sz="9675" spc="637" baseline="-4737" dirty="0">
                <a:solidFill>
                  <a:srgbClr val="3B0A85"/>
                </a:solidFill>
                <a:latin typeface="Arial MT"/>
                <a:cs typeface="Arial MT"/>
              </a:rPr>
              <a:t>4</a:t>
            </a:r>
            <a:r>
              <a:rPr sz="9675" spc="637" baseline="-4306" dirty="0">
                <a:solidFill>
                  <a:srgbClr val="3B0A85"/>
                </a:solidFill>
                <a:latin typeface="Arial MT"/>
                <a:cs typeface="Arial MT"/>
              </a:rPr>
              <a:t>.</a:t>
            </a:r>
            <a:r>
              <a:rPr sz="9675" spc="307" baseline="-4306" dirty="0">
                <a:solidFill>
                  <a:srgbClr val="3B0A85"/>
                </a:solidFill>
                <a:latin typeface="Arial MT"/>
                <a:cs typeface="Arial MT"/>
              </a:rPr>
              <a:t> </a:t>
            </a:r>
            <a:r>
              <a:rPr sz="9675" spc="540" baseline="-3875" dirty="0">
                <a:solidFill>
                  <a:srgbClr val="3B0A85"/>
                </a:solidFill>
                <a:latin typeface="Arial MT"/>
                <a:cs typeface="Arial MT"/>
              </a:rPr>
              <a:t>D</a:t>
            </a:r>
            <a:r>
              <a:rPr sz="9675" spc="540" baseline="-3445" dirty="0">
                <a:solidFill>
                  <a:srgbClr val="3B0A85"/>
                </a:solidFill>
                <a:latin typeface="Arial MT"/>
                <a:cs typeface="Arial MT"/>
              </a:rPr>
              <a:t>a</a:t>
            </a:r>
            <a:r>
              <a:rPr sz="9675" spc="540" baseline="-3014" dirty="0">
                <a:solidFill>
                  <a:srgbClr val="3B0A85"/>
                </a:solidFill>
                <a:latin typeface="Arial MT"/>
                <a:cs typeface="Arial MT"/>
              </a:rPr>
              <a:t>ta</a:t>
            </a:r>
            <a:r>
              <a:rPr sz="9675" spc="315" baseline="-3014" dirty="0">
                <a:solidFill>
                  <a:srgbClr val="3B0A85"/>
                </a:solidFill>
                <a:latin typeface="Arial MT"/>
                <a:cs typeface="Arial MT"/>
              </a:rPr>
              <a:t> </a:t>
            </a:r>
            <a:r>
              <a:rPr sz="9675" spc="622" baseline="-2153" dirty="0">
                <a:solidFill>
                  <a:srgbClr val="3B0A85"/>
                </a:solidFill>
                <a:latin typeface="Arial MT"/>
                <a:cs typeface="Arial MT"/>
              </a:rPr>
              <a:t>E</a:t>
            </a:r>
            <a:r>
              <a:rPr sz="9675" spc="622" baseline="-1722" dirty="0">
                <a:solidFill>
                  <a:srgbClr val="3B0A85"/>
                </a:solidFill>
                <a:latin typeface="Arial MT"/>
                <a:cs typeface="Arial MT"/>
              </a:rPr>
              <a:t>v</a:t>
            </a:r>
            <a:r>
              <a:rPr sz="9675" spc="622" baseline="-1291" dirty="0">
                <a:solidFill>
                  <a:srgbClr val="3B0A85"/>
                </a:solidFill>
                <a:latin typeface="Arial MT"/>
                <a:cs typeface="Arial MT"/>
              </a:rPr>
              <a:t>a</a:t>
            </a:r>
            <a:r>
              <a:rPr sz="6450" spc="415" dirty="0">
                <a:solidFill>
                  <a:srgbClr val="3B0A85"/>
                </a:solidFill>
                <a:latin typeface="Arial MT"/>
                <a:cs typeface="Arial MT"/>
              </a:rPr>
              <a:t>luation</a:t>
            </a:r>
            <a:endParaRPr sz="645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131300" y="2893186"/>
            <a:ext cx="7390130" cy="1044575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2700" marR="5080">
              <a:lnSpc>
                <a:spcPts val="3820"/>
              </a:lnSpc>
              <a:spcBef>
                <a:spcPts val="540"/>
              </a:spcBef>
            </a:pPr>
            <a:r>
              <a:rPr sz="3500" b="0" spc="155" dirty="0">
                <a:solidFill>
                  <a:srgbClr val="FFFFFF"/>
                </a:solidFill>
                <a:latin typeface="Trebuchet MS"/>
                <a:cs typeface="Trebuchet MS"/>
              </a:rPr>
              <a:t>Process</a:t>
            </a:r>
            <a:r>
              <a:rPr sz="3500" b="0" spc="-1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500" b="0" spc="70" dirty="0">
                <a:solidFill>
                  <a:srgbClr val="FFFFFF"/>
                </a:solidFill>
                <a:latin typeface="Trebuchet MS"/>
                <a:cs typeface="Trebuchet MS"/>
              </a:rPr>
              <a:t>data</a:t>
            </a:r>
            <a:r>
              <a:rPr sz="3500" b="0" spc="-1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500" b="0" spc="70" dirty="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sz="3500" b="0" spc="-1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500" b="0" spc="85" dirty="0">
                <a:solidFill>
                  <a:srgbClr val="FFFFFF"/>
                </a:solidFill>
                <a:latin typeface="Trebuchet MS"/>
                <a:cs typeface="Trebuchet MS"/>
              </a:rPr>
              <a:t>make</a:t>
            </a:r>
            <a:r>
              <a:rPr sz="3500" b="0" spc="-1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500" b="0" spc="-90" dirty="0">
                <a:solidFill>
                  <a:srgbClr val="FFFFFF"/>
                </a:solidFill>
                <a:latin typeface="Trebuchet MS"/>
                <a:cs typeface="Trebuchet MS"/>
              </a:rPr>
              <a:t>it</a:t>
            </a:r>
            <a:r>
              <a:rPr sz="3500" b="0" spc="-1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500" b="0" spc="90" dirty="0">
                <a:solidFill>
                  <a:srgbClr val="FFFFFF"/>
                </a:solidFill>
                <a:latin typeface="Trebuchet MS"/>
                <a:cs typeface="Trebuchet MS"/>
              </a:rPr>
              <a:t>ready</a:t>
            </a:r>
            <a:r>
              <a:rPr sz="3500" b="0" spc="-1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500" b="0" spc="70" dirty="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sz="3500" b="0" spc="-1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500" b="0" spc="125" dirty="0">
                <a:solidFill>
                  <a:srgbClr val="FFFFFF"/>
                </a:solidFill>
                <a:latin typeface="Trebuchet MS"/>
                <a:cs typeface="Trebuchet MS"/>
              </a:rPr>
              <a:t>be </a:t>
            </a:r>
            <a:r>
              <a:rPr sz="3500" b="0" spc="-10" dirty="0">
                <a:solidFill>
                  <a:srgbClr val="FFFFFF"/>
                </a:solidFill>
                <a:latin typeface="Trebuchet MS"/>
                <a:cs typeface="Trebuchet MS"/>
              </a:rPr>
              <a:t>analyzed</a:t>
            </a:r>
            <a:endParaRPr sz="35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31300" y="4350511"/>
            <a:ext cx="7705090" cy="2016125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 marR="123189">
              <a:lnSpc>
                <a:spcPts val="3829"/>
              </a:lnSpc>
              <a:spcBef>
                <a:spcPts val="535"/>
              </a:spcBef>
            </a:pPr>
            <a:r>
              <a:rPr sz="3500" spc="45" dirty="0">
                <a:solidFill>
                  <a:srgbClr val="FFFFFF"/>
                </a:solidFill>
                <a:latin typeface="Trebuchet MS"/>
                <a:cs typeface="Trebuchet MS"/>
              </a:rPr>
              <a:t>Examine</a:t>
            </a:r>
            <a:r>
              <a:rPr sz="3500" spc="-10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500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sz="3500" spc="-10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500" spc="85" dirty="0">
                <a:solidFill>
                  <a:srgbClr val="FFFFFF"/>
                </a:solidFill>
                <a:latin typeface="Trebuchet MS"/>
                <a:cs typeface="Trebuchet MS"/>
              </a:rPr>
              <a:t>evidence</a:t>
            </a:r>
            <a:r>
              <a:rPr sz="3500" spc="-10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500" spc="70" dirty="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sz="3500" spc="-10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500" spc="85" dirty="0">
                <a:solidFill>
                  <a:srgbClr val="FFFFFF"/>
                </a:solidFill>
                <a:latin typeface="Trebuchet MS"/>
                <a:cs typeface="Trebuchet MS"/>
              </a:rPr>
              <a:t>understand </a:t>
            </a:r>
            <a:r>
              <a:rPr sz="3500" spc="55" dirty="0">
                <a:solidFill>
                  <a:srgbClr val="FFFFFF"/>
                </a:solidFill>
                <a:latin typeface="Trebuchet MS"/>
                <a:cs typeface="Trebuchet MS"/>
              </a:rPr>
              <a:t>meaning</a:t>
            </a:r>
            <a:endParaRPr sz="3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379"/>
              </a:spcBef>
            </a:pPr>
            <a:r>
              <a:rPr sz="3500" dirty="0">
                <a:solidFill>
                  <a:srgbClr val="FFFFFF"/>
                </a:solidFill>
                <a:latin typeface="Trebuchet MS"/>
                <a:cs typeface="Trebuchet MS"/>
              </a:rPr>
              <a:t>Analyze</a:t>
            </a:r>
            <a:r>
              <a:rPr sz="3500" spc="-10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500" spc="70" dirty="0">
                <a:solidFill>
                  <a:srgbClr val="FFFFFF"/>
                </a:solidFill>
                <a:latin typeface="Trebuchet MS"/>
                <a:cs typeface="Trebuchet MS"/>
              </a:rPr>
              <a:t>data</a:t>
            </a:r>
            <a:r>
              <a:rPr sz="3500" spc="-1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500" spc="-10" dirty="0">
                <a:solidFill>
                  <a:srgbClr val="FFFFFF"/>
                </a:solidFill>
                <a:latin typeface="Trebuchet MS"/>
                <a:cs typeface="Trebuchet MS"/>
              </a:rPr>
              <a:t>[or</a:t>
            </a:r>
            <a:r>
              <a:rPr sz="3500" spc="-1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500" dirty="0">
                <a:solidFill>
                  <a:srgbClr val="FFFFFF"/>
                </a:solidFill>
                <a:latin typeface="Trebuchet MS"/>
                <a:cs typeface="Trebuchet MS"/>
              </a:rPr>
              <a:t>formal</a:t>
            </a:r>
            <a:r>
              <a:rPr sz="3500" spc="-1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500" spc="70" dirty="0">
                <a:solidFill>
                  <a:srgbClr val="FFFFFF"/>
                </a:solidFill>
                <a:latin typeface="Trebuchet MS"/>
                <a:cs typeface="Trebuchet MS"/>
              </a:rPr>
              <a:t>data</a:t>
            </a:r>
            <a:r>
              <a:rPr sz="3500" spc="-10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500" spc="-10" dirty="0">
                <a:solidFill>
                  <a:srgbClr val="FFFFFF"/>
                </a:solidFill>
                <a:latin typeface="Trebuchet MS"/>
                <a:cs typeface="Trebuchet MS"/>
              </a:rPr>
              <a:t>analysis]</a:t>
            </a:r>
            <a:endParaRPr sz="35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948694" y="6913726"/>
            <a:ext cx="2531110" cy="877569"/>
          </a:xfrm>
          <a:prstGeom prst="rect">
            <a:avLst/>
          </a:prstGeom>
          <a:solidFill>
            <a:srgbClr val="DAFF6B"/>
          </a:solidFill>
        </p:spPr>
        <p:txBody>
          <a:bodyPr vert="horz" wrap="square" lIns="0" tIns="94615" rIns="0" bIns="0" rtlCol="0">
            <a:spAutoFit/>
          </a:bodyPr>
          <a:lstStyle/>
          <a:p>
            <a:pPr marL="205740">
              <a:lnSpc>
                <a:spcPct val="100000"/>
              </a:lnSpc>
              <a:spcBef>
                <a:spcPts val="745"/>
              </a:spcBef>
            </a:pPr>
            <a:r>
              <a:rPr sz="4050" b="1" spc="145" dirty="0">
                <a:solidFill>
                  <a:srgbClr val="3B0A85"/>
                </a:solidFill>
                <a:latin typeface="Trebuchet MS"/>
                <a:cs typeface="Trebuchet MS"/>
              </a:rPr>
              <a:t>Phase</a:t>
            </a:r>
            <a:r>
              <a:rPr sz="4050" b="1" spc="-254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4050" b="1" spc="95" dirty="0">
                <a:solidFill>
                  <a:srgbClr val="3B0A85"/>
                </a:solidFill>
                <a:latin typeface="Trebuchet MS"/>
                <a:cs typeface="Trebuchet MS"/>
              </a:rPr>
              <a:t>IV</a:t>
            </a:r>
            <a:endParaRPr sz="40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9825" y="1195209"/>
            <a:ext cx="6019165" cy="2562860"/>
          </a:xfrm>
          <a:custGeom>
            <a:avLst/>
            <a:gdLst/>
            <a:ahLst/>
            <a:cxnLst/>
            <a:rect l="l" t="t" r="r" b="b"/>
            <a:pathLst>
              <a:path w="6019165" h="2562860">
                <a:moveTo>
                  <a:pt x="6018835" y="1167041"/>
                </a:moveTo>
                <a:lnTo>
                  <a:pt x="5923419" y="0"/>
                </a:lnTo>
                <a:lnTo>
                  <a:pt x="0" y="484251"/>
                </a:lnTo>
                <a:lnTo>
                  <a:pt x="95402" y="1651292"/>
                </a:lnTo>
                <a:lnTo>
                  <a:pt x="169913" y="2562656"/>
                </a:lnTo>
                <a:lnTo>
                  <a:pt x="4417022" y="2215438"/>
                </a:lnTo>
                <a:lnTo>
                  <a:pt x="4342511" y="1304086"/>
                </a:lnTo>
                <a:lnTo>
                  <a:pt x="6018835" y="1167041"/>
                </a:lnTo>
                <a:close/>
              </a:path>
            </a:pathLst>
          </a:custGeom>
          <a:solidFill>
            <a:srgbClr val="DAFF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 rot="21360000">
            <a:off x="1024379" y="1620277"/>
            <a:ext cx="5352149" cy="831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250"/>
              </a:lnSpc>
            </a:pPr>
            <a:r>
              <a:rPr sz="9825" spc="644" baseline="-2968" dirty="0">
                <a:solidFill>
                  <a:srgbClr val="3B0A85"/>
                </a:solidFill>
                <a:latin typeface="Arial MT"/>
                <a:cs typeface="Arial MT"/>
              </a:rPr>
              <a:t>5</a:t>
            </a:r>
            <a:r>
              <a:rPr sz="9825" spc="644" baseline="-2544" dirty="0">
                <a:solidFill>
                  <a:srgbClr val="3B0A85"/>
                </a:solidFill>
                <a:latin typeface="Arial MT"/>
                <a:cs typeface="Arial MT"/>
              </a:rPr>
              <a:t>.</a:t>
            </a:r>
            <a:r>
              <a:rPr sz="9825" spc="315" baseline="-2544" dirty="0">
                <a:solidFill>
                  <a:srgbClr val="3B0A85"/>
                </a:solidFill>
                <a:latin typeface="Arial MT"/>
                <a:cs typeface="Arial MT"/>
              </a:rPr>
              <a:t> </a:t>
            </a:r>
            <a:r>
              <a:rPr sz="9825" spc="622" baseline="-2120" dirty="0">
                <a:solidFill>
                  <a:srgbClr val="3B0A85"/>
                </a:solidFill>
                <a:latin typeface="Arial MT"/>
                <a:cs typeface="Arial MT"/>
              </a:rPr>
              <a:t>R</a:t>
            </a:r>
            <a:r>
              <a:rPr sz="9825" spc="622" baseline="-1696" dirty="0">
                <a:solidFill>
                  <a:srgbClr val="3B0A85"/>
                </a:solidFill>
                <a:latin typeface="Arial MT"/>
                <a:cs typeface="Arial MT"/>
              </a:rPr>
              <a:t>e</a:t>
            </a:r>
            <a:r>
              <a:rPr sz="9825" spc="622" baseline="-1272" dirty="0">
                <a:solidFill>
                  <a:srgbClr val="3B0A85"/>
                </a:solidFill>
                <a:latin typeface="Arial MT"/>
                <a:cs typeface="Arial MT"/>
              </a:rPr>
              <a:t>p</a:t>
            </a:r>
            <a:r>
              <a:rPr sz="6550" spc="415" dirty="0">
                <a:solidFill>
                  <a:srgbClr val="3B0A85"/>
                </a:solidFill>
                <a:latin typeface="Arial MT"/>
                <a:cs typeface="Arial MT"/>
              </a:rPr>
              <a:t>orting</a:t>
            </a:r>
            <a:endParaRPr sz="655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 rot="21360000">
            <a:off x="1086410" y="2595228"/>
            <a:ext cx="3699770" cy="831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425"/>
              </a:lnSpc>
            </a:pPr>
            <a:r>
              <a:rPr sz="6550" spc="350" dirty="0">
                <a:solidFill>
                  <a:srgbClr val="3B0A85"/>
                </a:solidFill>
                <a:latin typeface="Arial MT"/>
                <a:cs typeface="Arial MT"/>
              </a:rPr>
              <a:t>Finding</a:t>
            </a:r>
            <a:r>
              <a:rPr sz="9825" spc="525" baseline="1272" dirty="0">
                <a:solidFill>
                  <a:srgbClr val="3B0A85"/>
                </a:solidFill>
                <a:latin typeface="Arial MT"/>
                <a:cs typeface="Arial MT"/>
              </a:rPr>
              <a:t>s</a:t>
            </a:r>
            <a:endParaRPr sz="9825" baseline="1272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131300" y="2678807"/>
            <a:ext cx="5013960" cy="2501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00" b="0" spc="95" dirty="0">
                <a:solidFill>
                  <a:srgbClr val="FFFFFF"/>
                </a:solidFill>
                <a:latin typeface="Trebuchet MS"/>
                <a:cs typeface="Trebuchet MS"/>
              </a:rPr>
              <a:t>Compile</a:t>
            </a:r>
            <a:r>
              <a:rPr sz="3500" b="0" spc="-11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500" b="0" dirty="0">
                <a:solidFill>
                  <a:srgbClr val="FFFFFF"/>
                </a:solidFill>
                <a:latin typeface="Trebuchet MS"/>
                <a:cs typeface="Trebuchet MS"/>
              </a:rPr>
              <a:t>topline</a:t>
            </a:r>
            <a:r>
              <a:rPr sz="3500" b="0" spc="-11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500" b="0" spc="35" dirty="0">
                <a:solidFill>
                  <a:srgbClr val="FFFFFF"/>
                </a:solidFill>
                <a:latin typeface="Trebuchet MS"/>
                <a:cs typeface="Trebuchet MS"/>
              </a:rPr>
              <a:t>findings</a:t>
            </a:r>
            <a:endParaRPr sz="3500">
              <a:latin typeface="Trebuchet MS"/>
              <a:cs typeface="Trebuchet MS"/>
            </a:endParaRPr>
          </a:p>
          <a:p>
            <a:pPr marL="12700" marR="377825">
              <a:lnSpc>
                <a:spcPct val="182100"/>
              </a:lnSpc>
            </a:pPr>
            <a:r>
              <a:rPr sz="3500" b="0" spc="-10" dirty="0">
                <a:solidFill>
                  <a:srgbClr val="FFFFFF"/>
                </a:solidFill>
                <a:latin typeface="Trebuchet MS"/>
                <a:cs typeface="Trebuchet MS"/>
              </a:rPr>
              <a:t>Publication </a:t>
            </a:r>
            <a:r>
              <a:rPr sz="3500" b="0" dirty="0">
                <a:solidFill>
                  <a:srgbClr val="FFFFFF"/>
                </a:solidFill>
                <a:latin typeface="Trebuchet MS"/>
                <a:cs typeface="Trebuchet MS"/>
              </a:rPr>
              <a:t>Presentation</a:t>
            </a:r>
            <a:r>
              <a:rPr sz="3500" b="0" spc="10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500" b="0" dirty="0">
                <a:solidFill>
                  <a:srgbClr val="FFFFFF"/>
                </a:solidFill>
                <a:latin typeface="Trebuchet MS"/>
                <a:cs typeface="Trebuchet MS"/>
              </a:rPr>
              <a:t>of</a:t>
            </a:r>
            <a:r>
              <a:rPr sz="3500" b="0" spc="10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500" b="0" spc="-10" dirty="0">
                <a:solidFill>
                  <a:srgbClr val="FFFFFF"/>
                </a:solidFill>
                <a:latin typeface="Trebuchet MS"/>
                <a:cs typeface="Trebuchet MS"/>
              </a:rPr>
              <a:t>results</a:t>
            </a:r>
            <a:endParaRPr sz="35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938050" y="5648620"/>
            <a:ext cx="2395220" cy="877569"/>
          </a:xfrm>
          <a:prstGeom prst="rect">
            <a:avLst/>
          </a:prstGeom>
          <a:solidFill>
            <a:srgbClr val="D0C2F5"/>
          </a:solidFill>
        </p:spPr>
        <p:txBody>
          <a:bodyPr vert="horz" wrap="square" lIns="0" tIns="94615" rIns="0" bIns="0" rtlCol="0">
            <a:spAutoFit/>
          </a:bodyPr>
          <a:lstStyle/>
          <a:p>
            <a:pPr marL="205740">
              <a:lnSpc>
                <a:spcPct val="100000"/>
              </a:lnSpc>
              <a:spcBef>
                <a:spcPts val="745"/>
              </a:spcBef>
            </a:pPr>
            <a:r>
              <a:rPr sz="4050" b="1" spc="145" dirty="0">
                <a:solidFill>
                  <a:srgbClr val="3B0A85"/>
                </a:solidFill>
                <a:latin typeface="Trebuchet MS"/>
                <a:cs typeface="Trebuchet MS"/>
              </a:rPr>
              <a:t>Phase</a:t>
            </a:r>
            <a:r>
              <a:rPr sz="4050" b="1" spc="-254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4050" b="1" spc="250" dirty="0">
                <a:solidFill>
                  <a:srgbClr val="3B0A85"/>
                </a:solidFill>
                <a:latin typeface="Trebuchet MS"/>
                <a:cs typeface="Trebuchet MS"/>
              </a:rPr>
              <a:t>V</a:t>
            </a:r>
            <a:endParaRPr sz="405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938050" y="6848066"/>
            <a:ext cx="3792854" cy="882650"/>
          </a:xfrm>
          <a:prstGeom prst="rect">
            <a:avLst/>
          </a:prstGeom>
          <a:solidFill>
            <a:srgbClr val="A2BEEC"/>
          </a:solidFill>
        </p:spPr>
        <p:txBody>
          <a:bodyPr vert="horz" wrap="square" lIns="0" tIns="102870" rIns="0" bIns="0" rtlCol="0">
            <a:spAutoFit/>
          </a:bodyPr>
          <a:lstStyle/>
          <a:p>
            <a:pPr marL="205740">
              <a:lnSpc>
                <a:spcPct val="100000"/>
              </a:lnSpc>
              <a:spcBef>
                <a:spcPts val="810"/>
              </a:spcBef>
            </a:pPr>
            <a:r>
              <a:rPr sz="4050" b="1" spc="145" dirty="0">
                <a:solidFill>
                  <a:srgbClr val="3B0A85"/>
                </a:solidFill>
                <a:latin typeface="Trebuchet MS"/>
                <a:cs typeface="Trebuchet MS"/>
              </a:rPr>
              <a:t>Closing</a:t>
            </a:r>
            <a:r>
              <a:rPr sz="4050" b="1" spc="-24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4050" b="1" spc="55" dirty="0">
                <a:solidFill>
                  <a:srgbClr val="3B0A85"/>
                </a:solidFill>
                <a:latin typeface="Trebuchet MS"/>
                <a:cs typeface="Trebuchet MS"/>
              </a:rPr>
              <a:t>Event</a:t>
            </a:r>
            <a:endParaRPr sz="40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D0C2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010450" y="1467878"/>
            <a:ext cx="7125334" cy="2139950"/>
          </a:xfrm>
          <a:custGeom>
            <a:avLst/>
            <a:gdLst/>
            <a:ahLst/>
            <a:cxnLst/>
            <a:rect l="l" t="t" r="r" b="b"/>
            <a:pathLst>
              <a:path w="7125334" h="2139950">
                <a:moveTo>
                  <a:pt x="5529631" y="884669"/>
                </a:moveTo>
                <a:lnTo>
                  <a:pt x="5499227" y="0"/>
                </a:lnTo>
                <a:lnTo>
                  <a:pt x="0" y="189026"/>
                </a:lnTo>
                <a:lnTo>
                  <a:pt x="30403" y="1073696"/>
                </a:lnTo>
                <a:lnTo>
                  <a:pt x="5529631" y="884669"/>
                </a:lnTo>
                <a:close/>
              </a:path>
              <a:path w="7125334" h="2139950">
                <a:moveTo>
                  <a:pt x="7125221" y="1897253"/>
                </a:moveTo>
                <a:lnTo>
                  <a:pt x="7088581" y="831088"/>
                </a:lnTo>
                <a:lnTo>
                  <a:pt x="30403" y="1073696"/>
                </a:lnTo>
                <a:lnTo>
                  <a:pt x="67056" y="2139861"/>
                </a:lnTo>
                <a:lnTo>
                  <a:pt x="7125221" y="1897253"/>
                </a:lnTo>
                <a:close/>
              </a:path>
            </a:pathLst>
          </a:custGeom>
          <a:solidFill>
            <a:srgbClr val="3B0A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 rot="21540000">
            <a:off x="1296519" y="1726745"/>
            <a:ext cx="4964206" cy="762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675"/>
              </a:lnSpc>
            </a:pPr>
            <a:r>
              <a:rPr sz="9000" spc="-615" baseline="-3703" dirty="0">
                <a:solidFill>
                  <a:srgbClr val="DAFF6B"/>
                </a:solidFill>
                <a:latin typeface="Arial MT"/>
                <a:cs typeface="Arial MT"/>
              </a:rPr>
              <a:t>S</a:t>
            </a:r>
            <a:r>
              <a:rPr sz="9000" spc="-615" baseline="-3240" dirty="0">
                <a:solidFill>
                  <a:srgbClr val="DAFF6B"/>
                </a:solidFill>
                <a:latin typeface="Arial MT"/>
                <a:cs typeface="Arial MT"/>
              </a:rPr>
              <a:t>O</a:t>
            </a:r>
            <a:r>
              <a:rPr sz="9000" spc="-615" baseline="-2314" dirty="0">
                <a:solidFill>
                  <a:srgbClr val="DAFF6B"/>
                </a:solidFill>
                <a:latin typeface="Arial MT"/>
                <a:cs typeface="Arial MT"/>
              </a:rPr>
              <a:t>U</a:t>
            </a:r>
            <a:r>
              <a:rPr sz="9000" spc="-615" baseline="-1851" dirty="0">
                <a:solidFill>
                  <a:srgbClr val="DAFF6B"/>
                </a:solidFill>
                <a:latin typeface="Arial MT"/>
                <a:cs typeface="Arial MT"/>
              </a:rPr>
              <a:t>R</a:t>
            </a:r>
            <a:r>
              <a:rPr sz="9000" spc="-615" baseline="-1388" dirty="0">
                <a:solidFill>
                  <a:srgbClr val="DAFF6B"/>
                </a:solidFill>
                <a:latin typeface="Arial MT"/>
                <a:cs typeface="Arial MT"/>
              </a:rPr>
              <a:t>C</a:t>
            </a:r>
            <a:r>
              <a:rPr sz="6000" spc="-409" dirty="0">
                <a:solidFill>
                  <a:srgbClr val="DAFF6B"/>
                </a:solidFill>
                <a:latin typeface="Arial MT"/>
                <a:cs typeface="Arial MT"/>
              </a:rPr>
              <a:t>ES</a:t>
            </a:r>
            <a:r>
              <a:rPr sz="6000" spc="155" dirty="0">
                <a:solidFill>
                  <a:srgbClr val="DAFF6B"/>
                </a:solidFill>
                <a:latin typeface="Arial MT"/>
                <a:cs typeface="Arial MT"/>
              </a:rPr>
              <a:t> </a:t>
            </a:r>
            <a:r>
              <a:rPr sz="6000" spc="-25" dirty="0">
                <a:solidFill>
                  <a:srgbClr val="DAFF6B"/>
                </a:solidFill>
                <a:latin typeface="Arial MT"/>
                <a:cs typeface="Arial MT"/>
              </a:rPr>
              <a:t>O</a:t>
            </a:r>
            <a:r>
              <a:rPr sz="9000" spc="-37" baseline="1388" dirty="0">
                <a:solidFill>
                  <a:srgbClr val="DAFF6B"/>
                </a:solidFill>
                <a:latin typeface="Arial MT"/>
                <a:cs typeface="Arial MT"/>
              </a:rPr>
              <a:t>N</a:t>
            </a:r>
            <a:endParaRPr sz="9000" baseline="1388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 rot="21540000">
            <a:off x="1333755" y="2591847"/>
            <a:ext cx="6509687" cy="762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000"/>
              </a:lnSpc>
            </a:pPr>
            <a:r>
              <a:rPr sz="6000" spc="-35" dirty="0">
                <a:solidFill>
                  <a:srgbClr val="DAFF6B"/>
                </a:solidFill>
                <a:latin typeface="Arial MT"/>
                <a:cs typeface="Arial MT"/>
              </a:rPr>
              <a:t>CITIZ</a:t>
            </a:r>
            <a:r>
              <a:rPr sz="9000" spc="-52" baseline="1388" dirty="0">
                <a:solidFill>
                  <a:srgbClr val="DAFF6B"/>
                </a:solidFill>
                <a:latin typeface="Arial MT"/>
                <a:cs typeface="Arial MT"/>
              </a:rPr>
              <a:t>E</a:t>
            </a:r>
            <a:r>
              <a:rPr sz="9000" spc="-52" baseline="1851" dirty="0">
                <a:solidFill>
                  <a:srgbClr val="DAFF6B"/>
                </a:solidFill>
                <a:latin typeface="Arial MT"/>
                <a:cs typeface="Arial MT"/>
              </a:rPr>
              <a:t>N</a:t>
            </a:r>
            <a:r>
              <a:rPr sz="9000" spc="-525" baseline="1851" dirty="0">
                <a:solidFill>
                  <a:srgbClr val="DAFF6B"/>
                </a:solidFill>
                <a:latin typeface="Arial MT"/>
                <a:cs typeface="Arial MT"/>
              </a:rPr>
              <a:t> </a:t>
            </a:r>
            <a:r>
              <a:rPr sz="9000" spc="-427" baseline="3240" dirty="0">
                <a:solidFill>
                  <a:srgbClr val="DAFF6B"/>
                </a:solidFill>
                <a:latin typeface="Arial MT"/>
                <a:cs typeface="Arial MT"/>
              </a:rPr>
              <a:t>S</a:t>
            </a:r>
            <a:r>
              <a:rPr sz="9000" spc="-427" baseline="3703" dirty="0">
                <a:solidFill>
                  <a:srgbClr val="DAFF6B"/>
                </a:solidFill>
                <a:latin typeface="Arial MT"/>
                <a:cs typeface="Arial MT"/>
              </a:rPr>
              <a:t>C</a:t>
            </a:r>
            <a:r>
              <a:rPr sz="9000" spc="-427" baseline="4166" dirty="0">
                <a:solidFill>
                  <a:srgbClr val="DAFF6B"/>
                </a:solidFill>
                <a:latin typeface="Arial MT"/>
                <a:cs typeface="Arial MT"/>
              </a:rPr>
              <a:t>I</a:t>
            </a:r>
            <a:r>
              <a:rPr sz="9000" spc="-427" baseline="4629" dirty="0">
                <a:solidFill>
                  <a:srgbClr val="DAFF6B"/>
                </a:solidFill>
                <a:latin typeface="Arial MT"/>
                <a:cs typeface="Arial MT"/>
              </a:rPr>
              <a:t>E</a:t>
            </a:r>
            <a:r>
              <a:rPr sz="9000" spc="-427" baseline="5092" dirty="0">
                <a:solidFill>
                  <a:srgbClr val="DAFF6B"/>
                </a:solidFill>
                <a:latin typeface="Arial MT"/>
                <a:cs typeface="Arial MT"/>
              </a:rPr>
              <a:t>N</a:t>
            </a:r>
            <a:r>
              <a:rPr sz="9000" spc="-427" baseline="6018" dirty="0">
                <a:solidFill>
                  <a:srgbClr val="DAFF6B"/>
                </a:solidFill>
                <a:latin typeface="Arial MT"/>
                <a:cs typeface="Arial MT"/>
              </a:rPr>
              <a:t>C</a:t>
            </a:r>
            <a:r>
              <a:rPr sz="9000" spc="-427" baseline="6481" dirty="0">
                <a:solidFill>
                  <a:srgbClr val="DAFF6B"/>
                </a:solidFill>
                <a:latin typeface="Arial MT"/>
                <a:cs typeface="Arial MT"/>
              </a:rPr>
              <a:t>E</a:t>
            </a:r>
            <a:endParaRPr sz="9000" baseline="6481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162145" y="3323418"/>
            <a:ext cx="2339340" cy="1700530"/>
          </a:xfrm>
          <a:custGeom>
            <a:avLst/>
            <a:gdLst/>
            <a:ahLst/>
            <a:cxnLst/>
            <a:rect l="l" t="t" r="r" b="b"/>
            <a:pathLst>
              <a:path w="2339340" h="1700529">
                <a:moveTo>
                  <a:pt x="1711835" y="1614611"/>
                </a:moveTo>
                <a:lnTo>
                  <a:pt x="1553722" y="1671459"/>
                </a:lnTo>
                <a:lnTo>
                  <a:pt x="1466432" y="1699433"/>
                </a:lnTo>
                <a:lnTo>
                  <a:pt x="1459674" y="1700494"/>
                </a:lnTo>
                <a:lnTo>
                  <a:pt x="1445796" y="1700310"/>
                </a:lnTo>
                <a:lnTo>
                  <a:pt x="1409387" y="1682072"/>
                </a:lnTo>
                <a:lnTo>
                  <a:pt x="1392389" y="1645068"/>
                </a:lnTo>
                <a:lnTo>
                  <a:pt x="1392137" y="1638232"/>
                </a:lnTo>
                <a:lnTo>
                  <a:pt x="1393963" y="1624473"/>
                </a:lnTo>
                <a:lnTo>
                  <a:pt x="1447615" y="1575564"/>
                </a:lnTo>
                <a:lnTo>
                  <a:pt x="1484719" y="1557764"/>
                </a:lnTo>
                <a:lnTo>
                  <a:pt x="1522682" y="1541878"/>
                </a:lnTo>
                <a:lnTo>
                  <a:pt x="1607838" y="1511034"/>
                </a:lnTo>
                <a:lnTo>
                  <a:pt x="1653677" y="1493119"/>
                </a:lnTo>
                <a:lnTo>
                  <a:pt x="1699021" y="1474160"/>
                </a:lnTo>
                <a:lnTo>
                  <a:pt x="1743870" y="1454156"/>
                </a:lnTo>
                <a:lnTo>
                  <a:pt x="1788222" y="1433109"/>
                </a:lnTo>
                <a:lnTo>
                  <a:pt x="1832080" y="1411017"/>
                </a:lnTo>
                <a:lnTo>
                  <a:pt x="1875442" y="1387881"/>
                </a:lnTo>
                <a:lnTo>
                  <a:pt x="1918308" y="1363701"/>
                </a:lnTo>
                <a:lnTo>
                  <a:pt x="1960679" y="1338477"/>
                </a:lnTo>
                <a:lnTo>
                  <a:pt x="1860464" y="1340018"/>
                </a:lnTo>
                <a:lnTo>
                  <a:pt x="1660015" y="1336746"/>
                </a:lnTo>
                <a:lnTo>
                  <a:pt x="1557809" y="1332907"/>
                </a:lnTo>
                <a:lnTo>
                  <a:pt x="1455510" y="1326323"/>
                </a:lnTo>
                <a:lnTo>
                  <a:pt x="1353460" y="1316295"/>
                </a:lnTo>
                <a:lnTo>
                  <a:pt x="1302637" y="1309772"/>
                </a:lnTo>
                <a:lnTo>
                  <a:pt x="1252005" y="1302127"/>
                </a:lnTo>
                <a:lnTo>
                  <a:pt x="1201608" y="1293272"/>
                </a:lnTo>
                <a:lnTo>
                  <a:pt x="1151488" y="1283120"/>
                </a:lnTo>
                <a:lnTo>
                  <a:pt x="1101689" y="1271584"/>
                </a:lnTo>
                <a:lnTo>
                  <a:pt x="1052252" y="1258577"/>
                </a:lnTo>
                <a:lnTo>
                  <a:pt x="1003223" y="1244011"/>
                </a:lnTo>
                <a:lnTo>
                  <a:pt x="954642" y="1227800"/>
                </a:lnTo>
                <a:lnTo>
                  <a:pt x="906554" y="1209856"/>
                </a:lnTo>
                <a:lnTo>
                  <a:pt x="858272" y="1187540"/>
                </a:lnTo>
                <a:lnTo>
                  <a:pt x="810792" y="1163688"/>
                </a:lnTo>
                <a:lnTo>
                  <a:pt x="764116" y="1138301"/>
                </a:lnTo>
                <a:lnTo>
                  <a:pt x="718242" y="1111378"/>
                </a:lnTo>
                <a:lnTo>
                  <a:pt x="673268" y="1082979"/>
                </a:lnTo>
                <a:lnTo>
                  <a:pt x="629289" y="1053162"/>
                </a:lnTo>
                <a:lnTo>
                  <a:pt x="586306" y="1021927"/>
                </a:lnTo>
                <a:lnTo>
                  <a:pt x="544318" y="989274"/>
                </a:lnTo>
                <a:lnTo>
                  <a:pt x="503414" y="955273"/>
                </a:lnTo>
                <a:lnTo>
                  <a:pt x="463681" y="919996"/>
                </a:lnTo>
                <a:lnTo>
                  <a:pt x="425119" y="883442"/>
                </a:lnTo>
                <a:lnTo>
                  <a:pt x="387729" y="845611"/>
                </a:lnTo>
                <a:lnTo>
                  <a:pt x="351587" y="806586"/>
                </a:lnTo>
                <a:lnTo>
                  <a:pt x="316774" y="766446"/>
                </a:lnTo>
                <a:lnTo>
                  <a:pt x="283287" y="725193"/>
                </a:lnTo>
                <a:lnTo>
                  <a:pt x="251127" y="682826"/>
                </a:lnTo>
                <a:lnTo>
                  <a:pt x="221102" y="637307"/>
                </a:lnTo>
                <a:lnTo>
                  <a:pt x="192743" y="590888"/>
                </a:lnTo>
                <a:lnTo>
                  <a:pt x="166049" y="543566"/>
                </a:lnTo>
                <a:lnTo>
                  <a:pt x="141022" y="495342"/>
                </a:lnTo>
                <a:lnTo>
                  <a:pt x="117661" y="446217"/>
                </a:lnTo>
                <a:lnTo>
                  <a:pt x="95965" y="396189"/>
                </a:lnTo>
                <a:lnTo>
                  <a:pt x="76011" y="345442"/>
                </a:lnTo>
                <a:lnTo>
                  <a:pt x="57874" y="294158"/>
                </a:lnTo>
                <a:lnTo>
                  <a:pt x="41553" y="242336"/>
                </a:lnTo>
                <a:lnTo>
                  <a:pt x="27049" y="189977"/>
                </a:lnTo>
                <a:lnTo>
                  <a:pt x="14362" y="137080"/>
                </a:lnTo>
                <a:lnTo>
                  <a:pt x="3491" y="83645"/>
                </a:lnTo>
                <a:lnTo>
                  <a:pt x="437" y="71834"/>
                </a:lnTo>
                <a:lnTo>
                  <a:pt x="12472" y="25464"/>
                </a:lnTo>
                <a:lnTo>
                  <a:pt x="59508" y="0"/>
                </a:lnTo>
                <a:lnTo>
                  <a:pt x="77782" y="1516"/>
                </a:lnTo>
                <a:lnTo>
                  <a:pt x="89250" y="5679"/>
                </a:lnTo>
                <a:lnTo>
                  <a:pt x="111241" y="23092"/>
                </a:lnTo>
                <a:lnTo>
                  <a:pt x="123152" y="47656"/>
                </a:lnTo>
                <a:lnTo>
                  <a:pt x="148004" y="149081"/>
                </a:lnTo>
                <a:lnTo>
                  <a:pt x="160906" y="194742"/>
                </a:lnTo>
                <a:lnTo>
                  <a:pt x="174977" y="240023"/>
                </a:lnTo>
                <a:lnTo>
                  <a:pt x="190215" y="284924"/>
                </a:lnTo>
                <a:lnTo>
                  <a:pt x="206622" y="329445"/>
                </a:lnTo>
                <a:lnTo>
                  <a:pt x="224197" y="373587"/>
                </a:lnTo>
                <a:lnTo>
                  <a:pt x="245612" y="417246"/>
                </a:lnTo>
                <a:lnTo>
                  <a:pt x="268447" y="460085"/>
                </a:lnTo>
                <a:lnTo>
                  <a:pt x="292699" y="502106"/>
                </a:lnTo>
                <a:lnTo>
                  <a:pt x="318369" y="543309"/>
                </a:lnTo>
                <a:lnTo>
                  <a:pt x="345458" y="583693"/>
                </a:lnTo>
                <a:lnTo>
                  <a:pt x="373886" y="623145"/>
                </a:lnTo>
                <a:lnTo>
                  <a:pt x="403576" y="661553"/>
                </a:lnTo>
                <a:lnTo>
                  <a:pt x="434526" y="698916"/>
                </a:lnTo>
                <a:lnTo>
                  <a:pt x="466737" y="735235"/>
                </a:lnTo>
                <a:lnTo>
                  <a:pt x="500210" y="770509"/>
                </a:lnTo>
                <a:lnTo>
                  <a:pt x="534846" y="804640"/>
                </a:lnTo>
                <a:lnTo>
                  <a:pt x="570551" y="837531"/>
                </a:lnTo>
                <a:lnTo>
                  <a:pt x="607325" y="869180"/>
                </a:lnTo>
                <a:lnTo>
                  <a:pt x="645166" y="899588"/>
                </a:lnTo>
                <a:lnTo>
                  <a:pt x="684075" y="928755"/>
                </a:lnTo>
                <a:lnTo>
                  <a:pt x="723942" y="956600"/>
                </a:lnTo>
                <a:lnTo>
                  <a:pt x="764653" y="983043"/>
                </a:lnTo>
                <a:lnTo>
                  <a:pt x="806209" y="1008083"/>
                </a:lnTo>
                <a:lnTo>
                  <a:pt x="848611" y="1031721"/>
                </a:lnTo>
                <a:lnTo>
                  <a:pt x="891857" y="1053956"/>
                </a:lnTo>
                <a:lnTo>
                  <a:pt x="936692" y="1073657"/>
                </a:lnTo>
                <a:lnTo>
                  <a:pt x="982021" y="1091510"/>
                </a:lnTo>
                <a:lnTo>
                  <a:pt x="1027823" y="1107609"/>
                </a:lnTo>
                <a:lnTo>
                  <a:pt x="1074081" y="1122045"/>
                </a:lnTo>
                <a:lnTo>
                  <a:pt x="1120776" y="1134912"/>
                </a:lnTo>
                <a:lnTo>
                  <a:pt x="1167889" y="1146301"/>
                </a:lnTo>
                <a:lnTo>
                  <a:pt x="1215402" y="1156306"/>
                </a:lnTo>
                <a:lnTo>
                  <a:pt x="1263295" y="1165018"/>
                </a:lnTo>
                <a:lnTo>
                  <a:pt x="1311551" y="1172531"/>
                </a:lnTo>
                <a:lnTo>
                  <a:pt x="1360150" y="1178936"/>
                </a:lnTo>
                <a:lnTo>
                  <a:pt x="1458303" y="1188796"/>
                </a:lnTo>
                <a:lnTo>
                  <a:pt x="1557607" y="1195338"/>
                </a:lnTo>
                <a:lnTo>
                  <a:pt x="1657911" y="1199303"/>
                </a:lnTo>
                <a:lnTo>
                  <a:pt x="1916048" y="1202811"/>
                </a:lnTo>
                <a:lnTo>
                  <a:pt x="2102102" y="1200982"/>
                </a:lnTo>
                <a:lnTo>
                  <a:pt x="2122745" y="1202516"/>
                </a:lnTo>
                <a:lnTo>
                  <a:pt x="2030015" y="1159631"/>
                </a:lnTo>
                <a:lnTo>
                  <a:pt x="1748853" y="1037562"/>
                </a:lnTo>
                <a:lnTo>
                  <a:pt x="1655985" y="995138"/>
                </a:lnTo>
                <a:lnTo>
                  <a:pt x="1564465" y="949880"/>
                </a:lnTo>
                <a:lnTo>
                  <a:pt x="1519384" y="925820"/>
                </a:lnTo>
                <a:lnTo>
                  <a:pt x="1467887" y="897154"/>
                </a:lnTo>
                <a:lnTo>
                  <a:pt x="1440054" y="861051"/>
                </a:lnTo>
                <a:lnTo>
                  <a:pt x="1436654" y="838177"/>
                </a:lnTo>
                <a:lnTo>
                  <a:pt x="1437252" y="830542"/>
                </a:lnTo>
                <a:lnTo>
                  <a:pt x="1452782" y="795539"/>
                </a:lnTo>
                <a:lnTo>
                  <a:pt x="1492108" y="772484"/>
                </a:lnTo>
                <a:lnTo>
                  <a:pt x="1499697" y="771454"/>
                </a:lnTo>
                <a:lnTo>
                  <a:pt x="1507462" y="771725"/>
                </a:lnTo>
                <a:lnTo>
                  <a:pt x="1552244" y="790106"/>
                </a:lnTo>
                <a:lnTo>
                  <a:pt x="1597834" y="811602"/>
                </a:lnTo>
                <a:lnTo>
                  <a:pt x="1739739" y="884586"/>
                </a:lnTo>
                <a:lnTo>
                  <a:pt x="1788846" y="908348"/>
                </a:lnTo>
                <a:lnTo>
                  <a:pt x="1838903" y="930127"/>
                </a:lnTo>
                <a:lnTo>
                  <a:pt x="1889938" y="948904"/>
                </a:lnTo>
                <a:lnTo>
                  <a:pt x="1979193" y="986081"/>
                </a:lnTo>
                <a:lnTo>
                  <a:pt x="2111581" y="1045371"/>
                </a:lnTo>
                <a:lnTo>
                  <a:pt x="2242187" y="1108466"/>
                </a:lnTo>
                <a:lnTo>
                  <a:pt x="2285328" y="1130262"/>
                </a:lnTo>
                <a:lnTo>
                  <a:pt x="2322544" y="1162394"/>
                </a:lnTo>
                <a:lnTo>
                  <a:pt x="2338905" y="1198427"/>
                </a:lnTo>
                <a:lnTo>
                  <a:pt x="2335685" y="1235313"/>
                </a:lnTo>
                <a:lnTo>
                  <a:pt x="2314156" y="1270001"/>
                </a:lnTo>
                <a:lnTo>
                  <a:pt x="2275590" y="1299441"/>
                </a:lnTo>
                <a:lnTo>
                  <a:pt x="2192005" y="1357075"/>
                </a:lnTo>
                <a:lnTo>
                  <a:pt x="2106745" y="1411852"/>
                </a:lnTo>
                <a:lnTo>
                  <a:pt x="2019811" y="1463774"/>
                </a:lnTo>
                <a:lnTo>
                  <a:pt x="1931203" y="1512839"/>
                </a:lnTo>
                <a:lnTo>
                  <a:pt x="1840920" y="1559047"/>
                </a:lnTo>
                <a:lnTo>
                  <a:pt x="1795150" y="1581080"/>
                </a:lnTo>
                <a:lnTo>
                  <a:pt x="1711835" y="1614611"/>
                </a:lnTo>
                <a:close/>
              </a:path>
            </a:pathLst>
          </a:custGeom>
          <a:solidFill>
            <a:srgbClr val="DAFF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941687" y="4134979"/>
            <a:ext cx="6673215" cy="2242820"/>
          </a:xfrm>
          <a:custGeom>
            <a:avLst/>
            <a:gdLst/>
            <a:ahLst/>
            <a:cxnLst/>
            <a:rect l="l" t="t" r="r" b="b"/>
            <a:pathLst>
              <a:path w="6673215" h="2242820">
                <a:moveTo>
                  <a:pt x="2088908" y="142900"/>
                </a:moveTo>
                <a:lnTo>
                  <a:pt x="155587" y="0"/>
                </a:lnTo>
                <a:lnTo>
                  <a:pt x="121881" y="455955"/>
                </a:lnTo>
                <a:lnTo>
                  <a:pt x="2055202" y="598855"/>
                </a:lnTo>
                <a:lnTo>
                  <a:pt x="2088908" y="142900"/>
                </a:lnTo>
                <a:close/>
              </a:path>
              <a:path w="6673215" h="2242820">
                <a:moveTo>
                  <a:pt x="6672796" y="940168"/>
                </a:moveTo>
                <a:lnTo>
                  <a:pt x="121881" y="455955"/>
                </a:lnTo>
                <a:lnTo>
                  <a:pt x="33705" y="1649044"/>
                </a:lnTo>
                <a:lnTo>
                  <a:pt x="0" y="2104999"/>
                </a:lnTo>
                <a:lnTo>
                  <a:pt x="1861921" y="2242616"/>
                </a:lnTo>
                <a:lnTo>
                  <a:pt x="1895614" y="1786674"/>
                </a:lnTo>
                <a:lnTo>
                  <a:pt x="6584607" y="2133257"/>
                </a:lnTo>
                <a:lnTo>
                  <a:pt x="6672796" y="940168"/>
                </a:lnTo>
                <a:close/>
              </a:path>
            </a:pathLst>
          </a:custGeom>
          <a:solidFill>
            <a:srgbClr val="A2BE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 rot="240000">
            <a:off x="10233389" y="4397240"/>
            <a:ext cx="1602580" cy="4127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165"/>
              </a:lnSpc>
            </a:pPr>
            <a:r>
              <a:rPr sz="3250" b="1" spc="45" dirty="0">
                <a:solidFill>
                  <a:srgbClr val="3B0A85"/>
                </a:solidFill>
                <a:latin typeface="Trebuchet MS"/>
                <a:cs typeface="Trebuchet MS"/>
              </a:rPr>
              <a:t>https://</a:t>
            </a:r>
            <a:endParaRPr sz="325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 rot="240000">
            <a:off x="10213621" y="5027676"/>
            <a:ext cx="6172302" cy="4127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204"/>
              </a:lnSpc>
            </a:pPr>
            <a:r>
              <a:rPr sz="4875" b="1" spc="-15" baseline="3418" dirty="0">
                <a:solidFill>
                  <a:srgbClr val="3B0A85"/>
                </a:solidFill>
                <a:latin typeface="Trebuchet MS"/>
                <a:cs typeface="Trebuchet MS"/>
              </a:rPr>
              <a:t>ed</a:t>
            </a:r>
            <a:r>
              <a:rPr sz="4875" b="1" spc="-15" baseline="2564" dirty="0">
                <a:solidFill>
                  <a:srgbClr val="3B0A85"/>
                </a:solidFill>
                <a:latin typeface="Trebuchet MS"/>
                <a:cs typeface="Trebuchet MS"/>
              </a:rPr>
              <a:t>ucation</a:t>
            </a:r>
            <a:r>
              <a:rPr sz="4875" b="1" spc="-15" baseline="1709" dirty="0">
                <a:solidFill>
                  <a:srgbClr val="3B0A85"/>
                </a:solidFill>
                <a:latin typeface="Trebuchet MS"/>
                <a:cs typeface="Trebuchet MS"/>
              </a:rPr>
              <a:t>.nationa</a:t>
            </a:r>
            <a:r>
              <a:rPr sz="3250" b="1" spc="-10" dirty="0">
                <a:solidFill>
                  <a:srgbClr val="3B0A85"/>
                </a:solidFill>
                <a:latin typeface="Trebuchet MS"/>
                <a:cs typeface="Trebuchet MS"/>
              </a:rPr>
              <a:t>lgeographic.</a:t>
            </a:r>
            <a:endParaRPr sz="325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 rot="240000">
            <a:off x="10179913" y="5484388"/>
            <a:ext cx="6191942" cy="4127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200"/>
              </a:lnSpc>
            </a:pPr>
            <a:r>
              <a:rPr sz="4875" b="1" spc="112" baseline="3418" dirty="0">
                <a:solidFill>
                  <a:srgbClr val="3B0A85"/>
                </a:solidFill>
                <a:latin typeface="Trebuchet MS"/>
                <a:cs typeface="Trebuchet MS"/>
              </a:rPr>
              <a:t>or</a:t>
            </a:r>
            <a:r>
              <a:rPr sz="4875" b="1" spc="112" baseline="2564" dirty="0">
                <a:solidFill>
                  <a:srgbClr val="3B0A85"/>
                </a:solidFill>
                <a:latin typeface="Trebuchet MS"/>
                <a:cs typeface="Trebuchet MS"/>
              </a:rPr>
              <a:t>g/resou</a:t>
            </a:r>
            <a:r>
              <a:rPr sz="4875" b="1" spc="112" baseline="1709" dirty="0">
                <a:solidFill>
                  <a:srgbClr val="3B0A85"/>
                </a:solidFill>
                <a:latin typeface="Trebuchet MS"/>
                <a:cs typeface="Trebuchet MS"/>
              </a:rPr>
              <a:t>rce/citiz</a:t>
            </a:r>
            <a:r>
              <a:rPr sz="3250" b="1" spc="75" dirty="0">
                <a:solidFill>
                  <a:srgbClr val="3B0A85"/>
                </a:solidFill>
                <a:latin typeface="Trebuchet MS"/>
                <a:cs typeface="Trebuchet MS"/>
              </a:rPr>
              <a:t>en-</a:t>
            </a:r>
            <a:r>
              <a:rPr sz="3250" b="1" spc="170" dirty="0">
                <a:solidFill>
                  <a:srgbClr val="3B0A85"/>
                </a:solidFill>
                <a:latin typeface="Trebuchet MS"/>
                <a:cs typeface="Trebuchet MS"/>
              </a:rPr>
              <a:t>science-</a:t>
            </a:r>
            <a:endParaRPr sz="325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 rot="240000">
            <a:off x="10131107" y="5762397"/>
            <a:ext cx="1534016" cy="4127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165"/>
              </a:lnSpc>
            </a:pPr>
            <a:r>
              <a:rPr sz="3250" b="1" spc="-10" dirty="0">
                <a:solidFill>
                  <a:srgbClr val="3B0A85"/>
                </a:solidFill>
                <a:latin typeface="Trebuchet MS"/>
                <a:cs typeface="Trebuchet MS"/>
              </a:rPr>
              <a:t>article/</a:t>
            </a:r>
            <a:endParaRPr sz="3250">
              <a:latin typeface="Trebuchet MS"/>
              <a:cs typeface="Trebuchet M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681192" y="6811377"/>
            <a:ext cx="7296150" cy="1243330"/>
          </a:xfrm>
          <a:custGeom>
            <a:avLst/>
            <a:gdLst/>
            <a:ahLst/>
            <a:cxnLst/>
            <a:rect l="l" t="t" r="r" b="b"/>
            <a:pathLst>
              <a:path w="7296150" h="1243329">
                <a:moveTo>
                  <a:pt x="7243608" y="1242999"/>
                </a:moveTo>
                <a:lnTo>
                  <a:pt x="0" y="707588"/>
                </a:lnTo>
                <a:lnTo>
                  <a:pt x="52301" y="0"/>
                </a:lnTo>
                <a:lnTo>
                  <a:pt x="7295910" y="535411"/>
                </a:lnTo>
                <a:lnTo>
                  <a:pt x="7243608" y="1242999"/>
                </a:lnTo>
                <a:close/>
              </a:path>
            </a:pathLst>
          </a:custGeom>
          <a:solidFill>
            <a:srgbClr val="A2BE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 rot="240000">
            <a:off x="9854369" y="7260902"/>
            <a:ext cx="6944799" cy="4127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100"/>
              </a:lnSpc>
            </a:pPr>
            <a:r>
              <a:rPr sz="4875" b="1" spc="82" baseline="1709" dirty="0">
                <a:solidFill>
                  <a:srgbClr val="3B0A85"/>
                </a:solidFill>
                <a:latin typeface="Trebuchet MS"/>
                <a:cs typeface="Trebuchet MS"/>
              </a:rPr>
              <a:t>https</a:t>
            </a:r>
            <a:r>
              <a:rPr sz="3250" b="1" spc="55" dirty="0">
                <a:solidFill>
                  <a:srgbClr val="3B0A85"/>
                </a:solidFill>
                <a:latin typeface="Trebuchet MS"/>
                <a:cs typeface="Trebuchet MS"/>
              </a:rPr>
              <a:t>://</a:t>
            </a:r>
            <a:r>
              <a:rPr sz="3250" b="1" spc="55" dirty="0">
                <a:solidFill>
                  <a:srgbClr val="3B0A85"/>
                </a:solidFill>
                <a:latin typeface="Trebuchet MS"/>
                <a:cs typeface="Trebuchet MS"/>
                <a:hlinkClick r:id="rId2"/>
              </a:rPr>
              <a:t>www.citizenscience.g</a:t>
            </a:r>
            <a:r>
              <a:rPr sz="4875" b="1" spc="82" baseline="-1709" dirty="0">
                <a:solidFill>
                  <a:srgbClr val="3B0A85"/>
                </a:solidFill>
                <a:latin typeface="Trebuchet MS"/>
                <a:cs typeface="Trebuchet MS"/>
                <a:hlinkClick r:id="rId2"/>
              </a:rPr>
              <a:t>ov/#</a:t>
            </a:r>
            <a:endParaRPr sz="4875" baseline="-1709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 rot="21300000">
            <a:off x="1593493" y="2352492"/>
            <a:ext cx="9412764" cy="1346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125"/>
              </a:lnSpc>
            </a:pPr>
            <a:r>
              <a:rPr sz="15900" spc="-644" baseline="-2882" dirty="0">
                <a:solidFill>
                  <a:srgbClr val="DAFF6B"/>
                </a:solidFill>
                <a:latin typeface="Arial MT"/>
                <a:cs typeface="Arial MT"/>
              </a:rPr>
              <a:t>C</a:t>
            </a:r>
            <a:r>
              <a:rPr sz="15900" spc="-644" baseline="-2358" dirty="0">
                <a:solidFill>
                  <a:srgbClr val="DAFF6B"/>
                </a:solidFill>
                <a:latin typeface="Arial MT"/>
                <a:cs typeface="Arial MT"/>
              </a:rPr>
              <a:t>O</a:t>
            </a:r>
            <a:r>
              <a:rPr sz="15900" spc="-644" baseline="-2096" dirty="0">
                <a:solidFill>
                  <a:srgbClr val="DAFF6B"/>
                </a:solidFill>
                <a:latin typeface="Arial MT"/>
                <a:cs typeface="Arial MT"/>
              </a:rPr>
              <a:t>-</a:t>
            </a:r>
            <a:r>
              <a:rPr sz="15900" spc="-15" baseline="-1834" dirty="0">
                <a:solidFill>
                  <a:srgbClr val="DAFF6B"/>
                </a:solidFill>
                <a:latin typeface="Arial MT"/>
                <a:cs typeface="Arial MT"/>
              </a:rPr>
              <a:t>C</a:t>
            </a:r>
            <a:r>
              <a:rPr sz="15900" spc="-15" baseline="-1572" dirty="0">
                <a:solidFill>
                  <a:srgbClr val="DAFF6B"/>
                </a:solidFill>
                <a:latin typeface="Arial MT"/>
                <a:cs typeface="Arial MT"/>
              </a:rPr>
              <a:t>R</a:t>
            </a:r>
            <a:r>
              <a:rPr sz="15900" spc="-15" baseline="-1048" dirty="0">
                <a:solidFill>
                  <a:srgbClr val="DAFF6B"/>
                </a:solidFill>
                <a:latin typeface="Arial MT"/>
                <a:cs typeface="Arial MT"/>
              </a:rPr>
              <a:t>E</a:t>
            </a:r>
            <a:r>
              <a:rPr sz="10600" spc="-10" dirty="0">
                <a:solidFill>
                  <a:srgbClr val="DAFF6B"/>
                </a:solidFill>
                <a:latin typeface="Arial MT"/>
                <a:cs typeface="Arial MT"/>
              </a:rPr>
              <a:t>ATING</a:t>
            </a:r>
            <a:endParaRPr sz="106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 rot="21300000">
            <a:off x="1702987" y="3779267"/>
            <a:ext cx="6472045" cy="1346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235"/>
              </a:lnSpc>
            </a:pPr>
            <a:r>
              <a:rPr sz="15900" spc="-592" baseline="-1834" dirty="0">
                <a:solidFill>
                  <a:srgbClr val="DAFF6B"/>
                </a:solidFill>
                <a:latin typeface="Arial MT"/>
                <a:cs typeface="Arial MT"/>
              </a:rPr>
              <a:t>O</a:t>
            </a:r>
            <a:r>
              <a:rPr sz="15900" spc="-592" baseline="-1572" dirty="0">
                <a:solidFill>
                  <a:srgbClr val="DAFF6B"/>
                </a:solidFill>
                <a:latin typeface="Arial MT"/>
                <a:cs typeface="Arial MT"/>
              </a:rPr>
              <a:t>U</a:t>
            </a:r>
            <a:r>
              <a:rPr sz="15900" spc="-592" baseline="-1048" dirty="0">
                <a:solidFill>
                  <a:srgbClr val="DAFF6B"/>
                </a:solidFill>
                <a:latin typeface="Arial MT"/>
                <a:cs typeface="Arial MT"/>
              </a:rPr>
              <a:t>R</a:t>
            </a:r>
            <a:r>
              <a:rPr sz="15900" spc="547" baseline="-1048" dirty="0">
                <a:solidFill>
                  <a:srgbClr val="DAFF6B"/>
                </a:solidFill>
                <a:latin typeface="Arial MT"/>
                <a:cs typeface="Arial MT"/>
              </a:rPr>
              <a:t> </a:t>
            </a:r>
            <a:r>
              <a:rPr sz="10600" spc="-275" dirty="0">
                <a:solidFill>
                  <a:srgbClr val="DAFF6B"/>
                </a:solidFill>
                <a:latin typeface="Arial MT"/>
                <a:cs typeface="Arial MT"/>
              </a:rPr>
              <a:t>CITY</a:t>
            </a:r>
            <a:endParaRPr sz="106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389247" y="1260053"/>
            <a:ext cx="5655310" cy="859790"/>
          </a:xfrm>
          <a:prstGeom prst="rect">
            <a:avLst/>
          </a:prstGeom>
          <a:solidFill>
            <a:srgbClr val="DAFF6B"/>
          </a:solidFill>
        </p:spPr>
        <p:txBody>
          <a:bodyPr vert="horz" wrap="square" lIns="0" tIns="94615" rIns="0" bIns="0" rtlCol="0">
            <a:spAutoFit/>
          </a:bodyPr>
          <a:lstStyle/>
          <a:p>
            <a:pPr marL="201930">
              <a:lnSpc>
                <a:spcPct val="100000"/>
              </a:lnSpc>
              <a:spcBef>
                <a:spcPts val="745"/>
              </a:spcBef>
            </a:pPr>
            <a:r>
              <a:rPr sz="3950" spc="170" dirty="0"/>
              <a:t>RESEARCH</a:t>
            </a:r>
            <a:r>
              <a:rPr sz="3950" spc="-220" dirty="0"/>
              <a:t> </a:t>
            </a:r>
            <a:r>
              <a:rPr sz="3950" spc="130" dirty="0"/>
              <a:t>QUESTION</a:t>
            </a:r>
            <a:endParaRPr sz="3950"/>
          </a:p>
        </p:txBody>
      </p:sp>
      <p:sp>
        <p:nvSpPr>
          <p:cNvPr id="5" name="object 5"/>
          <p:cNvSpPr txBox="1"/>
          <p:nvPr/>
        </p:nvSpPr>
        <p:spPr>
          <a:xfrm>
            <a:off x="9550520" y="4531571"/>
            <a:ext cx="6722745" cy="3835400"/>
          </a:xfrm>
          <a:prstGeom prst="rect">
            <a:avLst/>
          </a:prstGeom>
        </p:spPr>
        <p:txBody>
          <a:bodyPr vert="horz" wrap="square" lIns="0" tIns="55879" rIns="0" bIns="0" rtlCol="0">
            <a:spAutoFit/>
          </a:bodyPr>
          <a:lstStyle/>
          <a:p>
            <a:pPr marL="12700" marR="195580">
              <a:lnSpc>
                <a:spcPts val="2700"/>
              </a:lnSpc>
              <a:spcBef>
                <a:spcPts val="439"/>
              </a:spcBef>
            </a:pP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sz="2500" spc="-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Trebuchet MS"/>
                <a:cs typeface="Trebuchet MS"/>
              </a:rPr>
              <a:t>following</a:t>
            </a:r>
            <a:r>
              <a:rPr sz="2500" spc="-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60" dirty="0">
                <a:solidFill>
                  <a:srgbClr val="FFFFFF"/>
                </a:solidFill>
                <a:latin typeface="Trebuchet MS"/>
                <a:cs typeface="Trebuchet MS"/>
              </a:rPr>
              <a:t>slides</a:t>
            </a:r>
            <a:r>
              <a:rPr sz="2500" spc="-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55" dirty="0">
                <a:solidFill>
                  <a:srgbClr val="FFFFFF"/>
                </a:solidFill>
                <a:latin typeface="Trebuchet MS"/>
                <a:cs typeface="Trebuchet MS"/>
              </a:rPr>
              <a:t>provide</a:t>
            </a:r>
            <a:r>
              <a:rPr sz="2500" spc="-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70" dirty="0">
                <a:solidFill>
                  <a:srgbClr val="FFFFFF"/>
                </a:solidFill>
                <a:latin typeface="Trebuchet MS"/>
                <a:cs typeface="Trebuchet MS"/>
              </a:rPr>
              <a:t>ideas</a:t>
            </a:r>
            <a:r>
              <a:rPr sz="2500" spc="-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for</a:t>
            </a:r>
            <a:r>
              <a:rPr sz="2500" spc="-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65" dirty="0">
                <a:solidFill>
                  <a:srgbClr val="FFFFFF"/>
                </a:solidFill>
                <a:latin typeface="Trebuchet MS"/>
                <a:cs typeface="Trebuchet MS"/>
              </a:rPr>
              <a:t>how</a:t>
            </a:r>
            <a:r>
              <a:rPr sz="2500" spc="-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-25" dirty="0">
                <a:solidFill>
                  <a:srgbClr val="FFFFFF"/>
                </a:solidFill>
                <a:latin typeface="Trebuchet MS"/>
                <a:cs typeface="Trebuchet MS"/>
              </a:rPr>
              <a:t>to </a:t>
            </a:r>
            <a:r>
              <a:rPr sz="2500" spc="65" dirty="0">
                <a:solidFill>
                  <a:srgbClr val="FFFFFF"/>
                </a:solidFill>
                <a:latin typeface="Trebuchet MS"/>
                <a:cs typeface="Trebuchet MS"/>
              </a:rPr>
              <a:t>develop</a:t>
            </a:r>
            <a:r>
              <a:rPr sz="2500" spc="-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2500" spc="-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55" dirty="0">
                <a:solidFill>
                  <a:srgbClr val="FFFFFF"/>
                </a:solidFill>
                <a:latin typeface="Trebuchet MS"/>
                <a:cs typeface="Trebuchet MS"/>
              </a:rPr>
              <a:t>research</a:t>
            </a:r>
            <a:r>
              <a:rPr sz="2500" spc="-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Trebuchet MS"/>
                <a:cs typeface="Trebuchet MS"/>
              </a:rPr>
              <a:t>question.</a:t>
            </a:r>
            <a:endParaRPr sz="2500">
              <a:latin typeface="Trebuchet MS"/>
              <a:cs typeface="Trebuchet MS"/>
            </a:endParaRPr>
          </a:p>
          <a:p>
            <a:pPr marL="12700" marR="5080">
              <a:lnSpc>
                <a:spcPts val="2700"/>
              </a:lnSpc>
              <a:spcBef>
                <a:spcPts val="2700"/>
              </a:spcBef>
            </a:pPr>
            <a:r>
              <a:rPr sz="2500" spc="60" dirty="0">
                <a:solidFill>
                  <a:srgbClr val="FFFFFF"/>
                </a:solidFill>
                <a:latin typeface="Trebuchet MS"/>
                <a:cs typeface="Trebuchet MS"/>
              </a:rPr>
              <a:t>Examples</a:t>
            </a:r>
            <a:r>
              <a:rPr sz="25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90" dirty="0">
                <a:solidFill>
                  <a:srgbClr val="FFFFFF"/>
                </a:solidFill>
                <a:latin typeface="Trebuchet MS"/>
                <a:cs typeface="Trebuchet MS"/>
              </a:rPr>
              <a:t>shown</a:t>
            </a:r>
            <a:r>
              <a:rPr sz="25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are</a:t>
            </a:r>
            <a:r>
              <a:rPr sz="25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taken</a:t>
            </a:r>
            <a:r>
              <a:rPr sz="25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from</a:t>
            </a:r>
            <a:r>
              <a:rPr sz="25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sz="25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Trebuchet MS"/>
                <a:cs typeface="Trebuchet MS"/>
              </a:rPr>
              <a:t>pilot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projects</a:t>
            </a:r>
            <a:r>
              <a:rPr sz="25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in</a:t>
            </a:r>
            <a:r>
              <a:rPr sz="25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-25" dirty="0">
                <a:solidFill>
                  <a:srgbClr val="FFFFFF"/>
                </a:solidFill>
                <a:latin typeface="Trebuchet MS"/>
                <a:cs typeface="Trebuchet MS"/>
              </a:rPr>
              <a:t>Charlotte,</a:t>
            </a:r>
            <a:r>
              <a:rPr sz="25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200" dirty="0">
                <a:solidFill>
                  <a:srgbClr val="FFFFFF"/>
                </a:solidFill>
                <a:latin typeface="Trebuchet MS"/>
                <a:cs typeface="Trebuchet MS"/>
              </a:rPr>
              <a:t>NC</a:t>
            </a:r>
            <a:r>
              <a:rPr sz="25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85" dirty="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sz="25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Trebuchet MS"/>
                <a:cs typeface="Trebuchet MS"/>
              </a:rPr>
              <a:t>Düsseldorf,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Germany.</a:t>
            </a:r>
            <a:r>
              <a:rPr sz="250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They</a:t>
            </a:r>
            <a:r>
              <a:rPr sz="25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-25" dirty="0">
                <a:solidFill>
                  <a:srgbClr val="FFFFFF"/>
                </a:solidFill>
                <a:latin typeface="Trebuchet MS"/>
                <a:cs typeface="Trebuchet MS"/>
              </a:rPr>
              <a:t>illustrate</a:t>
            </a:r>
            <a:r>
              <a:rPr sz="25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65" dirty="0">
                <a:solidFill>
                  <a:srgbClr val="FFFFFF"/>
                </a:solidFill>
                <a:latin typeface="Trebuchet MS"/>
                <a:cs typeface="Trebuchet MS"/>
              </a:rPr>
              <a:t>how</a:t>
            </a:r>
            <a:r>
              <a:rPr sz="25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105" dirty="0">
                <a:solidFill>
                  <a:srgbClr val="FFFFFF"/>
                </a:solidFill>
                <a:latin typeface="Trebuchet MS"/>
                <a:cs typeface="Trebuchet MS"/>
              </a:rPr>
              <a:t>you</a:t>
            </a:r>
            <a:r>
              <a:rPr sz="25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70" dirty="0">
                <a:solidFill>
                  <a:srgbClr val="FFFFFF"/>
                </a:solidFill>
                <a:latin typeface="Trebuchet MS"/>
                <a:cs typeface="Trebuchet MS"/>
              </a:rPr>
              <a:t>could</a:t>
            </a:r>
            <a:r>
              <a:rPr sz="25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75" dirty="0">
                <a:solidFill>
                  <a:srgbClr val="FFFFFF"/>
                </a:solidFill>
                <a:latin typeface="Trebuchet MS"/>
                <a:cs typeface="Trebuchet MS"/>
              </a:rPr>
              <a:t>move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from</a:t>
            </a:r>
            <a:r>
              <a:rPr sz="2500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collecting</a:t>
            </a:r>
            <a:r>
              <a:rPr sz="2500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70" dirty="0">
                <a:solidFill>
                  <a:srgbClr val="FFFFFF"/>
                </a:solidFill>
                <a:latin typeface="Trebuchet MS"/>
                <a:cs typeface="Trebuchet MS"/>
              </a:rPr>
              <a:t>ideas</a:t>
            </a:r>
            <a:r>
              <a:rPr sz="2500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sz="2500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2500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55" dirty="0">
                <a:solidFill>
                  <a:srgbClr val="FFFFFF"/>
                </a:solidFill>
                <a:latin typeface="Trebuchet MS"/>
                <a:cs typeface="Trebuchet MS"/>
              </a:rPr>
              <a:t>research</a:t>
            </a:r>
            <a:r>
              <a:rPr sz="2500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Trebuchet MS"/>
                <a:cs typeface="Trebuchet MS"/>
              </a:rPr>
              <a:t>question.</a:t>
            </a:r>
            <a:endParaRPr sz="2500">
              <a:latin typeface="Trebuchet MS"/>
              <a:cs typeface="Trebuchet MS"/>
            </a:endParaRPr>
          </a:p>
          <a:p>
            <a:pPr marL="12700" marR="99695">
              <a:lnSpc>
                <a:spcPts val="2700"/>
              </a:lnSpc>
              <a:spcBef>
                <a:spcPts val="2700"/>
              </a:spcBef>
            </a:pP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sz="2500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75" dirty="0">
                <a:solidFill>
                  <a:srgbClr val="FFFFFF"/>
                </a:solidFill>
                <a:latin typeface="Trebuchet MS"/>
                <a:cs typeface="Trebuchet MS"/>
              </a:rPr>
              <a:t>adapt</a:t>
            </a:r>
            <a:r>
              <a:rPr sz="2500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65" dirty="0">
                <a:solidFill>
                  <a:srgbClr val="FFFFFF"/>
                </a:solidFill>
                <a:latin typeface="Trebuchet MS"/>
                <a:cs typeface="Trebuchet MS"/>
              </a:rPr>
              <a:t>these</a:t>
            </a:r>
            <a:r>
              <a:rPr sz="2500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sz="2500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60" dirty="0">
                <a:solidFill>
                  <a:srgbClr val="FFFFFF"/>
                </a:solidFill>
                <a:latin typeface="Trebuchet MS"/>
                <a:cs typeface="Trebuchet MS"/>
              </a:rPr>
              <a:t>your</a:t>
            </a:r>
            <a:r>
              <a:rPr sz="2500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65" dirty="0">
                <a:solidFill>
                  <a:srgbClr val="FFFFFF"/>
                </a:solidFill>
                <a:latin typeface="Trebuchet MS"/>
                <a:cs typeface="Trebuchet MS"/>
              </a:rPr>
              <a:t>own</a:t>
            </a:r>
            <a:r>
              <a:rPr sz="2500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260" dirty="0">
                <a:solidFill>
                  <a:srgbClr val="FFFFFF"/>
                </a:solidFill>
                <a:latin typeface="Trebuchet MS"/>
                <a:cs typeface="Trebuchet MS"/>
              </a:rPr>
              <a:t>Co-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Creating</a:t>
            </a:r>
            <a:r>
              <a:rPr sz="2500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55" dirty="0">
                <a:solidFill>
                  <a:srgbClr val="FFFFFF"/>
                </a:solidFill>
                <a:latin typeface="Trebuchet MS"/>
                <a:cs typeface="Trebuchet MS"/>
              </a:rPr>
              <a:t>Our </a:t>
            </a:r>
            <a:r>
              <a:rPr sz="2500" spc="70" dirty="0">
                <a:solidFill>
                  <a:srgbClr val="FFFFFF"/>
                </a:solidFill>
                <a:latin typeface="Trebuchet MS"/>
                <a:cs typeface="Trebuchet MS"/>
              </a:rPr>
              <a:t>City</a:t>
            </a:r>
            <a:r>
              <a:rPr sz="25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-40" dirty="0">
                <a:solidFill>
                  <a:srgbClr val="FFFFFF"/>
                </a:solidFill>
                <a:latin typeface="Trebuchet MS"/>
                <a:cs typeface="Trebuchet MS"/>
              </a:rPr>
              <a:t>project,</a:t>
            </a:r>
            <a:r>
              <a:rPr sz="25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replace</a:t>
            </a:r>
            <a:r>
              <a:rPr sz="25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sz="25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60" dirty="0">
                <a:solidFill>
                  <a:srgbClr val="FFFFFF"/>
                </a:solidFill>
                <a:latin typeface="Trebuchet MS"/>
                <a:cs typeface="Trebuchet MS"/>
              </a:rPr>
              <a:t>examples</a:t>
            </a:r>
            <a:r>
              <a:rPr sz="25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from</a:t>
            </a:r>
            <a:r>
              <a:rPr sz="25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-25" dirty="0">
                <a:solidFill>
                  <a:srgbClr val="FFFFFF"/>
                </a:solidFill>
                <a:latin typeface="Trebuchet MS"/>
                <a:cs typeface="Trebuchet MS"/>
              </a:rPr>
              <a:t>our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pilot</a:t>
            </a:r>
            <a:r>
              <a:rPr sz="2500" spc="-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cities</a:t>
            </a:r>
            <a:r>
              <a:rPr sz="2500" spc="-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with</a:t>
            </a:r>
            <a:r>
              <a:rPr sz="2500" spc="-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sz="2500" spc="-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work</a:t>
            </a:r>
            <a:r>
              <a:rPr sz="2500" spc="-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in</a:t>
            </a:r>
            <a:r>
              <a:rPr sz="2500" spc="-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60" dirty="0">
                <a:solidFill>
                  <a:srgbClr val="FFFFFF"/>
                </a:solidFill>
                <a:latin typeface="Trebuchet MS"/>
                <a:cs typeface="Trebuchet MS"/>
              </a:rPr>
              <a:t>your</a:t>
            </a:r>
            <a:r>
              <a:rPr sz="2500" spc="-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65" dirty="0">
                <a:solidFill>
                  <a:srgbClr val="FFFFFF"/>
                </a:solidFill>
                <a:latin typeface="Trebuchet MS"/>
                <a:cs typeface="Trebuchet MS"/>
              </a:rPr>
              <a:t>own</a:t>
            </a:r>
            <a:r>
              <a:rPr sz="2500" spc="-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Trebuchet MS"/>
                <a:cs typeface="Trebuchet MS"/>
              </a:rPr>
              <a:t>project.</a:t>
            </a:r>
            <a:endParaRPr sz="25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 rot="21540000">
            <a:off x="5731653" y="497630"/>
            <a:ext cx="9306812" cy="704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060"/>
              </a:lnSpc>
            </a:pPr>
            <a:r>
              <a:rPr sz="8325" spc="-480" baseline="-7507" dirty="0">
                <a:solidFill>
                  <a:srgbClr val="DAFF6B"/>
                </a:solidFill>
                <a:latin typeface="Arial MT"/>
                <a:cs typeface="Arial MT"/>
              </a:rPr>
              <a:t>T</a:t>
            </a:r>
            <a:r>
              <a:rPr sz="8325" spc="-480" baseline="-7007" dirty="0">
                <a:solidFill>
                  <a:srgbClr val="DAFF6B"/>
                </a:solidFill>
                <a:latin typeface="Arial MT"/>
                <a:cs typeface="Arial MT"/>
              </a:rPr>
              <a:t>U</a:t>
            </a:r>
            <a:r>
              <a:rPr sz="8325" spc="-480" baseline="-6006" dirty="0">
                <a:solidFill>
                  <a:srgbClr val="DAFF6B"/>
                </a:solidFill>
                <a:latin typeface="Arial MT"/>
                <a:cs typeface="Arial MT"/>
              </a:rPr>
              <a:t>F</a:t>
            </a:r>
            <a:r>
              <a:rPr sz="8325" spc="-480" baseline="-5505" dirty="0">
                <a:solidFill>
                  <a:srgbClr val="DAFF6B"/>
                </a:solidFill>
                <a:latin typeface="Arial MT"/>
                <a:cs typeface="Arial MT"/>
              </a:rPr>
              <a:t>T</a:t>
            </a:r>
            <a:r>
              <a:rPr sz="8325" spc="-480" baseline="-5005" dirty="0">
                <a:solidFill>
                  <a:srgbClr val="DAFF6B"/>
                </a:solidFill>
                <a:latin typeface="Arial MT"/>
                <a:cs typeface="Arial MT"/>
              </a:rPr>
              <a:t>S</a:t>
            </a:r>
            <a:r>
              <a:rPr sz="8325" spc="-97" baseline="-5005" dirty="0">
                <a:solidFill>
                  <a:srgbClr val="DAFF6B"/>
                </a:solidFill>
                <a:latin typeface="Arial MT"/>
                <a:cs typeface="Arial MT"/>
              </a:rPr>
              <a:t> </a:t>
            </a:r>
            <a:r>
              <a:rPr sz="8325" baseline="-4004" dirty="0">
                <a:solidFill>
                  <a:srgbClr val="DAFF6B"/>
                </a:solidFill>
                <a:latin typeface="Arial MT"/>
                <a:cs typeface="Arial MT"/>
              </a:rPr>
              <a:t>U</a:t>
            </a:r>
            <a:r>
              <a:rPr sz="8325" baseline="-3503" dirty="0">
                <a:solidFill>
                  <a:srgbClr val="DAFF6B"/>
                </a:solidFill>
                <a:latin typeface="Arial MT"/>
                <a:cs typeface="Arial MT"/>
              </a:rPr>
              <a:t>N</a:t>
            </a:r>
            <a:r>
              <a:rPr sz="8325" baseline="-3003" dirty="0">
                <a:solidFill>
                  <a:srgbClr val="DAFF6B"/>
                </a:solidFill>
                <a:latin typeface="Arial MT"/>
                <a:cs typeface="Arial MT"/>
              </a:rPr>
              <a:t>I</a:t>
            </a:r>
            <a:r>
              <a:rPr sz="8325" baseline="-2502" dirty="0">
                <a:solidFill>
                  <a:srgbClr val="DAFF6B"/>
                </a:solidFill>
                <a:latin typeface="Arial MT"/>
                <a:cs typeface="Arial MT"/>
              </a:rPr>
              <a:t>V</a:t>
            </a:r>
            <a:r>
              <a:rPr sz="8325" baseline="-2002" dirty="0">
                <a:solidFill>
                  <a:srgbClr val="DAFF6B"/>
                </a:solidFill>
                <a:latin typeface="Arial MT"/>
                <a:cs typeface="Arial MT"/>
              </a:rPr>
              <a:t>E</a:t>
            </a:r>
            <a:r>
              <a:rPr sz="8325" baseline="-1001" dirty="0">
                <a:solidFill>
                  <a:srgbClr val="DAFF6B"/>
                </a:solidFill>
                <a:latin typeface="Arial MT"/>
                <a:cs typeface="Arial MT"/>
              </a:rPr>
              <a:t>R</a:t>
            </a:r>
            <a:r>
              <a:rPr sz="5550" dirty="0">
                <a:solidFill>
                  <a:srgbClr val="DAFF6B"/>
                </a:solidFill>
                <a:latin typeface="Arial MT"/>
                <a:cs typeface="Arial MT"/>
              </a:rPr>
              <a:t>SIT</a:t>
            </a:r>
            <a:r>
              <a:rPr sz="8325" baseline="1001" dirty="0">
                <a:solidFill>
                  <a:srgbClr val="DAFF6B"/>
                </a:solidFill>
                <a:latin typeface="Arial MT"/>
                <a:cs typeface="Arial MT"/>
              </a:rPr>
              <a:t>Y</a:t>
            </a:r>
            <a:r>
              <a:rPr sz="8325" spc="-165" baseline="1001" dirty="0">
                <a:solidFill>
                  <a:srgbClr val="DAFF6B"/>
                </a:solidFill>
                <a:latin typeface="Arial MT"/>
                <a:cs typeface="Arial MT"/>
              </a:rPr>
              <a:t> </a:t>
            </a:r>
            <a:r>
              <a:rPr sz="8325" spc="-15" baseline="2002" dirty="0">
                <a:solidFill>
                  <a:srgbClr val="DAFF6B"/>
                </a:solidFill>
                <a:latin typeface="Arial MT"/>
                <a:cs typeface="Arial MT"/>
              </a:rPr>
              <a:t>Y</a:t>
            </a:r>
            <a:r>
              <a:rPr sz="8325" spc="-15" baseline="2502" dirty="0">
                <a:solidFill>
                  <a:srgbClr val="DAFF6B"/>
                </a:solidFill>
                <a:latin typeface="Arial MT"/>
                <a:cs typeface="Arial MT"/>
              </a:rPr>
              <a:t>O</a:t>
            </a:r>
            <a:r>
              <a:rPr sz="8325" spc="-15" baseline="3003" dirty="0">
                <a:solidFill>
                  <a:srgbClr val="DAFF6B"/>
                </a:solidFill>
                <a:latin typeface="Arial MT"/>
                <a:cs typeface="Arial MT"/>
              </a:rPr>
              <a:t>U</a:t>
            </a:r>
            <a:r>
              <a:rPr sz="8325" spc="-15" baseline="4004" dirty="0">
                <a:solidFill>
                  <a:srgbClr val="DAFF6B"/>
                </a:solidFill>
                <a:latin typeface="Arial MT"/>
                <a:cs typeface="Arial MT"/>
              </a:rPr>
              <a:t>T</a:t>
            </a:r>
            <a:r>
              <a:rPr sz="8325" spc="-15" baseline="4504" dirty="0">
                <a:solidFill>
                  <a:srgbClr val="DAFF6B"/>
                </a:solidFill>
                <a:latin typeface="Arial MT"/>
                <a:cs typeface="Arial MT"/>
              </a:rPr>
              <a:t>H</a:t>
            </a:r>
            <a:endParaRPr sz="8325" baseline="4504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 rot="21540000">
            <a:off x="5756336" y="1345740"/>
            <a:ext cx="7241249" cy="704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90"/>
              </a:lnSpc>
            </a:pPr>
            <a:r>
              <a:rPr sz="8325" spc="-112" baseline="-8508" dirty="0">
                <a:solidFill>
                  <a:srgbClr val="DAFF6B"/>
                </a:solidFill>
                <a:latin typeface="Arial MT"/>
                <a:cs typeface="Arial MT"/>
              </a:rPr>
              <a:t>E</a:t>
            </a:r>
            <a:r>
              <a:rPr sz="8325" spc="-112" baseline="-7507" dirty="0">
                <a:solidFill>
                  <a:srgbClr val="DAFF6B"/>
                </a:solidFill>
                <a:latin typeface="Arial MT"/>
                <a:cs typeface="Arial MT"/>
              </a:rPr>
              <a:t>N</a:t>
            </a:r>
            <a:r>
              <a:rPr sz="8325" spc="-112" baseline="-7007" dirty="0">
                <a:solidFill>
                  <a:srgbClr val="DAFF6B"/>
                </a:solidFill>
                <a:latin typeface="Arial MT"/>
                <a:cs typeface="Arial MT"/>
              </a:rPr>
              <a:t>G</a:t>
            </a:r>
            <a:r>
              <a:rPr sz="8325" spc="-112" baseline="-6506" dirty="0">
                <a:solidFill>
                  <a:srgbClr val="DAFF6B"/>
                </a:solidFill>
                <a:latin typeface="Arial MT"/>
                <a:cs typeface="Arial MT"/>
              </a:rPr>
              <a:t>A</a:t>
            </a:r>
            <a:r>
              <a:rPr sz="8325" spc="-112" baseline="-5505" dirty="0">
                <a:solidFill>
                  <a:srgbClr val="DAFF6B"/>
                </a:solidFill>
                <a:latin typeface="Arial MT"/>
                <a:cs typeface="Arial MT"/>
              </a:rPr>
              <a:t>G</a:t>
            </a:r>
            <a:r>
              <a:rPr sz="8325" spc="-112" baseline="-5005" dirty="0">
                <a:solidFill>
                  <a:srgbClr val="DAFF6B"/>
                </a:solidFill>
                <a:latin typeface="Arial MT"/>
                <a:cs typeface="Arial MT"/>
              </a:rPr>
              <a:t>E</a:t>
            </a:r>
            <a:r>
              <a:rPr sz="8325" spc="-112" baseline="-4504" dirty="0">
                <a:solidFill>
                  <a:srgbClr val="DAFF6B"/>
                </a:solidFill>
                <a:latin typeface="Arial MT"/>
                <a:cs typeface="Arial MT"/>
              </a:rPr>
              <a:t>M</a:t>
            </a:r>
            <a:r>
              <a:rPr sz="8325" spc="-112" baseline="-3503" dirty="0">
                <a:solidFill>
                  <a:srgbClr val="DAFF6B"/>
                </a:solidFill>
                <a:latin typeface="Arial MT"/>
                <a:cs typeface="Arial MT"/>
              </a:rPr>
              <a:t>E</a:t>
            </a:r>
            <a:r>
              <a:rPr sz="8325" spc="-112" baseline="-3003" dirty="0">
                <a:solidFill>
                  <a:srgbClr val="DAFF6B"/>
                </a:solidFill>
                <a:latin typeface="Arial MT"/>
                <a:cs typeface="Arial MT"/>
              </a:rPr>
              <a:t>N</a:t>
            </a:r>
            <a:r>
              <a:rPr sz="8325" spc="-112" baseline="-2002" dirty="0">
                <a:solidFill>
                  <a:srgbClr val="DAFF6B"/>
                </a:solidFill>
                <a:latin typeface="Arial MT"/>
                <a:cs typeface="Arial MT"/>
              </a:rPr>
              <a:t>T</a:t>
            </a:r>
            <a:r>
              <a:rPr sz="8325" spc="-337" baseline="-2002" dirty="0">
                <a:solidFill>
                  <a:srgbClr val="DAFF6B"/>
                </a:solidFill>
                <a:latin typeface="Arial MT"/>
                <a:cs typeface="Arial MT"/>
              </a:rPr>
              <a:t> </a:t>
            </a:r>
            <a:r>
              <a:rPr sz="8325" spc="75" baseline="-1501" dirty="0">
                <a:solidFill>
                  <a:srgbClr val="DAFF6B"/>
                </a:solidFill>
                <a:latin typeface="Arial MT"/>
                <a:cs typeface="Arial MT"/>
              </a:rPr>
              <a:t>D</a:t>
            </a:r>
            <a:r>
              <a:rPr sz="5550" spc="50" dirty="0">
                <a:solidFill>
                  <a:srgbClr val="DAFF6B"/>
                </a:solidFill>
                <a:latin typeface="Arial MT"/>
                <a:cs typeface="Arial MT"/>
              </a:rPr>
              <a:t>ATA</a:t>
            </a:r>
            <a:endParaRPr sz="555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63454" y="2055155"/>
            <a:ext cx="10896600" cy="702944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350754" y="9209924"/>
            <a:ext cx="10904855" cy="606425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12700" marR="5080">
              <a:lnSpc>
                <a:spcPts val="2170"/>
              </a:lnSpc>
              <a:spcBef>
                <a:spcPts val="360"/>
              </a:spcBef>
            </a:pPr>
            <a:r>
              <a:rPr sz="2000" spc="-35" dirty="0">
                <a:solidFill>
                  <a:srgbClr val="FFFFFF"/>
                </a:solidFill>
                <a:latin typeface="Trebuchet MS"/>
                <a:cs typeface="Trebuchet MS"/>
              </a:rPr>
              <a:t>https://circle.tufts.edu/latest-</a:t>
            </a:r>
            <a:r>
              <a:rPr sz="2000" dirty="0">
                <a:solidFill>
                  <a:srgbClr val="FFFFFF"/>
                </a:solidFill>
                <a:latin typeface="Trebuchet MS"/>
                <a:cs typeface="Trebuchet MS"/>
              </a:rPr>
              <a:t>research/youth-</a:t>
            </a:r>
            <a:r>
              <a:rPr sz="2000" spc="70" dirty="0">
                <a:solidFill>
                  <a:srgbClr val="FFFFFF"/>
                </a:solidFill>
                <a:latin typeface="Trebuchet MS"/>
                <a:cs typeface="Trebuchet MS"/>
              </a:rPr>
              <a:t>are-</a:t>
            </a:r>
            <a:r>
              <a:rPr sz="2000" spc="50" dirty="0">
                <a:solidFill>
                  <a:srgbClr val="FFFFFF"/>
                </a:solidFill>
                <a:latin typeface="Trebuchet MS"/>
                <a:cs typeface="Trebuchet MS"/>
              </a:rPr>
              <a:t>interested-</a:t>
            </a:r>
            <a:r>
              <a:rPr sz="2000" dirty="0">
                <a:solidFill>
                  <a:srgbClr val="FFFFFF"/>
                </a:solidFill>
                <a:latin typeface="Trebuchet MS"/>
                <a:cs typeface="Trebuchet MS"/>
              </a:rPr>
              <a:t>political-</a:t>
            </a:r>
            <a:r>
              <a:rPr sz="2000" spc="65" dirty="0">
                <a:solidFill>
                  <a:srgbClr val="FFFFFF"/>
                </a:solidFill>
                <a:latin typeface="Trebuchet MS"/>
                <a:cs typeface="Trebuchet MS"/>
              </a:rPr>
              <a:t>action-</a:t>
            </a:r>
            <a:r>
              <a:rPr sz="2000" spc="55" dirty="0">
                <a:solidFill>
                  <a:srgbClr val="FFFFFF"/>
                </a:solidFill>
                <a:latin typeface="Trebuchet MS"/>
                <a:cs typeface="Trebuchet MS"/>
              </a:rPr>
              <a:t>lack-</a:t>
            </a:r>
            <a:r>
              <a:rPr sz="2000" spc="85" dirty="0">
                <a:solidFill>
                  <a:srgbClr val="FFFFFF"/>
                </a:solidFill>
                <a:latin typeface="Trebuchet MS"/>
                <a:cs typeface="Trebuchet MS"/>
              </a:rPr>
              <a:t>support- </a:t>
            </a:r>
            <a:r>
              <a:rPr sz="2000" spc="120" dirty="0">
                <a:solidFill>
                  <a:srgbClr val="FFFFFF"/>
                </a:solidFill>
                <a:latin typeface="Trebuchet MS"/>
                <a:cs typeface="Trebuchet MS"/>
              </a:rPr>
              <a:t>and-</a:t>
            </a:r>
            <a:r>
              <a:rPr sz="2000" spc="-10" dirty="0">
                <a:solidFill>
                  <a:srgbClr val="FFFFFF"/>
                </a:solidFill>
                <a:latin typeface="Trebuchet MS"/>
                <a:cs typeface="Trebuchet MS"/>
              </a:rPr>
              <a:t>opportunities</a:t>
            </a:r>
            <a:endParaRPr sz="2000">
              <a:latin typeface="Trebuchet MS"/>
              <a:cs typeface="Trebuchet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029996" y="2888751"/>
            <a:ext cx="3804920" cy="4114800"/>
            <a:chOff x="1029996" y="2888751"/>
            <a:chExt cx="3804920" cy="4114800"/>
          </a:xfrm>
        </p:grpSpPr>
        <p:sp>
          <p:nvSpPr>
            <p:cNvPr id="7" name="object 7"/>
            <p:cNvSpPr/>
            <p:nvPr/>
          </p:nvSpPr>
          <p:spPr>
            <a:xfrm>
              <a:off x="1029996" y="3223352"/>
              <a:ext cx="3804920" cy="3780790"/>
            </a:xfrm>
            <a:custGeom>
              <a:avLst/>
              <a:gdLst/>
              <a:ahLst/>
              <a:cxnLst/>
              <a:rect l="l" t="t" r="r" b="b"/>
              <a:pathLst>
                <a:path w="3804920" h="3780790">
                  <a:moveTo>
                    <a:pt x="3780199" y="3780199"/>
                  </a:moveTo>
                  <a:lnTo>
                    <a:pt x="0" y="3780199"/>
                  </a:lnTo>
                  <a:lnTo>
                    <a:pt x="0" y="0"/>
                  </a:lnTo>
                  <a:lnTo>
                    <a:pt x="3780199" y="0"/>
                  </a:lnTo>
                  <a:lnTo>
                    <a:pt x="3781877" y="3115"/>
                  </a:lnTo>
                  <a:lnTo>
                    <a:pt x="3788687" y="48163"/>
                  </a:lnTo>
                  <a:lnTo>
                    <a:pt x="3793823" y="105847"/>
                  </a:lnTo>
                  <a:lnTo>
                    <a:pt x="3798608" y="183693"/>
                  </a:lnTo>
                  <a:lnTo>
                    <a:pt x="3800646" y="229651"/>
                  </a:lnTo>
                  <a:lnTo>
                    <a:pt x="3802331" y="280019"/>
                  </a:lnTo>
                  <a:lnTo>
                    <a:pt x="3803573" y="334588"/>
                  </a:lnTo>
                  <a:lnTo>
                    <a:pt x="3804284" y="393146"/>
                  </a:lnTo>
                  <a:lnTo>
                    <a:pt x="3804375" y="455485"/>
                  </a:lnTo>
                  <a:lnTo>
                    <a:pt x="3803757" y="521394"/>
                  </a:lnTo>
                  <a:lnTo>
                    <a:pt x="3802342" y="590663"/>
                  </a:lnTo>
                  <a:lnTo>
                    <a:pt x="3800040" y="663083"/>
                  </a:lnTo>
                  <a:lnTo>
                    <a:pt x="3796764" y="738442"/>
                  </a:lnTo>
                  <a:lnTo>
                    <a:pt x="3792424" y="816531"/>
                  </a:lnTo>
                  <a:lnTo>
                    <a:pt x="3786932" y="897140"/>
                  </a:lnTo>
                  <a:lnTo>
                    <a:pt x="3780199" y="980059"/>
                  </a:lnTo>
                  <a:lnTo>
                    <a:pt x="3780199" y="3780199"/>
                  </a:lnTo>
                  <a:close/>
                </a:path>
              </a:pathLst>
            </a:custGeom>
            <a:solidFill>
              <a:srgbClr val="DAFF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088600" y="2888751"/>
              <a:ext cx="1922145" cy="866140"/>
            </a:xfrm>
            <a:custGeom>
              <a:avLst/>
              <a:gdLst/>
              <a:ahLst/>
              <a:cxnLst/>
              <a:rect l="l" t="t" r="r" b="b"/>
              <a:pathLst>
                <a:path w="1922145" h="866139">
                  <a:moveTo>
                    <a:pt x="1835433" y="237848"/>
                  </a:moveTo>
                  <a:lnTo>
                    <a:pt x="391192" y="237848"/>
                  </a:lnTo>
                  <a:lnTo>
                    <a:pt x="400595" y="236134"/>
                  </a:lnTo>
                  <a:lnTo>
                    <a:pt x="472207" y="223801"/>
                  </a:lnTo>
                  <a:lnTo>
                    <a:pt x="579679" y="206292"/>
                  </a:lnTo>
                  <a:lnTo>
                    <a:pt x="588429" y="205116"/>
                  </a:lnTo>
                  <a:lnTo>
                    <a:pt x="620999" y="201527"/>
                  </a:lnTo>
                  <a:lnTo>
                    <a:pt x="670932" y="194481"/>
                  </a:lnTo>
                  <a:lnTo>
                    <a:pt x="749894" y="182310"/>
                  </a:lnTo>
                  <a:lnTo>
                    <a:pt x="797549" y="174020"/>
                  </a:lnTo>
                  <a:lnTo>
                    <a:pt x="825232" y="168536"/>
                  </a:lnTo>
                  <a:lnTo>
                    <a:pt x="856547" y="161866"/>
                  </a:lnTo>
                  <a:lnTo>
                    <a:pt x="915101" y="150017"/>
                  </a:lnTo>
                  <a:lnTo>
                    <a:pt x="956565" y="139564"/>
                  </a:lnTo>
                  <a:lnTo>
                    <a:pt x="997838" y="130764"/>
                  </a:lnTo>
                  <a:lnTo>
                    <a:pt x="1039010" y="123284"/>
                  </a:lnTo>
                  <a:lnTo>
                    <a:pt x="1080174" y="116789"/>
                  </a:lnTo>
                  <a:lnTo>
                    <a:pt x="1241773" y="94919"/>
                  </a:lnTo>
                  <a:lnTo>
                    <a:pt x="1292608" y="82203"/>
                  </a:lnTo>
                  <a:lnTo>
                    <a:pt x="1342598" y="72729"/>
                  </a:lnTo>
                  <a:lnTo>
                    <a:pt x="1391373" y="65476"/>
                  </a:lnTo>
                  <a:lnTo>
                    <a:pt x="1483798" y="53561"/>
                  </a:lnTo>
                  <a:lnTo>
                    <a:pt x="1526708" y="46858"/>
                  </a:lnTo>
                  <a:lnTo>
                    <a:pt x="1641065" y="30901"/>
                  </a:lnTo>
                  <a:lnTo>
                    <a:pt x="1688532" y="22968"/>
                  </a:lnTo>
                  <a:lnTo>
                    <a:pt x="1728261" y="12872"/>
                  </a:lnTo>
                  <a:lnTo>
                    <a:pt x="1804696" y="0"/>
                  </a:lnTo>
                  <a:lnTo>
                    <a:pt x="1819617" y="88416"/>
                  </a:lnTo>
                  <a:lnTo>
                    <a:pt x="1874298" y="89630"/>
                  </a:lnTo>
                  <a:lnTo>
                    <a:pt x="1890127" y="97797"/>
                  </a:lnTo>
                  <a:lnTo>
                    <a:pt x="1886714" y="109581"/>
                  </a:lnTo>
                  <a:lnTo>
                    <a:pt x="1883692" y="121551"/>
                  </a:lnTo>
                  <a:lnTo>
                    <a:pt x="1904158" y="121551"/>
                  </a:lnTo>
                  <a:lnTo>
                    <a:pt x="1905675" y="124684"/>
                  </a:lnTo>
                  <a:lnTo>
                    <a:pt x="1896568" y="129635"/>
                  </a:lnTo>
                  <a:lnTo>
                    <a:pt x="1885185" y="134993"/>
                  </a:lnTo>
                  <a:lnTo>
                    <a:pt x="1879875" y="139349"/>
                  </a:lnTo>
                  <a:lnTo>
                    <a:pt x="1888984" y="141293"/>
                  </a:lnTo>
                  <a:lnTo>
                    <a:pt x="1918449" y="141293"/>
                  </a:lnTo>
                  <a:lnTo>
                    <a:pt x="1910711" y="147313"/>
                  </a:lnTo>
                  <a:lnTo>
                    <a:pt x="1882421" y="158330"/>
                  </a:lnTo>
                  <a:lnTo>
                    <a:pt x="1851860" y="169789"/>
                  </a:lnTo>
                  <a:lnTo>
                    <a:pt x="1834895" y="179014"/>
                  </a:lnTo>
                  <a:lnTo>
                    <a:pt x="1837744" y="184945"/>
                  </a:lnTo>
                  <a:lnTo>
                    <a:pt x="1824082" y="193719"/>
                  </a:lnTo>
                  <a:lnTo>
                    <a:pt x="1797375" y="204739"/>
                  </a:lnTo>
                  <a:lnTo>
                    <a:pt x="1761089" y="217410"/>
                  </a:lnTo>
                  <a:lnTo>
                    <a:pt x="1756817" y="224735"/>
                  </a:lnTo>
                  <a:lnTo>
                    <a:pt x="1765871" y="229842"/>
                  </a:lnTo>
                  <a:lnTo>
                    <a:pt x="1792088" y="232085"/>
                  </a:lnTo>
                  <a:lnTo>
                    <a:pt x="1838606" y="232085"/>
                  </a:lnTo>
                  <a:lnTo>
                    <a:pt x="1835433" y="237848"/>
                  </a:lnTo>
                  <a:close/>
                </a:path>
                <a:path w="1922145" h="866139">
                  <a:moveTo>
                    <a:pt x="1918449" y="141293"/>
                  </a:moveTo>
                  <a:lnTo>
                    <a:pt x="1888984" y="141293"/>
                  </a:lnTo>
                  <a:lnTo>
                    <a:pt x="1922013" y="139349"/>
                  </a:lnTo>
                  <a:lnTo>
                    <a:pt x="1920948" y="139349"/>
                  </a:lnTo>
                  <a:lnTo>
                    <a:pt x="1918449" y="141293"/>
                  </a:lnTo>
                  <a:close/>
                </a:path>
                <a:path w="1922145" h="866139">
                  <a:moveTo>
                    <a:pt x="1838606" y="232085"/>
                  </a:moveTo>
                  <a:lnTo>
                    <a:pt x="1792088" y="232085"/>
                  </a:lnTo>
                  <a:lnTo>
                    <a:pt x="1839305" y="230817"/>
                  </a:lnTo>
                  <a:lnTo>
                    <a:pt x="1838606" y="232085"/>
                  </a:lnTo>
                  <a:close/>
                </a:path>
                <a:path w="1922145" h="866139">
                  <a:moveTo>
                    <a:pt x="1831898" y="244268"/>
                  </a:moveTo>
                  <a:lnTo>
                    <a:pt x="345986" y="244268"/>
                  </a:lnTo>
                  <a:lnTo>
                    <a:pt x="380648" y="238827"/>
                  </a:lnTo>
                  <a:lnTo>
                    <a:pt x="391703" y="237415"/>
                  </a:lnTo>
                  <a:lnTo>
                    <a:pt x="391192" y="237848"/>
                  </a:lnTo>
                  <a:lnTo>
                    <a:pt x="1835433" y="237848"/>
                  </a:lnTo>
                  <a:lnTo>
                    <a:pt x="1831898" y="244268"/>
                  </a:lnTo>
                  <a:close/>
                </a:path>
                <a:path w="1922145" h="866139">
                  <a:moveTo>
                    <a:pt x="309732" y="251454"/>
                  </a:moveTo>
                  <a:lnTo>
                    <a:pt x="314329" y="250131"/>
                  </a:lnTo>
                  <a:lnTo>
                    <a:pt x="332802" y="246406"/>
                  </a:lnTo>
                  <a:lnTo>
                    <a:pt x="347232" y="243851"/>
                  </a:lnTo>
                  <a:lnTo>
                    <a:pt x="345986" y="244268"/>
                  </a:lnTo>
                  <a:lnTo>
                    <a:pt x="1831898" y="244268"/>
                  </a:lnTo>
                  <a:lnTo>
                    <a:pt x="1831128" y="245667"/>
                  </a:lnTo>
                  <a:lnTo>
                    <a:pt x="1830537" y="249749"/>
                  </a:lnTo>
                  <a:lnTo>
                    <a:pt x="322247" y="249749"/>
                  </a:lnTo>
                  <a:lnTo>
                    <a:pt x="313309" y="250905"/>
                  </a:lnTo>
                  <a:lnTo>
                    <a:pt x="309732" y="251454"/>
                  </a:lnTo>
                  <a:close/>
                </a:path>
                <a:path w="1922145" h="866139">
                  <a:moveTo>
                    <a:pt x="303462" y="253259"/>
                  </a:moveTo>
                  <a:lnTo>
                    <a:pt x="309732" y="251454"/>
                  </a:lnTo>
                  <a:lnTo>
                    <a:pt x="313309" y="250905"/>
                  </a:lnTo>
                  <a:lnTo>
                    <a:pt x="322247" y="249749"/>
                  </a:lnTo>
                  <a:lnTo>
                    <a:pt x="308070" y="252455"/>
                  </a:lnTo>
                  <a:lnTo>
                    <a:pt x="303462" y="253259"/>
                  </a:lnTo>
                  <a:close/>
                </a:path>
                <a:path w="1922145" h="866139">
                  <a:moveTo>
                    <a:pt x="1829494" y="260304"/>
                  </a:moveTo>
                  <a:lnTo>
                    <a:pt x="263093" y="260304"/>
                  </a:lnTo>
                  <a:lnTo>
                    <a:pt x="302999" y="253915"/>
                  </a:lnTo>
                  <a:lnTo>
                    <a:pt x="302010" y="253915"/>
                  </a:lnTo>
                  <a:lnTo>
                    <a:pt x="303462" y="253259"/>
                  </a:lnTo>
                  <a:lnTo>
                    <a:pt x="308070" y="252455"/>
                  </a:lnTo>
                  <a:lnTo>
                    <a:pt x="322247" y="249749"/>
                  </a:lnTo>
                  <a:lnTo>
                    <a:pt x="1830537" y="249749"/>
                  </a:lnTo>
                  <a:lnTo>
                    <a:pt x="1829116" y="259557"/>
                  </a:lnTo>
                  <a:lnTo>
                    <a:pt x="1829494" y="260304"/>
                  </a:lnTo>
                  <a:close/>
                </a:path>
                <a:path w="1922145" h="866139">
                  <a:moveTo>
                    <a:pt x="1857102" y="296774"/>
                  </a:moveTo>
                  <a:lnTo>
                    <a:pt x="45137" y="296774"/>
                  </a:lnTo>
                  <a:lnTo>
                    <a:pt x="157217" y="277853"/>
                  </a:lnTo>
                  <a:lnTo>
                    <a:pt x="220772" y="265305"/>
                  </a:lnTo>
                  <a:lnTo>
                    <a:pt x="224654" y="264758"/>
                  </a:lnTo>
                  <a:lnTo>
                    <a:pt x="309732" y="251454"/>
                  </a:lnTo>
                  <a:lnTo>
                    <a:pt x="303459" y="253259"/>
                  </a:lnTo>
                  <a:lnTo>
                    <a:pt x="263093" y="260304"/>
                  </a:lnTo>
                  <a:lnTo>
                    <a:pt x="1829494" y="260304"/>
                  </a:lnTo>
                  <a:lnTo>
                    <a:pt x="1835471" y="272095"/>
                  </a:lnTo>
                  <a:lnTo>
                    <a:pt x="1852400" y="282886"/>
                  </a:lnTo>
                  <a:lnTo>
                    <a:pt x="1856344" y="295553"/>
                  </a:lnTo>
                  <a:lnTo>
                    <a:pt x="1856432" y="295836"/>
                  </a:lnTo>
                  <a:lnTo>
                    <a:pt x="1857102" y="296774"/>
                  </a:lnTo>
                  <a:close/>
                </a:path>
                <a:path w="1922145" h="866139">
                  <a:moveTo>
                    <a:pt x="206624" y="267299"/>
                  </a:moveTo>
                  <a:lnTo>
                    <a:pt x="216655" y="265091"/>
                  </a:lnTo>
                  <a:lnTo>
                    <a:pt x="229087" y="263071"/>
                  </a:lnTo>
                  <a:lnTo>
                    <a:pt x="230088" y="263422"/>
                  </a:lnTo>
                  <a:lnTo>
                    <a:pt x="220772" y="265305"/>
                  </a:lnTo>
                  <a:lnTo>
                    <a:pt x="206624" y="267299"/>
                  </a:lnTo>
                  <a:close/>
                </a:path>
                <a:path w="1922145" h="866139">
                  <a:moveTo>
                    <a:pt x="194855" y="268633"/>
                  </a:moveTo>
                  <a:lnTo>
                    <a:pt x="219123" y="264564"/>
                  </a:lnTo>
                  <a:lnTo>
                    <a:pt x="216655" y="265091"/>
                  </a:lnTo>
                  <a:lnTo>
                    <a:pt x="194855" y="268633"/>
                  </a:lnTo>
                  <a:close/>
                </a:path>
                <a:path w="1922145" h="866139">
                  <a:moveTo>
                    <a:pt x="39447" y="383329"/>
                  </a:moveTo>
                  <a:lnTo>
                    <a:pt x="29849" y="374165"/>
                  </a:lnTo>
                  <a:lnTo>
                    <a:pt x="39831" y="362333"/>
                  </a:lnTo>
                  <a:lnTo>
                    <a:pt x="47885" y="350676"/>
                  </a:lnTo>
                  <a:lnTo>
                    <a:pt x="32499" y="342038"/>
                  </a:lnTo>
                  <a:lnTo>
                    <a:pt x="41947" y="327108"/>
                  </a:lnTo>
                  <a:lnTo>
                    <a:pt x="35589" y="315102"/>
                  </a:lnTo>
                  <a:lnTo>
                    <a:pt x="25916" y="306085"/>
                  </a:lnTo>
                  <a:lnTo>
                    <a:pt x="25417" y="300124"/>
                  </a:lnTo>
                  <a:lnTo>
                    <a:pt x="15040" y="293386"/>
                  </a:lnTo>
                  <a:lnTo>
                    <a:pt x="17900" y="292418"/>
                  </a:lnTo>
                  <a:lnTo>
                    <a:pt x="33271" y="293823"/>
                  </a:lnTo>
                  <a:lnTo>
                    <a:pt x="60293" y="294198"/>
                  </a:lnTo>
                  <a:lnTo>
                    <a:pt x="45137" y="296774"/>
                  </a:lnTo>
                  <a:lnTo>
                    <a:pt x="1857102" y="296774"/>
                  </a:lnTo>
                  <a:lnTo>
                    <a:pt x="1865111" y="307975"/>
                  </a:lnTo>
                  <a:lnTo>
                    <a:pt x="1871010" y="320531"/>
                  </a:lnTo>
                  <a:lnTo>
                    <a:pt x="1866698" y="334733"/>
                  </a:lnTo>
                  <a:lnTo>
                    <a:pt x="1879289" y="345982"/>
                  </a:lnTo>
                  <a:lnTo>
                    <a:pt x="1890021" y="357405"/>
                  </a:lnTo>
                  <a:lnTo>
                    <a:pt x="1889905" y="370499"/>
                  </a:lnTo>
                  <a:lnTo>
                    <a:pt x="1874428" y="383110"/>
                  </a:lnTo>
                  <a:lnTo>
                    <a:pt x="75652" y="383110"/>
                  </a:lnTo>
                  <a:lnTo>
                    <a:pt x="39447" y="383329"/>
                  </a:lnTo>
                  <a:close/>
                </a:path>
                <a:path w="1922145" h="866139">
                  <a:moveTo>
                    <a:pt x="60437" y="294198"/>
                  </a:moveTo>
                  <a:lnTo>
                    <a:pt x="60293" y="294198"/>
                  </a:lnTo>
                  <a:lnTo>
                    <a:pt x="62518" y="293823"/>
                  </a:lnTo>
                  <a:lnTo>
                    <a:pt x="60437" y="294198"/>
                  </a:lnTo>
                  <a:close/>
                </a:path>
                <a:path w="1922145" h="866139">
                  <a:moveTo>
                    <a:pt x="59536" y="406580"/>
                  </a:moveTo>
                  <a:lnTo>
                    <a:pt x="76723" y="396151"/>
                  </a:lnTo>
                  <a:lnTo>
                    <a:pt x="85086" y="387856"/>
                  </a:lnTo>
                  <a:lnTo>
                    <a:pt x="75652" y="383110"/>
                  </a:lnTo>
                  <a:lnTo>
                    <a:pt x="1874428" y="383110"/>
                  </a:lnTo>
                  <a:lnTo>
                    <a:pt x="1869950" y="386759"/>
                  </a:lnTo>
                  <a:lnTo>
                    <a:pt x="1859073" y="404278"/>
                  </a:lnTo>
                  <a:lnTo>
                    <a:pt x="97236" y="404278"/>
                  </a:lnTo>
                  <a:lnTo>
                    <a:pt x="59536" y="406580"/>
                  </a:lnTo>
                  <a:close/>
                </a:path>
                <a:path w="1922145" h="866139">
                  <a:moveTo>
                    <a:pt x="29896" y="551400"/>
                  </a:moveTo>
                  <a:lnTo>
                    <a:pt x="22003" y="548274"/>
                  </a:lnTo>
                  <a:lnTo>
                    <a:pt x="35182" y="541582"/>
                  </a:lnTo>
                  <a:lnTo>
                    <a:pt x="59580" y="532990"/>
                  </a:lnTo>
                  <a:lnTo>
                    <a:pt x="62162" y="528062"/>
                  </a:lnTo>
                  <a:lnTo>
                    <a:pt x="69842" y="522261"/>
                  </a:lnTo>
                  <a:lnTo>
                    <a:pt x="72903" y="517237"/>
                  </a:lnTo>
                  <a:lnTo>
                    <a:pt x="61629" y="514639"/>
                  </a:lnTo>
                  <a:lnTo>
                    <a:pt x="80821" y="505397"/>
                  </a:lnTo>
                  <a:lnTo>
                    <a:pt x="75645" y="500282"/>
                  </a:lnTo>
                  <a:lnTo>
                    <a:pt x="41942" y="494061"/>
                  </a:lnTo>
                  <a:lnTo>
                    <a:pt x="38291" y="488767"/>
                  </a:lnTo>
                  <a:lnTo>
                    <a:pt x="60026" y="479228"/>
                  </a:lnTo>
                  <a:lnTo>
                    <a:pt x="48667" y="476769"/>
                  </a:lnTo>
                  <a:lnTo>
                    <a:pt x="57615" y="470915"/>
                  </a:lnTo>
                  <a:lnTo>
                    <a:pt x="63214" y="465655"/>
                  </a:lnTo>
                  <a:lnTo>
                    <a:pt x="41808" y="464975"/>
                  </a:lnTo>
                  <a:lnTo>
                    <a:pt x="41542" y="461756"/>
                  </a:lnTo>
                  <a:lnTo>
                    <a:pt x="41463" y="460795"/>
                  </a:lnTo>
                  <a:lnTo>
                    <a:pt x="39681" y="456896"/>
                  </a:lnTo>
                  <a:lnTo>
                    <a:pt x="41056" y="452503"/>
                  </a:lnTo>
                  <a:lnTo>
                    <a:pt x="50182" y="446846"/>
                  </a:lnTo>
                  <a:lnTo>
                    <a:pt x="47158" y="441653"/>
                  </a:lnTo>
                  <a:lnTo>
                    <a:pt x="48272" y="436039"/>
                  </a:lnTo>
                  <a:lnTo>
                    <a:pt x="50364" y="430516"/>
                  </a:lnTo>
                  <a:lnTo>
                    <a:pt x="50271" y="425599"/>
                  </a:lnTo>
                  <a:lnTo>
                    <a:pt x="78665" y="416126"/>
                  </a:lnTo>
                  <a:lnTo>
                    <a:pt x="98967" y="408239"/>
                  </a:lnTo>
                  <a:lnTo>
                    <a:pt x="97236" y="404278"/>
                  </a:lnTo>
                  <a:lnTo>
                    <a:pt x="1859073" y="404278"/>
                  </a:lnTo>
                  <a:lnTo>
                    <a:pt x="1844108" y="428383"/>
                  </a:lnTo>
                  <a:lnTo>
                    <a:pt x="1851593" y="461756"/>
                  </a:lnTo>
                  <a:lnTo>
                    <a:pt x="1873601" y="489334"/>
                  </a:lnTo>
                  <a:lnTo>
                    <a:pt x="1891330" y="513570"/>
                  </a:lnTo>
                  <a:lnTo>
                    <a:pt x="1897365" y="549293"/>
                  </a:lnTo>
                  <a:lnTo>
                    <a:pt x="68711" y="549293"/>
                  </a:lnTo>
                  <a:lnTo>
                    <a:pt x="29896" y="551400"/>
                  </a:lnTo>
                  <a:close/>
                </a:path>
                <a:path w="1922145" h="866139">
                  <a:moveTo>
                    <a:pt x="20027" y="599726"/>
                  </a:moveTo>
                  <a:lnTo>
                    <a:pt x="25350" y="594890"/>
                  </a:lnTo>
                  <a:lnTo>
                    <a:pt x="73166" y="583056"/>
                  </a:lnTo>
                  <a:lnTo>
                    <a:pt x="48893" y="578726"/>
                  </a:lnTo>
                  <a:lnTo>
                    <a:pt x="42877" y="571169"/>
                  </a:lnTo>
                  <a:lnTo>
                    <a:pt x="50892" y="561114"/>
                  </a:lnTo>
                  <a:lnTo>
                    <a:pt x="68711" y="549293"/>
                  </a:lnTo>
                  <a:lnTo>
                    <a:pt x="1897365" y="549293"/>
                  </a:lnTo>
                  <a:lnTo>
                    <a:pt x="1900149" y="565773"/>
                  </a:lnTo>
                  <a:lnTo>
                    <a:pt x="1900060" y="565952"/>
                  </a:lnTo>
                  <a:lnTo>
                    <a:pt x="1824210" y="578726"/>
                  </a:lnTo>
                  <a:lnTo>
                    <a:pt x="1783170" y="584692"/>
                  </a:lnTo>
                  <a:lnTo>
                    <a:pt x="1719907" y="595617"/>
                  </a:lnTo>
                  <a:lnTo>
                    <a:pt x="93699" y="595617"/>
                  </a:lnTo>
                  <a:lnTo>
                    <a:pt x="47302" y="599296"/>
                  </a:lnTo>
                  <a:lnTo>
                    <a:pt x="51621" y="599296"/>
                  </a:lnTo>
                  <a:lnTo>
                    <a:pt x="20027" y="599726"/>
                  </a:lnTo>
                  <a:close/>
                </a:path>
                <a:path w="1922145" h="866139">
                  <a:moveTo>
                    <a:pt x="18431" y="660636"/>
                  </a:moveTo>
                  <a:lnTo>
                    <a:pt x="0" y="658794"/>
                  </a:lnTo>
                  <a:lnTo>
                    <a:pt x="3174" y="653302"/>
                  </a:lnTo>
                  <a:lnTo>
                    <a:pt x="1275" y="648666"/>
                  </a:lnTo>
                  <a:lnTo>
                    <a:pt x="1574" y="643705"/>
                  </a:lnTo>
                  <a:lnTo>
                    <a:pt x="12794" y="636941"/>
                  </a:lnTo>
                  <a:lnTo>
                    <a:pt x="38287" y="627821"/>
                  </a:lnTo>
                  <a:lnTo>
                    <a:pt x="81406" y="615794"/>
                  </a:lnTo>
                  <a:lnTo>
                    <a:pt x="87047" y="610161"/>
                  </a:lnTo>
                  <a:lnTo>
                    <a:pt x="94000" y="604403"/>
                  </a:lnTo>
                  <a:lnTo>
                    <a:pt x="97729" y="599296"/>
                  </a:lnTo>
                  <a:lnTo>
                    <a:pt x="93699" y="595617"/>
                  </a:lnTo>
                  <a:lnTo>
                    <a:pt x="1719907" y="595617"/>
                  </a:lnTo>
                  <a:lnTo>
                    <a:pt x="1622073" y="612810"/>
                  </a:lnTo>
                  <a:lnTo>
                    <a:pt x="1487055" y="633383"/>
                  </a:lnTo>
                  <a:lnTo>
                    <a:pt x="1438417" y="641472"/>
                  </a:lnTo>
                  <a:lnTo>
                    <a:pt x="1388365" y="650558"/>
                  </a:lnTo>
                  <a:lnTo>
                    <a:pt x="1387584" y="650716"/>
                  </a:lnTo>
                  <a:lnTo>
                    <a:pt x="156380" y="650716"/>
                  </a:lnTo>
                  <a:lnTo>
                    <a:pt x="105289" y="653735"/>
                  </a:lnTo>
                  <a:lnTo>
                    <a:pt x="85147" y="654323"/>
                  </a:lnTo>
                  <a:lnTo>
                    <a:pt x="18431" y="660636"/>
                  </a:lnTo>
                  <a:close/>
                </a:path>
                <a:path w="1922145" h="866139">
                  <a:moveTo>
                    <a:pt x="63022" y="692105"/>
                  </a:moveTo>
                  <a:lnTo>
                    <a:pt x="66406" y="687964"/>
                  </a:lnTo>
                  <a:lnTo>
                    <a:pt x="86720" y="680900"/>
                  </a:lnTo>
                  <a:lnTo>
                    <a:pt x="104290" y="674236"/>
                  </a:lnTo>
                  <a:lnTo>
                    <a:pt x="99445" y="671294"/>
                  </a:lnTo>
                  <a:lnTo>
                    <a:pt x="151593" y="659791"/>
                  </a:lnTo>
                  <a:lnTo>
                    <a:pt x="172283" y="653735"/>
                  </a:lnTo>
                  <a:lnTo>
                    <a:pt x="173636" y="653302"/>
                  </a:lnTo>
                  <a:lnTo>
                    <a:pt x="172825" y="650716"/>
                  </a:lnTo>
                  <a:lnTo>
                    <a:pt x="1387584" y="650716"/>
                  </a:lnTo>
                  <a:lnTo>
                    <a:pt x="1337137" y="660871"/>
                  </a:lnTo>
                  <a:lnTo>
                    <a:pt x="1164114" y="690001"/>
                  </a:lnTo>
                  <a:lnTo>
                    <a:pt x="96238" y="690001"/>
                  </a:lnTo>
                  <a:lnTo>
                    <a:pt x="63022" y="692105"/>
                  </a:lnTo>
                  <a:close/>
                </a:path>
                <a:path w="1922145" h="866139">
                  <a:moveTo>
                    <a:pt x="120870" y="865987"/>
                  </a:moveTo>
                  <a:lnTo>
                    <a:pt x="113788" y="824073"/>
                  </a:lnTo>
                  <a:lnTo>
                    <a:pt x="113895" y="819803"/>
                  </a:lnTo>
                  <a:lnTo>
                    <a:pt x="127340" y="812893"/>
                  </a:lnTo>
                  <a:lnTo>
                    <a:pt x="133218" y="806885"/>
                  </a:lnTo>
                  <a:lnTo>
                    <a:pt x="110625" y="805321"/>
                  </a:lnTo>
                  <a:lnTo>
                    <a:pt x="142632" y="794214"/>
                  </a:lnTo>
                  <a:lnTo>
                    <a:pt x="140886" y="788456"/>
                  </a:lnTo>
                  <a:lnTo>
                    <a:pt x="122996" y="785095"/>
                  </a:lnTo>
                  <a:lnTo>
                    <a:pt x="106572" y="781179"/>
                  </a:lnTo>
                  <a:lnTo>
                    <a:pt x="72202" y="779969"/>
                  </a:lnTo>
                  <a:lnTo>
                    <a:pt x="64925" y="773902"/>
                  </a:lnTo>
                  <a:lnTo>
                    <a:pt x="77959" y="764135"/>
                  </a:lnTo>
                  <a:lnTo>
                    <a:pt x="104523" y="751826"/>
                  </a:lnTo>
                  <a:lnTo>
                    <a:pt x="108726" y="742993"/>
                  </a:lnTo>
                  <a:lnTo>
                    <a:pt x="105241" y="735217"/>
                  </a:lnTo>
                  <a:lnTo>
                    <a:pt x="99293" y="727617"/>
                  </a:lnTo>
                  <a:lnTo>
                    <a:pt x="96105" y="719310"/>
                  </a:lnTo>
                  <a:lnTo>
                    <a:pt x="100347" y="712419"/>
                  </a:lnTo>
                  <a:lnTo>
                    <a:pt x="99345" y="705574"/>
                  </a:lnTo>
                  <a:lnTo>
                    <a:pt x="96756" y="698270"/>
                  </a:lnTo>
                  <a:lnTo>
                    <a:pt x="96370" y="692105"/>
                  </a:lnTo>
                  <a:lnTo>
                    <a:pt x="96354" y="691857"/>
                  </a:lnTo>
                  <a:lnTo>
                    <a:pt x="96238" y="690001"/>
                  </a:lnTo>
                  <a:lnTo>
                    <a:pt x="1164114" y="690001"/>
                  </a:lnTo>
                  <a:lnTo>
                    <a:pt x="1010465" y="715970"/>
                  </a:lnTo>
                  <a:lnTo>
                    <a:pt x="962697" y="723210"/>
                  </a:lnTo>
                  <a:lnTo>
                    <a:pt x="915217" y="731420"/>
                  </a:lnTo>
                  <a:lnTo>
                    <a:pt x="774978" y="757309"/>
                  </a:lnTo>
                  <a:lnTo>
                    <a:pt x="729123" y="764842"/>
                  </a:lnTo>
                  <a:lnTo>
                    <a:pt x="683793" y="771068"/>
                  </a:lnTo>
                  <a:lnTo>
                    <a:pt x="632714" y="782358"/>
                  </a:lnTo>
                  <a:lnTo>
                    <a:pt x="582661" y="791487"/>
                  </a:lnTo>
                  <a:lnTo>
                    <a:pt x="533942" y="799091"/>
                  </a:lnTo>
                  <a:lnTo>
                    <a:pt x="441734" y="812275"/>
                  </a:lnTo>
                  <a:lnTo>
                    <a:pt x="398857" y="819129"/>
                  </a:lnTo>
                  <a:lnTo>
                    <a:pt x="120870" y="865987"/>
                  </a:lnTo>
                  <a:close/>
                </a:path>
              </a:pathLst>
            </a:custGeom>
            <a:solidFill>
              <a:srgbClr val="D0C2F5">
                <a:alpha val="34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195329" y="3853152"/>
            <a:ext cx="3498850" cy="249428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 marR="5080" algn="ctr">
              <a:lnSpc>
                <a:spcPts val="2400"/>
              </a:lnSpc>
              <a:spcBef>
                <a:spcPts val="380"/>
              </a:spcBef>
            </a:pPr>
            <a:r>
              <a:rPr sz="2200" dirty="0">
                <a:solidFill>
                  <a:srgbClr val="3B0A85"/>
                </a:solidFill>
                <a:latin typeface="Trebuchet MS"/>
                <a:cs typeface="Trebuchet MS"/>
              </a:rPr>
              <a:t>Present</a:t>
            </a:r>
            <a:r>
              <a:rPr sz="2200" spc="7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200" dirty="0">
                <a:solidFill>
                  <a:srgbClr val="3B0A85"/>
                </a:solidFill>
                <a:latin typeface="Trebuchet MS"/>
                <a:cs typeface="Trebuchet MS"/>
              </a:rPr>
              <a:t>findings</a:t>
            </a:r>
            <a:r>
              <a:rPr sz="2200" spc="7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200" dirty="0">
                <a:solidFill>
                  <a:srgbClr val="3B0A85"/>
                </a:solidFill>
                <a:latin typeface="Trebuchet MS"/>
                <a:cs typeface="Trebuchet MS"/>
              </a:rPr>
              <a:t>that</a:t>
            </a:r>
            <a:r>
              <a:rPr sz="2200" spc="8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200" spc="-25" dirty="0">
                <a:solidFill>
                  <a:srgbClr val="3B0A85"/>
                </a:solidFill>
                <a:latin typeface="Trebuchet MS"/>
                <a:cs typeface="Trebuchet MS"/>
              </a:rPr>
              <a:t>are </a:t>
            </a:r>
            <a:r>
              <a:rPr sz="2200" spc="-20" dirty="0">
                <a:solidFill>
                  <a:srgbClr val="3B0A85"/>
                </a:solidFill>
                <a:latin typeface="Trebuchet MS"/>
                <a:cs typeface="Trebuchet MS"/>
              </a:rPr>
              <a:t>relevant</a:t>
            </a:r>
            <a:r>
              <a:rPr sz="2200" spc="-4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200" dirty="0">
                <a:solidFill>
                  <a:srgbClr val="3B0A85"/>
                </a:solidFill>
                <a:latin typeface="Trebuchet MS"/>
                <a:cs typeface="Trebuchet MS"/>
              </a:rPr>
              <a:t>for</a:t>
            </a:r>
            <a:r>
              <a:rPr sz="2200" spc="-4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200" dirty="0">
                <a:solidFill>
                  <a:srgbClr val="3B0A85"/>
                </a:solidFill>
                <a:latin typeface="Trebuchet MS"/>
                <a:cs typeface="Trebuchet MS"/>
              </a:rPr>
              <a:t>your</a:t>
            </a:r>
            <a:r>
              <a:rPr sz="2200" spc="-3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200" dirty="0">
                <a:solidFill>
                  <a:srgbClr val="3B0A85"/>
                </a:solidFill>
                <a:latin typeface="Trebuchet MS"/>
                <a:cs typeface="Trebuchet MS"/>
              </a:rPr>
              <a:t>own</a:t>
            </a:r>
            <a:r>
              <a:rPr sz="2200" spc="-4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200" spc="200" dirty="0">
                <a:solidFill>
                  <a:srgbClr val="3B0A85"/>
                </a:solidFill>
                <a:latin typeface="Trebuchet MS"/>
                <a:cs typeface="Trebuchet MS"/>
              </a:rPr>
              <a:t>Co- </a:t>
            </a:r>
            <a:r>
              <a:rPr sz="2200" dirty="0">
                <a:solidFill>
                  <a:srgbClr val="3B0A85"/>
                </a:solidFill>
                <a:latin typeface="Trebuchet MS"/>
                <a:cs typeface="Trebuchet MS"/>
              </a:rPr>
              <a:t>Creating </a:t>
            </a:r>
            <a:r>
              <a:rPr sz="2200" spc="65" dirty="0">
                <a:solidFill>
                  <a:srgbClr val="3B0A85"/>
                </a:solidFill>
                <a:latin typeface="Trebuchet MS"/>
                <a:cs typeface="Trebuchet MS"/>
              </a:rPr>
              <a:t>Our</a:t>
            </a:r>
            <a:r>
              <a:rPr sz="220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200" spc="60" dirty="0">
                <a:solidFill>
                  <a:srgbClr val="3B0A85"/>
                </a:solidFill>
                <a:latin typeface="Trebuchet MS"/>
                <a:cs typeface="Trebuchet MS"/>
              </a:rPr>
              <a:t>City</a:t>
            </a:r>
            <a:r>
              <a:rPr sz="220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200" spc="-10" dirty="0">
                <a:solidFill>
                  <a:srgbClr val="3B0A85"/>
                </a:solidFill>
                <a:latin typeface="Trebuchet MS"/>
                <a:cs typeface="Trebuchet MS"/>
              </a:rPr>
              <a:t>project </a:t>
            </a:r>
            <a:r>
              <a:rPr sz="2200" spc="70" dirty="0">
                <a:solidFill>
                  <a:srgbClr val="3B0A85"/>
                </a:solidFill>
                <a:latin typeface="Trebuchet MS"/>
                <a:cs typeface="Trebuchet MS"/>
              </a:rPr>
              <a:t>and</a:t>
            </a:r>
            <a:r>
              <a:rPr sz="2200" spc="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200" dirty="0">
                <a:solidFill>
                  <a:srgbClr val="3B0A85"/>
                </a:solidFill>
                <a:latin typeface="Trebuchet MS"/>
                <a:cs typeface="Trebuchet MS"/>
              </a:rPr>
              <a:t>provide</a:t>
            </a:r>
            <a:r>
              <a:rPr sz="2200" spc="1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200" dirty="0">
                <a:solidFill>
                  <a:srgbClr val="3B0A85"/>
                </a:solidFill>
                <a:latin typeface="Trebuchet MS"/>
                <a:cs typeface="Trebuchet MS"/>
              </a:rPr>
              <a:t>an</a:t>
            </a:r>
            <a:r>
              <a:rPr sz="2200" spc="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200" dirty="0">
                <a:solidFill>
                  <a:srgbClr val="3B0A85"/>
                </a:solidFill>
                <a:latin typeface="Trebuchet MS"/>
                <a:cs typeface="Trebuchet MS"/>
              </a:rPr>
              <a:t>overview</a:t>
            </a:r>
            <a:r>
              <a:rPr sz="2200" spc="1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200" spc="-25" dirty="0">
                <a:solidFill>
                  <a:srgbClr val="3B0A85"/>
                </a:solidFill>
                <a:latin typeface="Trebuchet MS"/>
                <a:cs typeface="Trebuchet MS"/>
              </a:rPr>
              <a:t>of </a:t>
            </a:r>
            <a:r>
              <a:rPr sz="2200" dirty="0">
                <a:solidFill>
                  <a:srgbClr val="3B0A85"/>
                </a:solidFill>
                <a:latin typeface="Trebuchet MS"/>
                <a:cs typeface="Trebuchet MS"/>
              </a:rPr>
              <a:t>the</a:t>
            </a:r>
            <a:r>
              <a:rPr sz="2200" spc="-7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200" dirty="0">
                <a:solidFill>
                  <a:srgbClr val="3B0A85"/>
                </a:solidFill>
                <a:latin typeface="Trebuchet MS"/>
                <a:cs typeface="Trebuchet MS"/>
              </a:rPr>
              <a:t>existing</a:t>
            </a:r>
            <a:r>
              <a:rPr sz="2200" spc="-7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200" dirty="0">
                <a:solidFill>
                  <a:srgbClr val="3B0A85"/>
                </a:solidFill>
                <a:latin typeface="Trebuchet MS"/>
                <a:cs typeface="Trebuchet MS"/>
              </a:rPr>
              <a:t>research.</a:t>
            </a:r>
            <a:r>
              <a:rPr sz="2200" spc="-7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200" spc="-25" dirty="0">
                <a:solidFill>
                  <a:srgbClr val="3B0A85"/>
                </a:solidFill>
                <a:latin typeface="Trebuchet MS"/>
                <a:cs typeface="Trebuchet MS"/>
              </a:rPr>
              <a:t>In </a:t>
            </a:r>
            <a:r>
              <a:rPr sz="2200" spc="-30" dirty="0">
                <a:solidFill>
                  <a:srgbClr val="3B0A85"/>
                </a:solidFill>
                <a:latin typeface="Trebuchet MS"/>
                <a:cs typeface="Trebuchet MS"/>
              </a:rPr>
              <a:t>Charlotte,</a:t>
            </a:r>
            <a:r>
              <a:rPr sz="2200" spc="-5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200" dirty="0">
                <a:solidFill>
                  <a:srgbClr val="3B0A85"/>
                </a:solidFill>
                <a:latin typeface="Trebuchet MS"/>
                <a:cs typeface="Trebuchet MS"/>
              </a:rPr>
              <a:t>NC,</a:t>
            </a:r>
            <a:r>
              <a:rPr sz="2200" spc="-5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200" dirty="0">
                <a:solidFill>
                  <a:srgbClr val="3B0A85"/>
                </a:solidFill>
                <a:latin typeface="Trebuchet MS"/>
                <a:cs typeface="Trebuchet MS"/>
              </a:rPr>
              <a:t>we</a:t>
            </a:r>
            <a:r>
              <a:rPr sz="2200" spc="-5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200" dirty="0">
                <a:solidFill>
                  <a:srgbClr val="3B0A85"/>
                </a:solidFill>
                <a:latin typeface="Trebuchet MS"/>
                <a:cs typeface="Trebuchet MS"/>
              </a:rPr>
              <a:t>looked</a:t>
            </a:r>
            <a:r>
              <a:rPr sz="2200" spc="-4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200" spc="-35" dirty="0">
                <a:solidFill>
                  <a:srgbClr val="3B0A85"/>
                </a:solidFill>
                <a:latin typeface="Trebuchet MS"/>
                <a:cs typeface="Trebuchet MS"/>
              </a:rPr>
              <a:t>at </a:t>
            </a:r>
            <a:r>
              <a:rPr sz="2200" dirty="0">
                <a:solidFill>
                  <a:srgbClr val="3B0A85"/>
                </a:solidFill>
                <a:latin typeface="Trebuchet MS"/>
                <a:cs typeface="Trebuchet MS"/>
              </a:rPr>
              <a:t>Tufts</a:t>
            </a:r>
            <a:r>
              <a:rPr sz="2200" spc="-3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200" dirty="0">
                <a:solidFill>
                  <a:srgbClr val="3B0A85"/>
                </a:solidFill>
                <a:latin typeface="Trebuchet MS"/>
                <a:cs typeface="Trebuchet MS"/>
              </a:rPr>
              <a:t>University</a:t>
            </a:r>
            <a:r>
              <a:rPr sz="2200" spc="-3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200" spc="-20" dirty="0">
                <a:solidFill>
                  <a:srgbClr val="3B0A85"/>
                </a:solidFill>
                <a:latin typeface="Trebuchet MS"/>
                <a:cs typeface="Trebuchet MS"/>
              </a:rPr>
              <a:t>Youth </a:t>
            </a:r>
            <a:r>
              <a:rPr sz="2200" spc="50" dirty="0">
                <a:solidFill>
                  <a:srgbClr val="3B0A85"/>
                </a:solidFill>
                <a:latin typeface="Trebuchet MS"/>
                <a:cs typeface="Trebuchet MS"/>
              </a:rPr>
              <a:t>Engagement</a:t>
            </a:r>
            <a:r>
              <a:rPr sz="2200" spc="-6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200" spc="-20" dirty="0">
                <a:solidFill>
                  <a:srgbClr val="3B0A85"/>
                </a:solidFill>
                <a:latin typeface="Trebuchet MS"/>
                <a:cs typeface="Trebuchet MS"/>
              </a:rPr>
              <a:t>data.</a:t>
            </a:r>
            <a:endParaRPr sz="2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D0C2F5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18260" y="1401306"/>
            <a:ext cx="11344273" cy="849629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 rot="21540000">
            <a:off x="1005371" y="744087"/>
            <a:ext cx="4051305" cy="704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450"/>
              </a:lnSpc>
            </a:pPr>
            <a:r>
              <a:rPr sz="8325" spc="135" baseline="-1501" dirty="0">
                <a:solidFill>
                  <a:srgbClr val="3B0A85"/>
                </a:solidFill>
                <a:latin typeface="Arial MT"/>
                <a:cs typeface="Arial MT"/>
              </a:rPr>
              <a:t>W</a:t>
            </a:r>
            <a:r>
              <a:rPr sz="5550" spc="90" dirty="0">
                <a:solidFill>
                  <a:srgbClr val="3B0A85"/>
                </a:solidFill>
                <a:latin typeface="Arial MT"/>
                <a:cs typeface="Arial MT"/>
              </a:rPr>
              <a:t>RIT</a:t>
            </a:r>
            <a:r>
              <a:rPr sz="8325" spc="135" baseline="1001" dirty="0">
                <a:solidFill>
                  <a:srgbClr val="3B0A85"/>
                </a:solidFill>
                <a:latin typeface="Arial MT"/>
                <a:cs typeface="Arial MT"/>
              </a:rPr>
              <a:t>IN</a:t>
            </a:r>
            <a:r>
              <a:rPr sz="8325" spc="135" baseline="2002" dirty="0">
                <a:solidFill>
                  <a:srgbClr val="3B0A85"/>
                </a:solidFill>
                <a:latin typeface="Arial MT"/>
                <a:cs typeface="Arial MT"/>
              </a:rPr>
              <a:t>G</a:t>
            </a:r>
            <a:r>
              <a:rPr sz="8325" spc="232" baseline="2002" dirty="0">
                <a:solidFill>
                  <a:srgbClr val="3B0A85"/>
                </a:solidFill>
                <a:latin typeface="Arial MT"/>
                <a:cs typeface="Arial MT"/>
              </a:rPr>
              <a:t> </a:t>
            </a:r>
            <a:r>
              <a:rPr sz="8325" spc="644" baseline="3003" dirty="0">
                <a:solidFill>
                  <a:srgbClr val="3B0A85"/>
                </a:solidFill>
                <a:latin typeface="Arial MT"/>
                <a:cs typeface="Arial MT"/>
              </a:rPr>
              <a:t>A</a:t>
            </a:r>
            <a:endParaRPr sz="8325" baseline="3003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 rot="21540000">
            <a:off x="1032405" y="1564584"/>
            <a:ext cx="3911954" cy="704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230"/>
              </a:lnSpc>
            </a:pPr>
            <a:r>
              <a:rPr sz="8325" spc="-127" baseline="-4004" dirty="0">
                <a:solidFill>
                  <a:srgbClr val="3B0A85"/>
                </a:solidFill>
                <a:latin typeface="Arial MT"/>
                <a:cs typeface="Arial MT"/>
              </a:rPr>
              <a:t>R</a:t>
            </a:r>
            <a:r>
              <a:rPr sz="8325" spc="-127" baseline="-3003" dirty="0">
                <a:solidFill>
                  <a:srgbClr val="3B0A85"/>
                </a:solidFill>
                <a:latin typeface="Arial MT"/>
                <a:cs typeface="Arial MT"/>
              </a:rPr>
              <a:t>E</a:t>
            </a:r>
            <a:r>
              <a:rPr sz="8325" spc="-127" baseline="-2502" dirty="0">
                <a:solidFill>
                  <a:srgbClr val="3B0A85"/>
                </a:solidFill>
                <a:latin typeface="Arial MT"/>
                <a:cs typeface="Arial MT"/>
              </a:rPr>
              <a:t>S</a:t>
            </a:r>
            <a:r>
              <a:rPr sz="8325" spc="-127" baseline="-2002" dirty="0">
                <a:solidFill>
                  <a:srgbClr val="3B0A85"/>
                </a:solidFill>
                <a:latin typeface="Arial MT"/>
                <a:cs typeface="Arial MT"/>
              </a:rPr>
              <a:t>E</a:t>
            </a:r>
            <a:r>
              <a:rPr sz="8325" spc="-127" baseline="-1501" dirty="0">
                <a:solidFill>
                  <a:srgbClr val="3B0A85"/>
                </a:solidFill>
                <a:latin typeface="Arial MT"/>
                <a:cs typeface="Arial MT"/>
              </a:rPr>
              <a:t>A</a:t>
            </a:r>
            <a:r>
              <a:rPr sz="5550" spc="-85" dirty="0">
                <a:solidFill>
                  <a:srgbClr val="3B0A85"/>
                </a:solidFill>
                <a:latin typeface="Arial MT"/>
                <a:cs typeface="Arial MT"/>
              </a:rPr>
              <a:t>RCH</a:t>
            </a:r>
            <a:endParaRPr sz="555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 rot="21540000">
            <a:off x="1058475" y="2386364"/>
            <a:ext cx="3676137" cy="704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355"/>
              </a:lnSpc>
            </a:pPr>
            <a:r>
              <a:rPr sz="8325" spc="-127" baseline="-2502" dirty="0">
                <a:solidFill>
                  <a:srgbClr val="3B0A85"/>
                </a:solidFill>
                <a:latin typeface="Arial MT"/>
                <a:cs typeface="Arial MT"/>
              </a:rPr>
              <a:t>Q</a:t>
            </a:r>
            <a:r>
              <a:rPr sz="8325" spc="-127" baseline="-2002" dirty="0">
                <a:solidFill>
                  <a:srgbClr val="3B0A85"/>
                </a:solidFill>
                <a:latin typeface="Arial MT"/>
                <a:cs typeface="Arial MT"/>
              </a:rPr>
              <a:t>U</a:t>
            </a:r>
            <a:r>
              <a:rPr sz="8325" spc="-127" baseline="-1001" dirty="0">
                <a:solidFill>
                  <a:srgbClr val="3B0A85"/>
                </a:solidFill>
                <a:latin typeface="Arial MT"/>
                <a:cs typeface="Arial MT"/>
              </a:rPr>
              <a:t>E</a:t>
            </a:r>
            <a:r>
              <a:rPr sz="5550" spc="-85" dirty="0">
                <a:solidFill>
                  <a:srgbClr val="3B0A85"/>
                </a:solidFill>
                <a:latin typeface="Arial MT"/>
                <a:cs typeface="Arial MT"/>
              </a:rPr>
              <a:t>STI</a:t>
            </a:r>
            <a:r>
              <a:rPr sz="8325" spc="-127" baseline="1001" dirty="0">
                <a:solidFill>
                  <a:srgbClr val="3B0A85"/>
                </a:solidFill>
                <a:latin typeface="Arial MT"/>
                <a:cs typeface="Arial MT"/>
              </a:rPr>
              <a:t>O</a:t>
            </a:r>
            <a:r>
              <a:rPr sz="8325" spc="-127" baseline="1501" dirty="0">
                <a:solidFill>
                  <a:srgbClr val="3B0A85"/>
                </a:solidFill>
                <a:latin typeface="Arial MT"/>
                <a:cs typeface="Arial MT"/>
              </a:rPr>
              <a:t>N</a:t>
            </a:r>
            <a:endParaRPr sz="8325" baseline="1501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D0C2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416716" y="3129570"/>
            <a:ext cx="8818245" cy="61226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579245">
              <a:lnSpc>
                <a:spcPct val="125000"/>
              </a:lnSpc>
              <a:spcBef>
                <a:spcPts val="100"/>
              </a:spcBef>
            </a:pPr>
            <a:r>
              <a:rPr sz="2500" dirty="0">
                <a:latin typeface="Arial MT"/>
                <a:cs typeface="Arial MT"/>
              </a:rPr>
              <a:t>*Note</a:t>
            </a:r>
            <a:r>
              <a:rPr sz="2500" spc="-3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that</a:t>
            </a:r>
            <a:r>
              <a:rPr sz="2500" spc="-2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you</a:t>
            </a:r>
            <a:r>
              <a:rPr sz="2500" spc="-2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are</a:t>
            </a:r>
            <a:r>
              <a:rPr sz="2500" spc="-2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not</a:t>
            </a:r>
            <a:r>
              <a:rPr sz="2500" spc="-2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arguing</a:t>
            </a:r>
            <a:r>
              <a:rPr sz="2500" spc="-2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anything</a:t>
            </a:r>
            <a:r>
              <a:rPr sz="2500" spc="-2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yet</a:t>
            </a:r>
            <a:r>
              <a:rPr sz="2500" spc="-2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with</a:t>
            </a:r>
            <a:r>
              <a:rPr sz="2500" spc="-30" dirty="0">
                <a:latin typeface="Arial MT"/>
                <a:cs typeface="Arial MT"/>
              </a:rPr>
              <a:t> </a:t>
            </a:r>
            <a:r>
              <a:rPr sz="2500" spc="-25" dirty="0">
                <a:latin typeface="Arial MT"/>
                <a:cs typeface="Arial MT"/>
              </a:rPr>
              <a:t>the </a:t>
            </a:r>
            <a:r>
              <a:rPr sz="2500" dirty="0">
                <a:latin typeface="Arial MT"/>
                <a:cs typeface="Arial MT"/>
              </a:rPr>
              <a:t>research</a:t>
            </a:r>
            <a:r>
              <a:rPr sz="2500" spc="-3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question.</a:t>
            </a:r>
            <a:r>
              <a:rPr sz="2500" spc="-3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It</a:t>
            </a:r>
            <a:r>
              <a:rPr sz="2500" spc="-2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is</a:t>
            </a:r>
            <a:r>
              <a:rPr sz="2500" spc="-3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just</a:t>
            </a:r>
            <a:r>
              <a:rPr sz="2500" spc="-2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a</a:t>
            </a:r>
            <a:r>
              <a:rPr sz="2500" spc="-3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format</a:t>
            </a:r>
            <a:r>
              <a:rPr sz="2500" spc="-2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to</a:t>
            </a:r>
            <a:r>
              <a:rPr sz="2500" spc="-30" dirty="0">
                <a:latin typeface="Arial MT"/>
                <a:cs typeface="Arial MT"/>
              </a:rPr>
              <a:t> </a:t>
            </a:r>
            <a:r>
              <a:rPr sz="2500" spc="-20" dirty="0">
                <a:latin typeface="Arial MT"/>
                <a:cs typeface="Arial MT"/>
              </a:rPr>
              <a:t>make</a:t>
            </a:r>
            <a:endParaRPr sz="25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2500" dirty="0">
                <a:latin typeface="Arial MT"/>
                <a:cs typeface="Arial MT"/>
              </a:rPr>
              <a:t>the</a:t>
            </a:r>
            <a:r>
              <a:rPr sz="2500" spc="-2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topic</a:t>
            </a:r>
            <a:r>
              <a:rPr sz="2500" spc="-2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more</a:t>
            </a:r>
            <a:r>
              <a:rPr sz="2500" spc="-2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specific</a:t>
            </a:r>
            <a:r>
              <a:rPr sz="2500" spc="-2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and</a:t>
            </a:r>
            <a:r>
              <a:rPr sz="2500" spc="-2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easier</a:t>
            </a:r>
            <a:r>
              <a:rPr sz="2500" spc="-2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for</a:t>
            </a:r>
            <a:r>
              <a:rPr sz="2500" spc="-2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you</a:t>
            </a:r>
            <a:r>
              <a:rPr sz="2500" spc="-2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to</a:t>
            </a:r>
            <a:r>
              <a:rPr sz="2500" spc="-25" dirty="0">
                <a:latin typeface="Arial MT"/>
                <a:cs typeface="Arial MT"/>
              </a:rPr>
              <a:t> </a:t>
            </a:r>
            <a:r>
              <a:rPr sz="2500" spc="-10" dirty="0">
                <a:latin typeface="Arial MT"/>
                <a:cs typeface="Arial MT"/>
              </a:rPr>
              <a:t>research.</a:t>
            </a:r>
            <a:endParaRPr sz="25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45"/>
              </a:spcBef>
            </a:pPr>
            <a:endParaRPr sz="2500">
              <a:latin typeface="Arial MT"/>
              <a:cs typeface="Arial MT"/>
            </a:endParaRPr>
          </a:p>
          <a:p>
            <a:pPr marL="12700" marR="1438910">
              <a:lnSpc>
                <a:spcPct val="125000"/>
              </a:lnSpc>
            </a:pPr>
            <a:r>
              <a:rPr sz="2500" dirty="0">
                <a:latin typeface="Arial MT"/>
                <a:cs typeface="Arial MT"/>
              </a:rPr>
              <a:t>Example</a:t>
            </a:r>
            <a:r>
              <a:rPr sz="2500" spc="-3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of</a:t>
            </a:r>
            <a:r>
              <a:rPr sz="2500" spc="-3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an</a:t>
            </a:r>
            <a:r>
              <a:rPr sz="2500" spc="-3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unclear</a:t>
            </a:r>
            <a:r>
              <a:rPr sz="2500" spc="-3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research</a:t>
            </a:r>
            <a:r>
              <a:rPr sz="2500" spc="-3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question:</a:t>
            </a:r>
            <a:r>
              <a:rPr sz="2500" spc="-3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How</a:t>
            </a:r>
            <a:r>
              <a:rPr sz="2500" spc="-35" dirty="0">
                <a:latin typeface="Arial MT"/>
                <a:cs typeface="Arial MT"/>
              </a:rPr>
              <a:t> </a:t>
            </a:r>
            <a:r>
              <a:rPr sz="2500" spc="-20" dirty="0">
                <a:latin typeface="Arial MT"/>
                <a:cs typeface="Arial MT"/>
              </a:rPr>
              <a:t>does </a:t>
            </a:r>
            <a:r>
              <a:rPr sz="2500" dirty="0">
                <a:latin typeface="Arial MT"/>
                <a:cs typeface="Arial MT"/>
              </a:rPr>
              <a:t>the</a:t>
            </a:r>
            <a:r>
              <a:rPr sz="2500" spc="-5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environment</a:t>
            </a:r>
            <a:r>
              <a:rPr sz="2500" spc="-4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affect</a:t>
            </a:r>
            <a:r>
              <a:rPr sz="2500" spc="-45" dirty="0">
                <a:latin typeface="Arial MT"/>
                <a:cs typeface="Arial MT"/>
              </a:rPr>
              <a:t> </a:t>
            </a:r>
            <a:r>
              <a:rPr sz="2500" spc="-10" dirty="0">
                <a:latin typeface="Arial MT"/>
                <a:cs typeface="Arial MT"/>
              </a:rPr>
              <a:t>people?</a:t>
            </a:r>
            <a:endParaRPr sz="25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20"/>
              </a:spcBef>
            </a:pPr>
            <a:endParaRPr sz="2500">
              <a:latin typeface="Arial MT"/>
              <a:cs typeface="Arial MT"/>
            </a:endParaRPr>
          </a:p>
          <a:p>
            <a:pPr marL="12700" marR="1650364">
              <a:lnSpc>
                <a:spcPct val="125000"/>
              </a:lnSpc>
            </a:pPr>
            <a:r>
              <a:rPr sz="2500" dirty="0">
                <a:latin typeface="Arial MT"/>
                <a:cs typeface="Arial MT"/>
              </a:rPr>
              <a:t>Example</a:t>
            </a:r>
            <a:r>
              <a:rPr sz="2500" spc="-3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of</a:t>
            </a:r>
            <a:r>
              <a:rPr sz="2500" spc="-3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a</a:t>
            </a:r>
            <a:r>
              <a:rPr sz="2500" spc="-3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clear</a:t>
            </a:r>
            <a:r>
              <a:rPr sz="2500" spc="-3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research</a:t>
            </a:r>
            <a:r>
              <a:rPr sz="2500" spc="-3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question:</a:t>
            </a:r>
            <a:r>
              <a:rPr sz="2500" spc="-3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How</a:t>
            </a:r>
            <a:r>
              <a:rPr sz="2500" spc="-30" dirty="0">
                <a:latin typeface="Arial MT"/>
                <a:cs typeface="Arial MT"/>
              </a:rPr>
              <a:t> </a:t>
            </a:r>
            <a:r>
              <a:rPr sz="2500" spc="-20" dirty="0">
                <a:latin typeface="Arial MT"/>
                <a:cs typeface="Arial MT"/>
              </a:rPr>
              <a:t>does </a:t>
            </a:r>
            <a:r>
              <a:rPr sz="2500" dirty="0">
                <a:latin typeface="Arial MT"/>
                <a:cs typeface="Arial MT"/>
              </a:rPr>
              <a:t>prolonged</a:t>
            </a:r>
            <a:r>
              <a:rPr sz="2500" spc="-3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exposure</a:t>
            </a:r>
            <a:r>
              <a:rPr sz="2500" spc="-2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to</a:t>
            </a:r>
            <a:r>
              <a:rPr sz="2500" spc="-2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air</a:t>
            </a:r>
            <a:r>
              <a:rPr sz="2500" spc="-2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pollution</a:t>
            </a:r>
            <a:r>
              <a:rPr sz="2500" spc="-3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in</a:t>
            </a:r>
            <a:r>
              <a:rPr sz="2500" spc="-2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urban</a:t>
            </a:r>
            <a:r>
              <a:rPr sz="2500" spc="-25" dirty="0">
                <a:latin typeface="Arial MT"/>
                <a:cs typeface="Arial MT"/>
              </a:rPr>
              <a:t> </a:t>
            </a:r>
            <a:r>
              <a:rPr sz="2500" spc="-10" dirty="0">
                <a:latin typeface="Arial MT"/>
                <a:cs typeface="Arial MT"/>
              </a:rPr>
              <a:t>areas </a:t>
            </a:r>
            <a:r>
              <a:rPr sz="2500" dirty="0">
                <a:latin typeface="Arial MT"/>
                <a:cs typeface="Arial MT"/>
              </a:rPr>
              <a:t>impact</a:t>
            </a:r>
            <a:r>
              <a:rPr sz="2500" spc="-3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the</a:t>
            </a:r>
            <a:r>
              <a:rPr sz="2500" spc="-3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respiratory</a:t>
            </a:r>
            <a:r>
              <a:rPr sz="2500" spc="-3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health</a:t>
            </a:r>
            <a:r>
              <a:rPr sz="2500" spc="-3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of</a:t>
            </a:r>
            <a:r>
              <a:rPr sz="2500" spc="-3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adults</a:t>
            </a:r>
            <a:r>
              <a:rPr sz="2500" spc="-2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aged</a:t>
            </a:r>
            <a:r>
              <a:rPr sz="2500" spc="-3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50</a:t>
            </a:r>
            <a:r>
              <a:rPr sz="2500" spc="-30" dirty="0">
                <a:latin typeface="Arial MT"/>
                <a:cs typeface="Arial MT"/>
              </a:rPr>
              <a:t> </a:t>
            </a:r>
            <a:r>
              <a:rPr sz="2500" spc="-25" dirty="0">
                <a:latin typeface="Arial MT"/>
                <a:cs typeface="Arial MT"/>
              </a:rPr>
              <a:t>and </a:t>
            </a:r>
            <a:r>
              <a:rPr sz="2500" dirty="0">
                <a:latin typeface="Arial MT"/>
                <a:cs typeface="Arial MT"/>
              </a:rPr>
              <a:t>above</a:t>
            </a:r>
            <a:r>
              <a:rPr sz="2500" spc="-2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over</a:t>
            </a:r>
            <a:r>
              <a:rPr sz="2500" spc="-1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a</a:t>
            </a:r>
            <a:r>
              <a:rPr sz="2500" spc="-15" dirty="0">
                <a:latin typeface="Arial MT"/>
                <a:cs typeface="Arial MT"/>
              </a:rPr>
              <a:t> </a:t>
            </a:r>
            <a:r>
              <a:rPr sz="2500" spc="-10" dirty="0">
                <a:latin typeface="Arial MT"/>
                <a:cs typeface="Arial MT"/>
              </a:rPr>
              <a:t>five-</a:t>
            </a:r>
            <a:r>
              <a:rPr sz="2500" dirty="0">
                <a:latin typeface="Arial MT"/>
                <a:cs typeface="Arial MT"/>
              </a:rPr>
              <a:t>year</a:t>
            </a:r>
            <a:r>
              <a:rPr sz="2500" spc="-15" dirty="0">
                <a:latin typeface="Arial MT"/>
                <a:cs typeface="Arial MT"/>
              </a:rPr>
              <a:t> </a:t>
            </a:r>
            <a:r>
              <a:rPr sz="2500" spc="-10" dirty="0">
                <a:latin typeface="Arial MT"/>
                <a:cs typeface="Arial MT"/>
              </a:rPr>
              <a:t>period?</a:t>
            </a:r>
            <a:endParaRPr sz="25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165"/>
              </a:spcBef>
            </a:pPr>
            <a:endParaRPr sz="25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000" u="sng" spc="-1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2"/>
              </a:rPr>
              <a:t>https://www.s</a:t>
            </a:r>
            <a:r>
              <a:rPr sz="2000" spc="-10" dirty="0">
                <a:latin typeface="Arial MT"/>
                <a:cs typeface="Arial MT"/>
                <a:hlinkClick r:id="rId2"/>
              </a:rPr>
              <a:t>j</a:t>
            </a:r>
            <a:r>
              <a:rPr sz="2000" u="sng" spc="-1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2"/>
              </a:rPr>
              <a:t>su.edu/writingcenter/docs/handouts/Research%20Questions.pdf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 rot="21540000">
            <a:off x="996960" y="1374520"/>
            <a:ext cx="5106379" cy="9207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830"/>
              </a:lnSpc>
            </a:pPr>
            <a:r>
              <a:rPr sz="10875" spc="-165" baseline="-3831" dirty="0">
                <a:solidFill>
                  <a:srgbClr val="3B0A85"/>
                </a:solidFill>
                <a:latin typeface="Arial MT"/>
                <a:cs typeface="Arial MT"/>
              </a:rPr>
              <a:t>R</a:t>
            </a:r>
            <a:r>
              <a:rPr sz="10875" spc="-165" baseline="-3065" dirty="0">
                <a:solidFill>
                  <a:srgbClr val="3B0A85"/>
                </a:solidFill>
                <a:latin typeface="Arial MT"/>
                <a:cs typeface="Arial MT"/>
              </a:rPr>
              <a:t>E</a:t>
            </a:r>
            <a:r>
              <a:rPr sz="10875" spc="-165" baseline="-2681" dirty="0">
                <a:solidFill>
                  <a:srgbClr val="3B0A85"/>
                </a:solidFill>
                <a:latin typeface="Arial MT"/>
                <a:cs typeface="Arial MT"/>
              </a:rPr>
              <a:t>S</a:t>
            </a:r>
            <a:r>
              <a:rPr sz="10875" spc="-165" baseline="-1915" dirty="0">
                <a:solidFill>
                  <a:srgbClr val="3B0A85"/>
                </a:solidFill>
                <a:latin typeface="Arial MT"/>
                <a:cs typeface="Arial MT"/>
              </a:rPr>
              <a:t>E</a:t>
            </a:r>
            <a:r>
              <a:rPr sz="10875" spc="-165" baseline="-1532" dirty="0">
                <a:solidFill>
                  <a:srgbClr val="3B0A85"/>
                </a:solidFill>
                <a:latin typeface="Arial MT"/>
                <a:cs typeface="Arial MT"/>
              </a:rPr>
              <a:t>A</a:t>
            </a:r>
            <a:r>
              <a:rPr sz="7250" spc="-110" dirty="0">
                <a:solidFill>
                  <a:srgbClr val="3B0A85"/>
                </a:solidFill>
                <a:latin typeface="Arial MT"/>
                <a:cs typeface="Arial MT"/>
              </a:rPr>
              <a:t>RCH</a:t>
            </a:r>
            <a:endParaRPr sz="725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 rot="21540000">
            <a:off x="1031229" y="2454273"/>
            <a:ext cx="4798194" cy="9207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875"/>
              </a:lnSpc>
            </a:pPr>
            <a:r>
              <a:rPr sz="10875" spc="-397" baseline="-3448" dirty="0">
                <a:solidFill>
                  <a:srgbClr val="3B0A85"/>
                </a:solidFill>
                <a:latin typeface="Arial MT"/>
                <a:cs typeface="Arial MT"/>
              </a:rPr>
              <a:t>Q</a:t>
            </a:r>
            <a:r>
              <a:rPr sz="10875" spc="-397" baseline="-2681" dirty="0">
                <a:solidFill>
                  <a:srgbClr val="3B0A85"/>
                </a:solidFill>
                <a:latin typeface="Arial MT"/>
                <a:cs typeface="Arial MT"/>
              </a:rPr>
              <a:t>U</a:t>
            </a:r>
            <a:r>
              <a:rPr sz="10875" spc="-397" baseline="-1915" dirty="0">
                <a:solidFill>
                  <a:srgbClr val="3B0A85"/>
                </a:solidFill>
                <a:latin typeface="Arial MT"/>
                <a:cs typeface="Arial MT"/>
              </a:rPr>
              <a:t>E</a:t>
            </a:r>
            <a:r>
              <a:rPr sz="10875" spc="-397" baseline="-1532" dirty="0">
                <a:solidFill>
                  <a:srgbClr val="3B0A85"/>
                </a:solidFill>
                <a:latin typeface="Arial MT"/>
                <a:cs typeface="Arial MT"/>
              </a:rPr>
              <a:t>S</a:t>
            </a:r>
            <a:r>
              <a:rPr sz="7250" spc="-265" dirty="0">
                <a:solidFill>
                  <a:srgbClr val="3B0A85"/>
                </a:solidFill>
                <a:latin typeface="Arial MT"/>
                <a:cs typeface="Arial MT"/>
              </a:rPr>
              <a:t>TION</a:t>
            </a:r>
            <a:endParaRPr sz="72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D0C2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16000" y="2852811"/>
            <a:ext cx="7282180" cy="276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u="heavy" spc="-1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2"/>
              </a:rPr>
              <a:t>https://www.sjsu.edu/writingcenter/docs/handouts/Research%20Questions.pdf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16000" y="5945834"/>
            <a:ext cx="7115809" cy="1254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7500"/>
              </a:lnSpc>
              <a:spcBef>
                <a:spcPts val="95"/>
              </a:spcBef>
            </a:pPr>
            <a:r>
              <a:rPr sz="2500" dirty="0">
                <a:latin typeface="Arial MT"/>
                <a:cs typeface="Arial MT"/>
              </a:rPr>
              <a:t>Example</a:t>
            </a:r>
            <a:r>
              <a:rPr sz="2500" spc="-5" dirty="0">
                <a:latin typeface="Arial MT"/>
                <a:cs typeface="Arial MT"/>
              </a:rPr>
              <a:t> </a:t>
            </a:r>
            <a:r>
              <a:rPr sz="2500" spc="-10" dirty="0">
                <a:latin typeface="Arial MT"/>
                <a:cs typeface="Arial MT"/>
              </a:rPr>
              <a:t>Non-Open-</a:t>
            </a:r>
            <a:r>
              <a:rPr sz="2500" dirty="0">
                <a:latin typeface="Arial MT"/>
                <a:cs typeface="Arial MT"/>
              </a:rPr>
              <a:t>Ended</a:t>
            </a:r>
            <a:r>
              <a:rPr sz="2500" spc="-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Research</a:t>
            </a:r>
            <a:r>
              <a:rPr sz="2500" spc="-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Question: </a:t>
            </a:r>
            <a:r>
              <a:rPr sz="2500" spc="-25" dirty="0">
                <a:latin typeface="Arial MT"/>
                <a:cs typeface="Arial MT"/>
              </a:rPr>
              <a:t>Is </a:t>
            </a:r>
            <a:r>
              <a:rPr sz="2500" dirty="0">
                <a:latin typeface="Arial MT"/>
                <a:cs typeface="Arial MT"/>
              </a:rPr>
              <a:t>Khan</a:t>
            </a:r>
            <a:r>
              <a:rPr sz="2500" spc="-1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Academy</a:t>
            </a:r>
            <a:r>
              <a:rPr sz="2500" spc="-1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beneficial</a:t>
            </a:r>
            <a:r>
              <a:rPr sz="2500" spc="-1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in</a:t>
            </a:r>
            <a:r>
              <a:rPr sz="2500" spc="-10" dirty="0">
                <a:latin typeface="Arial MT"/>
                <a:cs typeface="Arial MT"/>
              </a:rPr>
              <a:t> improving</a:t>
            </a:r>
            <a:endParaRPr sz="25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sz="2500" dirty="0">
                <a:latin typeface="Arial MT"/>
                <a:cs typeface="Arial MT"/>
              </a:rPr>
              <a:t>student</a:t>
            </a:r>
            <a:r>
              <a:rPr sz="2500" spc="-2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test</a:t>
            </a:r>
            <a:r>
              <a:rPr sz="2500" spc="-2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scores</a:t>
            </a:r>
            <a:r>
              <a:rPr sz="2500" spc="-2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in</a:t>
            </a:r>
            <a:r>
              <a:rPr sz="2500" spc="-25" dirty="0">
                <a:latin typeface="Arial MT"/>
                <a:cs typeface="Arial MT"/>
              </a:rPr>
              <a:t> </a:t>
            </a:r>
            <a:r>
              <a:rPr sz="2500" spc="-10" dirty="0">
                <a:latin typeface="Arial MT"/>
                <a:cs typeface="Arial MT"/>
              </a:rPr>
              <a:t>mathematics?</a:t>
            </a:r>
            <a:endParaRPr sz="25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16000" y="4812260"/>
            <a:ext cx="775970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600" b="1" spc="-390" dirty="0">
                <a:latin typeface="Trebuchet MS"/>
                <a:cs typeface="Trebuchet MS"/>
              </a:rPr>
              <a:t>01</a:t>
            </a:r>
            <a:endParaRPr sz="56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833585" y="4812260"/>
            <a:ext cx="6902450" cy="27978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600" b="1" spc="250" dirty="0">
                <a:latin typeface="Trebuchet MS"/>
                <a:cs typeface="Trebuchet MS"/>
              </a:rPr>
              <a:t>02</a:t>
            </a:r>
            <a:endParaRPr sz="5600">
              <a:latin typeface="Trebuchet MS"/>
              <a:cs typeface="Trebuchet MS"/>
            </a:endParaRPr>
          </a:p>
          <a:p>
            <a:pPr marL="12700" marR="5080">
              <a:lnSpc>
                <a:spcPct val="107500"/>
              </a:lnSpc>
              <a:spcBef>
                <a:spcPts val="2200"/>
              </a:spcBef>
            </a:pPr>
            <a:r>
              <a:rPr sz="2500" dirty="0">
                <a:latin typeface="Arial MT"/>
                <a:cs typeface="Arial MT"/>
              </a:rPr>
              <a:t>Example</a:t>
            </a:r>
            <a:r>
              <a:rPr sz="2500" spc="-15" dirty="0">
                <a:latin typeface="Arial MT"/>
                <a:cs typeface="Arial MT"/>
              </a:rPr>
              <a:t> </a:t>
            </a:r>
            <a:r>
              <a:rPr sz="2500" spc="-10" dirty="0">
                <a:latin typeface="Arial MT"/>
                <a:cs typeface="Arial MT"/>
              </a:rPr>
              <a:t>Open-</a:t>
            </a:r>
            <a:r>
              <a:rPr sz="2500" dirty="0">
                <a:latin typeface="Arial MT"/>
                <a:cs typeface="Arial MT"/>
              </a:rPr>
              <a:t>Ended</a:t>
            </a:r>
            <a:r>
              <a:rPr sz="2500" spc="-1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Research</a:t>
            </a:r>
            <a:r>
              <a:rPr sz="2500" spc="-1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Question:</a:t>
            </a:r>
            <a:r>
              <a:rPr sz="2500" spc="-15" dirty="0">
                <a:latin typeface="Arial MT"/>
                <a:cs typeface="Arial MT"/>
              </a:rPr>
              <a:t> </a:t>
            </a:r>
            <a:r>
              <a:rPr sz="2500" spc="-25" dirty="0">
                <a:latin typeface="Arial MT"/>
                <a:cs typeface="Arial MT"/>
              </a:rPr>
              <a:t>How </a:t>
            </a:r>
            <a:r>
              <a:rPr sz="2500" dirty="0">
                <a:latin typeface="Arial MT"/>
                <a:cs typeface="Arial MT"/>
              </a:rPr>
              <a:t>does</a:t>
            </a:r>
            <a:r>
              <a:rPr sz="2500" spc="-2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student</a:t>
            </a:r>
            <a:r>
              <a:rPr sz="2500" spc="-1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use</a:t>
            </a:r>
            <a:r>
              <a:rPr sz="2500" spc="-1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of</a:t>
            </a:r>
            <a:r>
              <a:rPr sz="2500" spc="-1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Khan</a:t>
            </a:r>
            <a:r>
              <a:rPr sz="2500" spc="-1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Academy</a:t>
            </a:r>
            <a:r>
              <a:rPr sz="2500" spc="-15" dirty="0">
                <a:latin typeface="Arial MT"/>
                <a:cs typeface="Arial MT"/>
              </a:rPr>
              <a:t> </a:t>
            </a:r>
            <a:r>
              <a:rPr sz="2500" spc="-25" dirty="0">
                <a:latin typeface="Arial MT"/>
                <a:cs typeface="Arial MT"/>
              </a:rPr>
              <a:t>in </a:t>
            </a:r>
            <a:r>
              <a:rPr sz="2500" dirty="0">
                <a:latin typeface="Arial MT"/>
                <a:cs typeface="Arial MT"/>
              </a:rPr>
              <a:t>mathematics</a:t>
            </a:r>
            <a:r>
              <a:rPr sz="2500" spc="-5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improve</a:t>
            </a:r>
            <a:r>
              <a:rPr sz="2500" spc="-5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students’</a:t>
            </a:r>
            <a:r>
              <a:rPr sz="2500" spc="-4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understanding</a:t>
            </a:r>
            <a:r>
              <a:rPr sz="2500" spc="-50" dirty="0">
                <a:latin typeface="Arial MT"/>
                <a:cs typeface="Arial MT"/>
              </a:rPr>
              <a:t> </a:t>
            </a:r>
            <a:r>
              <a:rPr sz="2500" spc="-25" dirty="0">
                <a:latin typeface="Arial MT"/>
                <a:cs typeface="Arial MT"/>
              </a:rPr>
              <a:t>of </a:t>
            </a:r>
            <a:r>
              <a:rPr sz="2500" dirty="0">
                <a:latin typeface="Arial MT"/>
                <a:cs typeface="Arial MT"/>
              </a:rPr>
              <a:t>mathematical</a:t>
            </a:r>
            <a:r>
              <a:rPr sz="2500" spc="-5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concepts</a:t>
            </a:r>
            <a:r>
              <a:rPr sz="2500" spc="-4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over</a:t>
            </a:r>
            <a:r>
              <a:rPr sz="2500" spc="-35" dirty="0">
                <a:latin typeface="Arial MT"/>
                <a:cs typeface="Arial MT"/>
              </a:rPr>
              <a:t> </a:t>
            </a:r>
            <a:r>
              <a:rPr sz="2500" spc="-10" dirty="0">
                <a:latin typeface="Arial MT"/>
                <a:cs typeface="Arial MT"/>
              </a:rPr>
              <a:t>time?</a:t>
            </a:r>
            <a:endParaRPr sz="25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 rot="21540000">
            <a:off x="1019660" y="1185726"/>
            <a:ext cx="7702083" cy="704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950"/>
              </a:lnSpc>
            </a:pPr>
            <a:r>
              <a:rPr sz="8325" spc="-202" baseline="-8008" dirty="0">
                <a:solidFill>
                  <a:srgbClr val="3B0A85"/>
                </a:solidFill>
                <a:latin typeface="Arial MT"/>
                <a:cs typeface="Arial MT"/>
              </a:rPr>
              <a:t>R</a:t>
            </a:r>
            <a:r>
              <a:rPr sz="8325" spc="-202" baseline="-7007" dirty="0">
                <a:solidFill>
                  <a:srgbClr val="3B0A85"/>
                </a:solidFill>
                <a:latin typeface="Arial MT"/>
                <a:cs typeface="Arial MT"/>
              </a:rPr>
              <a:t>E</a:t>
            </a:r>
            <a:r>
              <a:rPr sz="8325" spc="-202" baseline="-6506" dirty="0">
                <a:solidFill>
                  <a:srgbClr val="3B0A85"/>
                </a:solidFill>
                <a:latin typeface="Arial MT"/>
                <a:cs typeface="Arial MT"/>
              </a:rPr>
              <a:t>S</a:t>
            </a:r>
            <a:r>
              <a:rPr sz="8325" spc="-202" baseline="-6006" dirty="0">
                <a:solidFill>
                  <a:srgbClr val="3B0A85"/>
                </a:solidFill>
                <a:latin typeface="Arial MT"/>
                <a:cs typeface="Arial MT"/>
              </a:rPr>
              <a:t>E</a:t>
            </a:r>
            <a:r>
              <a:rPr sz="8325" spc="-202" baseline="-5505" dirty="0">
                <a:solidFill>
                  <a:srgbClr val="3B0A85"/>
                </a:solidFill>
                <a:latin typeface="Arial MT"/>
                <a:cs typeface="Arial MT"/>
              </a:rPr>
              <a:t>A</a:t>
            </a:r>
            <a:r>
              <a:rPr sz="8325" spc="-202" baseline="-5005" dirty="0">
                <a:solidFill>
                  <a:srgbClr val="3B0A85"/>
                </a:solidFill>
                <a:latin typeface="Arial MT"/>
                <a:cs typeface="Arial MT"/>
              </a:rPr>
              <a:t>R</a:t>
            </a:r>
            <a:r>
              <a:rPr sz="8325" spc="-202" baseline="-4004" dirty="0">
                <a:solidFill>
                  <a:srgbClr val="3B0A85"/>
                </a:solidFill>
                <a:latin typeface="Arial MT"/>
                <a:cs typeface="Arial MT"/>
              </a:rPr>
              <a:t>C</a:t>
            </a:r>
            <a:r>
              <a:rPr sz="8325" spc="-202" baseline="-3503" dirty="0">
                <a:solidFill>
                  <a:srgbClr val="3B0A85"/>
                </a:solidFill>
                <a:latin typeface="Arial MT"/>
                <a:cs typeface="Arial MT"/>
              </a:rPr>
              <a:t>H</a:t>
            </a:r>
            <a:r>
              <a:rPr sz="8325" spc="-330" baseline="-3503" dirty="0">
                <a:solidFill>
                  <a:srgbClr val="3B0A85"/>
                </a:solidFill>
                <a:latin typeface="Arial MT"/>
                <a:cs typeface="Arial MT"/>
              </a:rPr>
              <a:t> </a:t>
            </a:r>
            <a:r>
              <a:rPr sz="8325" spc="-60" baseline="-2502" dirty="0">
                <a:solidFill>
                  <a:srgbClr val="3B0A85"/>
                </a:solidFill>
                <a:latin typeface="Arial MT"/>
                <a:cs typeface="Arial MT"/>
              </a:rPr>
              <a:t>Q</a:t>
            </a:r>
            <a:r>
              <a:rPr sz="8325" spc="-60" baseline="-2002" dirty="0">
                <a:solidFill>
                  <a:srgbClr val="3B0A85"/>
                </a:solidFill>
                <a:latin typeface="Arial MT"/>
                <a:cs typeface="Arial MT"/>
              </a:rPr>
              <a:t>U</a:t>
            </a:r>
            <a:r>
              <a:rPr sz="8325" spc="-60" baseline="-1001" dirty="0">
                <a:solidFill>
                  <a:srgbClr val="3B0A85"/>
                </a:solidFill>
                <a:latin typeface="Arial MT"/>
                <a:cs typeface="Arial MT"/>
              </a:rPr>
              <a:t>E</a:t>
            </a:r>
            <a:r>
              <a:rPr sz="5550" spc="-40" dirty="0">
                <a:solidFill>
                  <a:srgbClr val="3B0A85"/>
                </a:solidFill>
                <a:latin typeface="Arial MT"/>
                <a:cs typeface="Arial MT"/>
              </a:rPr>
              <a:t>STI</a:t>
            </a:r>
            <a:r>
              <a:rPr sz="8325" spc="-60" baseline="1001" dirty="0">
                <a:solidFill>
                  <a:srgbClr val="3B0A85"/>
                </a:solidFill>
                <a:latin typeface="Arial MT"/>
                <a:cs typeface="Arial MT"/>
              </a:rPr>
              <a:t>O</a:t>
            </a:r>
            <a:r>
              <a:rPr sz="8325" spc="-60" baseline="1501" dirty="0">
                <a:solidFill>
                  <a:srgbClr val="3B0A85"/>
                </a:solidFill>
                <a:latin typeface="Arial MT"/>
                <a:cs typeface="Arial MT"/>
              </a:rPr>
              <a:t>N</a:t>
            </a:r>
            <a:endParaRPr sz="8325" baseline="1501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 rot="21540000">
            <a:off x="1034683" y="2049968"/>
            <a:ext cx="4210838" cy="704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265"/>
              </a:lnSpc>
            </a:pPr>
            <a:r>
              <a:rPr sz="8325" spc="-75" baseline="-3503" dirty="0">
                <a:solidFill>
                  <a:srgbClr val="3B0A85"/>
                </a:solidFill>
                <a:latin typeface="Arial MT"/>
                <a:cs typeface="Arial MT"/>
              </a:rPr>
              <a:t>C</a:t>
            </a:r>
            <a:r>
              <a:rPr sz="8325" spc="-75" baseline="-3003" dirty="0">
                <a:solidFill>
                  <a:srgbClr val="3B0A85"/>
                </a:solidFill>
                <a:latin typeface="Arial MT"/>
                <a:cs typeface="Arial MT"/>
              </a:rPr>
              <a:t>O</a:t>
            </a:r>
            <a:r>
              <a:rPr sz="8325" spc="-75" baseline="-2502" dirty="0">
                <a:solidFill>
                  <a:srgbClr val="3B0A85"/>
                </a:solidFill>
                <a:latin typeface="Arial MT"/>
                <a:cs typeface="Arial MT"/>
              </a:rPr>
              <a:t>N</a:t>
            </a:r>
            <a:r>
              <a:rPr sz="8325" spc="-75" baseline="-1501" dirty="0">
                <a:solidFill>
                  <a:srgbClr val="3B0A85"/>
                </a:solidFill>
                <a:latin typeface="Arial MT"/>
                <a:cs typeface="Arial MT"/>
              </a:rPr>
              <a:t>T</a:t>
            </a:r>
            <a:r>
              <a:rPr sz="8325" spc="-75" baseline="-1001" dirty="0">
                <a:solidFill>
                  <a:srgbClr val="3B0A85"/>
                </a:solidFill>
                <a:latin typeface="Arial MT"/>
                <a:cs typeface="Arial MT"/>
              </a:rPr>
              <a:t>I</a:t>
            </a:r>
            <a:r>
              <a:rPr sz="5550" spc="-50" dirty="0">
                <a:solidFill>
                  <a:srgbClr val="3B0A85"/>
                </a:solidFill>
                <a:latin typeface="Arial MT"/>
                <a:cs typeface="Arial MT"/>
              </a:rPr>
              <a:t>NUE</a:t>
            </a:r>
            <a:r>
              <a:rPr sz="8325" spc="-75" baseline="1001" dirty="0">
                <a:solidFill>
                  <a:srgbClr val="3B0A85"/>
                </a:solidFill>
                <a:latin typeface="Arial MT"/>
                <a:cs typeface="Arial MT"/>
              </a:rPr>
              <a:t>D</a:t>
            </a:r>
            <a:endParaRPr sz="8325" baseline="1001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D0C2F5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05790" y="2671801"/>
            <a:ext cx="6953249" cy="5705474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1261060" y="3744457"/>
            <a:ext cx="3804920" cy="4114800"/>
            <a:chOff x="1261060" y="3744457"/>
            <a:chExt cx="3804920" cy="4114800"/>
          </a:xfrm>
        </p:grpSpPr>
        <p:sp>
          <p:nvSpPr>
            <p:cNvPr id="5" name="object 5"/>
            <p:cNvSpPr/>
            <p:nvPr/>
          </p:nvSpPr>
          <p:spPr>
            <a:xfrm>
              <a:off x="1261060" y="4079057"/>
              <a:ext cx="3804920" cy="3780790"/>
            </a:xfrm>
            <a:custGeom>
              <a:avLst/>
              <a:gdLst/>
              <a:ahLst/>
              <a:cxnLst/>
              <a:rect l="l" t="t" r="r" b="b"/>
              <a:pathLst>
                <a:path w="3804920" h="3780790">
                  <a:moveTo>
                    <a:pt x="3780199" y="3780199"/>
                  </a:moveTo>
                  <a:lnTo>
                    <a:pt x="0" y="3780199"/>
                  </a:lnTo>
                  <a:lnTo>
                    <a:pt x="0" y="0"/>
                  </a:lnTo>
                  <a:lnTo>
                    <a:pt x="3780199" y="0"/>
                  </a:lnTo>
                  <a:lnTo>
                    <a:pt x="3781877" y="3115"/>
                  </a:lnTo>
                  <a:lnTo>
                    <a:pt x="3788687" y="48163"/>
                  </a:lnTo>
                  <a:lnTo>
                    <a:pt x="3793823" y="105847"/>
                  </a:lnTo>
                  <a:lnTo>
                    <a:pt x="3798608" y="183693"/>
                  </a:lnTo>
                  <a:lnTo>
                    <a:pt x="3800646" y="229651"/>
                  </a:lnTo>
                  <a:lnTo>
                    <a:pt x="3802331" y="280019"/>
                  </a:lnTo>
                  <a:lnTo>
                    <a:pt x="3803573" y="334588"/>
                  </a:lnTo>
                  <a:lnTo>
                    <a:pt x="3804284" y="393146"/>
                  </a:lnTo>
                  <a:lnTo>
                    <a:pt x="3804375" y="455485"/>
                  </a:lnTo>
                  <a:lnTo>
                    <a:pt x="3803757" y="521394"/>
                  </a:lnTo>
                  <a:lnTo>
                    <a:pt x="3802342" y="590663"/>
                  </a:lnTo>
                  <a:lnTo>
                    <a:pt x="3800040" y="663083"/>
                  </a:lnTo>
                  <a:lnTo>
                    <a:pt x="3796764" y="738442"/>
                  </a:lnTo>
                  <a:lnTo>
                    <a:pt x="3792424" y="816531"/>
                  </a:lnTo>
                  <a:lnTo>
                    <a:pt x="3786932" y="897140"/>
                  </a:lnTo>
                  <a:lnTo>
                    <a:pt x="3780199" y="980059"/>
                  </a:lnTo>
                  <a:lnTo>
                    <a:pt x="3780199" y="3780199"/>
                  </a:lnTo>
                  <a:close/>
                </a:path>
              </a:pathLst>
            </a:custGeom>
            <a:solidFill>
              <a:srgbClr val="DAFF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319664" y="3744457"/>
              <a:ext cx="1922145" cy="866140"/>
            </a:xfrm>
            <a:custGeom>
              <a:avLst/>
              <a:gdLst/>
              <a:ahLst/>
              <a:cxnLst/>
              <a:rect l="l" t="t" r="r" b="b"/>
              <a:pathLst>
                <a:path w="1922145" h="866139">
                  <a:moveTo>
                    <a:pt x="1835433" y="237848"/>
                  </a:moveTo>
                  <a:lnTo>
                    <a:pt x="391192" y="237848"/>
                  </a:lnTo>
                  <a:lnTo>
                    <a:pt x="400595" y="236134"/>
                  </a:lnTo>
                  <a:lnTo>
                    <a:pt x="472207" y="223801"/>
                  </a:lnTo>
                  <a:lnTo>
                    <a:pt x="579679" y="206292"/>
                  </a:lnTo>
                  <a:lnTo>
                    <a:pt x="588429" y="205116"/>
                  </a:lnTo>
                  <a:lnTo>
                    <a:pt x="620999" y="201527"/>
                  </a:lnTo>
                  <a:lnTo>
                    <a:pt x="670932" y="194481"/>
                  </a:lnTo>
                  <a:lnTo>
                    <a:pt x="749894" y="182310"/>
                  </a:lnTo>
                  <a:lnTo>
                    <a:pt x="797549" y="174020"/>
                  </a:lnTo>
                  <a:lnTo>
                    <a:pt x="825232" y="168536"/>
                  </a:lnTo>
                  <a:lnTo>
                    <a:pt x="856547" y="161866"/>
                  </a:lnTo>
                  <a:lnTo>
                    <a:pt x="915101" y="150017"/>
                  </a:lnTo>
                  <a:lnTo>
                    <a:pt x="956565" y="139564"/>
                  </a:lnTo>
                  <a:lnTo>
                    <a:pt x="997838" y="130764"/>
                  </a:lnTo>
                  <a:lnTo>
                    <a:pt x="1039010" y="123284"/>
                  </a:lnTo>
                  <a:lnTo>
                    <a:pt x="1080174" y="116789"/>
                  </a:lnTo>
                  <a:lnTo>
                    <a:pt x="1241773" y="94919"/>
                  </a:lnTo>
                  <a:lnTo>
                    <a:pt x="1292608" y="82203"/>
                  </a:lnTo>
                  <a:lnTo>
                    <a:pt x="1342598" y="72729"/>
                  </a:lnTo>
                  <a:lnTo>
                    <a:pt x="1391373" y="65476"/>
                  </a:lnTo>
                  <a:lnTo>
                    <a:pt x="1483798" y="53561"/>
                  </a:lnTo>
                  <a:lnTo>
                    <a:pt x="1526708" y="46858"/>
                  </a:lnTo>
                  <a:lnTo>
                    <a:pt x="1641065" y="30901"/>
                  </a:lnTo>
                  <a:lnTo>
                    <a:pt x="1688532" y="22968"/>
                  </a:lnTo>
                  <a:lnTo>
                    <a:pt x="1728261" y="12872"/>
                  </a:lnTo>
                  <a:lnTo>
                    <a:pt x="1804696" y="0"/>
                  </a:lnTo>
                  <a:lnTo>
                    <a:pt x="1819617" y="88416"/>
                  </a:lnTo>
                  <a:lnTo>
                    <a:pt x="1874298" y="89630"/>
                  </a:lnTo>
                  <a:lnTo>
                    <a:pt x="1890127" y="97797"/>
                  </a:lnTo>
                  <a:lnTo>
                    <a:pt x="1886714" y="109581"/>
                  </a:lnTo>
                  <a:lnTo>
                    <a:pt x="1883692" y="121551"/>
                  </a:lnTo>
                  <a:lnTo>
                    <a:pt x="1904158" y="121551"/>
                  </a:lnTo>
                  <a:lnTo>
                    <a:pt x="1905675" y="124684"/>
                  </a:lnTo>
                  <a:lnTo>
                    <a:pt x="1896568" y="129635"/>
                  </a:lnTo>
                  <a:lnTo>
                    <a:pt x="1885185" y="134993"/>
                  </a:lnTo>
                  <a:lnTo>
                    <a:pt x="1879875" y="139349"/>
                  </a:lnTo>
                  <a:lnTo>
                    <a:pt x="1888984" y="141293"/>
                  </a:lnTo>
                  <a:lnTo>
                    <a:pt x="1918449" y="141293"/>
                  </a:lnTo>
                  <a:lnTo>
                    <a:pt x="1910711" y="147313"/>
                  </a:lnTo>
                  <a:lnTo>
                    <a:pt x="1882421" y="158330"/>
                  </a:lnTo>
                  <a:lnTo>
                    <a:pt x="1851860" y="169789"/>
                  </a:lnTo>
                  <a:lnTo>
                    <a:pt x="1834895" y="179014"/>
                  </a:lnTo>
                  <a:lnTo>
                    <a:pt x="1837744" y="184945"/>
                  </a:lnTo>
                  <a:lnTo>
                    <a:pt x="1824082" y="193719"/>
                  </a:lnTo>
                  <a:lnTo>
                    <a:pt x="1797375" y="204739"/>
                  </a:lnTo>
                  <a:lnTo>
                    <a:pt x="1761089" y="217410"/>
                  </a:lnTo>
                  <a:lnTo>
                    <a:pt x="1756817" y="224735"/>
                  </a:lnTo>
                  <a:lnTo>
                    <a:pt x="1765871" y="229842"/>
                  </a:lnTo>
                  <a:lnTo>
                    <a:pt x="1792088" y="232085"/>
                  </a:lnTo>
                  <a:lnTo>
                    <a:pt x="1838606" y="232085"/>
                  </a:lnTo>
                  <a:lnTo>
                    <a:pt x="1835433" y="237848"/>
                  </a:lnTo>
                  <a:close/>
                </a:path>
                <a:path w="1922145" h="866139">
                  <a:moveTo>
                    <a:pt x="1918449" y="141293"/>
                  </a:moveTo>
                  <a:lnTo>
                    <a:pt x="1888984" y="141293"/>
                  </a:lnTo>
                  <a:lnTo>
                    <a:pt x="1922013" y="139349"/>
                  </a:lnTo>
                  <a:lnTo>
                    <a:pt x="1920948" y="139349"/>
                  </a:lnTo>
                  <a:lnTo>
                    <a:pt x="1918449" y="141293"/>
                  </a:lnTo>
                  <a:close/>
                </a:path>
                <a:path w="1922145" h="866139">
                  <a:moveTo>
                    <a:pt x="1838606" y="232085"/>
                  </a:moveTo>
                  <a:lnTo>
                    <a:pt x="1792088" y="232085"/>
                  </a:lnTo>
                  <a:lnTo>
                    <a:pt x="1839305" y="230817"/>
                  </a:lnTo>
                  <a:lnTo>
                    <a:pt x="1838606" y="232085"/>
                  </a:lnTo>
                  <a:close/>
                </a:path>
                <a:path w="1922145" h="866139">
                  <a:moveTo>
                    <a:pt x="1831898" y="244268"/>
                  </a:moveTo>
                  <a:lnTo>
                    <a:pt x="345986" y="244268"/>
                  </a:lnTo>
                  <a:lnTo>
                    <a:pt x="380648" y="238827"/>
                  </a:lnTo>
                  <a:lnTo>
                    <a:pt x="391703" y="237415"/>
                  </a:lnTo>
                  <a:lnTo>
                    <a:pt x="391192" y="237848"/>
                  </a:lnTo>
                  <a:lnTo>
                    <a:pt x="1835433" y="237848"/>
                  </a:lnTo>
                  <a:lnTo>
                    <a:pt x="1831898" y="244268"/>
                  </a:lnTo>
                  <a:close/>
                </a:path>
                <a:path w="1922145" h="866139">
                  <a:moveTo>
                    <a:pt x="309732" y="251454"/>
                  </a:moveTo>
                  <a:lnTo>
                    <a:pt x="314329" y="250131"/>
                  </a:lnTo>
                  <a:lnTo>
                    <a:pt x="332802" y="246406"/>
                  </a:lnTo>
                  <a:lnTo>
                    <a:pt x="347232" y="243851"/>
                  </a:lnTo>
                  <a:lnTo>
                    <a:pt x="345986" y="244268"/>
                  </a:lnTo>
                  <a:lnTo>
                    <a:pt x="1831898" y="244268"/>
                  </a:lnTo>
                  <a:lnTo>
                    <a:pt x="1831128" y="245667"/>
                  </a:lnTo>
                  <a:lnTo>
                    <a:pt x="1830537" y="249749"/>
                  </a:lnTo>
                  <a:lnTo>
                    <a:pt x="322247" y="249749"/>
                  </a:lnTo>
                  <a:lnTo>
                    <a:pt x="313309" y="250905"/>
                  </a:lnTo>
                  <a:lnTo>
                    <a:pt x="309732" y="251454"/>
                  </a:lnTo>
                  <a:close/>
                </a:path>
                <a:path w="1922145" h="866139">
                  <a:moveTo>
                    <a:pt x="303462" y="253259"/>
                  </a:moveTo>
                  <a:lnTo>
                    <a:pt x="309732" y="251454"/>
                  </a:lnTo>
                  <a:lnTo>
                    <a:pt x="313309" y="250905"/>
                  </a:lnTo>
                  <a:lnTo>
                    <a:pt x="322247" y="249749"/>
                  </a:lnTo>
                  <a:lnTo>
                    <a:pt x="308070" y="252455"/>
                  </a:lnTo>
                  <a:lnTo>
                    <a:pt x="303462" y="253259"/>
                  </a:lnTo>
                  <a:close/>
                </a:path>
                <a:path w="1922145" h="866139">
                  <a:moveTo>
                    <a:pt x="1829494" y="260304"/>
                  </a:moveTo>
                  <a:lnTo>
                    <a:pt x="263093" y="260304"/>
                  </a:lnTo>
                  <a:lnTo>
                    <a:pt x="302999" y="253915"/>
                  </a:lnTo>
                  <a:lnTo>
                    <a:pt x="302010" y="253915"/>
                  </a:lnTo>
                  <a:lnTo>
                    <a:pt x="303462" y="253259"/>
                  </a:lnTo>
                  <a:lnTo>
                    <a:pt x="308070" y="252455"/>
                  </a:lnTo>
                  <a:lnTo>
                    <a:pt x="322247" y="249749"/>
                  </a:lnTo>
                  <a:lnTo>
                    <a:pt x="1830537" y="249749"/>
                  </a:lnTo>
                  <a:lnTo>
                    <a:pt x="1829116" y="259557"/>
                  </a:lnTo>
                  <a:lnTo>
                    <a:pt x="1829494" y="260304"/>
                  </a:lnTo>
                  <a:close/>
                </a:path>
                <a:path w="1922145" h="866139">
                  <a:moveTo>
                    <a:pt x="1857102" y="296774"/>
                  </a:moveTo>
                  <a:lnTo>
                    <a:pt x="45137" y="296774"/>
                  </a:lnTo>
                  <a:lnTo>
                    <a:pt x="157217" y="277853"/>
                  </a:lnTo>
                  <a:lnTo>
                    <a:pt x="220772" y="265305"/>
                  </a:lnTo>
                  <a:lnTo>
                    <a:pt x="224654" y="264758"/>
                  </a:lnTo>
                  <a:lnTo>
                    <a:pt x="309732" y="251454"/>
                  </a:lnTo>
                  <a:lnTo>
                    <a:pt x="303459" y="253259"/>
                  </a:lnTo>
                  <a:lnTo>
                    <a:pt x="263093" y="260304"/>
                  </a:lnTo>
                  <a:lnTo>
                    <a:pt x="1829494" y="260304"/>
                  </a:lnTo>
                  <a:lnTo>
                    <a:pt x="1835471" y="272095"/>
                  </a:lnTo>
                  <a:lnTo>
                    <a:pt x="1852400" y="282886"/>
                  </a:lnTo>
                  <a:lnTo>
                    <a:pt x="1856344" y="295553"/>
                  </a:lnTo>
                  <a:lnTo>
                    <a:pt x="1856432" y="295836"/>
                  </a:lnTo>
                  <a:lnTo>
                    <a:pt x="1857102" y="296774"/>
                  </a:lnTo>
                  <a:close/>
                </a:path>
                <a:path w="1922145" h="866139">
                  <a:moveTo>
                    <a:pt x="206624" y="267299"/>
                  </a:moveTo>
                  <a:lnTo>
                    <a:pt x="216655" y="265091"/>
                  </a:lnTo>
                  <a:lnTo>
                    <a:pt x="229087" y="263071"/>
                  </a:lnTo>
                  <a:lnTo>
                    <a:pt x="230088" y="263422"/>
                  </a:lnTo>
                  <a:lnTo>
                    <a:pt x="220772" y="265305"/>
                  </a:lnTo>
                  <a:lnTo>
                    <a:pt x="206624" y="267299"/>
                  </a:lnTo>
                  <a:close/>
                </a:path>
                <a:path w="1922145" h="866139">
                  <a:moveTo>
                    <a:pt x="194855" y="268633"/>
                  </a:moveTo>
                  <a:lnTo>
                    <a:pt x="219123" y="264564"/>
                  </a:lnTo>
                  <a:lnTo>
                    <a:pt x="216655" y="265091"/>
                  </a:lnTo>
                  <a:lnTo>
                    <a:pt x="194855" y="268633"/>
                  </a:lnTo>
                  <a:close/>
                </a:path>
                <a:path w="1922145" h="866139">
                  <a:moveTo>
                    <a:pt x="39447" y="383329"/>
                  </a:moveTo>
                  <a:lnTo>
                    <a:pt x="29849" y="374165"/>
                  </a:lnTo>
                  <a:lnTo>
                    <a:pt x="39831" y="362333"/>
                  </a:lnTo>
                  <a:lnTo>
                    <a:pt x="47885" y="350676"/>
                  </a:lnTo>
                  <a:lnTo>
                    <a:pt x="32499" y="342038"/>
                  </a:lnTo>
                  <a:lnTo>
                    <a:pt x="41947" y="327108"/>
                  </a:lnTo>
                  <a:lnTo>
                    <a:pt x="35589" y="315102"/>
                  </a:lnTo>
                  <a:lnTo>
                    <a:pt x="25916" y="306085"/>
                  </a:lnTo>
                  <a:lnTo>
                    <a:pt x="25417" y="300124"/>
                  </a:lnTo>
                  <a:lnTo>
                    <a:pt x="15040" y="293386"/>
                  </a:lnTo>
                  <a:lnTo>
                    <a:pt x="17900" y="292418"/>
                  </a:lnTo>
                  <a:lnTo>
                    <a:pt x="33271" y="293823"/>
                  </a:lnTo>
                  <a:lnTo>
                    <a:pt x="60293" y="294198"/>
                  </a:lnTo>
                  <a:lnTo>
                    <a:pt x="45137" y="296774"/>
                  </a:lnTo>
                  <a:lnTo>
                    <a:pt x="1857102" y="296774"/>
                  </a:lnTo>
                  <a:lnTo>
                    <a:pt x="1865111" y="307975"/>
                  </a:lnTo>
                  <a:lnTo>
                    <a:pt x="1871010" y="320531"/>
                  </a:lnTo>
                  <a:lnTo>
                    <a:pt x="1866698" y="334733"/>
                  </a:lnTo>
                  <a:lnTo>
                    <a:pt x="1879289" y="345982"/>
                  </a:lnTo>
                  <a:lnTo>
                    <a:pt x="1890021" y="357405"/>
                  </a:lnTo>
                  <a:lnTo>
                    <a:pt x="1889905" y="370499"/>
                  </a:lnTo>
                  <a:lnTo>
                    <a:pt x="1874428" y="383110"/>
                  </a:lnTo>
                  <a:lnTo>
                    <a:pt x="75652" y="383110"/>
                  </a:lnTo>
                  <a:lnTo>
                    <a:pt x="39447" y="383329"/>
                  </a:lnTo>
                  <a:close/>
                </a:path>
                <a:path w="1922145" h="866139">
                  <a:moveTo>
                    <a:pt x="60437" y="294198"/>
                  </a:moveTo>
                  <a:lnTo>
                    <a:pt x="60293" y="294198"/>
                  </a:lnTo>
                  <a:lnTo>
                    <a:pt x="62518" y="293823"/>
                  </a:lnTo>
                  <a:lnTo>
                    <a:pt x="60437" y="294198"/>
                  </a:lnTo>
                  <a:close/>
                </a:path>
                <a:path w="1922145" h="866139">
                  <a:moveTo>
                    <a:pt x="59536" y="406580"/>
                  </a:moveTo>
                  <a:lnTo>
                    <a:pt x="76723" y="396151"/>
                  </a:lnTo>
                  <a:lnTo>
                    <a:pt x="85086" y="387856"/>
                  </a:lnTo>
                  <a:lnTo>
                    <a:pt x="75652" y="383110"/>
                  </a:lnTo>
                  <a:lnTo>
                    <a:pt x="1874428" y="383110"/>
                  </a:lnTo>
                  <a:lnTo>
                    <a:pt x="1869950" y="386759"/>
                  </a:lnTo>
                  <a:lnTo>
                    <a:pt x="1859073" y="404278"/>
                  </a:lnTo>
                  <a:lnTo>
                    <a:pt x="97236" y="404278"/>
                  </a:lnTo>
                  <a:lnTo>
                    <a:pt x="59536" y="406580"/>
                  </a:lnTo>
                  <a:close/>
                </a:path>
                <a:path w="1922145" h="866139">
                  <a:moveTo>
                    <a:pt x="29896" y="551400"/>
                  </a:moveTo>
                  <a:lnTo>
                    <a:pt x="22003" y="548274"/>
                  </a:lnTo>
                  <a:lnTo>
                    <a:pt x="35182" y="541582"/>
                  </a:lnTo>
                  <a:lnTo>
                    <a:pt x="59580" y="532990"/>
                  </a:lnTo>
                  <a:lnTo>
                    <a:pt x="62162" y="528062"/>
                  </a:lnTo>
                  <a:lnTo>
                    <a:pt x="69842" y="522261"/>
                  </a:lnTo>
                  <a:lnTo>
                    <a:pt x="72903" y="517237"/>
                  </a:lnTo>
                  <a:lnTo>
                    <a:pt x="61629" y="514639"/>
                  </a:lnTo>
                  <a:lnTo>
                    <a:pt x="80821" y="505397"/>
                  </a:lnTo>
                  <a:lnTo>
                    <a:pt x="75645" y="500282"/>
                  </a:lnTo>
                  <a:lnTo>
                    <a:pt x="41942" y="494061"/>
                  </a:lnTo>
                  <a:lnTo>
                    <a:pt x="38291" y="488767"/>
                  </a:lnTo>
                  <a:lnTo>
                    <a:pt x="60026" y="479228"/>
                  </a:lnTo>
                  <a:lnTo>
                    <a:pt x="48667" y="476769"/>
                  </a:lnTo>
                  <a:lnTo>
                    <a:pt x="57615" y="470915"/>
                  </a:lnTo>
                  <a:lnTo>
                    <a:pt x="63214" y="465655"/>
                  </a:lnTo>
                  <a:lnTo>
                    <a:pt x="41808" y="464975"/>
                  </a:lnTo>
                  <a:lnTo>
                    <a:pt x="41542" y="461756"/>
                  </a:lnTo>
                  <a:lnTo>
                    <a:pt x="41463" y="460795"/>
                  </a:lnTo>
                  <a:lnTo>
                    <a:pt x="39681" y="456896"/>
                  </a:lnTo>
                  <a:lnTo>
                    <a:pt x="41056" y="452503"/>
                  </a:lnTo>
                  <a:lnTo>
                    <a:pt x="50182" y="446846"/>
                  </a:lnTo>
                  <a:lnTo>
                    <a:pt x="47158" y="441653"/>
                  </a:lnTo>
                  <a:lnTo>
                    <a:pt x="48272" y="436039"/>
                  </a:lnTo>
                  <a:lnTo>
                    <a:pt x="50364" y="430516"/>
                  </a:lnTo>
                  <a:lnTo>
                    <a:pt x="50271" y="425599"/>
                  </a:lnTo>
                  <a:lnTo>
                    <a:pt x="78665" y="416126"/>
                  </a:lnTo>
                  <a:lnTo>
                    <a:pt x="98967" y="408239"/>
                  </a:lnTo>
                  <a:lnTo>
                    <a:pt x="97236" y="404278"/>
                  </a:lnTo>
                  <a:lnTo>
                    <a:pt x="1859073" y="404278"/>
                  </a:lnTo>
                  <a:lnTo>
                    <a:pt x="1844108" y="428383"/>
                  </a:lnTo>
                  <a:lnTo>
                    <a:pt x="1851593" y="461756"/>
                  </a:lnTo>
                  <a:lnTo>
                    <a:pt x="1873601" y="489334"/>
                  </a:lnTo>
                  <a:lnTo>
                    <a:pt x="1891330" y="513570"/>
                  </a:lnTo>
                  <a:lnTo>
                    <a:pt x="1897365" y="549293"/>
                  </a:lnTo>
                  <a:lnTo>
                    <a:pt x="68711" y="549293"/>
                  </a:lnTo>
                  <a:lnTo>
                    <a:pt x="29896" y="551400"/>
                  </a:lnTo>
                  <a:close/>
                </a:path>
                <a:path w="1922145" h="866139">
                  <a:moveTo>
                    <a:pt x="20027" y="599726"/>
                  </a:moveTo>
                  <a:lnTo>
                    <a:pt x="25350" y="594890"/>
                  </a:lnTo>
                  <a:lnTo>
                    <a:pt x="73166" y="583056"/>
                  </a:lnTo>
                  <a:lnTo>
                    <a:pt x="48893" y="578726"/>
                  </a:lnTo>
                  <a:lnTo>
                    <a:pt x="42877" y="571169"/>
                  </a:lnTo>
                  <a:lnTo>
                    <a:pt x="50892" y="561114"/>
                  </a:lnTo>
                  <a:lnTo>
                    <a:pt x="68711" y="549293"/>
                  </a:lnTo>
                  <a:lnTo>
                    <a:pt x="1897365" y="549293"/>
                  </a:lnTo>
                  <a:lnTo>
                    <a:pt x="1900149" y="565773"/>
                  </a:lnTo>
                  <a:lnTo>
                    <a:pt x="1900060" y="565952"/>
                  </a:lnTo>
                  <a:lnTo>
                    <a:pt x="1824210" y="578726"/>
                  </a:lnTo>
                  <a:lnTo>
                    <a:pt x="1783170" y="584692"/>
                  </a:lnTo>
                  <a:lnTo>
                    <a:pt x="1719907" y="595617"/>
                  </a:lnTo>
                  <a:lnTo>
                    <a:pt x="93699" y="595617"/>
                  </a:lnTo>
                  <a:lnTo>
                    <a:pt x="47302" y="599296"/>
                  </a:lnTo>
                  <a:lnTo>
                    <a:pt x="51621" y="599296"/>
                  </a:lnTo>
                  <a:lnTo>
                    <a:pt x="20027" y="599726"/>
                  </a:lnTo>
                  <a:close/>
                </a:path>
                <a:path w="1922145" h="866139">
                  <a:moveTo>
                    <a:pt x="18431" y="660636"/>
                  </a:moveTo>
                  <a:lnTo>
                    <a:pt x="0" y="658794"/>
                  </a:lnTo>
                  <a:lnTo>
                    <a:pt x="3174" y="653302"/>
                  </a:lnTo>
                  <a:lnTo>
                    <a:pt x="1275" y="648666"/>
                  </a:lnTo>
                  <a:lnTo>
                    <a:pt x="1574" y="643705"/>
                  </a:lnTo>
                  <a:lnTo>
                    <a:pt x="12794" y="636941"/>
                  </a:lnTo>
                  <a:lnTo>
                    <a:pt x="38287" y="627821"/>
                  </a:lnTo>
                  <a:lnTo>
                    <a:pt x="81406" y="615794"/>
                  </a:lnTo>
                  <a:lnTo>
                    <a:pt x="87047" y="610161"/>
                  </a:lnTo>
                  <a:lnTo>
                    <a:pt x="94000" y="604403"/>
                  </a:lnTo>
                  <a:lnTo>
                    <a:pt x="97729" y="599296"/>
                  </a:lnTo>
                  <a:lnTo>
                    <a:pt x="93699" y="595617"/>
                  </a:lnTo>
                  <a:lnTo>
                    <a:pt x="1719907" y="595617"/>
                  </a:lnTo>
                  <a:lnTo>
                    <a:pt x="1622073" y="612810"/>
                  </a:lnTo>
                  <a:lnTo>
                    <a:pt x="1487055" y="633383"/>
                  </a:lnTo>
                  <a:lnTo>
                    <a:pt x="1438417" y="641472"/>
                  </a:lnTo>
                  <a:lnTo>
                    <a:pt x="1388365" y="650558"/>
                  </a:lnTo>
                  <a:lnTo>
                    <a:pt x="1387584" y="650716"/>
                  </a:lnTo>
                  <a:lnTo>
                    <a:pt x="156380" y="650716"/>
                  </a:lnTo>
                  <a:lnTo>
                    <a:pt x="105289" y="653735"/>
                  </a:lnTo>
                  <a:lnTo>
                    <a:pt x="85147" y="654323"/>
                  </a:lnTo>
                  <a:lnTo>
                    <a:pt x="18431" y="660636"/>
                  </a:lnTo>
                  <a:close/>
                </a:path>
                <a:path w="1922145" h="866139">
                  <a:moveTo>
                    <a:pt x="63022" y="692105"/>
                  </a:moveTo>
                  <a:lnTo>
                    <a:pt x="66406" y="687964"/>
                  </a:lnTo>
                  <a:lnTo>
                    <a:pt x="86720" y="680900"/>
                  </a:lnTo>
                  <a:lnTo>
                    <a:pt x="104290" y="674236"/>
                  </a:lnTo>
                  <a:lnTo>
                    <a:pt x="99445" y="671294"/>
                  </a:lnTo>
                  <a:lnTo>
                    <a:pt x="151593" y="659791"/>
                  </a:lnTo>
                  <a:lnTo>
                    <a:pt x="172283" y="653735"/>
                  </a:lnTo>
                  <a:lnTo>
                    <a:pt x="173636" y="653302"/>
                  </a:lnTo>
                  <a:lnTo>
                    <a:pt x="172825" y="650716"/>
                  </a:lnTo>
                  <a:lnTo>
                    <a:pt x="1387584" y="650716"/>
                  </a:lnTo>
                  <a:lnTo>
                    <a:pt x="1337137" y="660871"/>
                  </a:lnTo>
                  <a:lnTo>
                    <a:pt x="1164114" y="690001"/>
                  </a:lnTo>
                  <a:lnTo>
                    <a:pt x="96238" y="690001"/>
                  </a:lnTo>
                  <a:lnTo>
                    <a:pt x="63022" y="692105"/>
                  </a:lnTo>
                  <a:close/>
                </a:path>
                <a:path w="1922145" h="866139">
                  <a:moveTo>
                    <a:pt x="120870" y="865987"/>
                  </a:moveTo>
                  <a:lnTo>
                    <a:pt x="113788" y="824073"/>
                  </a:lnTo>
                  <a:lnTo>
                    <a:pt x="113895" y="819803"/>
                  </a:lnTo>
                  <a:lnTo>
                    <a:pt x="127340" y="812893"/>
                  </a:lnTo>
                  <a:lnTo>
                    <a:pt x="133218" y="806885"/>
                  </a:lnTo>
                  <a:lnTo>
                    <a:pt x="110625" y="805321"/>
                  </a:lnTo>
                  <a:lnTo>
                    <a:pt x="142632" y="794214"/>
                  </a:lnTo>
                  <a:lnTo>
                    <a:pt x="140886" y="788456"/>
                  </a:lnTo>
                  <a:lnTo>
                    <a:pt x="122996" y="785095"/>
                  </a:lnTo>
                  <a:lnTo>
                    <a:pt x="106572" y="781179"/>
                  </a:lnTo>
                  <a:lnTo>
                    <a:pt x="72202" y="779969"/>
                  </a:lnTo>
                  <a:lnTo>
                    <a:pt x="64925" y="773902"/>
                  </a:lnTo>
                  <a:lnTo>
                    <a:pt x="77959" y="764135"/>
                  </a:lnTo>
                  <a:lnTo>
                    <a:pt x="104523" y="751826"/>
                  </a:lnTo>
                  <a:lnTo>
                    <a:pt x="108726" y="742993"/>
                  </a:lnTo>
                  <a:lnTo>
                    <a:pt x="105241" y="735217"/>
                  </a:lnTo>
                  <a:lnTo>
                    <a:pt x="99293" y="727617"/>
                  </a:lnTo>
                  <a:lnTo>
                    <a:pt x="96105" y="719310"/>
                  </a:lnTo>
                  <a:lnTo>
                    <a:pt x="100347" y="712419"/>
                  </a:lnTo>
                  <a:lnTo>
                    <a:pt x="99345" y="705574"/>
                  </a:lnTo>
                  <a:lnTo>
                    <a:pt x="96756" y="698270"/>
                  </a:lnTo>
                  <a:lnTo>
                    <a:pt x="96370" y="692105"/>
                  </a:lnTo>
                  <a:lnTo>
                    <a:pt x="96354" y="691857"/>
                  </a:lnTo>
                  <a:lnTo>
                    <a:pt x="96238" y="690001"/>
                  </a:lnTo>
                  <a:lnTo>
                    <a:pt x="1164114" y="690001"/>
                  </a:lnTo>
                  <a:lnTo>
                    <a:pt x="1010465" y="715970"/>
                  </a:lnTo>
                  <a:lnTo>
                    <a:pt x="962697" y="723210"/>
                  </a:lnTo>
                  <a:lnTo>
                    <a:pt x="915217" y="731420"/>
                  </a:lnTo>
                  <a:lnTo>
                    <a:pt x="774978" y="757309"/>
                  </a:lnTo>
                  <a:lnTo>
                    <a:pt x="729123" y="764842"/>
                  </a:lnTo>
                  <a:lnTo>
                    <a:pt x="683793" y="771068"/>
                  </a:lnTo>
                  <a:lnTo>
                    <a:pt x="632714" y="782358"/>
                  </a:lnTo>
                  <a:lnTo>
                    <a:pt x="582661" y="791487"/>
                  </a:lnTo>
                  <a:lnTo>
                    <a:pt x="533942" y="799091"/>
                  </a:lnTo>
                  <a:lnTo>
                    <a:pt x="441734" y="812275"/>
                  </a:lnTo>
                  <a:lnTo>
                    <a:pt x="398857" y="819129"/>
                  </a:lnTo>
                  <a:lnTo>
                    <a:pt x="120870" y="865987"/>
                  </a:lnTo>
                  <a:close/>
                </a:path>
              </a:pathLst>
            </a:custGeom>
            <a:solidFill>
              <a:srgbClr val="3B0A85">
                <a:alpha val="34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391716" y="4708858"/>
            <a:ext cx="3568065" cy="279908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 marR="5080" algn="ctr">
              <a:lnSpc>
                <a:spcPts val="2400"/>
              </a:lnSpc>
              <a:spcBef>
                <a:spcPts val="380"/>
              </a:spcBef>
            </a:pPr>
            <a:r>
              <a:rPr sz="2200" dirty="0">
                <a:solidFill>
                  <a:srgbClr val="3B0A85"/>
                </a:solidFill>
                <a:latin typeface="Trebuchet MS"/>
                <a:cs typeface="Trebuchet MS"/>
              </a:rPr>
              <a:t>Present the </a:t>
            </a:r>
            <a:r>
              <a:rPr sz="2200" spc="-10" dirty="0">
                <a:solidFill>
                  <a:srgbClr val="3B0A85"/>
                </a:solidFill>
                <a:latin typeface="Trebuchet MS"/>
                <a:cs typeface="Trebuchet MS"/>
              </a:rPr>
              <a:t>interim</a:t>
            </a:r>
            <a:r>
              <a:rPr sz="2200" spc="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200" spc="-10" dirty="0">
                <a:solidFill>
                  <a:srgbClr val="3B0A85"/>
                </a:solidFill>
                <a:latin typeface="Trebuchet MS"/>
                <a:cs typeface="Trebuchet MS"/>
              </a:rPr>
              <a:t>results </a:t>
            </a:r>
            <a:r>
              <a:rPr sz="2200" dirty="0">
                <a:solidFill>
                  <a:srgbClr val="3B0A85"/>
                </a:solidFill>
                <a:latin typeface="Trebuchet MS"/>
                <a:cs typeface="Trebuchet MS"/>
              </a:rPr>
              <a:t>of</a:t>
            </a:r>
            <a:r>
              <a:rPr sz="2200" spc="-5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200" dirty="0">
                <a:solidFill>
                  <a:srgbClr val="3B0A85"/>
                </a:solidFill>
                <a:latin typeface="Trebuchet MS"/>
                <a:cs typeface="Trebuchet MS"/>
              </a:rPr>
              <a:t>the</a:t>
            </a:r>
            <a:r>
              <a:rPr sz="2200" spc="-5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200" spc="60" dirty="0">
                <a:solidFill>
                  <a:srgbClr val="3B0A85"/>
                </a:solidFill>
                <a:latin typeface="Trebuchet MS"/>
                <a:cs typeface="Trebuchet MS"/>
              </a:rPr>
              <a:t>group</a:t>
            </a:r>
            <a:r>
              <a:rPr sz="2200" spc="-5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200" dirty="0">
                <a:solidFill>
                  <a:srgbClr val="3B0A85"/>
                </a:solidFill>
                <a:latin typeface="Trebuchet MS"/>
                <a:cs typeface="Trebuchet MS"/>
              </a:rPr>
              <a:t>work</a:t>
            </a:r>
            <a:r>
              <a:rPr sz="2200" spc="-4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200" dirty="0">
                <a:solidFill>
                  <a:srgbClr val="3B0A85"/>
                </a:solidFill>
                <a:latin typeface="Trebuchet MS"/>
                <a:cs typeface="Trebuchet MS"/>
              </a:rPr>
              <a:t>from</a:t>
            </a:r>
            <a:r>
              <a:rPr sz="2200" spc="-5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200" spc="-25" dirty="0">
                <a:solidFill>
                  <a:srgbClr val="3B0A85"/>
                </a:solidFill>
                <a:latin typeface="Trebuchet MS"/>
                <a:cs typeface="Trebuchet MS"/>
              </a:rPr>
              <a:t>the </a:t>
            </a:r>
            <a:r>
              <a:rPr sz="2200" spc="55" dirty="0">
                <a:solidFill>
                  <a:srgbClr val="3B0A85"/>
                </a:solidFill>
                <a:latin typeface="Trebuchet MS"/>
                <a:cs typeface="Trebuchet MS"/>
              </a:rPr>
              <a:t>workshop</a:t>
            </a:r>
            <a:r>
              <a:rPr sz="2200" spc="-50" dirty="0">
                <a:solidFill>
                  <a:srgbClr val="3B0A85"/>
                </a:solidFill>
                <a:latin typeface="Trebuchet MS"/>
                <a:cs typeface="Trebuchet MS"/>
              </a:rPr>
              <a:t> and,</a:t>
            </a:r>
            <a:r>
              <a:rPr sz="2200" spc="-4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200" dirty="0">
                <a:solidFill>
                  <a:srgbClr val="3B0A85"/>
                </a:solidFill>
                <a:latin typeface="Trebuchet MS"/>
                <a:cs typeface="Trebuchet MS"/>
              </a:rPr>
              <a:t>possibly,</a:t>
            </a:r>
            <a:r>
              <a:rPr sz="2200" spc="-4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200" spc="-25" dirty="0">
                <a:solidFill>
                  <a:srgbClr val="3B0A85"/>
                </a:solidFill>
                <a:latin typeface="Trebuchet MS"/>
                <a:cs typeface="Trebuchet MS"/>
              </a:rPr>
              <a:t>the </a:t>
            </a:r>
            <a:r>
              <a:rPr sz="2200" dirty="0">
                <a:solidFill>
                  <a:srgbClr val="3B0A85"/>
                </a:solidFill>
                <a:latin typeface="Trebuchet MS"/>
                <a:cs typeface="Trebuchet MS"/>
              </a:rPr>
              <a:t>online</a:t>
            </a:r>
            <a:r>
              <a:rPr sz="2200" spc="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200" dirty="0">
                <a:solidFill>
                  <a:srgbClr val="3B0A85"/>
                </a:solidFill>
                <a:latin typeface="Trebuchet MS"/>
                <a:cs typeface="Trebuchet MS"/>
              </a:rPr>
              <a:t>collaboration</a:t>
            </a:r>
            <a:r>
              <a:rPr sz="2200" spc="1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200" spc="-25" dirty="0">
                <a:solidFill>
                  <a:srgbClr val="3B0A85"/>
                </a:solidFill>
                <a:latin typeface="Trebuchet MS"/>
                <a:cs typeface="Trebuchet MS"/>
              </a:rPr>
              <a:t>in </a:t>
            </a:r>
            <a:r>
              <a:rPr sz="2200" spc="-10" dirty="0">
                <a:solidFill>
                  <a:srgbClr val="3B0A85"/>
                </a:solidFill>
                <a:latin typeface="Trebuchet MS"/>
                <a:cs typeface="Trebuchet MS"/>
              </a:rPr>
              <a:t>between.</a:t>
            </a:r>
            <a:endParaRPr sz="2200">
              <a:latin typeface="Trebuchet MS"/>
              <a:cs typeface="Trebuchet MS"/>
            </a:endParaRPr>
          </a:p>
          <a:p>
            <a:pPr marL="83820" marR="76200" algn="ctr">
              <a:lnSpc>
                <a:spcPts val="2400"/>
              </a:lnSpc>
            </a:pPr>
            <a:r>
              <a:rPr sz="2200" dirty="0">
                <a:solidFill>
                  <a:srgbClr val="3B0A85"/>
                </a:solidFill>
                <a:latin typeface="Trebuchet MS"/>
                <a:cs typeface="Trebuchet MS"/>
              </a:rPr>
              <a:t>This</a:t>
            </a:r>
            <a:r>
              <a:rPr sz="2200" spc="-4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200" spc="80" dirty="0">
                <a:solidFill>
                  <a:srgbClr val="3B0A85"/>
                </a:solidFill>
                <a:latin typeface="Trebuchet MS"/>
                <a:cs typeface="Trebuchet MS"/>
              </a:rPr>
              <a:t>summary</a:t>
            </a:r>
            <a:r>
              <a:rPr sz="2200" spc="-4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200" spc="-110" dirty="0">
                <a:solidFill>
                  <a:srgbClr val="3B0A85"/>
                </a:solidFill>
                <a:latin typeface="Trebuchet MS"/>
                <a:cs typeface="Trebuchet MS"/>
              </a:rPr>
              <a:t>will</a:t>
            </a:r>
            <a:r>
              <a:rPr sz="2200" spc="-4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200" spc="95" dirty="0">
                <a:solidFill>
                  <a:srgbClr val="3B0A85"/>
                </a:solidFill>
                <a:latin typeface="Trebuchet MS"/>
                <a:cs typeface="Trebuchet MS"/>
              </a:rPr>
              <a:t>be</a:t>
            </a:r>
            <a:r>
              <a:rPr sz="2200" spc="-4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200" spc="-25" dirty="0">
                <a:solidFill>
                  <a:srgbClr val="3B0A85"/>
                </a:solidFill>
                <a:latin typeface="Trebuchet MS"/>
                <a:cs typeface="Trebuchet MS"/>
              </a:rPr>
              <a:t>the </a:t>
            </a:r>
            <a:r>
              <a:rPr sz="2200" dirty="0">
                <a:solidFill>
                  <a:srgbClr val="3B0A85"/>
                </a:solidFill>
                <a:latin typeface="Trebuchet MS"/>
                <a:cs typeface="Trebuchet MS"/>
              </a:rPr>
              <a:t>starting</a:t>
            </a:r>
            <a:r>
              <a:rPr sz="2200" spc="-1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200" dirty="0">
                <a:solidFill>
                  <a:srgbClr val="3B0A85"/>
                </a:solidFill>
                <a:latin typeface="Trebuchet MS"/>
                <a:cs typeface="Trebuchet MS"/>
              </a:rPr>
              <a:t>point</a:t>
            </a:r>
            <a:r>
              <a:rPr sz="2200" spc="-1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200" dirty="0">
                <a:solidFill>
                  <a:srgbClr val="3B0A85"/>
                </a:solidFill>
                <a:latin typeface="Trebuchet MS"/>
                <a:cs typeface="Trebuchet MS"/>
              </a:rPr>
              <a:t>for</a:t>
            </a:r>
            <a:r>
              <a:rPr sz="2200" spc="-1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200" spc="-25" dirty="0">
                <a:solidFill>
                  <a:srgbClr val="3B0A85"/>
                </a:solidFill>
                <a:latin typeface="Trebuchet MS"/>
                <a:cs typeface="Trebuchet MS"/>
              </a:rPr>
              <a:t>the </a:t>
            </a:r>
            <a:r>
              <a:rPr sz="2200" spc="50" dirty="0">
                <a:solidFill>
                  <a:srgbClr val="3B0A85"/>
                </a:solidFill>
                <a:latin typeface="Trebuchet MS"/>
                <a:cs typeface="Trebuchet MS"/>
              </a:rPr>
              <a:t>specific</a:t>
            </a:r>
            <a:r>
              <a:rPr sz="2200" spc="-8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200" dirty="0">
                <a:solidFill>
                  <a:srgbClr val="3B0A85"/>
                </a:solidFill>
                <a:latin typeface="Trebuchet MS"/>
                <a:cs typeface="Trebuchet MS"/>
              </a:rPr>
              <a:t>formulation</a:t>
            </a:r>
            <a:r>
              <a:rPr sz="2200" spc="-7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200" dirty="0">
                <a:solidFill>
                  <a:srgbClr val="3B0A85"/>
                </a:solidFill>
                <a:latin typeface="Trebuchet MS"/>
                <a:cs typeface="Trebuchet MS"/>
              </a:rPr>
              <a:t>of</a:t>
            </a:r>
            <a:r>
              <a:rPr sz="2200" spc="-8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200" spc="-25" dirty="0">
                <a:solidFill>
                  <a:srgbClr val="3B0A85"/>
                </a:solidFill>
                <a:latin typeface="Trebuchet MS"/>
                <a:cs typeface="Trebuchet MS"/>
              </a:rPr>
              <a:t>the </a:t>
            </a:r>
            <a:r>
              <a:rPr sz="2200" dirty="0">
                <a:solidFill>
                  <a:srgbClr val="3B0A85"/>
                </a:solidFill>
                <a:latin typeface="Trebuchet MS"/>
                <a:cs typeface="Trebuchet MS"/>
              </a:rPr>
              <a:t>research</a:t>
            </a:r>
            <a:r>
              <a:rPr sz="2200" spc="229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200" spc="-10" dirty="0">
                <a:solidFill>
                  <a:srgbClr val="3B0A85"/>
                </a:solidFill>
                <a:latin typeface="Trebuchet MS"/>
                <a:cs typeface="Trebuchet MS"/>
              </a:rPr>
              <a:t>question.</a:t>
            </a:r>
            <a:endParaRPr sz="2200">
              <a:latin typeface="Trebuchet MS"/>
              <a:cs typeface="Trebuchet MS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462975" y="2942859"/>
            <a:ext cx="4981575" cy="6716395"/>
            <a:chOff x="5462975" y="2942859"/>
            <a:chExt cx="4981575" cy="6716395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62975" y="2942859"/>
              <a:ext cx="3124199" cy="360997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139213" y="5953736"/>
              <a:ext cx="3305174" cy="3705224"/>
            </a:xfrm>
            <a:prstGeom prst="rect">
              <a:avLst/>
            </a:prstGeom>
          </p:spPr>
        </p:pic>
      </p:grpSp>
      <p:sp>
        <p:nvSpPr>
          <p:cNvPr id="11" name="object 11"/>
          <p:cNvSpPr/>
          <p:nvPr/>
        </p:nvSpPr>
        <p:spPr>
          <a:xfrm>
            <a:off x="833603" y="412633"/>
            <a:ext cx="2552700" cy="882015"/>
          </a:xfrm>
          <a:custGeom>
            <a:avLst/>
            <a:gdLst/>
            <a:ahLst/>
            <a:cxnLst/>
            <a:rect l="l" t="t" r="r" b="b"/>
            <a:pathLst>
              <a:path w="2552700" h="882015">
                <a:moveTo>
                  <a:pt x="2552223" y="882014"/>
                </a:moveTo>
                <a:lnTo>
                  <a:pt x="0" y="882014"/>
                </a:lnTo>
                <a:lnTo>
                  <a:pt x="0" y="0"/>
                </a:lnTo>
                <a:lnTo>
                  <a:pt x="2552223" y="0"/>
                </a:lnTo>
                <a:lnTo>
                  <a:pt x="2552223" y="882014"/>
                </a:lnTo>
                <a:close/>
              </a:path>
            </a:pathLst>
          </a:custGeom>
          <a:solidFill>
            <a:srgbClr val="DAFF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2748" rIns="0" bIns="0" rtlCol="0">
            <a:spAutoFit/>
          </a:bodyPr>
          <a:lstStyle/>
          <a:p>
            <a:pPr marL="561340">
              <a:lnSpc>
                <a:spcPct val="100000"/>
              </a:lnSpc>
              <a:spcBef>
                <a:spcPts val="100"/>
              </a:spcBef>
            </a:pPr>
            <a:r>
              <a:rPr sz="4050" spc="90" dirty="0"/>
              <a:t>Example</a:t>
            </a:r>
            <a:endParaRPr sz="4050"/>
          </a:p>
        </p:txBody>
      </p:sp>
      <p:sp>
        <p:nvSpPr>
          <p:cNvPr id="13" name="object 13"/>
          <p:cNvSpPr/>
          <p:nvPr/>
        </p:nvSpPr>
        <p:spPr>
          <a:xfrm>
            <a:off x="636622" y="751469"/>
            <a:ext cx="11660505" cy="1788795"/>
          </a:xfrm>
          <a:custGeom>
            <a:avLst/>
            <a:gdLst/>
            <a:ahLst/>
            <a:cxnLst/>
            <a:rect l="l" t="t" r="r" b="b"/>
            <a:pathLst>
              <a:path w="11660505" h="1788795">
                <a:moveTo>
                  <a:pt x="11659960" y="1389334"/>
                </a:moveTo>
                <a:lnTo>
                  <a:pt x="47755" y="1788480"/>
                </a:lnTo>
                <a:lnTo>
                  <a:pt x="0" y="399146"/>
                </a:lnTo>
                <a:lnTo>
                  <a:pt x="11612204" y="0"/>
                </a:lnTo>
                <a:lnTo>
                  <a:pt x="11659960" y="1389334"/>
                </a:lnTo>
                <a:close/>
              </a:path>
            </a:pathLst>
          </a:custGeom>
          <a:solidFill>
            <a:srgbClr val="3B0A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 rot="21540000">
            <a:off x="1026428" y="1183772"/>
            <a:ext cx="10881639" cy="996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870"/>
              </a:lnSpc>
            </a:pPr>
            <a:r>
              <a:rPr sz="11775" spc="-397" baseline="-8846" dirty="0">
                <a:solidFill>
                  <a:srgbClr val="DAFF6B"/>
                </a:solidFill>
                <a:latin typeface="Arial MT"/>
                <a:cs typeface="Arial MT"/>
              </a:rPr>
              <a:t>R</a:t>
            </a:r>
            <a:r>
              <a:rPr sz="11775" spc="-397" baseline="-8138" dirty="0">
                <a:solidFill>
                  <a:srgbClr val="DAFF6B"/>
                </a:solidFill>
                <a:latin typeface="Arial MT"/>
                <a:cs typeface="Arial MT"/>
              </a:rPr>
              <a:t>E</a:t>
            </a:r>
            <a:r>
              <a:rPr sz="11775" spc="-397" baseline="-7430" dirty="0">
                <a:solidFill>
                  <a:srgbClr val="DAFF6B"/>
                </a:solidFill>
                <a:latin typeface="Arial MT"/>
                <a:cs typeface="Arial MT"/>
              </a:rPr>
              <a:t>S</a:t>
            </a:r>
            <a:r>
              <a:rPr sz="11775" spc="-397" baseline="-7077" dirty="0">
                <a:solidFill>
                  <a:srgbClr val="DAFF6B"/>
                </a:solidFill>
                <a:latin typeface="Arial MT"/>
                <a:cs typeface="Arial MT"/>
              </a:rPr>
              <a:t>E</a:t>
            </a:r>
            <a:r>
              <a:rPr sz="11775" spc="-397" baseline="-6369" dirty="0">
                <a:solidFill>
                  <a:srgbClr val="DAFF6B"/>
                </a:solidFill>
                <a:latin typeface="Arial MT"/>
                <a:cs typeface="Arial MT"/>
              </a:rPr>
              <a:t>A</a:t>
            </a:r>
            <a:r>
              <a:rPr sz="11775" spc="-397" baseline="-5661" dirty="0">
                <a:solidFill>
                  <a:srgbClr val="DAFF6B"/>
                </a:solidFill>
                <a:latin typeface="Arial MT"/>
                <a:cs typeface="Arial MT"/>
              </a:rPr>
              <a:t>R</a:t>
            </a:r>
            <a:r>
              <a:rPr sz="11775" spc="-397" baseline="-4953" dirty="0">
                <a:solidFill>
                  <a:srgbClr val="DAFF6B"/>
                </a:solidFill>
                <a:latin typeface="Arial MT"/>
                <a:cs typeface="Arial MT"/>
              </a:rPr>
              <a:t>C</a:t>
            </a:r>
            <a:r>
              <a:rPr sz="11775" spc="-397" baseline="-4246" dirty="0">
                <a:solidFill>
                  <a:srgbClr val="DAFF6B"/>
                </a:solidFill>
                <a:latin typeface="Arial MT"/>
                <a:cs typeface="Arial MT"/>
              </a:rPr>
              <a:t>H</a:t>
            </a:r>
            <a:r>
              <a:rPr sz="11775" spc="315" baseline="-4246" dirty="0">
                <a:solidFill>
                  <a:srgbClr val="DAFF6B"/>
                </a:solidFill>
                <a:latin typeface="Arial MT"/>
                <a:cs typeface="Arial MT"/>
              </a:rPr>
              <a:t> </a:t>
            </a:r>
            <a:r>
              <a:rPr sz="11775" spc="-427" baseline="-3538" dirty="0">
                <a:solidFill>
                  <a:srgbClr val="DAFF6B"/>
                </a:solidFill>
                <a:latin typeface="Arial MT"/>
                <a:cs typeface="Arial MT"/>
              </a:rPr>
              <a:t>Q</a:t>
            </a:r>
            <a:r>
              <a:rPr sz="11775" spc="-427" baseline="-2830" dirty="0">
                <a:solidFill>
                  <a:srgbClr val="DAFF6B"/>
                </a:solidFill>
                <a:latin typeface="Arial MT"/>
                <a:cs typeface="Arial MT"/>
              </a:rPr>
              <a:t>U</a:t>
            </a:r>
            <a:r>
              <a:rPr sz="11775" spc="-427" baseline="-2123" dirty="0">
                <a:solidFill>
                  <a:srgbClr val="DAFF6B"/>
                </a:solidFill>
                <a:latin typeface="Arial MT"/>
                <a:cs typeface="Arial MT"/>
              </a:rPr>
              <a:t>E</a:t>
            </a:r>
            <a:r>
              <a:rPr sz="11775" spc="-427" baseline="-1415" dirty="0">
                <a:solidFill>
                  <a:srgbClr val="DAFF6B"/>
                </a:solidFill>
                <a:latin typeface="Arial MT"/>
                <a:cs typeface="Arial MT"/>
              </a:rPr>
              <a:t>S</a:t>
            </a:r>
            <a:r>
              <a:rPr sz="7850" spc="-285" dirty="0">
                <a:solidFill>
                  <a:srgbClr val="DAFF6B"/>
                </a:solidFill>
                <a:latin typeface="Arial MT"/>
                <a:cs typeface="Arial MT"/>
              </a:rPr>
              <a:t>TION</a:t>
            </a:r>
            <a:endParaRPr sz="78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D0C2F5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625978" y="926528"/>
            <a:ext cx="15324455" cy="8600440"/>
            <a:chOff x="625978" y="926528"/>
            <a:chExt cx="15324455" cy="86004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91671" y="2602274"/>
              <a:ext cx="10858499" cy="692467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25978" y="926528"/>
              <a:ext cx="11660505" cy="1788795"/>
            </a:xfrm>
            <a:custGeom>
              <a:avLst/>
              <a:gdLst/>
              <a:ahLst/>
              <a:cxnLst/>
              <a:rect l="l" t="t" r="r" b="b"/>
              <a:pathLst>
                <a:path w="11660505" h="1788795">
                  <a:moveTo>
                    <a:pt x="11659960" y="1389334"/>
                  </a:moveTo>
                  <a:lnTo>
                    <a:pt x="47755" y="1788480"/>
                  </a:lnTo>
                  <a:lnTo>
                    <a:pt x="0" y="399146"/>
                  </a:lnTo>
                  <a:lnTo>
                    <a:pt x="11612204" y="0"/>
                  </a:lnTo>
                  <a:lnTo>
                    <a:pt x="11659960" y="1389334"/>
                  </a:lnTo>
                  <a:close/>
                </a:path>
              </a:pathLst>
            </a:custGeom>
            <a:solidFill>
              <a:srgbClr val="3B0A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 rot="21540000">
            <a:off x="1015785" y="1358831"/>
            <a:ext cx="10881639" cy="996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870"/>
              </a:lnSpc>
            </a:pPr>
            <a:r>
              <a:rPr sz="11775" spc="-397" baseline="-8846" dirty="0">
                <a:solidFill>
                  <a:srgbClr val="DAFF6B"/>
                </a:solidFill>
                <a:latin typeface="Arial MT"/>
                <a:cs typeface="Arial MT"/>
              </a:rPr>
              <a:t>R</a:t>
            </a:r>
            <a:r>
              <a:rPr sz="11775" spc="-397" baseline="-8138" dirty="0">
                <a:solidFill>
                  <a:srgbClr val="DAFF6B"/>
                </a:solidFill>
                <a:latin typeface="Arial MT"/>
                <a:cs typeface="Arial MT"/>
              </a:rPr>
              <a:t>E</a:t>
            </a:r>
            <a:r>
              <a:rPr sz="11775" spc="-397" baseline="-7430" dirty="0">
                <a:solidFill>
                  <a:srgbClr val="DAFF6B"/>
                </a:solidFill>
                <a:latin typeface="Arial MT"/>
                <a:cs typeface="Arial MT"/>
              </a:rPr>
              <a:t>S</a:t>
            </a:r>
            <a:r>
              <a:rPr sz="11775" spc="-397" baseline="-7077" dirty="0">
                <a:solidFill>
                  <a:srgbClr val="DAFF6B"/>
                </a:solidFill>
                <a:latin typeface="Arial MT"/>
                <a:cs typeface="Arial MT"/>
              </a:rPr>
              <a:t>E</a:t>
            </a:r>
            <a:r>
              <a:rPr sz="11775" spc="-397" baseline="-6369" dirty="0">
                <a:solidFill>
                  <a:srgbClr val="DAFF6B"/>
                </a:solidFill>
                <a:latin typeface="Arial MT"/>
                <a:cs typeface="Arial MT"/>
              </a:rPr>
              <a:t>A</a:t>
            </a:r>
            <a:r>
              <a:rPr sz="11775" spc="-397" baseline="-5661" dirty="0">
                <a:solidFill>
                  <a:srgbClr val="DAFF6B"/>
                </a:solidFill>
                <a:latin typeface="Arial MT"/>
                <a:cs typeface="Arial MT"/>
              </a:rPr>
              <a:t>R</a:t>
            </a:r>
            <a:r>
              <a:rPr sz="11775" spc="-397" baseline="-4953" dirty="0">
                <a:solidFill>
                  <a:srgbClr val="DAFF6B"/>
                </a:solidFill>
                <a:latin typeface="Arial MT"/>
                <a:cs typeface="Arial MT"/>
              </a:rPr>
              <a:t>C</a:t>
            </a:r>
            <a:r>
              <a:rPr sz="11775" spc="-397" baseline="-4246" dirty="0">
                <a:solidFill>
                  <a:srgbClr val="DAFF6B"/>
                </a:solidFill>
                <a:latin typeface="Arial MT"/>
                <a:cs typeface="Arial MT"/>
              </a:rPr>
              <a:t>H</a:t>
            </a:r>
            <a:r>
              <a:rPr sz="11775" spc="315" baseline="-4246" dirty="0">
                <a:solidFill>
                  <a:srgbClr val="DAFF6B"/>
                </a:solidFill>
                <a:latin typeface="Arial MT"/>
                <a:cs typeface="Arial MT"/>
              </a:rPr>
              <a:t> </a:t>
            </a:r>
            <a:r>
              <a:rPr sz="11775" spc="-427" baseline="-3538" dirty="0">
                <a:solidFill>
                  <a:srgbClr val="DAFF6B"/>
                </a:solidFill>
                <a:latin typeface="Arial MT"/>
                <a:cs typeface="Arial MT"/>
              </a:rPr>
              <a:t>Q</a:t>
            </a:r>
            <a:r>
              <a:rPr sz="11775" spc="-427" baseline="-2830" dirty="0">
                <a:solidFill>
                  <a:srgbClr val="DAFF6B"/>
                </a:solidFill>
                <a:latin typeface="Arial MT"/>
                <a:cs typeface="Arial MT"/>
              </a:rPr>
              <a:t>U</a:t>
            </a:r>
            <a:r>
              <a:rPr sz="11775" spc="-427" baseline="-2123" dirty="0">
                <a:solidFill>
                  <a:srgbClr val="DAFF6B"/>
                </a:solidFill>
                <a:latin typeface="Arial MT"/>
                <a:cs typeface="Arial MT"/>
              </a:rPr>
              <a:t>E</a:t>
            </a:r>
            <a:r>
              <a:rPr sz="11775" spc="-427" baseline="-1415" dirty="0">
                <a:solidFill>
                  <a:srgbClr val="DAFF6B"/>
                </a:solidFill>
                <a:latin typeface="Arial MT"/>
                <a:cs typeface="Arial MT"/>
              </a:rPr>
              <a:t>S</a:t>
            </a:r>
            <a:r>
              <a:rPr sz="7850" spc="-285" dirty="0">
                <a:solidFill>
                  <a:srgbClr val="DAFF6B"/>
                </a:solidFill>
                <a:latin typeface="Arial MT"/>
                <a:cs typeface="Arial MT"/>
              </a:rPr>
              <a:t>TION</a:t>
            </a:r>
            <a:endParaRPr sz="7850">
              <a:latin typeface="Arial MT"/>
              <a:cs typeface="Arial MT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833603" y="412633"/>
            <a:ext cx="2552700" cy="882015"/>
          </a:xfrm>
          <a:prstGeom prst="rect">
            <a:avLst/>
          </a:prstGeom>
          <a:solidFill>
            <a:srgbClr val="DAFF6B"/>
          </a:solidFill>
        </p:spPr>
        <p:txBody>
          <a:bodyPr vert="horz" wrap="square" lIns="0" tIns="102870" rIns="0" bIns="0" rtlCol="0">
            <a:spAutoFit/>
          </a:bodyPr>
          <a:lstStyle/>
          <a:p>
            <a:pPr marL="205104">
              <a:lnSpc>
                <a:spcPct val="100000"/>
              </a:lnSpc>
              <a:spcBef>
                <a:spcPts val="810"/>
              </a:spcBef>
            </a:pPr>
            <a:r>
              <a:rPr sz="4050" spc="90" dirty="0"/>
              <a:t>Example</a:t>
            </a:r>
            <a:endParaRPr sz="405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 rot="21300000">
            <a:off x="1593493" y="2352492"/>
            <a:ext cx="9412764" cy="1346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125"/>
              </a:lnSpc>
            </a:pPr>
            <a:r>
              <a:rPr sz="15900" spc="-644" baseline="-2882" dirty="0">
                <a:solidFill>
                  <a:srgbClr val="DAFF6B"/>
                </a:solidFill>
                <a:latin typeface="Arial MT"/>
                <a:cs typeface="Arial MT"/>
              </a:rPr>
              <a:t>C</a:t>
            </a:r>
            <a:r>
              <a:rPr sz="15900" spc="-644" baseline="-2358" dirty="0">
                <a:solidFill>
                  <a:srgbClr val="DAFF6B"/>
                </a:solidFill>
                <a:latin typeface="Arial MT"/>
                <a:cs typeface="Arial MT"/>
              </a:rPr>
              <a:t>O</a:t>
            </a:r>
            <a:r>
              <a:rPr sz="15900" spc="-644" baseline="-2096" dirty="0">
                <a:solidFill>
                  <a:srgbClr val="DAFF6B"/>
                </a:solidFill>
                <a:latin typeface="Arial MT"/>
                <a:cs typeface="Arial MT"/>
              </a:rPr>
              <a:t>-</a:t>
            </a:r>
            <a:r>
              <a:rPr sz="15900" spc="-15" baseline="-1834" dirty="0">
                <a:solidFill>
                  <a:srgbClr val="DAFF6B"/>
                </a:solidFill>
                <a:latin typeface="Arial MT"/>
                <a:cs typeface="Arial MT"/>
              </a:rPr>
              <a:t>C</a:t>
            </a:r>
            <a:r>
              <a:rPr sz="15900" spc="-15" baseline="-1572" dirty="0">
                <a:solidFill>
                  <a:srgbClr val="DAFF6B"/>
                </a:solidFill>
                <a:latin typeface="Arial MT"/>
                <a:cs typeface="Arial MT"/>
              </a:rPr>
              <a:t>R</a:t>
            </a:r>
            <a:r>
              <a:rPr sz="15900" spc="-15" baseline="-1048" dirty="0">
                <a:solidFill>
                  <a:srgbClr val="DAFF6B"/>
                </a:solidFill>
                <a:latin typeface="Arial MT"/>
                <a:cs typeface="Arial MT"/>
              </a:rPr>
              <a:t>E</a:t>
            </a:r>
            <a:r>
              <a:rPr sz="10600" spc="-10" dirty="0">
                <a:solidFill>
                  <a:srgbClr val="DAFF6B"/>
                </a:solidFill>
                <a:latin typeface="Arial MT"/>
                <a:cs typeface="Arial MT"/>
              </a:rPr>
              <a:t>ATING</a:t>
            </a:r>
            <a:endParaRPr sz="106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 rot="21300000">
            <a:off x="1702987" y="3779267"/>
            <a:ext cx="6472045" cy="1346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235"/>
              </a:lnSpc>
            </a:pPr>
            <a:r>
              <a:rPr sz="15900" spc="-592" baseline="-1834" dirty="0">
                <a:solidFill>
                  <a:srgbClr val="DAFF6B"/>
                </a:solidFill>
                <a:latin typeface="Arial MT"/>
                <a:cs typeface="Arial MT"/>
              </a:rPr>
              <a:t>O</a:t>
            </a:r>
            <a:r>
              <a:rPr sz="15900" spc="-592" baseline="-1572" dirty="0">
                <a:solidFill>
                  <a:srgbClr val="DAFF6B"/>
                </a:solidFill>
                <a:latin typeface="Arial MT"/>
                <a:cs typeface="Arial MT"/>
              </a:rPr>
              <a:t>U</a:t>
            </a:r>
            <a:r>
              <a:rPr sz="15900" spc="-592" baseline="-1048" dirty="0">
                <a:solidFill>
                  <a:srgbClr val="DAFF6B"/>
                </a:solidFill>
                <a:latin typeface="Arial MT"/>
                <a:cs typeface="Arial MT"/>
              </a:rPr>
              <a:t>R</a:t>
            </a:r>
            <a:r>
              <a:rPr sz="15900" spc="547" baseline="-1048" dirty="0">
                <a:solidFill>
                  <a:srgbClr val="DAFF6B"/>
                </a:solidFill>
                <a:latin typeface="Arial MT"/>
                <a:cs typeface="Arial MT"/>
              </a:rPr>
              <a:t> </a:t>
            </a:r>
            <a:r>
              <a:rPr sz="10600" spc="-275" dirty="0">
                <a:solidFill>
                  <a:srgbClr val="DAFF6B"/>
                </a:solidFill>
                <a:latin typeface="Arial MT"/>
                <a:cs typeface="Arial MT"/>
              </a:rPr>
              <a:t>CITY</a:t>
            </a:r>
            <a:endParaRPr sz="106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389247" y="682989"/>
            <a:ext cx="8516620" cy="859790"/>
          </a:xfrm>
          <a:custGeom>
            <a:avLst/>
            <a:gdLst/>
            <a:ahLst/>
            <a:cxnLst/>
            <a:rect l="l" t="t" r="r" b="b"/>
            <a:pathLst>
              <a:path w="8516620" h="859790">
                <a:moveTo>
                  <a:pt x="0" y="0"/>
                </a:moveTo>
                <a:lnTo>
                  <a:pt x="8516479" y="0"/>
                </a:lnTo>
                <a:lnTo>
                  <a:pt x="8516479" y="859789"/>
                </a:lnTo>
                <a:lnTo>
                  <a:pt x="0" y="859789"/>
                </a:lnTo>
                <a:lnTo>
                  <a:pt x="0" y="0"/>
                </a:lnTo>
                <a:close/>
              </a:path>
            </a:pathLst>
          </a:custGeom>
          <a:solidFill>
            <a:srgbClr val="DAFF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578700" y="761757"/>
            <a:ext cx="8138159" cy="6318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950" spc="165" dirty="0"/>
              <a:t>PLANNING</a:t>
            </a:r>
            <a:r>
              <a:rPr sz="3950" spc="-240" dirty="0"/>
              <a:t> </a:t>
            </a:r>
            <a:r>
              <a:rPr sz="3950" spc="250" dirty="0"/>
              <a:t>AND</a:t>
            </a:r>
            <a:r>
              <a:rPr sz="3950" spc="-235" dirty="0"/>
              <a:t> </a:t>
            </a:r>
            <a:r>
              <a:rPr sz="3950" spc="114" dirty="0"/>
              <a:t>PREPARATION</a:t>
            </a:r>
            <a:r>
              <a:rPr sz="3950" spc="-235" dirty="0"/>
              <a:t> </a:t>
            </a:r>
            <a:r>
              <a:rPr sz="3950" spc="95" dirty="0"/>
              <a:t>OF</a:t>
            </a:r>
            <a:endParaRPr sz="3950"/>
          </a:p>
        </p:txBody>
      </p:sp>
      <p:sp>
        <p:nvSpPr>
          <p:cNvPr id="6" name="object 6"/>
          <p:cNvSpPr txBox="1"/>
          <p:nvPr/>
        </p:nvSpPr>
        <p:spPr>
          <a:xfrm>
            <a:off x="1389247" y="1542779"/>
            <a:ext cx="4070985" cy="552450"/>
          </a:xfrm>
          <a:prstGeom prst="rect">
            <a:avLst/>
          </a:prstGeom>
          <a:solidFill>
            <a:srgbClr val="DAFF6B"/>
          </a:solidFill>
        </p:spPr>
        <p:txBody>
          <a:bodyPr vert="horz" wrap="square" lIns="0" tIns="0" rIns="0" bIns="0" rtlCol="0">
            <a:spAutoFit/>
          </a:bodyPr>
          <a:lstStyle/>
          <a:p>
            <a:pPr marL="201930">
              <a:lnSpc>
                <a:spcPts val="3070"/>
              </a:lnSpc>
            </a:pPr>
            <a:r>
              <a:rPr sz="3950" b="1" dirty="0">
                <a:solidFill>
                  <a:srgbClr val="3B0A85"/>
                </a:solidFill>
                <a:latin typeface="Trebuchet MS"/>
                <a:cs typeface="Trebuchet MS"/>
              </a:rPr>
              <a:t>THE</a:t>
            </a:r>
            <a:r>
              <a:rPr sz="3950" b="1" spc="-17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950" b="1" spc="160" dirty="0">
                <a:solidFill>
                  <a:srgbClr val="3B0A85"/>
                </a:solidFill>
                <a:latin typeface="Trebuchet MS"/>
                <a:cs typeface="Trebuchet MS"/>
              </a:rPr>
              <a:t>RESEARCH</a:t>
            </a:r>
            <a:endParaRPr sz="395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971564" y="5218270"/>
            <a:ext cx="7816850" cy="3835400"/>
          </a:xfrm>
          <a:prstGeom prst="rect">
            <a:avLst/>
          </a:prstGeom>
        </p:spPr>
        <p:txBody>
          <a:bodyPr vert="horz" wrap="square" lIns="0" tIns="55879" rIns="0" bIns="0" rtlCol="0">
            <a:spAutoFit/>
          </a:bodyPr>
          <a:lstStyle/>
          <a:p>
            <a:pPr marL="12700" marR="234315">
              <a:lnSpc>
                <a:spcPts val="2700"/>
              </a:lnSpc>
              <a:spcBef>
                <a:spcPts val="439"/>
              </a:spcBef>
            </a:pP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sz="2500" spc="-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Trebuchet MS"/>
                <a:cs typeface="Trebuchet MS"/>
              </a:rPr>
              <a:t>following</a:t>
            </a:r>
            <a:r>
              <a:rPr sz="2500" spc="-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60" dirty="0">
                <a:solidFill>
                  <a:srgbClr val="FFFFFF"/>
                </a:solidFill>
                <a:latin typeface="Trebuchet MS"/>
                <a:cs typeface="Trebuchet MS"/>
              </a:rPr>
              <a:t>slides</a:t>
            </a:r>
            <a:r>
              <a:rPr sz="2500" spc="-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55" dirty="0">
                <a:solidFill>
                  <a:srgbClr val="FFFFFF"/>
                </a:solidFill>
                <a:latin typeface="Trebuchet MS"/>
                <a:cs typeface="Trebuchet MS"/>
              </a:rPr>
              <a:t>provide</a:t>
            </a:r>
            <a:r>
              <a:rPr sz="2500" spc="-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70" dirty="0">
                <a:solidFill>
                  <a:srgbClr val="FFFFFF"/>
                </a:solidFill>
                <a:latin typeface="Trebuchet MS"/>
                <a:cs typeface="Trebuchet MS"/>
              </a:rPr>
              <a:t>ideas</a:t>
            </a:r>
            <a:r>
              <a:rPr sz="2500" spc="-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for</a:t>
            </a:r>
            <a:r>
              <a:rPr sz="2500" spc="-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65" dirty="0">
                <a:solidFill>
                  <a:srgbClr val="FFFFFF"/>
                </a:solidFill>
                <a:latin typeface="Trebuchet MS"/>
                <a:cs typeface="Trebuchet MS"/>
              </a:rPr>
              <a:t>how</a:t>
            </a:r>
            <a:r>
              <a:rPr sz="2500" spc="-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sz="2500" spc="-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70" dirty="0">
                <a:solidFill>
                  <a:srgbClr val="FFFFFF"/>
                </a:solidFill>
                <a:latin typeface="Trebuchet MS"/>
                <a:cs typeface="Trebuchet MS"/>
              </a:rPr>
              <a:t>design </a:t>
            </a:r>
            <a:r>
              <a:rPr sz="2500" spc="85" dirty="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sz="25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select</a:t>
            </a:r>
            <a:r>
              <a:rPr sz="25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sz="25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55" dirty="0">
                <a:solidFill>
                  <a:srgbClr val="FFFFFF"/>
                </a:solidFill>
                <a:latin typeface="Trebuchet MS"/>
                <a:cs typeface="Trebuchet MS"/>
              </a:rPr>
              <a:t>research</a:t>
            </a:r>
            <a:r>
              <a:rPr sz="25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105" dirty="0">
                <a:solidFill>
                  <a:srgbClr val="FFFFFF"/>
                </a:solidFill>
                <a:latin typeface="Trebuchet MS"/>
                <a:cs typeface="Trebuchet MS"/>
              </a:rPr>
              <a:t>methods</a:t>
            </a:r>
            <a:r>
              <a:rPr sz="25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105" dirty="0">
                <a:solidFill>
                  <a:srgbClr val="FFFFFF"/>
                </a:solidFill>
                <a:latin typeface="Trebuchet MS"/>
                <a:cs typeface="Trebuchet MS"/>
              </a:rPr>
              <a:t>best</a:t>
            </a:r>
            <a:r>
              <a:rPr sz="25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55" dirty="0">
                <a:solidFill>
                  <a:srgbClr val="FFFFFF"/>
                </a:solidFill>
                <a:latin typeface="Trebuchet MS"/>
                <a:cs typeface="Trebuchet MS"/>
              </a:rPr>
              <a:t>suited</a:t>
            </a:r>
            <a:r>
              <a:rPr sz="25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-25" dirty="0">
                <a:solidFill>
                  <a:srgbClr val="FFFFFF"/>
                </a:solidFill>
                <a:latin typeface="Trebuchet MS"/>
                <a:cs typeface="Trebuchet MS"/>
              </a:rPr>
              <a:t>to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answering</a:t>
            </a:r>
            <a:r>
              <a:rPr sz="2500" spc="-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60" dirty="0">
                <a:solidFill>
                  <a:srgbClr val="FFFFFF"/>
                </a:solidFill>
                <a:latin typeface="Trebuchet MS"/>
                <a:cs typeface="Trebuchet MS"/>
              </a:rPr>
              <a:t>your</a:t>
            </a:r>
            <a:r>
              <a:rPr sz="2500" spc="-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project’s</a:t>
            </a:r>
            <a:r>
              <a:rPr sz="2500" spc="-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55" dirty="0">
                <a:solidFill>
                  <a:srgbClr val="FFFFFF"/>
                </a:solidFill>
                <a:latin typeface="Trebuchet MS"/>
                <a:cs typeface="Trebuchet MS"/>
              </a:rPr>
              <a:t>research</a:t>
            </a:r>
            <a:r>
              <a:rPr sz="2500" spc="-10" dirty="0">
                <a:solidFill>
                  <a:srgbClr val="FFFFFF"/>
                </a:solidFill>
                <a:latin typeface="Trebuchet MS"/>
                <a:cs typeface="Trebuchet MS"/>
              </a:rPr>
              <a:t> question.</a:t>
            </a:r>
            <a:endParaRPr sz="2500">
              <a:latin typeface="Trebuchet MS"/>
              <a:cs typeface="Trebuchet MS"/>
            </a:endParaRPr>
          </a:p>
          <a:p>
            <a:pPr marL="12700" marR="331470">
              <a:lnSpc>
                <a:spcPts val="2700"/>
              </a:lnSpc>
              <a:spcBef>
                <a:spcPts val="2700"/>
              </a:spcBef>
            </a:pPr>
            <a:r>
              <a:rPr sz="2500" spc="60" dirty="0">
                <a:solidFill>
                  <a:srgbClr val="FFFFFF"/>
                </a:solidFill>
                <a:latin typeface="Trebuchet MS"/>
                <a:cs typeface="Trebuchet MS"/>
              </a:rPr>
              <a:t>Examples</a:t>
            </a:r>
            <a:r>
              <a:rPr sz="25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90" dirty="0">
                <a:solidFill>
                  <a:srgbClr val="FFFFFF"/>
                </a:solidFill>
                <a:latin typeface="Trebuchet MS"/>
                <a:cs typeface="Trebuchet MS"/>
              </a:rPr>
              <a:t>shown</a:t>
            </a:r>
            <a:r>
              <a:rPr sz="25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are</a:t>
            </a:r>
            <a:r>
              <a:rPr sz="25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taken</a:t>
            </a:r>
            <a:r>
              <a:rPr sz="25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from</a:t>
            </a:r>
            <a:r>
              <a:rPr sz="25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sz="25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pilot</a:t>
            </a:r>
            <a:r>
              <a:rPr sz="25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project</a:t>
            </a:r>
            <a:r>
              <a:rPr sz="25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-25" dirty="0">
                <a:solidFill>
                  <a:srgbClr val="FFFFFF"/>
                </a:solidFill>
                <a:latin typeface="Trebuchet MS"/>
                <a:cs typeface="Trebuchet MS"/>
              </a:rPr>
              <a:t>in Charlotte,</a:t>
            </a:r>
            <a:r>
              <a:rPr sz="2500" spc="-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NC.</a:t>
            </a:r>
            <a:r>
              <a:rPr sz="2500" spc="-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They</a:t>
            </a:r>
            <a:r>
              <a:rPr sz="2500" spc="-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-25" dirty="0">
                <a:solidFill>
                  <a:srgbClr val="FFFFFF"/>
                </a:solidFill>
                <a:latin typeface="Trebuchet MS"/>
                <a:cs typeface="Trebuchet MS"/>
              </a:rPr>
              <a:t>illustrate</a:t>
            </a:r>
            <a:r>
              <a:rPr sz="2500" spc="-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65" dirty="0">
                <a:solidFill>
                  <a:srgbClr val="FFFFFF"/>
                </a:solidFill>
                <a:latin typeface="Trebuchet MS"/>
                <a:cs typeface="Trebuchet MS"/>
              </a:rPr>
              <a:t>how</a:t>
            </a:r>
            <a:r>
              <a:rPr sz="2500" spc="-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105" dirty="0">
                <a:solidFill>
                  <a:srgbClr val="FFFFFF"/>
                </a:solidFill>
                <a:latin typeface="Trebuchet MS"/>
                <a:cs typeface="Trebuchet MS"/>
              </a:rPr>
              <a:t>you</a:t>
            </a:r>
            <a:r>
              <a:rPr sz="2500" spc="-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70" dirty="0">
                <a:solidFill>
                  <a:srgbClr val="FFFFFF"/>
                </a:solidFill>
                <a:latin typeface="Trebuchet MS"/>
                <a:cs typeface="Trebuchet MS"/>
              </a:rPr>
              <a:t>could</a:t>
            </a:r>
            <a:r>
              <a:rPr sz="2500" spc="-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30" dirty="0">
                <a:solidFill>
                  <a:srgbClr val="FFFFFF"/>
                </a:solidFill>
                <a:latin typeface="Trebuchet MS"/>
                <a:cs typeface="Trebuchet MS"/>
              </a:rPr>
              <a:t>make </a:t>
            </a:r>
            <a:r>
              <a:rPr sz="2500" spc="85" dirty="0">
                <a:solidFill>
                  <a:srgbClr val="FFFFFF"/>
                </a:solidFill>
                <a:latin typeface="Trebuchet MS"/>
                <a:cs typeface="Trebuchet MS"/>
              </a:rPr>
              <a:t>decisions</a:t>
            </a:r>
            <a:r>
              <a:rPr sz="2500" spc="-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90" dirty="0">
                <a:solidFill>
                  <a:srgbClr val="FFFFFF"/>
                </a:solidFill>
                <a:latin typeface="Trebuchet MS"/>
                <a:cs typeface="Trebuchet MS"/>
              </a:rPr>
              <a:t>on</a:t>
            </a:r>
            <a:r>
              <a:rPr sz="2500" spc="-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60" dirty="0">
                <a:solidFill>
                  <a:srgbClr val="FFFFFF"/>
                </a:solidFill>
                <a:latin typeface="Trebuchet MS"/>
                <a:cs typeface="Trebuchet MS"/>
              </a:rPr>
              <a:t>your</a:t>
            </a:r>
            <a:r>
              <a:rPr sz="2500" spc="-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55" dirty="0">
                <a:solidFill>
                  <a:srgbClr val="FFFFFF"/>
                </a:solidFill>
                <a:latin typeface="Trebuchet MS"/>
                <a:cs typeface="Trebuchet MS"/>
              </a:rPr>
              <a:t>research</a:t>
            </a:r>
            <a:r>
              <a:rPr sz="2500" spc="-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Trebuchet MS"/>
                <a:cs typeface="Trebuchet MS"/>
              </a:rPr>
              <a:t>methods.</a:t>
            </a:r>
            <a:endParaRPr sz="2500">
              <a:latin typeface="Trebuchet MS"/>
              <a:cs typeface="Trebuchet MS"/>
            </a:endParaRPr>
          </a:p>
          <a:p>
            <a:pPr marL="12700" marR="5080">
              <a:lnSpc>
                <a:spcPts val="2700"/>
              </a:lnSpc>
              <a:spcBef>
                <a:spcPts val="2700"/>
              </a:spcBef>
            </a:pP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sz="25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75" dirty="0">
                <a:solidFill>
                  <a:srgbClr val="FFFFFF"/>
                </a:solidFill>
                <a:latin typeface="Trebuchet MS"/>
                <a:cs typeface="Trebuchet MS"/>
              </a:rPr>
              <a:t>adapt</a:t>
            </a:r>
            <a:r>
              <a:rPr sz="25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65" dirty="0">
                <a:solidFill>
                  <a:srgbClr val="FFFFFF"/>
                </a:solidFill>
                <a:latin typeface="Trebuchet MS"/>
                <a:cs typeface="Trebuchet MS"/>
              </a:rPr>
              <a:t>these</a:t>
            </a:r>
            <a:r>
              <a:rPr sz="25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sz="25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60" dirty="0">
                <a:solidFill>
                  <a:srgbClr val="FFFFFF"/>
                </a:solidFill>
                <a:latin typeface="Trebuchet MS"/>
                <a:cs typeface="Trebuchet MS"/>
              </a:rPr>
              <a:t>your</a:t>
            </a:r>
            <a:r>
              <a:rPr sz="25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65" dirty="0">
                <a:solidFill>
                  <a:srgbClr val="FFFFFF"/>
                </a:solidFill>
                <a:latin typeface="Trebuchet MS"/>
                <a:cs typeface="Trebuchet MS"/>
              </a:rPr>
              <a:t>own</a:t>
            </a:r>
            <a:r>
              <a:rPr sz="25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260" dirty="0">
                <a:solidFill>
                  <a:srgbClr val="FFFFFF"/>
                </a:solidFill>
                <a:latin typeface="Trebuchet MS"/>
                <a:cs typeface="Trebuchet MS"/>
              </a:rPr>
              <a:t>Co-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Creating</a:t>
            </a:r>
            <a:r>
              <a:rPr sz="25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80" dirty="0">
                <a:solidFill>
                  <a:srgbClr val="FFFFFF"/>
                </a:solidFill>
                <a:latin typeface="Trebuchet MS"/>
                <a:cs typeface="Trebuchet MS"/>
              </a:rPr>
              <a:t>Our</a:t>
            </a:r>
            <a:r>
              <a:rPr sz="25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50" dirty="0">
                <a:solidFill>
                  <a:srgbClr val="FFFFFF"/>
                </a:solidFill>
                <a:latin typeface="Trebuchet MS"/>
                <a:cs typeface="Trebuchet MS"/>
              </a:rPr>
              <a:t>City </a:t>
            </a:r>
            <a:r>
              <a:rPr sz="2500" spc="-40" dirty="0">
                <a:solidFill>
                  <a:srgbClr val="FFFFFF"/>
                </a:solidFill>
                <a:latin typeface="Trebuchet MS"/>
                <a:cs typeface="Trebuchet MS"/>
              </a:rPr>
              <a:t>project,</a:t>
            </a:r>
            <a:r>
              <a:rPr sz="2500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replace</a:t>
            </a:r>
            <a:r>
              <a:rPr sz="2500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sz="2500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60" dirty="0">
                <a:solidFill>
                  <a:srgbClr val="FFFFFF"/>
                </a:solidFill>
                <a:latin typeface="Trebuchet MS"/>
                <a:cs typeface="Trebuchet MS"/>
              </a:rPr>
              <a:t>examples</a:t>
            </a:r>
            <a:r>
              <a:rPr sz="2500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from</a:t>
            </a:r>
            <a:r>
              <a:rPr sz="2500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our</a:t>
            </a:r>
            <a:r>
              <a:rPr sz="2500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pilot</a:t>
            </a:r>
            <a:r>
              <a:rPr sz="2500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city</a:t>
            </a:r>
            <a:r>
              <a:rPr sz="2500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-20" dirty="0">
                <a:solidFill>
                  <a:srgbClr val="FFFFFF"/>
                </a:solidFill>
                <a:latin typeface="Trebuchet MS"/>
                <a:cs typeface="Trebuchet MS"/>
              </a:rPr>
              <a:t>with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what</a:t>
            </a:r>
            <a:r>
              <a:rPr sz="2500" spc="-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70" dirty="0">
                <a:solidFill>
                  <a:srgbClr val="FFFFFF"/>
                </a:solidFill>
                <a:latin typeface="Trebuchet MS"/>
                <a:cs typeface="Trebuchet MS"/>
              </a:rPr>
              <a:t>suits</a:t>
            </a:r>
            <a:r>
              <a:rPr sz="2500" spc="-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60" dirty="0">
                <a:solidFill>
                  <a:srgbClr val="FFFFFF"/>
                </a:solidFill>
                <a:latin typeface="Trebuchet MS"/>
                <a:cs typeface="Trebuchet MS"/>
              </a:rPr>
              <a:t>your</a:t>
            </a:r>
            <a:r>
              <a:rPr sz="2500" spc="-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Trebuchet MS"/>
                <a:cs typeface="Trebuchet MS"/>
              </a:rPr>
              <a:t>project.</a:t>
            </a:r>
            <a:endParaRPr sz="25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78776" y="626604"/>
            <a:ext cx="10074910" cy="2225675"/>
          </a:xfrm>
          <a:custGeom>
            <a:avLst/>
            <a:gdLst/>
            <a:ahLst/>
            <a:cxnLst/>
            <a:rect l="l" t="t" r="r" b="b"/>
            <a:pathLst>
              <a:path w="10074910" h="2225675">
                <a:moveTo>
                  <a:pt x="10074592" y="1881428"/>
                </a:moveTo>
                <a:lnTo>
                  <a:pt x="10037953" y="815251"/>
                </a:lnTo>
                <a:lnTo>
                  <a:pt x="8018500" y="884669"/>
                </a:lnTo>
                <a:lnTo>
                  <a:pt x="7988097" y="0"/>
                </a:lnTo>
                <a:lnTo>
                  <a:pt x="0" y="274574"/>
                </a:lnTo>
                <a:lnTo>
                  <a:pt x="30403" y="1159243"/>
                </a:lnTo>
                <a:lnTo>
                  <a:pt x="67056" y="2225408"/>
                </a:lnTo>
                <a:lnTo>
                  <a:pt x="10074592" y="1881428"/>
                </a:lnTo>
                <a:close/>
              </a:path>
            </a:pathLst>
          </a:custGeom>
          <a:solidFill>
            <a:srgbClr val="DAFF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 rot="21540000">
            <a:off x="1173682" y="941936"/>
            <a:ext cx="7191220" cy="762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855"/>
              </a:lnSpc>
            </a:pPr>
            <a:r>
              <a:rPr sz="9000" baseline="-2777" dirty="0">
                <a:solidFill>
                  <a:srgbClr val="3B0A85"/>
                </a:solidFill>
                <a:latin typeface="Arial MT"/>
                <a:cs typeface="Arial MT"/>
              </a:rPr>
              <a:t>Q</a:t>
            </a:r>
            <a:r>
              <a:rPr sz="9000" baseline="-1851" dirty="0">
                <a:solidFill>
                  <a:srgbClr val="3B0A85"/>
                </a:solidFill>
                <a:latin typeface="Arial MT"/>
                <a:cs typeface="Arial MT"/>
              </a:rPr>
              <a:t>U</a:t>
            </a:r>
            <a:r>
              <a:rPr sz="9000" baseline="-1388" dirty="0">
                <a:solidFill>
                  <a:srgbClr val="3B0A85"/>
                </a:solidFill>
                <a:latin typeface="Arial MT"/>
                <a:cs typeface="Arial MT"/>
              </a:rPr>
              <a:t>A</a:t>
            </a:r>
            <a:r>
              <a:rPr sz="6000" dirty="0">
                <a:solidFill>
                  <a:srgbClr val="3B0A85"/>
                </a:solidFill>
                <a:latin typeface="Arial MT"/>
                <a:cs typeface="Arial MT"/>
              </a:rPr>
              <a:t>NTIT</a:t>
            </a:r>
            <a:r>
              <a:rPr sz="9000" baseline="1388" dirty="0">
                <a:solidFill>
                  <a:srgbClr val="3B0A85"/>
                </a:solidFill>
                <a:latin typeface="Arial MT"/>
                <a:cs typeface="Arial MT"/>
              </a:rPr>
              <a:t>A</a:t>
            </a:r>
            <a:r>
              <a:rPr sz="9000" baseline="2314" dirty="0">
                <a:solidFill>
                  <a:srgbClr val="3B0A85"/>
                </a:solidFill>
                <a:latin typeface="Arial MT"/>
                <a:cs typeface="Arial MT"/>
              </a:rPr>
              <a:t>T</a:t>
            </a:r>
            <a:r>
              <a:rPr sz="9000" baseline="2777" dirty="0">
                <a:solidFill>
                  <a:srgbClr val="3B0A85"/>
                </a:solidFill>
                <a:latin typeface="Arial MT"/>
                <a:cs typeface="Arial MT"/>
              </a:rPr>
              <a:t>IV</a:t>
            </a:r>
            <a:r>
              <a:rPr sz="9000" baseline="3703" dirty="0">
                <a:solidFill>
                  <a:srgbClr val="3B0A85"/>
                </a:solidFill>
                <a:latin typeface="Arial MT"/>
                <a:cs typeface="Arial MT"/>
              </a:rPr>
              <a:t>E</a:t>
            </a:r>
            <a:r>
              <a:rPr sz="9000" spc="-562" baseline="3703" dirty="0">
                <a:solidFill>
                  <a:srgbClr val="3B0A85"/>
                </a:solidFill>
                <a:latin typeface="Arial MT"/>
                <a:cs typeface="Arial MT"/>
              </a:rPr>
              <a:t> </a:t>
            </a:r>
            <a:r>
              <a:rPr sz="9000" spc="-37" baseline="4629" dirty="0">
                <a:solidFill>
                  <a:srgbClr val="3B0A85"/>
                </a:solidFill>
                <a:latin typeface="Arial MT"/>
                <a:cs typeface="Arial MT"/>
              </a:rPr>
              <a:t>V</a:t>
            </a:r>
            <a:r>
              <a:rPr sz="9000" spc="-37" baseline="5092" dirty="0">
                <a:solidFill>
                  <a:srgbClr val="3B0A85"/>
                </a:solidFill>
                <a:latin typeface="Arial MT"/>
                <a:cs typeface="Arial MT"/>
              </a:rPr>
              <a:t>S</a:t>
            </a:r>
            <a:r>
              <a:rPr sz="9000" spc="-37" baseline="5555" dirty="0">
                <a:solidFill>
                  <a:srgbClr val="3B0A85"/>
                </a:solidFill>
                <a:latin typeface="Arial MT"/>
                <a:cs typeface="Arial MT"/>
              </a:rPr>
              <a:t>.</a:t>
            </a:r>
            <a:endParaRPr sz="9000" baseline="5555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 rot="21540000">
            <a:off x="1208624" y="1797899"/>
            <a:ext cx="9446563" cy="762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790"/>
              </a:lnSpc>
            </a:pPr>
            <a:r>
              <a:rPr sz="9000" spc="-30" baseline="-4166" dirty="0">
                <a:solidFill>
                  <a:srgbClr val="3B0A85"/>
                </a:solidFill>
                <a:latin typeface="Arial MT"/>
                <a:cs typeface="Arial MT"/>
              </a:rPr>
              <a:t>Q</a:t>
            </a:r>
            <a:r>
              <a:rPr sz="9000" spc="-30" baseline="-3240" dirty="0">
                <a:solidFill>
                  <a:srgbClr val="3B0A85"/>
                </a:solidFill>
                <a:latin typeface="Arial MT"/>
                <a:cs typeface="Arial MT"/>
              </a:rPr>
              <a:t>U</a:t>
            </a:r>
            <a:r>
              <a:rPr sz="9000" spc="-30" baseline="-2777" dirty="0">
                <a:solidFill>
                  <a:srgbClr val="3B0A85"/>
                </a:solidFill>
                <a:latin typeface="Arial MT"/>
                <a:cs typeface="Arial MT"/>
              </a:rPr>
              <a:t>A</a:t>
            </a:r>
            <a:r>
              <a:rPr sz="9000" spc="-30" baseline="-1851" dirty="0">
                <a:solidFill>
                  <a:srgbClr val="3B0A85"/>
                </a:solidFill>
                <a:latin typeface="Arial MT"/>
                <a:cs typeface="Arial MT"/>
              </a:rPr>
              <a:t>L</a:t>
            </a:r>
            <a:r>
              <a:rPr sz="9000" spc="-30" baseline="-1388" dirty="0">
                <a:solidFill>
                  <a:srgbClr val="3B0A85"/>
                </a:solidFill>
                <a:latin typeface="Arial MT"/>
                <a:cs typeface="Arial MT"/>
              </a:rPr>
              <a:t>IT</a:t>
            </a:r>
            <a:r>
              <a:rPr sz="6000" spc="-20" dirty="0">
                <a:solidFill>
                  <a:srgbClr val="3B0A85"/>
                </a:solidFill>
                <a:latin typeface="Arial MT"/>
                <a:cs typeface="Arial MT"/>
              </a:rPr>
              <a:t>ATIV</a:t>
            </a:r>
            <a:r>
              <a:rPr sz="9000" spc="-30" baseline="1388" dirty="0">
                <a:solidFill>
                  <a:srgbClr val="3B0A85"/>
                </a:solidFill>
                <a:latin typeface="Arial MT"/>
                <a:cs typeface="Arial MT"/>
              </a:rPr>
              <a:t>E</a:t>
            </a:r>
            <a:r>
              <a:rPr sz="9000" spc="-525" baseline="1388" dirty="0">
                <a:solidFill>
                  <a:srgbClr val="3B0A85"/>
                </a:solidFill>
                <a:latin typeface="Arial MT"/>
                <a:cs typeface="Arial MT"/>
              </a:rPr>
              <a:t> </a:t>
            </a:r>
            <a:r>
              <a:rPr sz="9000" spc="-75" baseline="2314" dirty="0">
                <a:solidFill>
                  <a:srgbClr val="3B0A85"/>
                </a:solidFill>
                <a:latin typeface="Arial MT"/>
                <a:cs typeface="Arial MT"/>
              </a:rPr>
              <a:t>R</a:t>
            </a:r>
            <a:r>
              <a:rPr sz="9000" spc="-75" baseline="3240" dirty="0">
                <a:solidFill>
                  <a:srgbClr val="3B0A85"/>
                </a:solidFill>
                <a:latin typeface="Arial MT"/>
                <a:cs typeface="Arial MT"/>
              </a:rPr>
              <a:t>E</a:t>
            </a:r>
            <a:r>
              <a:rPr sz="9000" spc="-75" baseline="3703" dirty="0">
                <a:solidFill>
                  <a:srgbClr val="3B0A85"/>
                </a:solidFill>
                <a:latin typeface="Arial MT"/>
                <a:cs typeface="Arial MT"/>
              </a:rPr>
              <a:t>S</a:t>
            </a:r>
            <a:r>
              <a:rPr sz="9000" spc="-75" baseline="4166" dirty="0">
                <a:solidFill>
                  <a:srgbClr val="3B0A85"/>
                </a:solidFill>
                <a:latin typeface="Arial MT"/>
                <a:cs typeface="Arial MT"/>
              </a:rPr>
              <a:t>E</a:t>
            </a:r>
            <a:r>
              <a:rPr sz="9000" spc="-75" baseline="4629" dirty="0">
                <a:solidFill>
                  <a:srgbClr val="3B0A85"/>
                </a:solidFill>
                <a:latin typeface="Arial MT"/>
                <a:cs typeface="Arial MT"/>
              </a:rPr>
              <a:t>A</a:t>
            </a:r>
            <a:r>
              <a:rPr sz="9000" spc="-75" baseline="5555" dirty="0">
                <a:solidFill>
                  <a:srgbClr val="3B0A85"/>
                </a:solidFill>
                <a:latin typeface="Arial MT"/>
                <a:cs typeface="Arial MT"/>
              </a:rPr>
              <a:t>R</a:t>
            </a:r>
            <a:r>
              <a:rPr sz="9000" spc="-75" baseline="6018" dirty="0">
                <a:solidFill>
                  <a:srgbClr val="3B0A85"/>
                </a:solidFill>
                <a:latin typeface="Arial MT"/>
                <a:cs typeface="Arial MT"/>
              </a:rPr>
              <a:t>C</a:t>
            </a:r>
            <a:r>
              <a:rPr sz="9000" spc="-75" baseline="6944" dirty="0">
                <a:solidFill>
                  <a:srgbClr val="3B0A85"/>
                </a:solidFill>
                <a:latin typeface="Arial MT"/>
                <a:cs typeface="Arial MT"/>
              </a:rPr>
              <a:t>H</a:t>
            </a:r>
            <a:endParaRPr sz="9000" baseline="6944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4924" y="4740411"/>
            <a:ext cx="104775" cy="10477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4924" y="5692911"/>
            <a:ext cx="104775" cy="10477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4924" y="6169161"/>
            <a:ext cx="104775" cy="10477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4924" y="6645410"/>
            <a:ext cx="104775" cy="10477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4924" y="7121660"/>
            <a:ext cx="104775" cy="10477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4924" y="7597910"/>
            <a:ext cx="104775" cy="10477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04924" y="8074160"/>
            <a:ext cx="104775" cy="10477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04924" y="8550410"/>
            <a:ext cx="104775" cy="104774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555650" y="4467354"/>
            <a:ext cx="6800850" cy="4311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5240">
              <a:lnSpc>
                <a:spcPct val="125000"/>
              </a:lnSpc>
              <a:spcBef>
                <a:spcPts val="100"/>
              </a:spcBef>
            </a:pPr>
            <a:r>
              <a:rPr sz="2500" b="1" spc="95" dirty="0">
                <a:solidFill>
                  <a:srgbClr val="FFFFFF"/>
                </a:solidFill>
                <a:latin typeface="Trebuchet MS"/>
                <a:cs typeface="Trebuchet MS"/>
              </a:rPr>
              <a:t>Focus</a:t>
            </a:r>
            <a:r>
              <a:rPr sz="2500" b="1" spc="-1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b="1" spc="65" dirty="0">
                <a:solidFill>
                  <a:srgbClr val="FFFFFF"/>
                </a:solidFill>
                <a:latin typeface="Trebuchet MS"/>
                <a:cs typeface="Trebuchet MS"/>
              </a:rPr>
              <a:t>on</a:t>
            </a:r>
            <a:r>
              <a:rPr sz="2500" b="1" spc="-10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b="1" spc="55" dirty="0">
                <a:solidFill>
                  <a:srgbClr val="FFFFFF"/>
                </a:solidFill>
                <a:latin typeface="Trebuchet MS"/>
                <a:cs typeface="Trebuchet MS"/>
              </a:rPr>
              <a:t>collecting</a:t>
            </a:r>
            <a:r>
              <a:rPr sz="2500" b="1" spc="-10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b="1" spc="100" dirty="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sz="2500" b="1" spc="-10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b="1" dirty="0">
                <a:solidFill>
                  <a:srgbClr val="FFFFFF"/>
                </a:solidFill>
                <a:latin typeface="Trebuchet MS"/>
                <a:cs typeface="Trebuchet MS"/>
              </a:rPr>
              <a:t>analyzing</a:t>
            </a:r>
            <a:r>
              <a:rPr sz="2500" b="1" spc="-1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b="1" spc="-10" dirty="0">
                <a:solidFill>
                  <a:srgbClr val="FFFFFF"/>
                </a:solidFill>
                <a:latin typeface="Trebuchet MS"/>
                <a:cs typeface="Trebuchet MS"/>
              </a:rPr>
              <a:t>numerical </a:t>
            </a:r>
            <a:r>
              <a:rPr sz="2500" b="1" spc="100" dirty="0">
                <a:solidFill>
                  <a:srgbClr val="FFFFFF"/>
                </a:solidFill>
                <a:latin typeface="Trebuchet MS"/>
                <a:cs typeface="Trebuchet MS"/>
              </a:rPr>
              <a:t>data</a:t>
            </a:r>
            <a:r>
              <a:rPr sz="2500" b="1" spc="-1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b="1" spc="75" dirty="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sz="2500" b="1" spc="-1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b="1" dirty="0">
                <a:solidFill>
                  <a:srgbClr val="FFFFFF"/>
                </a:solidFill>
                <a:latin typeface="Trebuchet MS"/>
                <a:cs typeface="Trebuchet MS"/>
              </a:rPr>
              <a:t>find</a:t>
            </a:r>
            <a:r>
              <a:rPr sz="2500" b="1" spc="-1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b="1" spc="75" dirty="0">
                <a:solidFill>
                  <a:srgbClr val="FFFFFF"/>
                </a:solidFill>
                <a:latin typeface="Trebuchet MS"/>
                <a:cs typeface="Trebuchet MS"/>
              </a:rPr>
              <a:t>patterns</a:t>
            </a:r>
            <a:r>
              <a:rPr sz="2500" b="1" spc="-1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b="1" spc="100" dirty="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sz="2500" b="1" spc="-1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b="1" spc="95" dirty="0">
                <a:solidFill>
                  <a:srgbClr val="FFFFFF"/>
                </a:solidFill>
                <a:latin typeface="Trebuchet MS"/>
                <a:cs typeface="Trebuchet MS"/>
              </a:rPr>
              <a:t>test</a:t>
            </a:r>
            <a:r>
              <a:rPr sz="2500" b="1" spc="-1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b="1" spc="55" dirty="0">
                <a:solidFill>
                  <a:srgbClr val="FFFFFF"/>
                </a:solidFill>
                <a:latin typeface="Trebuchet MS"/>
                <a:cs typeface="Trebuchet MS"/>
              </a:rPr>
              <a:t>hypotheses.</a:t>
            </a:r>
            <a:endParaRPr sz="2500">
              <a:latin typeface="Trebuchet MS"/>
              <a:cs typeface="Trebuchet MS"/>
            </a:endParaRPr>
          </a:p>
          <a:p>
            <a:pPr marL="12700" marR="190500">
              <a:lnSpc>
                <a:spcPct val="125000"/>
              </a:lnSpc>
            </a:pPr>
            <a:r>
              <a:rPr sz="2500" spc="-40" dirty="0">
                <a:solidFill>
                  <a:srgbClr val="FFFFFF"/>
                </a:solidFill>
                <a:latin typeface="Trebuchet MS"/>
                <a:cs typeface="Trebuchet MS"/>
              </a:rPr>
              <a:t>Goal:</a:t>
            </a:r>
            <a:r>
              <a:rPr sz="2500" spc="-11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-65" dirty="0">
                <a:solidFill>
                  <a:srgbClr val="FFFFFF"/>
                </a:solidFill>
                <a:latin typeface="Trebuchet MS"/>
                <a:cs typeface="Trebuchet MS"/>
              </a:rPr>
              <a:t>explain,</a:t>
            </a:r>
            <a:r>
              <a:rPr sz="2500" spc="-1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-25" dirty="0">
                <a:solidFill>
                  <a:srgbClr val="FFFFFF"/>
                </a:solidFill>
                <a:latin typeface="Trebuchet MS"/>
                <a:cs typeface="Trebuchet MS"/>
              </a:rPr>
              <a:t>quantify,</a:t>
            </a:r>
            <a:r>
              <a:rPr sz="2500" spc="-10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65" dirty="0">
                <a:solidFill>
                  <a:srgbClr val="FFFFFF"/>
                </a:solidFill>
                <a:latin typeface="Trebuchet MS"/>
                <a:cs typeface="Trebuchet MS"/>
              </a:rPr>
              <a:t>measure</a:t>
            </a:r>
            <a:r>
              <a:rPr sz="2500" spc="-1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Trebuchet MS"/>
                <a:cs typeface="Trebuchet MS"/>
              </a:rPr>
              <a:t>relationships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Question: </a:t>
            </a:r>
            <a:r>
              <a:rPr sz="2500" spc="65" dirty="0">
                <a:solidFill>
                  <a:srgbClr val="FFFFFF"/>
                </a:solidFill>
                <a:latin typeface="Trebuchet MS"/>
                <a:cs typeface="Trebuchet MS"/>
              </a:rPr>
              <a:t>how</a:t>
            </a:r>
            <a:r>
              <a:rPr sz="2500" spc="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125" dirty="0">
                <a:solidFill>
                  <a:srgbClr val="FFFFFF"/>
                </a:solidFill>
                <a:latin typeface="Trebuchet MS"/>
                <a:cs typeface="Trebuchet MS"/>
              </a:rPr>
              <a:t>many?</a:t>
            </a:r>
            <a:endParaRPr sz="2500">
              <a:latin typeface="Trebuchet MS"/>
              <a:cs typeface="Trebuchet MS"/>
            </a:endParaRPr>
          </a:p>
          <a:p>
            <a:pPr marL="12700" marR="3416300">
              <a:lnSpc>
                <a:spcPct val="125000"/>
              </a:lnSpc>
            </a:pPr>
            <a:r>
              <a:rPr sz="2500" spc="105" dirty="0">
                <a:solidFill>
                  <a:srgbClr val="FFFFFF"/>
                </a:solidFill>
                <a:latin typeface="Trebuchet MS"/>
                <a:cs typeface="Trebuchet MS"/>
              </a:rPr>
              <a:t>Hypotheses</a:t>
            </a:r>
            <a:r>
              <a:rPr sz="2500" spc="-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are</a:t>
            </a:r>
            <a:r>
              <a:rPr sz="2500" spc="-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60" dirty="0">
                <a:solidFill>
                  <a:srgbClr val="FFFFFF"/>
                </a:solidFill>
                <a:latin typeface="Trebuchet MS"/>
                <a:cs typeface="Trebuchet MS"/>
              </a:rPr>
              <a:t>tested </a:t>
            </a:r>
            <a:r>
              <a:rPr sz="2500" spc="75" dirty="0">
                <a:solidFill>
                  <a:srgbClr val="FFFFFF"/>
                </a:solidFill>
                <a:latin typeface="Trebuchet MS"/>
                <a:cs typeface="Trebuchet MS"/>
              </a:rPr>
              <a:t>Sample</a:t>
            </a:r>
            <a:r>
              <a:rPr sz="25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size</a:t>
            </a:r>
            <a:r>
              <a:rPr sz="25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30" dirty="0">
                <a:solidFill>
                  <a:srgbClr val="FFFFFF"/>
                </a:solidFill>
                <a:latin typeface="Trebuchet MS"/>
                <a:cs typeface="Trebuchet MS"/>
              </a:rPr>
              <a:t>&gt;100 </a:t>
            </a:r>
            <a:r>
              <a:rPr sz="2500" spc="55" dirty="0">
                <a:solidFill>
                  <a:srgbClr val="FFFFFF"/>
                </a:solidFill>
                <a:latin typeface="Trebuchet MS"/>
                <a:cs typeface="Trebuchet MS"/>
              </a:rPr>
              <a:t>Sampling</a:t>
            </a:r>
            <a:r>
              <a:rPr sz="2500" spc="-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160" dirty="0">
                <a:solidFill>
                  <a:srgbClr val="FFFFFF"/>
                </a:solidFill>
                <a:latin typeface="Trebuchet MS"/>
                <a:cs typeface="Trebuchet MS"/>
              </a:rPr>
              <a:t>by</a:t>
            </a:r>
            <a:r>
              <a:rPr sz="2500" spc="-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114" dirty="0">
                <a:solidFill>
                  <a:srgbClr val="FFFFFF"/>
                </a:solidFill>
                <a:latin typeface="Trebuchet MS"/>
                <a:cs typeface="Trebuchet MS"/>
              </a:rPr>
              <a:t>system</a:t>
            </a:r>
            <a:endParaRPr sz="2500">
              <a:latin typeface="Trebuchet MS"/>
              <a:cs typeface="Trebuchet MS"/>
            </a:endParaRPr>
          </a:p>
          <a:p>
            <a:pPr marL="12700" marR="5080">
              <a:lnSpc>
                <a:spcPct val="125000"/>
              </a:lnSpc>
            </a:pP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Statistical</a:t>
            </a:r>
            <a:r>
              <a:rPr sz="25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105" dirty="0">
                <a:solidFill>
                  <a:srgbClr val="FFFFFF"/>
                </a:solidFill>
                <a:latin typeface="Trebuchet MS"/>
                <a:cs typeface="Trebuchet MS"/>
              </a:rPr>
              <a:t>methods</a:t>
            </a:r>
            <a:r>
              <a:rPr sz="25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for</a:t>
            </a:r>
            <a:r>
              <a:rPr sz="25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evaluating</a:t>
            </a:r>
            <a:r>
              <a:rPr sz="25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sz="25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30" dirty="0">
                <a:solidFill>
                  <a:srgbClr val="FFFFFF"/>
                </a:solidFill>
                <a:latin typeface="Trebuchet MS"/>
                <a:cs typeface="Trebuchet MS"/>
              </a:rPr>
              <a:t>data </a:t>
            </a:r>
            <a:r>
              <a:rPr sz="2500" spc="50" dirty="0">
                <a:solidFill>
                  <a:srgbClr val="FFFFFF"/>
                </a:solidFill>
                <a:latin typeface="Trebuchet MS"/>
                <a:cs typeface="Trebuchet MS"/>
              </a:rPr>
              <a:t>Results</a:t>
            </a:r>
            <a:r>
              <a:rPr sz="2500" spc="-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85" dirty="0">
                <a:solidFill>
                  <a:srgbClr val="FFFFFF"/>
                </a:solidFill>
                <a:latin typeface="Trebuchet MS"/>
                <a:cs typeface="Trebuchet MS"/>
              </a:rPr>
              <a:t>can</a:t>
            </a:r>
            <a:r>
              <a:rPr sz="2500" spc="-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110" dirty="0">
                <a:solidFill>
                  <a:srgbClr val="FFFFFF"/>
                </a:solidFill>
                <a:latin typeface="Trebuchet MS"/>
                <a:cs typeface="Trebuchet MS"/>
              </a:rPr>
              <a:t>be</a:t>
            </a:r>
            <a:r>
              <a:rPr sz="2500" spc="-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generalized</a:t>
            </a:r>
            <a:r>
              <a:rPr sz="2500" spc="-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85" dirty="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sz="2500" spc="-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Trebuchet MS"/>
                <a:cs typeface="Trebuchet MS"/>
              </a:rPr>
              <a:t>representative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1019685" y="3674265"/>
            <a:ext cx="2875915" cy="709930"/>
          </a:xfrm>
          <a:prstGeom prst="rect">
            <a:avLst/>
          </a:prstGeom>
          <a:solidFill>
            <a:srgbClr val="D0C2F5"/>
          </a:solidFill>
        </p:spPr>
        <p:txBody>
          <a:bodyPr vert="horz" wrap="square" lIns="0" tIns="80010" rIns="0" bIns="0" rtlCol="0">
            <a:spAutoFit/>
          </a:bodyPr>
          <a:lstStyle/>
          <a:p>
            <a:pPr marL="166370">
              <a:lnSpc>
                <a:spcPct val="100000"/>
              </a:lnSpc>
              <a:spcBef>
                <a:spcPts val="630"/>
              </a:spcBef>
            </a:pPr>
            <a:r>
              <a:rPr sz="3250" spc="60" dirty="0"/>
              <a:t>Quantitative</a:t>
            </a:r>
            <a:endParaRPr sz="3250"/>
          </a:p>
        </p:txBody>
      </p:sp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05698" y="4708363"/>
            <a:ext cx="104775" cy="104774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05698" y="5660862"/>
            <a:ext cx="104775" cy="104774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05698" y="6137112"/>
            <a:ext cx="104775" cy="104774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05698" y="6613362"/>
            <a:ext cx="104775" cy="104774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05698" y="7089612"/>
            <a:ext cx="104775" cy="104774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05698" y="7565862"/>
            <a:ext cx="104775" cy="104774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05698" y="8042112"/>
            <a:ext cx="104775" cy="104774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05698" y="8518362"/>
            <a:ext cx="104775" cy="104774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10056424" y="4435307"/>
            <a:ext cx="7078980" cy="4787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sz="2500" b="1" dirty="0">
                <a:solidFill>
                  <a:srgbClr val="FFFFFF"/>
                </a:solidFill>
                <a:latin typeface="Trebuchet MS"/>
                <a:cs typeface="Trebuchet MS"/>
              </a:rPr>
              <a:t>Explore</a:t>
            </a:r>
            <a:r>
              <a:rPr sz="2500" b="1" spc="-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b="1" spc="50" dirty="0">
                <a:solidFill>
                  <a:srgbClr val="FFFFFF"/>
                </a:solidFill>
                <a:latin typeface="Trebuchet MS"/>
                <a:cs typeface="Trebuchet MS"/>
              </a:rPr>
              <a:t>subjective</a:t>
            </a:r>
            <a:r>
              <a:rPr sz="2500" b="1" spc="-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b="1" spc="60" dirty="0">
                <a:solidFill>
                  <a:srgbClr val="FFFFFF"/>
                </a:solidFill>
                <a:latin typeface="Trebuchet MS"/>
                <a:cs typeface="Trebuchet MS"/>
              </a:rPr>
              <a:t>experiences</a:t>
            </a:r>
            <a:r>
              <a:rPr sz="2500" b="1" spc="-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b="1" spc="100" dirty="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sz="2500" b="1" spc="-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b="1" spc="75" dirty="0">
                <a:solidFill>
                  <a:srgbClr val="FFFFFF"/>
                </a:solidFill>
                <a:latin typeface="Trebuchet MS"/>
                <a:cs typeface="Trebuchet MS"/>
              </a:rPr>
              <a:t>meanings </a:t>
            </a:r>
            <a:r>
              <a:rPr sz="2500" b="1" spc="45" dirty="0">
                <a:solidFill>
                  <a:srgbClr val="FFFFFF"/>
                </a:solidFill>
                <a:latin typeface="Trebuchet MS"/>
                <a:cs typeface="Trebuchet MS"/>
              </a:rPr>
              <a:t>through</a:t>
            </a:r>
            <a:r>
              <a:rPr sz="2500" b="1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b="1" spc="140" dirty="0">
                <a:solidFill>
                  <a:srgbClr val="FFFFFF"/>
                </a:solidFill>
                <a:latin typeface="Trebuchet MS"/>
                <a:cs typeface="Trebuchet MS"/>
              </a:rPr>
              <a:t>non-</a:t>
            </a:r>
            <a:r>
              <a:rPr sz="2500" b="1" dirty="0">
                <a:solidFill>
                  <a:srgbClr val="FFFFFF"/>
                </a:solidFill>
                <a:latin typeface="Trebuchet MS"/>
                <a:cs typeface="Trebuchet MS"/>
              </a:rPr>
              <a:t>numerical</a:t>
            </a:r>
            <a:r>
              <a:rPr sz="2500" b="1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b="1" spc="100" dirty="0">
                <a:solidFill>
                  <a:srgbClr val="FFFFFF"/>
                </a:solidFill>
                <a:latin typeface="Trebuchet MS"/>
                <a:cs typeface="Trebuchet MS"/>
              </a:rPr>
              <a:t>data</a:t>
            </a:r>
            <a:r>
              <a:rPr sz="2500" b="1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b="1" spc="-10" dirty="0">
                <a:solidFill>
                  <a:srgbClr val="FFFFFF"/>
                </a:solidFill>
                <a:latin typeface="Trebuchet MS"/>
                <a:cs typeface="Trebuchet MS"/>
              </a:rPr>
              <a:t>exploration</a:t>
            </a:r>
            <a:endParaRPr sz="2500">
              <a:latin typeface="Trebuchet MS"/>
              <a:cs typeface="Trebuchet MS"/>
            </a:endParaRPr>
          </a:p>
          <a:p>
            <a:pPr marL="12700" marR="377825">
              <a:lnSpc>
                <a:spcPct val="125000"/>
              </a:lnSpc>
            </a:pPr>
            <a:r>
              <a:rPr sz="2500" spc="-40" dirty="0">
                <a:solidFill>
                  <a:srgbClr val="FFFFFF"/>
                </a:solidFill>
                <a:latin typeface="Trebuchet MS"/>
                <a:cs typeface="Trebuchet MS"/>
              </a:rPr>
              <a:t>Goal:</a:t>
            </a:r>
            <a:r>
              <a:rPr sz="25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understanding,</a:t>
            </a:r>
            <a:r>
              <a:rPr sz="2500" spc="-35" dirty="0">
                <a:solidFill>
                  <a:srgbClr val="FFFFFF"/>
                </a:solidFill>
                <a:latin typeface="Trebuchet MS"/>
                <a:cs typeface="Trebuchet MS"/>
              </a:rPr>
              <a:t> exploring,</a:t>
            </a:r>
            <a:r>
              <a:rPr sz="25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70" dirty="0">
                <a:solidFill>
                  <a:srgbClr val="FFFFFF"/>
                </a:solidFill>
                <a:latin typeface="Trebuchet MS"/>
                <a:cs typeface="Trebuchet MS"/>
              </a:rPr>
              <a:t>deeper</a:t>
            </a:r>
            <a:r>
              <a:rPr sz="25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Trebuchet MS"/>
                <a:cs typeface="Trebuchet MS"/>
              </a:rPr>
              <a:t>insight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Questions:</a:t>
            </a:r>
            <a:r>
              <a:rPr sz="2500" spc="11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145" dirty="0">
                <a:solidFill>
                  <a:srgbClr val="FFFFFF"/>
                </a:solidFill>
                <a:latin typeface="Trebuchet MS"/>
                <a:cs typeface="Trebuchet MS"/>
              </a:rPr>
              <a:t>why?</a:t>
            </a:r>
            <a:r>
              <a:rPr sz="2500" spc="11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120" dirty="0">
                <a:solidFill>
                  <a:srgbClr val="FFFFFF"/>
                </a:solidFill>
                <a:latin typeface="Trebuchet MS"/>
                <a:cs typeface="Trebuchet MS"/>
              </a:rPr>
              <a:t>how?</a:t>
            </a:r>
            <a:endParaRPr sz="2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2500" spc="105" dirty="0">
                <a:solidFill>
                  <a:srgbClr val="FFFFFF"/>
                </a:solidFill>
                <a:latin typeface="Trebuchet MS"/>
                <a:cs typeface="Trebuchet MS"/>
              </a:rPr>
              <a:t>Hypotheses</a:t>
            </a:r>
            <a:r>
              <a:rPr sz="2500" spc="-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are</a:t>
            </a:r>
            <a:r>
              <a:rPr sz="2500" spc="-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35" dirty="0">
                <a:solidFill>
                  <a:srgbClr val="FFFFFF"/>
                </a:solidFill>
                <a:latin typeface="Trebuchet MS"/>
                <a:cs typeface="Trebuchet MS"/>
              </a:rPr>
              <a:t>generated</a:t>
            </a:r>
            <a:endParaRPr sz="2500">
              <a:latin typeface="Trebuchet MS"/>
              <a:cs typeface="Trebuchet MS"/>
            </a:endParaRPr>
          </a:p>
          <a:p>
            <a:pPr marL="12700" marR="375920">
              <a:lnSpc>
                <a:spcPct val="125000"/>
              </a:lnSpc>
            </a:pPr>
            <a:r>
              <a:rPr sz="2500" spc="75" dirty="0">
                <a:solidFill>
                  <a:srgbClr val="FFFFFF"/>
                </a:solidFill>
                <a:latin typeface="Trebuchet MS"/>
                <a:cs typeface="Trebuchet MS"/>
              </a:rPr>
              <a:t>Sample</a:t>
            </a:r>
            <a:r>
              <a:rPr sz="2500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-65" dirty="0">
                <a:solidFill>
                  <a:srgbClr val="FFFFFF"/>
                </a:solidFill>
                <a:latin typeface="Trebuchet MS"/>
                <a:cs typeface="Trebuchet MS"/>
              </a:rPr>
              <a:t>size:</a:t>
            </a:r>
            <a:r>
              <a:rPr sz="250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-55" dirty="0">
                <a:solidFill>
                  <a:srgbClr val="FFFFFF"/>
                </a:solidFill>
                <a:latin typeface="Trebuchet MS"/>
                <a:cs typeface="Trebuchet MS"/>
              </a:rPr>
              <a:t>&lt;100,</a:t>
            </a:r>
            <a:r>
              <a:rPr sz="250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often</a:t>
            </a:r>
            <a:r>
              <a:rPr sz="250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280" dirty="0">
                <a:solidFill>
                  <a:srgbClr val="FFFFFF"/>
                </a:solidFill>
                <a:latin typeface="Trebuchet MS"/>
                <a:cs typeface="Trebuchet MS"/>
              </a:rPr>
              <a:t>5-</a:t>
            </a:r>
            <a:r>
              <a:rPr sz="2500" spc="260" dirty="0">
                <a:solidFill>
                  <a:srgbClr val="FFFFFF"/>
                </a:solidFill>
                <a:latin typeface="Trebuchet MS"/>
                <a:cs typeface="Trebuchet MS"/>
              </a:rPr>
              <a:t>20</a:t>
            </a:r>
            <a:r>
              <a:rPr sz="250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or</a:t>
            </a:r>
            <a:r>
              <a:rPr sz="250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250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single</a:t>
            </a:r>
            <a:r>
              <a:rPr sz="2500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100" dirty="0">
                <a:solidFill>
                  <a:srgbClr val="FFFFFF"/>
                </a:solidFill>
                <a:latin typeface="Trebuchet MS"/>
                <a:cs typeface="Trebuchet MS"/>
              </a:rPr>
              <a:t>case </a:t>
            </a:r>
            <a:r>
              <a:rPr sz="2500" spc="55" dirty="0">
                <a:solidFill>
                  <a:srgbClr val="FFFFFF"/>
                </a:solidFill>
                <a:latin typeface="Trebuchet MS"/>
                <a:cs typeface="Trebuchet MS"/>
              </a:rPr>
              <a:t>Sampling</a:t>
            </a:r>
            <a:r>
              <a:rPr sz="2500" spc="-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130" dirty="0">
                <a:solidFill>
                  <a:srgbClr val="FFFFFF"/>
                </a:solidFill>
                <a:latin typeface="Trebuchet MS"/>
                <a:cs typeface="Trebuchet MS"/>
              </a:rPr>
              <a:t>based</a:t>
            </a:r>
            <a:r>
              <a:rPr sz="2500" spc="-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90" dirty="0">
                <a:solidFill>
                  <a:srgbClr val="FFFFFF"/>
                </a:solidFill>
                <a:latin typeface="Trebuchet MS"/>
                <a:cs typeface="Trebuchet MS"/>
              </a:rPr>
              <a:t>on</a:t>
            </a:r>
            <a:r>
              <a:rPr sz="2500" spc="-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35" dirty="0">
                <a:solidFill>
                  <a:srgbClr val="FFFFFF"/>
                </a:solidFill>
                <a:latin typeface="Trebuchet MS"/>
                <a:cs typeface="Trebuchet MS"/>
              </a:rPr>
              <a:t>characteristics</a:t>
            </a:r>
            <a:endParaRPr sz="2500">
              <a:latin typeface="Trebuchet MS"/>
              <a:cs typeface="Trebuchet MS"/>
            </a:endParaRPr>
          </a:p>
          <a:p>
            <a:pPr marL="12700" marR="980440">
              <a:lnSpc>
                <a:spcPct val="125000"/>
              </a:lnSpc>
            </a:pPr>
            <a:r>
              <a:rPr sz="2500" spc="60" dirty="0">
                <a:solidFill>
                  <a:srgbClr val="FFFFFF"/>
                </a:solidFill>
                <a:latin typeface="Trebuchet MS"/>
                <a:cs typeface="Trebuchet MS"/>
              </a:rPr>
              <a:t>Various</a:t>
            </a:r>
            <a:r>
              <a:rPr sz="2500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105" dirty="0">
                <a:solidFill>
                  <a:srgbClr val="FFFFFF"/>
                </a:solidFill>
                <a:latin typeface="Trebuchet MS"/>
                <a:cs typeface="Trebuchet MS"/>
              </a:rPr>
              <a:t>methods</a:t>
            </a:r>
            <a:r>
              <a:rPr sz="2500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of</a:t>
            </a:r>
            <a:r>
              <a:rPr sz="2500" spc="-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evaluation</a:t>
            </a:r>
            <a:r>
              <a:rPr sz="2500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75" dirty="0">
                <a:solidFill>
                  <a:srgbClr val="FFFFFF"/>
                </a:solidFill>
                <a:latin typeface="Trebuchet MS"/>
                <a:cs typeface="Trebuchet MS"/>
              </a:rPr>
              <a:t>possible </a:t>
            </a:r>
            <a:r>
              <a:rPr sz="2500" spc="110" dirty="0">
                <a:solidFill>
                  <a:srgbClr val="FFFFFF"/>
                </a:solidFill>
                <a:latin typeface="Trebuchet MS"/>
                <a:cs typeface="Trebuchet MS"/>
              </a:rPr>
              <a:t>Used</a:t>
            </a:r>
            <a:r>
              <a:rPr sz="25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sz="25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explore</a:t>
            </a:r>
            <a:r>
              <a:rPr sz="25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85" dirty="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sz="25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70" dirty="0">
                <a:solidFill>
                  <a:srgbClr val="FFFFFF"/>
                </a:solidFill>
                <a:latin typeface="Trebuchet MS"/>
                <a:cs typeface="Trebuchet MS"/>
              </a:rPr>
              <a:t>understand</a:t>
            </a:r>
            <a:r>
              <a:rPr sz="25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55" dirty="0">
                <a:solidFill>
                  <a:srgbClr val="FFFFFF"/>
                </a:solidFill>
                <a:latin typeface="Trebuchet MS"/>
                <a:cs typeface="Trebuchet MS"/>
              </a:rPr>
              <a:t>complex </a:t>
            </a:r>
            <a:r>
              <a:rPr sz="2500" spc="110" dirty="0">
                <a:solidFill>
                  <a:srgbClr val="FFFFFF"/>
                </a:solidFill>
                <a:latin typeface="Trebuchet MS"/>
                <a:cs typeface="Trebuchet MS"/>
              </a:rPr>
              <a:t>concepts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541955" y="3674265"/>
            <a:ext cx="2555875" cy="709930"/>
          </a:xfrm>
          <a:prstGeom prst="rect">
            <a:avLst/>
          </a:prstGeom>
          <a:solidFill>
            <a:srgbClr val="D0C2F5"/>
          </a:solidFill>
        </p:spPr>
        <p:txBody>
          <a:bodyPr vert="horz" wrap="square" lIns="0" tIns="80010" rIns="0" bIns="0" rtlCol="0">
            <a:spAutoFit/>
          </a:bodyPr>
          <a:lstStyle/>
          <a:p>
            <a:pPr marL="166370">
              <a:lnSpc>
                <a:spcPct val="100000"/>
              </a:lnSpc>
              <a:spcBef>
                <a:spcPts val="630"/>
              </a:spcBef>
            </a:pPr>
            <a:r>
              <a:rPr sz="3250" b="1" spc="45" dirty="0">
                <a:solidFill>
                  <a:srgbClr val="3B0A85"/>
                </a:solidFill>
                <a:latin typeface="Trebuchet MS"/>
                <a:cs typeface="Trebuchet MS"/>
              </a:rPr>
              <a:t>Qualitative</a:t>
            </a:r>
            <a:endParaRPr sz="32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78781" y="752905"/>
            <a:ext cx="4350385" cy="1214755"/>
          </a:xfrm>
          <a:custGeom>
            <a:avLst/>
            <a:gdLst/>
            <a:ahLst/>
            <a:cxnLst/>
            <a:rect l="l" t="t" r="r" b="b"/>
            <a:pathLst>
              <a:path w="4350385" h="1214755">
                <a:moveTo>
                  <a:pt x="4350115" y="1066170"/>
                </a:moveTo>
                <a:lnTo>
                  <a:pt x="36647" y="1214437"/>
                </a:lnTo>
                <a:lnTo>
                  <a:pt x="0" y="148266"/>
                </a:lnTo>
                <a:lnTo>
                  <a:pt x="4313468" y="0"/>
                </a:lnTo>
                <a:lnTo>
                  <a:pt x="4350115" y="1066170"/>
                </a:lnTo>
                <a:close/>
              </a:path>
            </a:pathLst>
          </a:custGeom>
          <a:solidFill>
            <a:srgbClr val="DAFF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 rot="21540000">
            <a:off x="1155810" y="986383"/>
            <a:ext cx="3796453" cy="762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755"/>
              </a:lnSpc>
            </a:pPr>
            <a:r>
              <a:rPr sz="9000" spc="-172" baseline="-2777" dirty="0">
                <a:solidFill>
                  <a:srgbClr val="3B0A85"/>
                </a:solidFill>
                <a:latin typeface="Arial MT"/>
                <a:cs typeface="Arial MT"/>
              </a:rPr>
              <a:t>M</a:t>
            </a:r>
            <a:r>
              <a:rPr sz="9000" spc="-172" baseline="-1851" dirty="0">
                <a:solidFill>
                  <a:srgbClr val="3B0A85"/>
                </a:solidFill>
                <a:latin typeface="Arial MT"/>
                <a:cs typeface="Arial MT"/>
              </a:rPr>
              <a:t>E</a:t>
            </a:r>
            <a:r>
              <a:rPr sz="9000" spc="-172" baseline="-1388" dirty="0">
                <a:solidFill>
                  <a:srgbClr val="3B0A85"/>
                </a:solidFill>
                <a:latin typeface="Arial MT"/>
                <a:cs typeface="Arial MT"/>
              </a:rPr>
              <a:t>T</a:t>
            </a:r>
            <a:r>
              <a:rPr sz="6000" spc="-114" dirty="0">
                <a:solidFill>
                  <a:srgbClr val="3B0A85"/>
                </a:solidFill>
                <a:latin typeface="Arial MT"/>
                <a:cs typeface="Arial MT"/>
              </a:rPr>
              <a:t>HOD</a:t>
            </a:r>
            <a:r>
              <a:rPr sz="9000" spc="-172" baseline="1388" dirty="0">
                <a:solidFill>
                  <a:srgbClr val="3B0A85"/>
                </a:solidFill>
                <a:latin typeface="Arial MT"/>
                <a:cs typeface="Arial MT"/>
              </a:rPr>
              <a:t>S</a:t>
            </a:r>
            <a:endParaRPr sz="9000" baseline="1388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4924" y="4248150"/>
            <a:ext cx="104775" cy="10477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4924" y="5200650"/>
            <a:ext cx="104775" cy="10477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4924" y="6153150"/>
            <a:ext cx="104775" cy="10477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4924" y="6629400"/>
            <a:ext cx="104775" cy="10477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4924" y="7581900"/>
            <a:ext cx="104775" cy="10477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4924" y="8058150"/>
            <a:ext cx="104775" cy="10477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4924" y="8534400"/>
            <a:ext cx="104775" cy="104774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555650" y="3975094"/>
            <a:ext cx="7152005" cy="4787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317625">
              <a:lnSpc>
                <a:spcPct val="125000"/>
              </a:lnSpc>
              <a:spcBef>
                <a:spcPts val="100"/>
              </a:spcBef>
            </a:pPr>
            <a:r>
              <a:rPr sz="2500" b="1" dirty="0">
                <a:solidFill>
                  <a:srgbClr val="FFFFFF"/>
                </a:solidFill>
                <a:latin typeface="Trebuchet MS"/>
                <a:cs typeface="Trebuchet MS"/>
              </a:rPr>
              <a:t>Text</a:t>
            </a:r>
            <a:r>
              <a:rPr sz="2500" b="1" spc="-1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b="1" spc="80" dirty="0">
                <a:solidFill>
                  <a:srgbClr val="FFFFFF"/>
                </a:solidFill>
                <a:latin typeface="Trebuchet MS"/>
                <a:cs typeface="Trebuchet MS"/>
              </a:rPr>
              <a:t>analysis</a:t>
            </a:r>
            <a:r>
              <a:rPr sz="2500" b="1" spc="-1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b="1" spc="60" dirty="0">
                <a:solidFill>
                  <a:srgbClr val="FFFFFF"/>
                </a:solidFill>
                <a:latin typeface="Trebuchet MS"/>
                <a:cs typeface="Trebuchet MS"/>
              </a:rPr>
              <a:t>methods:</a:t>
            </a:r>
            <a:r>
              <a:rPr sz="2500" b="1" spc="-1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55" dirty="0">
                <a:solidFill>
                  <a:srgbClr val="FFFFFF"/>
                </a:solidFill>
                <a:latin typeface="Trebuchet MS"/>
                <a:cs typeface="Trebuchet MS"/>
              </a:rPr>
              <a:t>Frequencies</a:t>
            </a:r>
            <a:r>
              <a:rPr sz="2500" spc="-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-25" dirty="0">
                <a:solidFill>
                  <a:srgbClr val="FFFFFF"/>
                </a:solidFill>
                <a:latin typeface="Trebuchet MS"/>
                <a:cs typeface="Trebuchet MS"/>
              </a:rPr>
              <a:t>or </a:t>
            </a:r>
            <a:r>
              <a:rPr sz="2500" spc="-10" dirty="0">
                <a:solidFill>
                  <a:srgbClr val="FFFFFF"/>
                </a:solidFill>
                <a:latin typeface="Trebuchet MS"/>
                <a:cs typeface="Trebuchet MS"/>
              </a:rPr>
              <a:t>correlations</a:t>
            </a:r>
            <a:endParaRPr sz="2500">
              <a:latin typeface="Trebuchet MS"/>
              <a:cs typeface="Trebuchet MS"/>
            </a:endParaRPr>
          </a:p>
          <a:p>
            <a:pPr marL="12700" marR="123189">
              <a:lnSpc>
                <a:spcPct val="125000"/>
              </a:lnSpc>
            </a:pPr>
            <a:r>
              <a:rPr sz="2500" b="1" dirty="0">
                <a:solidFill>
                  <a:srgbClr val="FFFFFF"/>
                </a:solidFill>
                <a:latin typeface="Trebuchet MS"/>
                <a:cs typeface="Trebuchet MS"/>
              </a:rPr>
              <a:t>Observation:</a:t>
            </a:r>
            <a:r>
              <a:rPr sz="2500" b="1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60" dirty="0">
                <a:solidFill>
                  <a:srgbClr val="FFFFFF"/>
                </a:solidFill>
                <a:latin typeface="Trebuchet MS"/>
                <a:cs typeface="Trebuchet MS"/>
              </a:rPr>
              <a:t>measurement</a:t>
            </a:r>
            <a:r>
              <a:rPr sz="2500" spc="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of</a:t>
            </a:r>
            <a:r>
              <a:rPr sz="2500" spc="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sz="2500" spc="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55" dirty="0">
                <a:solidFill>
                  <a:srgbClr val="FFFFFF"/>
                </a:solidFill>
                <a:latin typeface="Trebuchet MS"/>
                <a:cs typeface="Trebuchet MS"/>
              </a:rPr>
              <a:t>frequency</a:t>
            </a:r>
            <a:r>
              <a:rPr sz="2500" spc="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-25" dirty="0">
                <a:solidFill>
                  <a:srgbClr val="FFFFFF"/>
                </a:solidFill>
                <a:latin typeface="Trebuchet MS"/>
                <a:cs typeface="Trebuchet MS"/>
              </a:rPr>
              <a:t>of </a:t>
            </a:r>
            <a:r>
              <a:rPr sz="2500" spc="80" dirty="0">
                <a:solidFill>
                  <a:srgbClr val="FFFFFF"/>
                </a:solidFill>
                <a:latin typeface="Trebuchet MS"/>
                <a:cs typeface="Trebuchet MS"/>
              </a:rPr>
              <a:t>customer</a:t>
            </a:r>
            <a:r>
              <a:rPr sz="2500" spc="-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60" dirty="0">
                <a:solidFill>
                  <a:srgbClr val="FFFFFF"/>
                </a:solidFill>
                <a:latin typeface="Trebuchet MS"/>
                <a:cs typeface="Trebuchet MS"/>
              </a:rPr>
              <a:t>contact</a:t>
            </a:r>
            <a:endParaRPr sz="2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2500" b="1" spc="150" dirty="0">
                <a:solidFill>
                  <a:srgbClr val="FFFFFF"/>
                </a:solidFill>
                <a:latin typeface="Trebuchet MS"/>
                <a:cs typeface="Trebuchet MS"/>
              </a:rPr>
              <a:t>Eye-</a:t>
            </a:r>
            <a:r>
              <a:rPr sz="2500" b="1" dirty="0">
                <a:solidFill>
                  <a:srgbClr val="FFFFFF"/>
                </a:solidFill>
                <a:latin typeface="Trebuchet MS"/>
                <a:cs typeface="Trebuchet MS"/>
              </a:rPr>
              <a:t>tracking:</a:t>
            </a:r>
            <a:r>
              <a:rPr sz="2500" b="1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gaze</a:t>
            </a:r>
            <a:r>
              <a:rPr sz="2500" spc="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Trebuchet MS"/>
                <a:cs typeface="Trebuchet MS"/>
              </a:rPr>
              <a:t>behavior</a:t>
            </a:r>
            <a:endParaRPr sz="2500">
              <a:latin typeface="Trebuchet MS"/>
              <a:cs typeface="Trebuchet MS"/>
            </a:endParaRPr>
          </a:p>
          <a:p>
            <a:pPr marL="12700" marR="147955">
              <a:lnSpc>
                <a:spcPct val="125000"/>
              </a:lnSpc>
            </a:pPr>
            <a:r>
              <a:rPr sz="2500" b="1" spc="70" dirty="0">
                <a:solidFill>
                  <a:srgbClr val="FFFFFF"/>
                </a:solidFill>
                <a:latin typeface="Trebuchet MS"/>
                <a:cs typeface="Trebuchet MS"/>
              </a:rPr>
              <a:t>Survey</a:t>
            </a:r>
            <a:r>
              <a:rPr sz="2500" b="1" dirty="0">
                <a:solidFill>
                  <a:srgbClr val="FFFFFF"/>
                </a:solidFill>
                <a:latin typeface="Trebuchet MS"/>
                <a:cs typeface="Trebuchet MS"/>
              </a:rPr>
              <a:t> research: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quantification</a:t>
            </a:r>
            <a:r>
              <a:rPr sz="2500" spc="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through</a:t>
            </a:r>
            <a:r>
              <a:rPr sz="2500" spc="85" dirty="0">
                <a:solidFill>
                  <a:srgbClr val="FFFFFF"/>
                </a:solidFill>
                <a:latin typeface="Trebuchet MS"/>
                <a:cs typeface="Trebuchet MS"/>
              </a:rPr>
              <a:t> closed </a:t>
            </a:r>
            <a:r>
              <a:rPr sz="2500" spc="70" dirty="0">
                <a:solidFill>
                  <a:srgbClr val="FFFFFF"/>
                </a:solidFill>
                <a:latin typeface="Trebuchet MS"/>
                <a:cs typeface="Trebuchet MS"/>
              </a:rPr>
              <a:t>questions</a:t>
            </a:r>
            <a:endParaRPr sz="2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2500" b="1" dirty="0">
                <a:solidFill>
                  <a:srgbClr val="FFFFFF"/>
                </a:solidFill>
                <a:latin typeface="Trebuchet MS"/>
                <a:cs typeface="Trebuchet MS"/>
              </a:rPr>
              <a:t>Experiments:</a:t>
            </a:r>
            <a:r>
              <a:rPr sz="2500" b="1" spc="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behavioral</a:t>
            </a:r>
            <a:r>
              <a:rPr sz="2500" spc="1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Trebuchet MS"/>
                <a:cs typeface="Trebuchet MS"/>
              </a:rPr>
              <a:t>correlation</a:t>
            </a:r>
            <a:endParaRPr sz="2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2500" b="1" dirty="0">
                <a:solidFill>
                  <a:srgbClr val="FFFFFF"/>
                </a:solidFill>
                <a:latin typeface="Trebuchet MS"/>
                <a:cs typeface="Trebuchet MS"/>
              </a:rPr>
              <a:t>Interviews:</a:t>
            </a:r>
            <a:r>
              <a:rPr sz="2500" b="1" spc="-1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95" dirty="0">
                <a:solidFill>
                  <a:srgbClr val="FFFFFF"/>
                </a:solidFill>
                <a:latin typeface="Trebuchet MS"/>
                <a:cs typeface="Trebuchet MS"/>
              </a:rPr>
              <a:t>closed</a:t>
            </a:r>
            <a:r>
              <a:rPr sz="2500" spc="-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70" dirty="0">
                <a:solidFill>
                  <a:srgbClr val="FFFFFF"/>
                </a:solidFill>
                <a:latin typeface="Trebuchet MS"/>
                <a:cs typeface="Trebuchet MS"/>
              </a:rPr>
              <a:t>questions</a:t>
            </a:r>
            <a:endParaRPr sz="2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2500" b="1" spc="95" dirty="0">
                <a:solidFill>
                  <a:srgbClr val="FFFFFF"/>
                </a:solidFill>
                <a:latin typeface="Trebuchet MS"/>
                <a:cs typeface="Trebuchet MS"/>
              </a:rPr>
              <a:t>Data</a:t>
            </a:r>
            <a:r>
              <a:rPr sz="2500" b="1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b="1" dirty="0">
                <a:solidFill>
                  <a:srgbClr val="FFFFFF"/>
                </a:solidFill>
                <a:latin typeface="Trebuchet MS"/>
                <a:cs typeface="Trebuchet MS"/>
              </a:rPr>
              <a:t>analysis:</a:t>
            </a:r>
            <a:r>
              <a:rPr sz="2500" b="1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50" dirty="0">
                <a:solidFill>
                  <a:srgbClr val="FFFFFF"/>
                </a:solidFill>
                <a:latin typeface="Trebuchet MS"/>
                <a:cs typeface="Trebuchet MS"/>
              </a:rPr>
              <a:t>descriptive</a:t>
            </a:r>
            <a:r>
              <a:rPr sz="2500" spc="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or</a:t>
            </a:r>
            <a:r>
              <a:rPr sz="2500" spc="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inductive</a:t>
            </a:r>
            <a:r>
              <a:rPr sz="2500" spc="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45" dirty="0">
                <a:solidFill>
                  <a:srgbClr val="FFFFFF"/>
                </a:solidFill>
                <a:latin typeface="Trebuchet MS"/>
                <a:cs typeface="Trebuchet MS"/>
              </a:rPr>
              <a:t>statistics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1019685" y="3182004"/>
            <a:ext cx="2875915" cy="709930"/>
          </a:xfrm>
          <a:prstGeom prst="rect">
            <a:avLst/>
          </a:prstGeom>
          <a:solidFill>
            <a:srgbClr val="D0C2F5"/>
          </a:solidFill>
        </p:spPr>
        <p:txBody>
          <a:bodyPr vert="horz" wrap="square" lIns="0" tIns="80010" rIns="0" bIns="0" rtlCol="0">
            <a:spAutoFit/>
          </a:bodyPr>
          <a:lstStyle/>
          <a:p>
            <a:pPr marL="166370">
              <a:lnSpc>
                <a:spcPct val="100000"/>
              </a:lnSpc>
              <a:spcBef>
                <a:spcPts val="630"/>
              </a:spcBef>
            </a:pPr>
            <a:r>
              <a:rPr sz="3250" spc="60" dirty="0"/>
              <a:t>Quantitative</a:t>
            </a:r>
            <a:endParaRPr sz="3250"/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05698" y="4248150"/>
            <a:ext cx="104775" cy="104774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05698" y="5200650"/>
            <a:ext cx="104775" cy="10477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05698" y="6153150"/>
            <a:ext cx="104775" cy="104774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05698" y="6629400"/>
            <a:ext cx="104775" cy="104774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05698" y="7105650"/>
            <a:ext cx="104775" cy="104774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10056424" y="3975094"/>
            <a:ext cx="7100570" cy="3835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79095">
              <a:lnSpc>
                <a:spcPct val="125000"/>
              </a:lnSpc>
              <a:spcBef>
                <a:spcPts val="100"/>
              </a:spcBef>
            </a:pPr>
            <a:r>
              <a:rPr sz="2500" b="1" dirty="0">
                <a:solidFill>
                  <a:srgbClr val="FFFFFF"/>
                </a:solidFill>
                <a:latin typeface="Trebuchet MS"/>
                <a:cs typeface="Trebuchet MS"/>
              </a:rPr>
              <a:t>Text</a:t>
            </a:r>
            <a:r>
              <a:rPr sz="2500" b="1" spc="-1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b="1" spc="80" dirty="0">
                <a:solidFill>
                  <a:srgbClr val="FFFFFF"/>
                </a:solidFill>
                <a:latin typeface="Trebuchet MS"/>
                <a:cs typeface="Trebuchet MS"/>
              </a:rPr>
              <a:t>analysis</a:t>
            </a:r>
            <a:r>
              <a:rPr sz="2500" b="1" spc="-1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b="1" spc="60" dirty="0">
                <a:solidFill>
                  <a:srgbClr val="FFFFFF"/>
                </a:solidFill>
                <a:latin typeface="Trebuchet MS"/>
                <a:cs typeface="Trebuchet MS"/>
              </a:rPr>
              <a:t>methods:</a:t>
            </a:r>
            <a:r>
              <a:rPr sz="2500" b="1" spc="-1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Interpretation</a:t>
            </a:r>
            <a:r>
              <a:rPr sz="2500" spc="-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of</a:t>
            </a:r>
            <a:r>
              <a:rPr sz="2500" spc="-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-20" dirty="0">
                <a:solidFill>
                  <a:srgbClr val="FFFFFF"/>
                </a:solidFill>
                <a:latin typeface="Trebuchet MS"/>
                <a:cs typeface="Trebuchet MS"/>
              </a:rPr>
              <a:t>text </a:t>
            </a:r>
            <a:r>
              <a:rPr sz="2500" spc="45" dirty="0">
                <a:solidFill>
                  <a:srgbClr val="FFFFFF"/>
                </a:solidFill>
                <a:latin typeface="Trebuchet MS"/>
                <a:cs typeface="Trebuchet MS"/>
              </a:rPr>
              <a:t>content</a:t>
            </a:r>
            <a:endParaRPr sz="2500">
              <a:latin typeface="Trebuchet MS"/>
              <a:cs typeface="Trebuchet MS"/>
            </a:endParaRPr>
          </a:p>
          <a:p>
            <a:pPr marL="12700" marR="953769">
              <a:lnSpc>
                <a:spcPct val="125000"/>
              </a:lnSpc>
            </a:pPr>
            <a:r>
              <a:rPr sz="2500" b="1" spc="45" dirty="0">
                <a:solidFill>
                  <a:srgbClr val="FFFFFF"/>
                </a:solidFill>
                <a:latin typeface="Trebuchet MS"/>
                <a:cs typeface="Trebuchet MS"/>
              </a:rPr>
              <a:t>Ethnography/field</a:t>
            </a:r>
            <a:r>
              <a:rPr sz="2500" b="1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b="1" dirty="0">
                <a:solidFill>
                  <a:srgbClr val="FFFFFF"/>
                </a:solidFill>
                <a:latin typeface="Trebuchet MS"/>
                <a:cs typeface="Trebuchet MS"/>
              </a:rPr>
              <a:t>research:</a:t>
            </a:r>
            <a:r>
              <a:rPr sz="2500" b="1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45" dirty="0">
                <a:solidFill>
                  <a:srgbClr val="FFFFFF"/>
                </a:solidFill>
                <a:latin typeface="Trebuchet MS"/>
                <a:cs typeface="Trebuchet MS"/>
              </a:rPr>
              <a:t>observation </a:t>
            </a:r>
            <a:r>
              <a:rPr sz="2500" spc="65" dirty="0">
                <a:solidFill>
                  <a:srgbClr val="FFFFFF"/>
                </a:solidFill>
                <a:latin typeface="Trebuchet MS"/>
                <a:cs typeface="Trebuchet MS"/>
              </a:rPr>
              <a:t>protocols</a:t>
            </a:r>
            <a:endParaRPr sz="2500">
              <a:latin typeface="Trebuchet MS"/>
              <a:cs typeface="Trebuchet MS"/>
            </a:endParaRPr>
          </a:p>
          <a:p>
            <a:pPr marL="12700" marR="5080">
              <a:lnSpc>
                <a:spcPct val="125000"/>
              </a:lnSpc>
            </a:pPr>
            <a:r>
              <a:rPr sz="2500" b="1" spc="85" dirty="0">
                <a:solidFill>
                  <a:srgbClr val="FFFFFF"/>
                </a:solidFill>
                <a:latin typeface="Trebuchet MS"/>
                <a:cs typeface="Trebuchet MS"/>
              </a:rPr>
              <a:t>Image</a:t>
            </a:r>
            <a:r>
              <a:rPr sz="2500" b="1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b="1" dirty="0">
                <a:solidFill>
                  <a:srgbClr val="FFFFFF"/>
                </a:solidFill>
                <a:latin typeface="Trebuchet MS"/>
                <a:cs typeface="Trebuchet MS"/>
              </a:rPr>
              <a:t>analysis:</a:t>
            </a:r>
            <a:r>
              <a:rPr sz="2500" b="1" spc="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interpretation</a:t>
            </a:r>
            <a:r>
              <a:rPr sz="2500" spc="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of</a:t>
            </a:r>
            <a:r>
              <a:rPr sz="2500" spc="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image</a:t>
            </a:r>
            <a:r>
              <a:rPr sz="2500" spc="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45" dirty="0">
                <a:solidFill>
                  <a:srgbClr val="FFFFFF"/>
                </a:solidFill>
                <a:latin typeface="Trebuchet MS"/>
                <a:cs typeface="Trebuchet MS"/>
              </a:rPr>
              <a:t>content </a:t>
            </a:r>
            <a:r>
              <a:rPr sz="2500" b="1" dirty="0">
                <a:solidFill>
                  <a:srgbClr val="FFFFFF"/>
                </a:solidFill>
                <a:latin typeface="Trebuchet MS"/>
                <a:cs typeface="Trebuchet MS"/>
              </a:rPr>
              <a:t>Interviews:</a:t>
            </a:r>
            <a:r>
              <a:rPr sz="2500" b="1" spc="-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open,</a:t>
            </a:r>
            <a:r>
              <a:rPr sz="2500" spc="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-50" dirty="0">
                <a:solidFill>
                  <a:srgbClr val="FFFFFF"/>
                </a:solidFill>
                <a:latin typeface="Trebuchet MS"/>
                <a:cs typeface="Trebuchet MS"/>
              </a:rPr>
              <a:t>narrative,</a:t>
            </a:r>
            <a:r>
              <a:rPr sz="2500" spc="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guideline-</a:t>
            </a:r>
            <a:r>
              <a:rPr sz="2500" spc="120" dirty="0">
                <a:solidFill>
                  <a:srgbClr val="FFFFFF"/>
                </a:solidFill>
                <a:latin typeface="Trebuchet MS"/>
                <a:cs typeface="Trebuchet MS"/>
              </a:rPr>
              <a:t>based </a:t>
            </a:r>
            <a:r>
              <a:rPr sz="2500" b="1" spc="95" dirty="0">
                <a:solidFill>
                  <a:srgbClr val="FFFFFF"/>
                </a:solidFill>
                <a:latin typeface="Trebuchet MS"/>
                <a:cs typeface="Trebuchet MS"/>
              </a:rPr>
              <a:t>Data</a:t>
            </a:r>
            <a:r>
              <a:rPr sz="2500" b="1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b="1" dirty="0">
                <a:solidFill>
                  <a:srgbClr val="FFFFFF"/>
                </a:solidFill>
                <a:latin typeface="Trebuchet MS"/>
                <a:cs typeface="Trebuchet MS"/>
              </a:rPr>
              <a:t>analysis:</a:t>
            </a:r>
            <a:r>
              <a:rPr sz="2500" b="1" spc="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interpretive</a:t>
            </a:r>
            <a:r>
              <a:rPr sz="2500" spc="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(including</a:t>
            </a:r>
            <a:r>
              <a:rPr sz="2500" spc="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Trebuchet MS"/>
                <a:cs typeface="Trebuchet MS"/>
              </a:rPr>
              <a:t>qualitative </a:t>
            </a:r>
            <a:r>
              <a:rPr sz="2500" spc="55" dirty="0">
                <a:solidFill>
                  <a:srgbClr val="FFFFFF"/>
                </a:solidFill>
                <a:latin typeface="Trebuchet MS"/>
                <a:cs typeface="Trebuchet MS"/>
              </a:rPr>
              <a:t>content</a:t>
            </a:r>
            <a:r>
              <a:rPr sz="2500" spc="-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35" dirty="0">
                <a:solidFill>
                  <a:srgbClr val="FFFFFF"/>
                </a:solidFill>
                <a:latin typeface="Trebuchet MS"/>
                <a:cs typeface="Trebuchet MS"/>
              </a:rPr>
              <a:t>analysis)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541955" y="3182004"/>
            <a:ext cx="2555875" cy="709930"/>
          </a:xfrm>
          <a:prstGeom prst="rect">
            <a:avLst/>
          </a:prstGeom>
          <a:solidFill>
            <a:srgbClr val="D0C2F5"/>
          </a:solidFill>
        </p:spPr>
        <p:txBody>
          <a:bodyPr vert="horz" wrap="square" lIns="0" tIns="80010" rIns="0" bIns="0" rtlCol="0">
            <a:spAutoFit/>
          </a:bodyPr>
          <a:lstStyle/>
          <a:p>
            <a:pPr marL="166370">
              <a:lnSpc>
                <a:spcPct val="100000"/>
              </a:lnSpc>
              <a:spcBef>
                <a:spcPts val="630"/>
              </a:spcBef>
            </a:pPr>
            <a:r>
              <a:rPr sz="3250" b="1" spc="45" dirty="0">
                <a:solidFill>
                  <a:srgbClr val="3B0A85"/>
                </a:solidFill>
                <a:latin typeface="Trebuchet MS"/>
                <a:cs typeface="Trebuchet MS"/>
              </a:rPr>
              <a:t>Qualitative</a:t>
            </a:r>
            <a:endParaRPr sz="32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D0C2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376928" y="929098"/>
            <a:ext cx="7430770" cy="1643380"/>
          </a:xfrm>
          <a:custGeom>
            <a:avLst/>
            <a:gdLst/>
            <a:ahLst/>
            <a:cxnLst/>
            <a:rect l="l" t="t" r="r" b="b"/>
            <a:pathLst>
              <a:path w="7430770" h="1643380">
                <a:moveTo>
                  <a:pt x="7430530" y="1389334"/>
                </a:moveTo>
                <a:lnTo>
                  <a:pt x="47755" y="1643102"/>
                </a:lnTo>
                <a:lnTo>
                  <a:pt x="0" y="253767"/>
                </a:lnTo>
                <a:lnTo>
                  <a:pt x="7382774" y="0"/>
                </a:lnTo>
                <a:lnTo>
                  <a:pt x="7430530" y="1389334"/>
                </a:lnTo>
                <a:close/>
              </a:path>
            </a:pathLst>
          </a:custGeom>
          <a:solidFill>
            <a:srgbClr val="3B0A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 rot="21540000">
            <a:off x="1752765" y="1270828"/>
            <a:ext cx="6679206" cy="996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7259"/>
              </a:lnSpc>
            </a:pPr>
            <a:r>
              <a:rPr sz="11775" spc="-517" baseline="-4953" dirty="0">
                <a:solidFill>
                  <a:srgbClr val="DAFF6B"/>
                </a:solidFill>
                <a:latin typeface="Arial MT"/>
                <a:cs typeface="Arial MT"/>
              </a:rPr>
              <a:t>H</a:t>
            </a:r>
            <a:r>
              <a:rPr sz="11775" spc="-517" baseline="-4246" dirty="0">
                <a:solidFill>
                  <a:srgbClr val="DAFF6B"/>
                </a:solidFill>
                <a:latin typeface="Arial MT"/>
                <a:cs typeface="Arial MT"/>
              </a:rPr>
              <a:t>Y</a:t>
            </a:r>
            <a:r>
              <a:rPr sz="11775" spc="-517" baseline="-3538" dirty="0">
                <a:solidFill>
                  <a:srgbClr val="DAFF6B"/>
                </a:solidFill>
                <a:latin typeface="Arial MT"/>
                <a:cs typeface="Arial MT"/>
              </a:rPr>
              <a:t>P</a:t>
            </a:r>
            <a:r>
              <a:rPr sz="11775" spc="-517" baseline="-3184" dirty="0">
                <a:solidFill>
                  <a:srgbClr val="DAFF6B"/>
                </a:solidFill>
                <a:latin typeface="Arial MT"/>
                <a:cs typeface="Arial MT"/>
              </a:rPr>
              <a:t>O</a:t>
            </a:r>
            <a:r>
              <a:rPr sz="11775" spc="-517" baseline="-2476" dirty="0">
                <a:solidFill>
                  <a:srgbClr val="DAFF6B"/>
                </a:solidFill>
                <a:latin typeface="Arial MT"/>
                <a:cs typeface="Arial MT"/>
              </a:rPr>
              <a:t>T</a:t>
            </a:r>
            <a:r>
              <a:rPr sz="11775" spc="-517" baseline="-1769" dirty="0">
                <a:solidFill>
                  <a:srgbClr val="DAFF6B"/>
                </a:solidFill>
                <a:latin typeface="Arial MT"/>
                <a:cs typeface="Arial MT"/>
              </a:rPr>
              <a:t>H</a:t>
            </a:r>
            <a:r>
              <a:rPr sz="11775" spc="-517" baseline="-1061" dirty="0">
                <a:solidFill>
                  <a:srgbClr val="DAFF6B"/>
                </a:solidFill>
                <a:latin typeface="Arial MT"/>
                <a:cs typeface="Arial MT"/>
              </a:rPr>
              <a:t>E</a:t>
            </a:r>
            <a:r>
              <a:rPr sz="7850" spc="-345" dirty="0">
                <a:solidFill>
                  <a:srgbClr val="DAFF6B"/>
                </a:solidFill>
                <a:latin typeface="Arial MT"/>
                <a:cs typeface="Arial MT"/>
              </a:rPr>
              <a:t>SES</a:t>
            </a:r>
            <a:endParaRPr sz="785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934874" y="2439820"/>
            <a:ext cx="6403975" cy="859790"/>
          </a:xfrm>
          <a:prstGeom prst="rect">
            <a:avLst/>
          </a:prstGeom>
          <a:solidFill>
            <a:srgbClr val="DAFF6B"/>
          </a:solidFill>
        </p:spPr>
        <p:txBody>
          <a:bodyPr vert="horz" wrap="square" lIns="0" tIns="94615" rIns="0" bIns="0" rtlCol="0">
            <a:spAutoFit/>
          </a:bodyPr>
          <a:lstStyle/>
          <a:p>
            <a:pPr marL="201930">
              <a:lnSpc>
                <a:spcPct val="100000"/>
              </a:lnSpc>
              <a:spcBef>
                <a:spcPts val="745"/>
              </a:spcBef>
            </a:pPr>
            <a:r>
              <a:rPr sz="3950" spc="200" dirty="0"/>
              <a:t>WHAT</a:t>
            </a:r>
            <a:r>
              <a:rPr sz="3950" spc="-240" dirty="0"/>
              <a:t> </a:t>
            </a:r>
            <a:r>
              <a:rPr sz="3950" spc="140" dirty="0"/>
              <a:t>IS</a:t>
            </a:r>
            <a:r>
              <a:rPr sz="3950" spc="-235" dirty="0"/>
              <a:t> </a:t>
            </a:r>
            <a:r>
              <a:rPr sz="3950" spc="275" dirty="0"/>
              <a:t>A</a:t>
            </a:r>
            <a:r>
              <a:rPr sz="3950" spc="-240" dirty="0"/>
              <a:t> </a:t>
            </a:r>
            <a:r>
              <a:rPr sz="3950" spc="135" dirty="0"/>
              <a:t>HYPOTHESIS?</a:t>
            </a:r>
            <a:endParaRPr sz="3950"/>
          </a:p>
        </p:txBody>
      </p:sp>
      <p:sp>
        <p:nvSpPr>
          <p:cNvPr id="6" name="object 6"/>
          <p:cNvSpPr/>
          <p:nvPr/>
        </p:nvSpPr>
        <p:spPr>
          <a:xfrm>
            <a:off x="8104153" y="4121005"/>
            <a:ext cx="7358380" cy="999490"/>
          </a:xfrm>
          <a:custGeom>
            <a:avLst/>
            <a:gdLst/>
            <a:ahLst/>
            <a:cxnLst/>
            <a:rect l="l" t="t" r="r" b="b"/>
            <a:pathLst>
              <a:path w="7358380" h="999489">
                <a:moveTo>
                  <a:pt x="0" y="0"/>
                </a:moveTo>
                <a:lnTo>
                  <a:pt x="7358276" y="0"/>
                </a:lnTo>
                <a:lnTo>
                  <a:pt x="7358276" y="999489"/>
                </a:lnTo>
                <a:lnTo>
                  <a:pt x="0" y="999489"/>
                </a:lnTo>
                <a:lnTo>
                  <a:pt x="0" y="0"/>
                </a:lnTo>
                <a:close/>
              </a:path>
            </a:pathLst>
          </a:custGeom>
          <a:solidFill>
            <a:srgbClr val="A2BE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8233691" y="4176281"/>
            <a:ext cx="7099300" cy="842644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 marR="5080">
              <a:lnSpc>
                <a:spcPts val="3080"/>
              </a:lnSpc>
              <a:spcBef>
                <a:spcPts val="434"/>
              </a:spcBef>
            </a:pPr>
            <a:r>
              <a:rPr sz="2800" spc="195" dirty="0">
                <a:solidFill>
                  <a:srgbClr val="3B0A85"/>
                </a:solidFill>
                <a:latin typeface="Trebuchet MS"/>
                <a:cs typeface="Trebuchet MS"/>
              </a:rPr>
              <a:t>A</a:t>
            </a:r>
            <a:r>
              <a:rPr sz="2800" spc="-7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800" spc="100" dirty="0">
                <a:solidFill>
                  <a:srgbClr val="3B0A85"/>
                </a:solidFill>
                <a:latin typeface="Trebuchet MS"/>
                <a:cs typeface="Trebuchet MS"/>
              </a:rPr>
              <a:t>hypothesis</a:t>
            </a:r>
            <a:r>
              <a:rPr sz="2800" spc="-7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800" spc="60" dirty="0">
                <a:solidFill>
                  <a:srgbClr val="3B0A85"/>
                </a:solidFill>
                <a:latin typeface="Trebuchet MS"/>
                <a:cs typeface="Trebuchet MS"/>
              </a:rPr>
              <a:t>is</a:t>
            </a:r>
            <a:r>
              <a:rPr sz="2800" spc="-7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800" spc="50" dirty="0">
                <a:solidFill>
                  <a:srgbClr val="3B0A85"/>
                </a:solidFill>
                <a:latin typeface="Trebuchet MS"/>
                <a:cs typeface="Trebuchet MS"/>
              </a:rPr>
              <a:t>an</a:t>
            </a:r>
            <a:r>
              <a:rPr sz="2800" spc="-7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3B0A85"/>
                </a:solidFill>
                <a:latin typeface="Trebuchet MS"/>
                <a:cs typeface="Trebuchet MS"/>
              </a:rPr>
              <a:t>idea</a:t>
            </a:r>
            <a:r>
              <a:rPr sz="2800" spc="-7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3B0A85"/>
                </a:solidFill>
                <a:latin typeface="Trebuchet MS"/>
                <a:cs typeface="Trebuchet MS"/>
              </a:rPr>
              <a:t>that</a:t>
            </a:r>
            <a:r>
              <a:rPr sz="2800" spc="-7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800" spc="60" dirty="0">
                <a:solidFill>
                  <a:srgbClr val="3B0A85"/>
                </a:solidFill>
                <a:latin typeface="Trebuchet MS"/>
                <a:cs typeface="Trebuchet MS"/>
              </a:rPr>
              <a:t>is</a:t>
            </a:r>
            <a:r>
              <a:rPr sz="2800" spc="-7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800" spc="130" dirty="0">
                <a:solidFill>
                  <a:srgbClr val="3B0A85"/>
                </a:solidFill>
                <a:latin typeface="Trebuchet MS"/>
                <a:cs typeface="Trebuchet MS"/>
              </a:rPr>
              <a:t>proposed</a:t>
            </a:r>
            <a:r>
              <a:rPr sz="2800" spc="-7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800" spc="114" dirty="0">
                <a:solidFill>
                  <a:srgbClr val="3B0A85"/>
                </a:solidFill>
                <a:latin typeface="Trebuchet MS"/>
                <a:cs typeface="Trebuchet MS"/>
              </a:rPr>
              <a:t>as </a:t>
            </a:r>
            <a:r>
              <a:rPr sz="2800" spc="50" dirty="0">
                <a:solidFill>
                  <a:srgbClr val="3B0A85"/>
                </a:solidFill>
                <a:latin typeface="Trebuchet MS"/>
                <a:cs typeface="Trebuchet MS"/>
              </a:rPr>
              <a:t>an</a:t>
            </a:r>
            <a:r>
              <a:rPr sz="2800" spc="-10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800" spc="50" dirty="0">
                <a:solidFill>
                  <a:srgbClr val="3B0A85"/>
                </a:solidFill>
                <a:latin typeface="Trebuchet MS"/>
                <a:cs typeface="Trebuchet MS"/>
              </a:rPr>
              <a:t>argument</a:t>
            </a:r>
            <a:r>
              <a:rPr sz="2800" spc="-10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800" spc="55" dirty="0">
                <a:solidFill>
                  <a:srgbClr val="3B0A85"/>
                </a:solidFill>
                <a:latin typeface="Trebuchet MS"/>
                <a:cs typeface="Trebuchet MS"/>
              </a:rPr>
              <a:t>to</a:t>
            </a:r>
            <a:r>
              <a:rPr sz="2800" spc="-10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800" spc="120" dirty="0">
                <a:solidFill>
                  <a:srgbClr val="3B0A85"/>
                </a:solidFill>
                <a:latin typeface="Trebuchet MS"/>
                <a:cs typeface="Trebuchet MS"/>
              </a:rPr>
              <a:t>be</a:t>
            </a:r>
            <a:r>
              <a:rPr sz="2800" spc="-10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800" spc="80" dirty="0">
                <a:solidFill>
                  <a:srgbClr val="3B0A85"/>
                </a:solidFill>
                <a:latin typeface="Trebuchet MS"/>
                <a:cs typeface="Trebuchet MS"/>
              </a:rPr>
              <a:t>tested</a:t>
            </a:r>
            <a:r>
              <a:rPr sz="2800" spc="-10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800" spc="55" dirty="0">
                <a:solidFill>
                  <a:srgbClr val="3B0A85"/>
                </a:solidFill>
                <a:latin typeface="Trebuchet MS"/>
                <a:cs typeface="Trebuchet MS"/>
              </a:rPr>
              <a:t>to</a:t>
            </a:r>
            <a:r>
              <a:rPr sz="2800" spc="-10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800" spc="120" dirty="0">
                <a:solidFill>
                  <a:srgbClr val="3B0A85"/>
                </a:solidFill>
                <a:latin typeface="Trebuchet MS"/>
                <a:cs typeface="Trebuchet MS"/>
              </a:rPr>
              <a:t>see</a:t>
            </a:r>
            <a:r>
              <a:rPr sz="2800" spc="-10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800" spc="-135" dirty="0">
                <a:solidFill>
                  <a:srgbClr val="3B0A85"/>
                </a:solidFill>
                <a:latin typeface="Trebuchet MS"/>
                <a:cs typeface="Trebuchet MS"/>
              </a:rPr>
              <a:t>if</a:t>
            </a:r>
            <a:r>
              <a:rPr sz="2800" spc="-10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800" spc="-65" dirty="0">
                <a:solidFill>
                  <a:srgbClr val="3B0A85"/>
                </a:solidFill>
                <a:latin typeface="Trebuchet MS"/>
                <a:cs typeface="Trebuchet MS"/>
              </a:rPr>
              <a:t>it</a:t>
            </a:r>
            <a:r>
              <a:rPr sz="2800" spc="-10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800" spc="-10" dirty="0">
                <a:solidFill>
                  <a:srgbClr val="3B0A85"/>
                </a:solidFill>
                <a:latin typeface="Trebuchet MS"/>
                <a:cs typeface="Trebuchet MS"/>
              </a:rPr>
              <a:t>might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104153" y="5120494"/>
            <a:ext cx="1546225" cy="389890"/>
          </a:xfrm>
          <a:prstGeom prst="rect">
            <a:avLst/>
          </a:prstGeom>
          <a:solidFill>
            <a:srgbClr val="A2BEEC"/>
          </a:solidFill>
        </p:spPr>
        <p:txBody>
          <a:bodyPr vert="horz" wrap="square" lIns="0" tIns="0" rIns="0" bIns="0" rtlCol="0">
            <a:spAutoFit/>
          </a:bodyPr>
          <a:lstStyle/>
          <a:p>
            <a:pPr marL="141605">
              <a:lnSpc>
                <a:spcPts val="2175"/>
              </a:lnSpc>
            </a:pPr>
            <a:r>
              <a:rPr sz="2800" spc="120" dirty="0">
                <a:solidFill>
                  <a:srgbClr val="3B0A85"/>
                </a:solidFill>
                <a:latin typeface="Trebuchet MS"/>
                <a:cs typeface="Trebuchet MS"/>
              </a:rPr>
              <a:t>be</a:t>
            </a:r>
            <a:r>
              <a:rPr sz="2800" spc="-10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800" spc="-20" dirty="0">
                <a:solidFill>
                  <a:srgbClr val="3B0A85"/>
                </a:solidFill>
                <a:latin typeface="Trebuchet MS"/>
                <a:cs typeface="Trebuchet MS"/>
              </a:rPr>
              <a:t>true.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104153" y="5728592"/>
            <a:ext cx="6475730" cy="999490"/>
          </a:xfrm>
          <a:prstGeom prst="rect">
            <a:avLst/>
          </a:prstGeom>
          <a:solidFill>
            <a:srgbClr val="A2BEEC"/>
          </a:solidFill>
        </p:spPr>
        <p:txBody>
          <a:bodyPr vert="horz" wrap="square" lIns="0" tIns="110489" rIns="0" bIns="0" rtlCol="0">
            <a:spAutoFit/>
          </a:bodyPr>
          <a:lstStyle/>
          <a:p>
            <a:pPr marL="141605" marR="134620">
              <a:lnSpc>
                <a:spcPts val="3080"/>
              </a:lnSpc>
              <a:spcBef>
                <a:spcPts val="869"/>
              </a:spcBef>
            </a:pPr>
            <a:r>
              <a:rPr sz="2800" spc="120" dirty="0">
                <a:solidFill>
                  <a:srgbClr val="3B0A85"/>
                </a:solidFill>
                <a:latin typeface="Trebuchet MS"/>
                <a:cs typeface="Trebuchet MS"/>
              </a:rPr>
              <a:t>Hypotheses</a:t>
            </a:r>
            <a:r>
              <a:rPr sz="2800" spc="-9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3B0A85"/>
                </a:solidFill>
                <a:latin typeface="Trebuchet MS"/>
                <a:cs typeface="Trebuchet MS"/>
              </a:rPr>
              <a:t>are</a:t>
            </a:r>
            <a:r>
              <a:rPr sz="2800" spc="-8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800" spc="75" dirty="0">
                <a:solidFill>
                  <a:srgbClr val="3B0A85"/>
                </a:solidFill>
                <a:latin typeface="Trebuchet MS"/>
                <a:cs typeface="Trebuchet MS"/>
              </a:rPr>
              <a:t>statements</a:t>
            </a:r>
            <a:r>
              <a:rPr sz="2800" spc="-9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800" spc="65" dirty="0">
                <a:solidFill>
                  <a:srgbClr val="3B0A85"/>
                </a:solidFill>
                <a:latin typeface="Trebuchet MS"/>
                <a:cs typeface="Trebuchet MS"/>
              </a:rPr>
              <a:t>about </a:t>
            </a:r>
            <a:r>
              <a:rPr sz="2800" dirty="0">
                <a:solidFill>
                  <a:srgbClr val="3B0A85"/>
                </a:solidFill>
                <a:latin typeface="Trebuchet MS"/>
                <a:cs typeface="Trebuchet MS"/>
              </a:rPr>
              <a:t>relationships</a:t>
            </a:r>
            <a:r>
              <a:rPr sz="2800" spc="14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800" spc="55" dirty="0">
                <a:solidFill>
                  <a:srgbClr val="3B0A85"/>
                </a:solidFill>
                <a:latin typeface="Trebuchet MS"/>
                <a:cs typeface="Trebuchet MS"/>
              </a:rPr>
              <a:t>between</a:t>
            </a:r>
            <a:r>
              <a:rPr sz="2800" spc="14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800" spc="40" dirty="0">
                <a:solidFill>
                  <a:srgbClr val="3B0A85"/>
                </a:solidFill>
                <a:latin typeface="Trebuchet MS"/>
                <a:cs typeface="Trebuchet MS"/>
              </a:rPr>
              <a:t>characteristics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104153" y="7000540"/>
            <a:ext cx="6678295" cy="608965"/>
          </a:xfrm>
          <a:prstGeom prst="rect">
            <a:avLst/>
          </a:prstGeom>
          <a:solidFill>
            <a:srgbClr val="A2BEEC"/>
          </a:solidFill>
        </p:spPr>
        <p:txBody>
          <a:bodyPr vert="horz" wrap="square" lIns="0" tIns="67945" rIns="0" bIns="0" rtlCol="0">
            <a:spAutoFit/>
          </a:bodyPr>
          <a:lstStyle/>
          <a:p>
            <a:pPr marL="141605">
              <a:lnSpc>
                <a:spcPct val="100000"/>
              </a:lnSpc>
              <a:spcBef>
                <a:spcPts val="535"/>
              </a:spcBef>
            </a:pPr>
            <a:r>
              <a:rPr sz="2800" spc="120" dirty="0">
                <a:solidFill>
                  <a:srgbClr val="3B0A85"/>
                </a:solidFill>
                <a:latin typeface="Trebuchet MS"/>
                <a:cs typeface="Trebuchet MS"/>
              </a:rPr>
              <a:t>Hypotheses</a:t>
            </a:r>
            <a:r>
              <a:rPr sz="2800" spc="-6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3B0A85"/>
                </a:solidFill>
                <a:latin typeface="Trebuchet MS"/>
                <a:cs typeface="Trebuchet MS"/>
              </a:rPr>
              <a:t>form</a:t>
            </a:r>
            <a:r>
              <a:rPr sz="2800" spc="-6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3B0A85"/>
                </a:solidFill>
                <a:latin typeface="Trebuchet MS"/>
                <a:cs typeface="Trebuchet MS"/>
              </a:rPr>
              <a:t>a</a:t>
            </a:r>
            <a:r>
              <a:rPr sz="2800" spc="-6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800" spc="60" dirty="0">
                <a:solidFill>
                  <a:srgbClr val="3B0A85"/>
                </a:solidFill>
                <a:latin typeface="Trebuchet MS"/>
                <a:cs typeface="Trebuchet MS"/>
              </a:rPr>
              <a:t>coherent</a:t>
            </a:r>
            <a:r>
              <a:rPr sz="2800" spc="-6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800" spc="40" dirty="0">
                <a:solidFill>
                  <a:srgbClr val="3B0A85"/>
                </a:solidFill>
                <a:latin typeface="Trebuchet MS"/>
                <a:cs typeface="Trebuchet MS"/>
              </a:rPr>
              <a:t>argument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104153" y="7881961"/>
            <a:ext cx="7516495" cy="608965"/>
          </a:xfrm>
          <a:prstGeom prst="rect">
            <a:avLst/>
          </a:prstGeom>
          <a:solidFill>
            <a:srgbClr val="A2BEEC"/>
          </a:solidFill>
        </p:spPr>
        <p:txBody>
          <a:bodyPr vert="horz" wrap="square" lIns="0" tIns="67945" rIns="0" bIns="0" rtlCol="0">
            <a:spAutoFit/>
          </a:bodyPr>
          <a:lstStyle/>
          <a:p>
            <a:pPr marL="141605">
              <a:lnSpc>
                <a:spcPct val="100000"/>
              </a:lnSpc>
              <a:spcBef>
                <a:spcPts val="535"/>
              </a:spcBef>
            </a:pPr>
            <a:r>
              <a:rPr sz="2800" spc="120" dirty="0">
                <a:solidFill>
                  <a:srgbClr val="3B0A85"/>
                </a:solidFill>
                <a:latin typeface="Trebuchet MS"/>
                <a:cs typeface="Trebuchet MS"/>
              </a:rPr>
              <a:t>Hypotheses</a:t>
            </a:r>
            <a:r>
              <a:rPr sz="2800" spc="-4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800" spc="110" dirty="0">
                <a:solidFill>
                  <a:srgbClr val="3B0A85"/>
                </a:solidFill>
                <a:latin typeface="Trebuchet MS"/>
                <a:cs typeface="Trebuchet MS"/>
              </a:rPr>
              <a:t>must</a:t>
            </a:r>
            <a:r>
              <a:rPr sz="2800" spc="-3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800" spc="120" dirty="0">
                <a:solidFill>
                  <a:srgbClr val="3B0A85"/>
                </a:solidFill>
                <a:latin typeface="Trebuchet MS"/>
                <a:cs typeface="Trebuchet MS"/>
              </a:rPr>
              <a:t>be</a:t>
            </a:r>
            <a:r>
              <a:rPr sz="2800" spc="-3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3B0A85"/>
                </a:solidFill>
                <a:latin typeface="Trebuchet MS"/>
                <a:cs typeface="Trebuchet MS"/>
              </a:rPr>
              <a:t>testable</a:t>
            </a:r>
            <a:r>
              <a:rPr sz="2800" spc="-3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800" spc="90" dirty="0">
                <a:solidFill>
                  <a:srgbClr val="3B0A85"/>
                </a:solidFill>
                <a:latin typeface="Trebuchet MS"/>
                <a:cs typeface="Trebuchet MS"/>
              </a:rPr>
              <a:t>and</a:t>
            </a:r>
            <a:r>
              <a:rPr sz="2800" spc="-3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800" spc="-10" dirty="0">
                <a:solidFill>
                  <a:srgbClr val="3B0A85"/>
                </a:solidFill>
                <a:latin typeface="Trebuchet MS"/>
                <a:cs typeface="Trebuchet MS"/>
              </a:rPr>
              <a:t>falsifiable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D0C2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376928" y="929098"/>
            <a:ext cx="7430770" cy="1643380"/>
          </a:xfrm>
          <a:custGeom>
            <a:avLst/>
            <a:gdLst/>
            <a:ahLst/>
            <a:cxnLst/>
            <a:rect l="l" t="t" r="r" b="b"/>
            <a:pathLst>
              <a:path w="7430770" h="1643380">
                <a:moveTo>
                  <a:pt x="7430530" y="1389334"/>
                </a:moveTo>
                <a:lnTo>
                  <a:pt x="47755" y="1643102"/>
                </a:lnTo>
                <a:lnTo>
                  <a:pt x="0" y="253767"/>
                </a:lnTo>
                <a:lnTo>
                  <a:pt x="7382774" y="0"/>
                </a:lnTo>
                <a:lnTo>
                  <a:pt x="7430530" y="1389334"/>
                </a:lnTo>
                <a:close/>
              </a:path>
            </a:pathLst>
          </a:custGeom>
          <a:solidFill>
            <a:srgbClr val="3B0A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 rot="21540000">
            <a:off x="1752765" y="1270828"/>
            <a:ext cx="6679206" cy="996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7259"/>
              </a:lnSpc>
            </a:pPr>
            <a:r>
              <a:rPr sz="11775" spc="-517" baseline="-4953" dirty="0">
                <a:solidFill>
                  <a:srgbClr val="DAFF6B"/>
                </a:solidFill>
                <a:latin typeface="Arial MT"/>
                <a:cs typeface="Arial MT"/>
              </a:rPr>
              <a:t>H</a:t>
            </a:r>
            <a:r>
              <a:rPr sz="11775" spc="-517" baseline="-4246" dirty="0">
                <a:solidFill>
                  <a:srgbClr val="DAFF6B"/>
                </a:solidFill>
                <a:latin typeface="Arial MT"/>
                <a:cs typeface="Arial MT"/>
              </a:rPr>
              <a:t>Y</a:t>
            </a:r>
            <a:r>
              <a:rPr sz="11775" spc="-517" baseline="-3538" dirty="0">
                <a:solidFill>
                  <a:srgbClr val="DAFF6B"/>
                </a:solidFill>
                <a:latin typeface="Arial MT"/>
                <a:cs typeface="Arial MT"/>
              </a:rPr>
              <a:t>P</a:t>
            </a:r>
            <a:r>
              <a:rPr sz="11775" spc="-517" baseline="-3184" dirty="0">
                <a:solidFill>
                  <a:srgbClr val="DAFF6B"/>
                </a:solidFill>
                <a:latin typeface="Arial MT"/>
                <a:cs typeface="Arial MT"/>
              </a:rPr>
              <a:t>O</a:t>
            </a:r>
            <a:r>
              <a:rPr sz="11775" spc="-517" baseline="-2476" dirty="0">
                <a:solidFill>
                  <a:srgbClr val="DAFF6B"/>
                </a:solidFill>
                <a:latin typeface="Arial MT"/>
                <a:cs typeface="Arial MT"/>
              </a:rPr>
              <a:t>T</a:t>
            </a:r>
            <a:r>
              <a:rPr sz="11775" spc="-517" baseline="-1769" dirty="0">
                <a:solidFill>
                  <a:srgbClr val="DAFF6B"/>
                </a:solidFill>
                <a:latin typeface="Arial MT"/>
                <a:cs typeface="Arial MT"/>
              </a:rPr>
              <a:t>H</a:t>
            </a:r>
            <a:r>
              <a:rPr sz="11775" spc="-517" baseline="-1061" dirty="0">
                <a:solidFill>
                  <a:srgbClr val="DAFF6B"/>
                </a:solidFill>
                <a:latin typeface="Arial MT"/>
                <a:cs typeface="Arial MT"/>
              </a:rPr>
              <a:t>E</a:t>
            </a:r>
            <a:r>
              <a:rPr sz="7850" spc="-345" dirty="0">
                <a:solidFill>
                  <a:srgbClr val="DAFF6B"/>
                </a:solidFill>
                <a:latin typeface="Arial MT"/>
                <a:cs typeface="Arial MT"/>
              </a:rPr>
              <a:t>SES</a:t>
            </a:r>
            <a:endParaRPr sz="785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934874" y="2439820"/>
            <a:ext cx="7463790" cy="859790"/>
          </a:xfrm>
          <a:prstGeom prst="rect">
            <a:avLst/>
          </a:prstGeom>
          <a:solidFill>
            <a:srgbClr val="DAFF6B"/>
          </a:solidFill>
        </p:spPr>
        <p:txBody>
          <a:bodyPr vert="horz" wrap="square" lIns="0" tIns="94615" rIns="0" bIns="0" rtlCol="0">
            <a:spAutoFit/>
          </a:bodyPr>
          <a:lstStyle/>
          <a:p>
            <a:pPr marL="201930">
              <a:lnSpc>
                <a:spcPct val="100000"/>
              </a:lnSpc>
              <a:spcBef>
                <a:spcPts val="745"/>
              </a:spcBef>
            </a:pPr>
            <a:r>
              <a:rPr sz="3950" spc="195" dirty="0"/>
              <a:t>EXAMPLES</a:t>
            </a:r>
            <a:r>
              <a:rPr sz="3950" spc="-240" dirty="0"/>
              <a:t> </a:t>
            </a:r>
            <a:r>
              <a:rPr sz="3950" spc="90" dirty="0"/>
              <a:t>FOR</a:t>
            </a:r>
            <a:r>
              <a:rPr sz="3950" spc="-235" dirty="0"/>
              <a:t> </a:t>
            </a:r>
            <a:r>
              <a:rPr sz="3950" spc="125" dirty="0"/>
              <a:t>HYPOTHESES</a:t>
            </a:r>
            <a:endParaRPr sz="3950"/>
          </a:p>
        </p:txBody>
      </p:sp>
      <p:sp>
        <p:nvSpPr>
          <p:cNvPr id="6" name="object 6"/>
          <p:cNvSpPr/>
          <p:nvPr/>
        </p:nvSpPr>
        <p:spPr>
          <a:xfrm>
            <a:off x="8150479" y="4110202"/>
            <a:ext cx="7244715" cy="999490"/>
          </a:xfrm>
          <a:custGeom>
            <a:avLst/>
            <a:gdLst/>
            <a:ahLst/>
            <a:cxnLst/>
            <a:rect l="l" t="t" r="r" b="b"/>
            <a:pathLst>
              <a:path w="7244715" h="999489">
                <a:moveTo>
                  <a:pt x="7244423" y="0"/>
                </a:moveTo>
                <a:lnTo>
                  <a:pt x="0" y="0"/>
                </a:lnTo>
                <a:lnTo>
                  <a:pt x="0" y="608330"/>
                </a:lnTo>
                <a:lnTo>
                  <a:pt x="0" y="999490"/>
                </a:lnTo>
                <a:lnTo>
                  <a:pt x="6679171" y="999490"/>
                </a:lnTo>
                <a:lnTo>
                  <a:pt x="6679171" y="608330"/>
                </a:lnTo>
                <a:lnTo>
                  <a:pt x="7244423" y="608330"/>
                </a:lnTo>
                <a:lnTo>
                  <a:pt x="7244423" y="0"/>
                </a:lnTo>
                <a:close/>
              </a:path>
            </a:pathLst>
          </a:custGeom>
          <a:solidFill>
            <a:srgbClr val="A2BE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8280019" y="4165467"/>
            <a:ext cx="6985634" cy="842644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 marR="5080">
              <a:lnSpc>
                <a:spcPts val="3080"/>
              </a:lnSpc>
              <a:spcBef>
                <a:spcPts val="434"/>
              </a:spcBef>
            </a:pPr>
            <a:r>
              <a:rPr sz="2800" spc="-130" dirty="0">
                <a:solidFill>
                  <a:srgbClr val="3B0A85"/>
                </a:solidFill>
                <a:latin typeface="Trebuchet MS"/>
                <a:cs typeface="Trebuchet MS"/>
              </a:rPr>
              <a:t>If</a:t>
            </a:r>
            <a:r>
              <a:rPr sz="2800" spc="-9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800" spc="100" dirty="0">
                <a:solidFill>
                  <a:srgbClr val="3B0A85"/>
                </a:solidFill>
                <a:latin typeface="Trebuchet MS"/>
                <a:cs typeface="Trebuchet MS"/>
              </a:rPr>
              <a:t>students</a:t>
            </a:r>
            <a:r>
              <a:rPr sz="2800" spc="-9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3B0A85"/>
                </a:solidFill>
                <a:latin typeface="Trebuchet MS"/>
                <a:cs typeface="Trebuchet MS"/>
              </a:rPr>
              <a:t>eat</a:t>
            </a:r>
            <a:r>
              <a:rPr sz="2800" spc="-9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800" spc="-20" dirty="0">
                <a:solidFill>
                  <a:srgbClr val="3B0A85"/>
                </a:solidFill>
                <a:latin typeface="Trebuchet MS"/>
                <a:cs typeface="Trebuchet MS"/>
              </a:rPr>
              <a:t>breakfast,</a:t>
            </a:r>
            <a:r>
              <a:rPr sz="2800" spc="-9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800" spc="65" dirty="0">
                <a:solidFill>
                  <a:srgbClr val="3B0A85"/>
                </a:solidFill>
                <a:latin typeface="Trebuchet MS"/>
                <a:cs typeface="Trebuchet MS"/>
              </a:rPr>
              <a:t>they</a:t>
            </a:r>
            <a:r>
              <a:rPr sz="2800" spc="-9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800" spc="-140" dirty="0">
                <a:solidFill>
                  <a:srgbClr val="3B0A85"/>
                </a:solidFill>
                <a:latin typeface="Trebuchet MS"/>
                <a:cs typeface="Trebuchet MS"/>
              </a:rPr>
              <a:t>will</a:t>
            </a:r>
            <a:r>
              <a:rPr sz="2800" spc="-9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800" spc="-10" dirty="0">
                <a:solidFill>
                  <a:srgbClr val="3B0A85"/>
                </a:solidFill>
                <a:latin typeface="Trebuchet MS"/>
                <a:cs typeface="Trebuchet MS"/>
              </a:rPr>
              <a:t>perform </a:t>
            </a:r>
            <a:r>
              <a:rPr sz="2800" dirty="0">
                <a:solidFill>
                  <a:srgbClr val="3B0A85"/>
                </a:solidFill>
                <a:latin typeface="Trebuchet MS"/>
                <a:cs typeface="Trebuchet MS"/>
              </a:rPr>
              <a:t>better</a:t>
            </a:r>
            <a:r>
              <a:rPr sz="2800" spc="-5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800" spc="110" dirty="0">
                <a:solidFill>
                  <a:srgbClr val="3B0A85"/>
                </a:solidFill>
                <a:latin typeface="Trebuchet MS"/>
                <a:cs typeface="Trebuchet MS"/>
              </a:rPr>
              <a:t>on</a:t>
            </a:r>
            <a:r>
              <a:rPr sz="2800" spc="-5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800" spc="95" dirty="0">
                <a:solidFill>
                  <a:srgbClr val="3B0A85"/>
                </a:solidFill>
                <a:latin typeface="Trebuchet MS"/>
                <a:cs typeface="Trebuchet MS"/>
              </a:rPr>
              <a:t>exams</a:t>
            </a:r>
            <a:r>
              <a:rPr sz="2800" spc="-5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3B0A85"/>
                </a:solidFill>
                <a:latin typeface="Trebuchet MS"/>
                <a:cs typeface="Trebuchet MS"/>
              </a:rPr>
              <a:t>than</a:t>
            </a:r>
            <a:r>
              <a:rPr sz="2800" spc="-5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800" spc="100" dirty="0">
                <a:solidFill>
                  <a:srgbClr val="3B0A85"/>
                </a:solidFill>
                <a:latin typeface="Trebuchet MS"/>
                <a:cs typeface="Trebuchet MS"/>
              </a:rPr>
              <a:t>students</a:t>
            </a:r>
            <a:r>
              <a:rPr sz="2800" spc="-5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800" spc="75" dirty="0">
                <a:solidFill>
                  <a:srgbClr val="3B0A85"/>
                </a:solidFill>
                <a:latin typeface="Trebuchet MS"/>
                <a:cs typeface="Trebuchet MS"/>
              </a:rPr>
              <a:t>who</a:t>
            </a:r>
            <a:r>
              <a:rPr sz="2800" spc="-5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800" spc="140" dirty="0">
                <a:solidFill>
                  <a:srgbClr val="3B0A85"/>
                </a:solidFill>
                <a:latin typeface="Trebuchet MS"/>
                <a:cs typeface="Trebuchet MS"/>
              </a:rPr>
              <a:t>do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150480" y="5109681"/>
            <a:ext cx="905510" cy="389890"/>
          </a:xfrm>
          <a:prstGeom prst="rect">
            <a:avLst/>
          </a:prstGeom>
          <a:solidFill>
            <a:srgbClr val="A2BEEC"/>
          </a:solidFill>
        </p:spPr>
        <p:txBody>
          <a:bodyPr vert="horz" wrap="square" lIns="0" tIns="0" rIns="0" bIns="0" rtlCol="0">
            <a:spAutoFit/>
          </a:bodyPr>
          <a:lstStyle/>
          <a:p>
            <a:pPr marL="141605">
              <a:lnSpc>
                <a:spcPts val="2175"/>
              </a:lnSpc>
            </a:pPr>
            <a:r>
              <a:rPr sz="2800" spc="-20" dirty="0">
                <a:solidFill>
                  <a:srgbClr val="3B0A85"/>
                </a:solidFill>
                <a:latin typeface="Trebuchet MS"/>
                <a:cs typeface="Trebuchet MS"/>
              </a:rPr>
              <a:t>not.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150480" y="6163823"/>
            <a:ext cx="6892925" cy="608330"/>
          </a:xfrm>
          <a:custGeom>
            <a:avLst/>
            <a:gdLst/>
            <a:ahLst/>
            <a:cxnLst/>
            <a:rect l="l" t="t" r="r" b="b"/>
            <a:pathLst>
              <a:path w="6892925" h="608329">
                <a:moveTo>
                  <a:pt x="0" y="0"/>
                </a:moveTo>
                <a:lnTo>
                  <a:pt x="6892891" y="0"/>
                </a:lnTo>
                <a:lnTo>
                  <a:pt x="6892891" y="608329"/>
                </a:lnTo>
                <a:lnTo>
                  <a:pt x="0" y="608329"/>
                </a:lnTo>
                <a:lnTo>
                  <a:pt x="0" y="0"/>
                </a:lnTo>
                <a:close/>
              </a:path>
            </a:pathLst>
          </a:custGeom>
          <a:solidFill>
            <a:srgbClr val="A2BE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8150480" y="5772663"/>
            <a:ext cx="6661150" cy="391160"/>
          </a:xfrm>
          <a:prstGeom prst="rect">
            <a:avLst/>
          </a:prstGeom>
          <a:solidFill>
            <a:srgbClr val="A2BEEC"/>
          </a:solidFill>
        </p:spPr>
        <p:txBody>
          <a:bodyPr vert="horz" wrap="square" lIns="0" tIns="67945" rIns="0" bIns="0" rtlCol="0">
            <a:spAutoFit/>
          </a:bodyPr>
          <a:lstStyle/>
          <a:p>
            <a:pPr marL="141605">
              <a:lnSpc>
                <a:spcPts val="2545"/>
              </a:lnSpc>
              <a:spcBef>
                <a:spcPts val="535"/>
              </a:spcBef>
            </a:pPr>
            <a:r>
              <a:rPr sz="2800" spc="-130" dirty="0">
                <a:solidFill>
                  <a:srgbClr val="3B0A85"/>
                </a:solidFill>
                <a:latin typeface="Trebuchet MS"/>
                <a:cs typeface="Trebuchet MS"/>
              </a:rPr>
              <a:t>If</a:t>
            </a:r>
            <a:r>
              <a:rPr sz="2800" spc="-3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3B0A85"/>
                </a:solidFill>
                <a:latin typeface="Trebuchet MS"/>
                <a:cs typeface="Trebuchet MS"/>
              </a:rPr>
              <a:t>social</a:t>
            </a:r>
            <a:r>
              <a:rPr sz="2800" spc="-3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800" spc="55" dirty="0">
                <a:solidFill>
                  <a:srgbClr val="3B0A85"/>
                </a:solidFill>
                <a:latin typeface="Trebuchet MS"/>
                <a:cs typeface="Trebuchet MS"/>
              </a:rPr>
              <a:t>media</a:t>
            </a:r>
            <a:r>
              <a:rPr sz="2800" spc="-3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800" spc="105" dirty="0">
                <a:solidFill>
                  <a:srgbClr val="3B0A85"/>
                </a:solidFill>
                <a:latin typeface="Trebuchet MS"/>
                <a:cs typeface="Trebuchet MS"/>
              </a:rPr>
              <a:t>usage</a:t>
            </a:r>
            <a:r>
              <a:rPr sz="2800" spc="-3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800" spc="105" dirty="0">
                <a:solidFill>
                  <a:srgbClr val="3B0A85"/>
                </a:solidFill>
                <a:latin typeface="Trebuchet MS"/>
                <a:cs typeface="Trebuchet MS"/>
              </a:rPr>
              <a:t>among</a:t>
            </a:r>
            <a:r>
              <a:rPr sz="2800" spc="-3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800" spc="50" dirty="0">
                <a:solidFill>
                  <a:srgbClr val="3B0A85"/>
                </a:solidFill>
                <a:latin typeface="Trebuchet MS"/>
                <a:cs typeface="Trebuchet MS"/>
              </a:rPr>
              <a:t>teenagers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280019" y="6218465"/>
            <a:ext cx="663384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3B0A85"/>
                </a:solidFill>
                <a:latin typeface="Trebuchet MS"/>
                <a:cs typeface="Trebuchet MS"/>
              </a:rPr>
              <a:t>increases,</a:t>
            </a:r>
            <a:r>
              <a:rPr sz="2800" spc="1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3B0A85"/>
                </a:solidFill>
                <a:latin typeface="Trebuchet MS"/>
                <a:cs typeface="Trebuchet MS"/>
              </a:rPr>
              <a:t>then</a:t>
            </a:r>
            <a:r>
              <a:rPr sz="2800" spc="1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800" spc="-10" dirty="0">
                <a:solidFill>
                  <a:srgbClr val="3B0A85"/>
                </a:solidFill>
                <a:latin typeface="Trebuchet MS"/>
                <a:cs typeface="Trebuchet MS"/>
              </a:rPr>
              <a:t>their</a:t>
            </a:r>
            <a:r>
              <a:rPr sz="2800" spc="1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800" spc="110" dirty="0">
                <a:solidFill>
                  <a:srgbClr val="3B0A85"/>
                </a:solidFill>
                <a:latin typeface="Trebuchet MS"/>
                <a:cs typeface="Trebuchet MS"/>
              </a:rPr>
              <a:t>face-</a:t>
            </a:r>
            <a:r>
              <a:rPr sz="2800" spc="170" dirty="0">
                <a:solidFill>
                  <a:srgbClr val="3B0A85"/>
                </a:solidFill>
                <a:latin typeface="Trebuchet MS"/>
                <a:cs typeface="Trebuchet MS"/>
              </a:rPr>
              <a:t>to-</a:t>
            </a:r>
            <a:r>
              <a:rPr sz="2800" dirty="0">
                <a:solidFill>
                  <a:srgbClr val="3B0A85"/>
                </a:solidFill>
                <a:latin typeface="Trebuchet MS"/>
                <a:cs typeface="Trebuchet MS"/>
              </a:rPr>
              <a:t>face</a:t>
            </a:r>
            <a:r>
              <a:rPr sz="2800" spc="1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800" spc="-10" dirty="0">
                <a:solidFill>
                  <a:srgbClr val="3B0A85"/>
                </a:solidFill>
                <a:latin typeface="Trebuchet MS"/>
                <a:cs typeface="Trebuchet MS"/>
              </a:rPr>
              <a:t>social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150480" y="6772153"/>
            <a:ext cx="4572000" cy="389890"/>
          </a:xfrm>
          <a:prstGeom prst="rect">
            <a:avLst/>
          </a:prstGeom>
          <a:solidFill>
            <a:srgbClr val="A2BEEC"/>
          </a:solidFill>
        </p:spPr>
        <p:txBody>
          <a:bodyPr vert="horz" wrap="square" lIns="0" tIns="0" rIns="0" bIns="0" rtlCol="0">
            <a:spAutoFit/>
          </a:bodyPr>
          <a:lstStyle/>
          <a:p>
            <a:pPr marL="141605">
              <a:lnSpc>
                <a:spcPts val="2175"/>
              </a:lnSpc>
            </a:pPr>
            <a:r>
              <a:rPr sz="2800" dirty="0">
                <a:solidFill>
                  <a:srgbClr val="3B0A85"/>
                </a:solidFill>
                <a:latin typeface="Trebuchet MS"/>
                <a:cs typeface="Trebuchet MS"/>
              </a:rPr>
              <a:t>interaction</a:t>
            </a:r>
            <a:r>
              <a:rPr sz="2800" spc="-3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800" spc="120" dirty="0">
                <a:solidFill>
                  <a:srgbClr val="3B0A85"/>
                </a:solidFill>
                <a:latin typeface="Trebuchet MS"/>
                <a:cs typeface="Trebuchet MS"/>
              </a:rPr>
              <a:t>may</a:t>
            </a:r>
            <a:r>
              <a:rPr sz="2800" spc="-3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800" spc="-10" dirty="0">
                <a:solidFill>
                  <a:srgbClr val="3B0A85"/>
                </a:solidFill>
                <a:latin typeface="Trebuchet MS"/>
                <a:cs typeface="Trebuchet MS"/>
              </a:rPr>
              <a:t>decrease.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150480" y="7826296"/>
            <a:ext cx="8034020" cy="608330"/>
          </a:xfrm>
          <a:custGeom>
            <a:avLst/>
            <a:gdLst/>
            <a:ahLst/>
            <a:cxnLst/>
            <a:rect l="l" t="t" r="r" b="b"/>
            <a:pathLst>
              <a:path w="8034019" h="608329">
                <a:moveTo>
                  <a:pt x="0" y="0"/>
                </a:moveTo>
                <a:lnTo>
                  <a:pt x="8033807" y="0"/>
                </a:lnTo>
                <a:lnTo>
                  <a:pt x="8033807" y="608329"/>
                </a:lnTo>
                <a:lnTo>
                  <a:pt x="0" y="608329"/>
                </a:lnTo>
                <a:lnTo>
                  <a:pt x="0" y="0"/>
                </a:lnTo>
                <a:close/>
              </a:path>
            </a:pathLst>
          </a:custGeom>
          <a:solidFill>
            <a:srgbClr val="A2BE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8150480" y="7435136"/>
            <a:ext cx="6489065" cy="391160"/>
          </a:xfrm>
          <a:prstGeom prst="rect">
            <a:avLst/>
          </a:prstGeom>
          <a:solidFill>
            <a:srgbClr val="A2BEEC"/>
          </a:solidFill>
        </p:spPr>
        <p:txBody>
          <a:bodyPr vert="horz" wrap="square" lIns="0" tIns="67945" rIns="0" bIns="0" rtlCol="0">
            <a:spAutoFit/>
          </a:bodyPr>
          <a:lstStyle/>
          <a:p>
            <a:pPr marL="141605">
              <a:lnSpc>
                <a:spcPts val="2545"/>
              </a:lnSpc>
              <a:spcBef>
                <a:spcPts val="535"/>
              </a:spcBef>
            </a:pPr>
            <a:r>
              <a:rPr sz="2800" spc="-130" dirty="0">
                <a:solidFill>
                  <a:srgbClr val="3B0A85"/>
                </a:solidFill>
                <a:latin typeface="Trebuchet MS"/>
                <a:cs typeface="Trebuchet MS"/>
              </a:rPr>
              <a:t>If</a:t>
            </a:r>
            <a:r>
              <a:rPr sz="2800" spc="-6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800" spc="-40" dirty="0">
                <a:solidFill>
                  <a:srgbClr val="3B0A85"/>
                </a:solidFill>
                <a:latin typeface="Trebuchet MS"/>
                <a:cs typeface="Trebuchet MS"/>
              </a:rPr>
              <a:t>flexible</a:t>
            </a:r>
            <a:r>
              <a:rPr sz="2800" spc="-6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3B0A85"/>
                </a:solidFill>
                <a:latin typeface="Trebuchet MS"/>
                <a:cs typeface="Trebuchet MS"/>
              </a:rPr>
              <a:t>working</a:t>
            </a:r>
            <a:r>
              <a:rPr sz="2800" spc="-6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800" spc="90" dirty="0">
                <a:solidFill>
                  <a:srgbClr val="3B0A85"/>
                </a:solidFill>
                <a:latin typeface="Trebuchet MS"/>
                <a:cs typeface="Trebuchet MS"/>
              </a:rPr>
              <a:t>hours</a:t>
            </a:r>
            <a:r>
              <a:rPr sz="2800" spc="-6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3B0A85"/>
                </a:solidFill>
                <a:latin typeface="Trebuchet MS"/>
                <a:cs typeface="Trebuchet MS"/>
              </a:rPr>
              <a:t>are</a:t>
            </a:r>
            <a:r>
              <a:rPr sz="2800" spc="-6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3B0A85"/>
                </a:solidFill>
                <a:latin typeface="Trebuchet MS"/>
                <a:cs typeface="Trebuchet MS"/>
              </a:rPr>
              <a:t>offered</a:t>
            </a:r>
            <a:r>
              <a:rPr sz="2800" spc="-6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800" spc="30" dirty="0">
                <a:solidFill>
                  <a:srgbClr val="3B0A85"/>
                </a:solidFill>
                <a:latin typeface="Trebuchet MS"/>
                <a:cs typeface="Trebuchet MS"/>
              </a:rPr>
              <a:t>to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280019" y="7880937"/>
            <a:ext cx="77749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3B0A85"/>
                </a:solidFill>
                <a:latin typeface="Trebuchet MS"/>
                <a:cs typeface="Trebuchet MS"/>
              </a:rPr>
              <a:t>employees,</a:t>
            </a:r>
            <a:r>
              <a:rPr sz="2800" spc="-1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3B0A85"/>
                </a:solidFill>
                <a:latin typeface="Trebuchet MS"/>
                <a:cs typeface="Trebuchet MS"/>
              </a:rPr>
              <a:t>then</a:t>
            </a:r>
            <a:r>
              <a:rPr sz="2800" spc="-1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800" spc="-10" dirty="0">
                <a:solidFill>
                  <a:srgbClr val="3B0A85"/>
                </a:solidFill>
                <a:latin typeface="Trebuchet MS"/>
                <a:cs typeface="Trebuchet MS"/>
              </a:rPr>
              <a:t>their </a:t>
            </a:r>
            <a:r>
              <a:rPr sz="2800" spc="50" dirty="0">
                <a:solidFill>
                  <a:srgbClr val="3B0A85"/>
                </a:solidFill>
                <a:latin typeface="Trebuchet MS"/>
                <a:cs typeface="Trebuchet MS"/>
              </a:rPr>
              <a:t>reported</a:t>
            </a:r>
            <a:r>
              <a:rPr sz="2800" spc="-1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3B0A85"/>
                </a:solidFill>
                <a:latin typeface="Trebuchet MS"/>
                <a:cs typeface="Trebuchet MS"/>
              </a:rPr>
              <a:t>job</a:t>
            </a:r>
            <a:r>
              <a:rPr sz="2800" spc="-10" dirty="0">
                <a:solidFill>
                  <a:srgbClr val="3B0A85"/>
                </a:solidFill>
                <a:latin typeface="Trebuchet MS"/>
                <a:cs typeface="Trebuchet MS"/>
              </a:rPr>
              <a:t> satisfaction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150480" y="8434627"/>
            <a:ext cx="2353945" cy="389890"/>
          </a:xfrm>
          <a:prstGeom prst="rect">
            <a:avLst/>
          </a:prstGeom>
          <a:solidFill>
            <a:srgbClr val="A2BEEC"/>
          </a:solidFill>
        </p:spPr>
        <p:txBody>
          <a:bodyPr vert="horz" wrap="square" lIns="0" tIns="0" rIns="0" bIns="0" rtlCol="0">
            <a:spAutoFit/>
          </a:bodyPr>
          <a:lstStyle/>
          <a:p>
            <a:pPr marL="141605">
              <a:lnSpc>
                <a:spcPts val="2175"/>
              </a:lnSpc>
            </a:pPr>
            <a:r>
              <a:rPr sz="2800" spc="-140" dirty="0">
                <a:solidFill>
                  <a:srgbClr val="3B0A85"/>
                </a:solidFill>
                <a:latin typeface="Trebuchet MS"/>
                <a:cs typeface="Trebuchet MS"/>
              </a:rPr>
              <a:t>will</a:t>
            </a:r>
            <a:r>
              <a:rPr sz="2800" spc="-8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800" spc="-10" dirty="0">
                <a:solidFill>
                  <a:srgbClr val="3B0A85"/>
                </a:solidFill>
                <a:latin typeface="Trebuchet MS"/>
                <a:cs typeface="Trebuchet MS"/>
              </a:rPr>
              <a:t>increase.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D0C2F5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1376928" y="501244"/>
            <a:ext cx="7430770" cy="3660775"/>
            <a:chOff x="1376928" y="501244"/>
            <a:chExt cx="7430770" cy="3660775"/>
          </a:xfrm>
        </p:grpSpPr>
        <p:sp>
          <p:nvSpPr>
            <p:cNvPr id="4" name="object 4"/>
            <p:cNvSpPr/>
            <p:nvPr/>
          </p:nvSpPr>
          <p:spPr>
            <a:xfrm>
              <a:off x="4730146" y="501244"/>
              <a:ext cx="3554095" cy="3660775"/>
            </a:xfrm>
            <a:custGeom>
              <a:avLst/>
              <a:gdLst/>
              <a:ahLst/>
              <a:cxnLst/>
              <a:rect l="l" t="t" r="r" b="b"/>
              <a:pathLst>
                <a:path w="3554095" h="3660775">
                  <a:moveTo>
                    <a:pt x="2478370" y="1319545"/>
                  </a:moveTo>
                  <a:lnTo>
                    <a:pt x="1160065" y="1319545"/>
                  </a:lnTo>
                  <a:lnTo>
                    <a:pt x="1115884" y="1276625"/>
                  </a:lnTo>
                  <a:lnTo>
                    <a:pt x="1074076" y="1233544"/>
                  </a:lnTo>
                  <a:lnTo>
                    <a:pt x="1034631" y="1190354"/>
                  </a:lnTo>
                  <a:lnTo>
                    <a:pt x="997542" y="1147110"/>
                  </a:lnTo>
                  <a:lnTo>
                    <a:pt x="962800" y="1103863"/>
                  </a:lnTo>
                  <a:lnTo>
                    <a:pt x="930396" y="1060666"/>
                  </a:lnTo>
                  <a:lnTo>
                    <a:pt x="900322" y="1017573"/>
                  </a:lnTo>
                  <a:lnTo>
                    <a:pt x="872569" y="974636"/>
                  </a:lnTo>
                  <a:lnTo>
                    <a:pt x="847130" y="931909"/>
                  </a:lnTo>
                  <a:lnTo>
                    <a:pt x="823996" y="889444"/>
                  </a:lnTo>
                  <a:lnTo>
                    <a:pt x="803158" y="847294"/>
                  </a:lnTo>
                  <a:lnTo>
                    <a:pt x="784608" y="805512"/>
                  </a:lnTo>
                  <a:lnTo>
                    <a:pt x="768338" y="764152"/>
                  </a:lnTo>
                  <a:lnTo>
                    <a:pt x="754340" y="723265"/>
                  </a:lnTo>
                  <a:lnTo>
                    <a:pt x="742604" y="682905"/>
                  </a:lnTo>
                  <a:lnTo>
                    <a:pt x="733122" y="643126"/>
                  </a:lnTo>
                  <a:lnTo>
                    <a:pt x="725887" y="603979"/>
                  </a:lnTo>
                  <a:lnTo>
                    <a:pt x="720889" y="565518"/>
                  </a:lnTo>
                  <a:lnTo>
                    <a:pt x="718154" y="528251"/>
                  </a:lnTo>
                  <a:lnTo>
                    <a:pt x="718120" y="527795"/>
                  </a:lnTo>
                  <a:lnTo>
                    <a:pt x="719238" y="454778"/>
                  </a:lnTo>
                  <a:lnTo>
                    <a:pt x="729171" y="385350"/>
                  </a:lnTo>
                  <a:lnTo>
                    <a:pt x="747853" y="319936"/>
                  </a:lnTo>
                  <a:lnTo>
                    <a:pt x="775218" y="258959"/>
                  </a:lnTo>
                  <a:lnTo>
                    <a:pt x="811197" y="202842"/>
                  </a:lnTo>
                  <a:lnTo>
                    <a:pt x="855723" y="152009"/>
                  </a:lnTo>
                  <a:lnTo>
                    <a:pt x="908730" y="106883"/>
                  </a:lnTo>
                  <a:lnTo>
                    <a:pt x="970277" y="67823"/>
                  </a:lnTo>
                  <a:lnTo>
                    <a:pt x="1039915" y="35446"/>
                  </a:lnTo>
                  <a:lnTo>
                    <a:pt x="1077906" y="21816"/>
                  </a:lnTo>
                  <a:lnTo>
                    <a:pt x="1117959" y="9982"/>
                  </a:lnTo>
                  <a:lnTo>
                    <a:pt x="1160065" y="0"/>
                  </a:lnTo>
                  <a:lnTo>
                    <a:pt x="1485291" y="116669"/>
                  </a:lnTo>
                  <a:lnTo>
                    <a:pt x="1640108" y="490864"/>
                  </a:lnTo>
                  <a:lnTo>
                    <a:pt x="1687102" y="887660"/>
                  </a:lnTo>
                  <a:lnTo>
                    <a:pt x="1688749" y="1060666"/>
                  </a:lnTo>
                  <a:lnTo>
                    <a:pt x="1688858" y="1072130"/>
                  </a:lnTo>
                  <a:lnTo>
                    <a:pt x="2650654" y="1072130"/>
                  </a:lnTo>
                  <a:lnTo>
                    <a:pt x="2495970" y="1299918"/>
                  </a:lnTo>
                  <a:lnTo>
                    <a:pt x="2478370" y="1319545"/>
                  </a:lnTo>
                  <a:close/>
                </a:path>
                <a:path w="3554095" h="3660775">
                  <a:moveTo>
                    <a:pt x="2650654" y="1072130"/>
                  </a:moveTo>
                  <a:lnTo>
                    <a:pt x="1688858" y="1072130"/>
                  </a:lnTo>
                  <a:lnTo>
                    <a:pt x="1697656" y="1024566"/>
                  </a:lnTo>
                  <a:lnTo>
                    <a:pt x="1707709" y="977096"/>
                  </a:lnTo>
                  <a:lnTo>
                    <a:pt x="1718980" y="929814"/>
                  </a:lnTo>
                  <a:lnTo>
                    <a:pt x="1731429" y="882814"/>
                  </a:lnTo>
                  <a:lnTo>
                    <a:pt x="1745017" y="836190"/>
                  </a:lnTo>
                  <a:lnTo>
                    <a:pt x="1759707" y="790036"/>
                  </a:lnTo>
                  <a:lnTo>
                    <a:pt x="1775458" y="744447"/>
                  </a:lnTo>
                  <a:lnTo>
                    <a:pt x="1792233" y="699515"/>
                  </a:lnTo>
                  <a:lnTo>
                    <a:pt x="1809992" y="655336"/>
                  </a:lnTo>
                  <a:lnTo>
                    <a:pt x="1828697" y="612002"/>
                  </a:lnTo>
                  <a:lnTo>
                    <a:pt x="1848310" y="569609"/>
                  </a:lnTo>
                  <a:lnTo>
                    <a:pt x="1868790" y="528251"/>
                  </a:lnTo>
                  <a:lnTo>
                    <a:pt x="1890100" y="488020"/>
                  </a:lnTo>
                  <a:lnTo>
                    <a:pt x="1912201" y="449012"/>
                  </a:lnTo>
                  <a:lnTo>
                    <a:pt x="1935054" y="411320"/>
                  </a:lnTo>
                  <a:lnTo>
                    <a:pt x="1958619" y="375038"/>
                  </a:lnTo>
                  <a:lnTo>
                    <a:pt x="1982860" y="340260"/>
                  </a:lnTo>
                  <a:lnTo>
                    <a:pt x="2007736" y="307081"/>
                  </a:lnTo>
                  <a:lnTo>
                    <a:pt x="2033209" y="275594"/>
                  </a:lnTo>
                  <a:lnTo>
                    <a:pt x="2059240" y="245894"/>
                  </a:lnTo>
                  <a:lnTo>
                    <a:pt x="2085790" y="218074"/>
                  </a:lnTo>
                  <a:lnTo>
                    <a:pt x="2140295" y="168451"/>
                  </a:lnTo>
                  <a:lnTo>
                    <a:pt x="2196411" y="127477"/>
                  </a:lnTo>
                  <a:lnTo>
                    <a:pt x="2253830" y="95906"/>
                  </a:lnTo>
                  <a:lnTo>
                    <a:pt x="2312241" y="74489"/>
                  </a:lnTo>
                  <a:lnTo>
                    <a:pt x="2371333" y="63978"/>
                  </a:lnTo>
                  <a:lnTo>
                    <a:pt x="2401039" y="63047"/>
                  </a:lnTo>
                  <a:lnTo>
                    <a:pt x="2430798" y="65125"/>
                  </a:lnTo>
                  <a:lnTo>
                    <a:pt x="2490325" y="78683"/>
                  </a:lnTo>
                  <a:lnTo>
                    <a:pt x="2549603" y="105403"/>
                  </a:lnTo>
                  <a:lnTo>
                    <a:pt x="2608322" y="146038"/>
                  </a:lnTo>
                  <a:lnTo>
                    <a:pt x="2637376" y="171809"/>
                  </a:lnTo>
                  <a:lnTo>
                    <a:pt x="2666174" y="201340"/>
                  </a:lnTo>
                  <a:lnTo>
                    <a:pt x="2694676" y="234727"/>
                  </a:lnTo>
                  <a:lnTo>
                    <a:pt x="2814944" y="627854"/>
                  </a:lnTo>
                  <a:lnTo>
                    <a:pt x="2692657" y="1010277"/>
                  </a:lnTo>
                  <a:lnTo>
                    <a:pt x="2650654" y="1072130"/>
                  </a:lnTo>
                  <a:close/>
                </a:path>
                <a:path w="3554095" h="3660775">
                  <a:moveTo>
                    <a:pt x="3545535" y="1414705"/>
                  </a:moveTo>
                  <a:lnTo>
                    <a:pt x="2393039" y="1414705"/>
                  </a:lnTo>
                  <a:lnTo>
                    <a:pt x="2927717" y="921362"/>
                  </a:lnTo>
                  <a:lnTo>
                    <a:pt x="3287539" y="893706"/>
                  </a:lnTo>
                  <a:lnTo>
                    <a:pt x="3490347" y="1069454"/>
                  </a:lnTo>
                  <a:lnTo>
                    <a:pt x="3553985" y="1186322"/>
                  </a:lnTo>
                  <a:lnTo>
                    <a:pt x="3545535" y="1414705"/>
                  </a:lnTo>
                  <a:close/>
                </a:path>
                <a:path w="3554095" h="3660775">
                  <a:moveTo>
                    <a:pt x="684131" y="2122235"/>
                  </a:moveTo>
                  <a:lnTo>
                    <a:pt x="639057" y="2122235"/>
                  </a:lnTo>
                  <a:lnTo>
                    <a:pt x="593635" y="2119694"/>
                  </a:lnTo>
                  <a:lnTo>
                    <a:pt x="594384" y="2119694"/>
                  </a:lnTo>
                  <a:lnTo>
                    <a:pt x="552358" y="2114947"/>
                  </a:lnTo>
                  <a:lnTo>
                    <a:pt x="510821" y="2107828"/>
                  </a:lnTo>
                  <a:lnTo>
                    <a:pt x="470555" y="2098503"/>
                  </a:lnTo>
                  <a:lnTo>
                    <a:pt x="431606" y="2087057"/>
                  </a:lnTo>
                  <a:lnTo>
                    <a:pt x="394020" y="2073573"/>
                  </a:lnTo>
                  <a:lnTo>
                    <a:pt x="357843" y="2058135"/>
                  </a:lnTo>
                  <a:lnTo>
                    <a:pt x="323122" y="2040828"/>
                  </a:lnTo>
                  <a:lnTo>
                    <a:pt x="289904" y="2021734"/>
                  </a:lnTo>
                  <a:lnTo>
                    <a:pt x="228159" y="1978525"/>
                  </a:lnTo>
                  <a:lnTo>
                    <a:pt x="172981" y="1929178"/>
                  </a:lnTo>
                  <a:lnTo>
                    <a:pt x="124740" y="1874363"/>
                  </a:lnTo>
                  <a:lnTo>
                    <a:pt x="83807" y="1814753"/>
                  </a:lnTo>
                  <a:lnTo>
                    <a:pt x="50554" y="1751018"/>
                  </a:lnTo>
                  <a:lnTo>
                    <a:pt x="25351" y="1683828"/>
                  </a:lnTo>
                  <a:lnTo>
                    <a:pt x="8569" y="1613855"/>
                  </a:lnTo>
                  <a:lnTo>
                    <a:pt x="581" y="1541769"/>
                  </a:lnTo>
                  <a:lnTo>
                    <a:pt x="0" y="1505143"/>
                  </a:lnTo>
                  <a:lnTo>
                    <a:pt x="1756" y="1468241"/>
                  </a:lnTo>
                  <a:lnTo>
                    <a:pt x="12466" y="1393943"/>
                  </a:lnTo>
                  <a:lnTo>
                    <a:pt x="21513" y="1356715"/>
                  </a:lnTo>
                  <a:lnTo>
                    <a:pt x="33082" y="1319545"/>
                  </a:lnTo>
                  <a:lnTo>
                    <a:pt x="281435" y="1110789"/>
                  </a:lnTo>
                  <a:lnTo>
                    <a:pt x="660806" y="1133984"/>
                  </a:lnTo>
                  <a:lnTo>
                    <a:pt x="1008061" y="1249960"/>
                  </a:lnTo>
                  <a:lnTo>
                    <a:pt x="1160065" y="1319545"/>
                  </a:lnTo>
                  <a:lnTo>
                    <a:pt x="2478370" y="1319545"/>
                  </a:lnTo>
                  <a:lnTo>
                    <a:pt x="2393039" y="1414705"/>
                  </a:lnTo>
                  <a:lnTo>
                    <a:pt x="3545535" y="1414705"/>
                  </a:lnTo>
                  <a:lnTo>
                    <a:pt x="3540155" y="1560120"/>
                  </a:lnTo>
                  <a:lnTo>
                    <a:pt x="3231385" y="1807238"/>
                  </a:lnTo>
                  <a:lnTo>
                    <a:pt x="2869089" y="1943732"/>
                  </a:lnTo>
                  <a:lnTo>
                    <a:pt x="2694676" y="1985662"/>
                  </a:lnTo>
                  <a:lnTo>
                    <a:pt x="2750904" y="2023726"/>
                  </a:lnTo>
                  <a:lnTo>
                    <a:pt x="1079837" y="2023726"/>
                  </a:lnTo>
                  <a:lnTo>
                    <a:pt x="1027388" y="2046400"/>
                  </a:lnTo>
                  <a:lnTo>
                    <a:pt x="975700" y="2065946"/>
                  </a:lnTo>
                  <a:lnTo>
                    <a:pt x="924817" y="2082448"/>
                  </a:lnTo>
                  <a:lnTo>
                    <a:pt x="874788" y="2095990"/>
                  </a:lnTo>
                  <a:lnTo>
                    <a:pt x="825657" y="2106656"/>
                  </a:lnTo>
                  <a:lnTo>
                    <a:pt x="777473" y="2114529"/>
                  </a:lnTo>
                  <a:lnTo>
                    <a:pt x="730280" y="2119694"/>
                  </a:lnTo>
                  <a:lnTo>
                    <a:pt x="684131" y="2122235"/>
                  </a:lnTo>
                  <a:close/>
                </a:path>
                <a:path w="3554095" h="3660775">
                  <a:moveTo>
                    <a:pt x="863437" y="3202403"/>
                  </a:moveTo>
                  <a:lnTo>
                    <a:pt x="797824" y="3197129"/>
                  </a:lnTo>
                  <a:lnTo>
                    <a:pt x="733505" y="3177394"/>
                  </a:lnTo>
                  <a:lnTo>
                    <a:pt x="671126" y="3141874"/>
                  </a:lnTo>
                  <a:lnTo>
                    <a:pt x="640866" y="3117780"/>
                  </a:lnTo>
                  <a:lnTo>
                    <a:pt x="611334" y="3089244"/>
                  </a:lnTo>
                  <a:lnTo>
                    <a:pt x="582611" y="3056099"/>
                  </a:lnTo>
                  <a:lnTo>
                    <a:pt x="554776" y="3018180"/>
                  </a:lnTo>
                  <a:lnTo>
                    <a:pt x="527912" y="2975321"/>
                  </a:lnTo>
                  <a:lnTo>
                    <a:pt x="469627" y="2577733"/>
                  </a:lnTo>
                  <a:lnTo>
                    <a:pt x="675409" y="2278278"/>
                  </a:lnTo>
                  <a:lnTo>
                    <a:pt x="945425" y="2089445"/>
                  </a:lnTo>
                  <a:lnTo>
                    <a:pt x="1079837" y="2023726"/>
                  </a:lnTo>
                  <a:lnTo>
                    <a:pt x="2750904" y="2023726"/>
                  </a:lnTo>
                  <a:lnTo>
                    <a:pt x="3244649" y="2357974"/>
                  </a:lnTo>
                  <a:lnTo>
                    <a:pt x="3307832" y="2480492"/>
                  </a:lnTo>
                  <a:lnTo>
                    <a:pt x="2240784" y="2480492"/>
                  </a:lnTo>
                  <a:lnTo>
                    <a:pt x="2243500" y="2499523"/>
                  </a:lnTo>
                  <a:lnTo>
                    <a:pt x="1555635" y="2499523"/>
                  </a:lnTo>
                  <a:lnTo>
                    <a:pt x="1510106" y="2633502"/>
                  </a:lnTo>
                  <a:lnTo>
                    <a:pt x="1501763" y="2652046"/>
                  </a:lnTo>
                  <a:lnTo>
                    <a:pt x="1467763" y="2717879"/>
                  </a:lnTo>
                  <a:lnTo>
                    <a:pt x="1448418" y="2751167"/>
                  </a:lnTo>
                  <a:lnTo>
                    <a:pt x="1427618" y="2784482"/>
                  </a:lnTo>
                  <a:lnTo>
                    <a:pt x="1405444" y="2817659"/>
                  </a:lnTo>
                  <a:lnTo>
                    <a:pt x="1381975" y="2850531"/>
                  </a:lnTo>
                  <a:lnTo>
                    <a:pt x="1357295" y="2882934"/>
                  </a:lnTo>
                  <a:lnTo>
                    <a:pt x="1331482" y="2914701"/>
                  </a:lnTo>
                  <a:lnTo>
                    <a:pt x="1304618" y="2945667"/>
                  </a:lnTo>
                  <a:lnTo>
                    <a:pt x="1276784" y="2975668"/>
                  </a:lnTo>
                  <a:lnTo>
                    <a:pt x="1248060" y="3004536"/>
                  </a:lnTo>
                  <a:lnTo>
                    <a:pt x="1218528" y="3032107"/>
                  </a:lnTo>
                  <a:lnTo>
                    <a:pt x="1188268" y="3058214"/>
                  </a:lnTo>
                  <a:lnTo>
                    <a:pt x="1157362" y="3082693"/>
                  </a:lnTo>
                  <a:lnTo>
                    <a:pt x="1125889" y="3105378"/>
                  </a:lnTo>
                  <a:lnTo>
                    <a:pt x="1061570" y="3144704"/>
                  </a:lnTo>
                  <a:lnTo>
                    <a:pt x="995957" y="3174866"/>
                  </a:lnTo>
                  <a:lnTo>
                    <a:pt x="929697" y="3194540"/>
                  </a:lnTo>
                  <a:lnTo>
                    <a:pt x="896527" y="3200031"/>
                  </a:lnTo>
                  <a:lnTo>
                    <a:pt x="863437" y="3202403"/>
                  </a:lnTo>
                  <a:close/>
                </a:path>
                <a:path w="3554095" h="3660775">
                  <a:moveTo>
                    <a:pt x="2875081" y="3106760"/>
                  </a:moveTo>
                  <a:lnTo>
                    <a:pt x="2528641" y="2899194"/>
                  </a:lnTo>
                  <a:lnTo>
                    <a:pt x="2314235" y="2620257"/>
                  </a:lnTo>
                  <a:lnTo>
                    <a:pt x="2240784" y="2480492"/>
                  </a:lnTo>
                  <a:lnTo>
                    <a:pt x="3307832" y="2480492"/>
                  </a:lnTo>
                  <a:lnTo>
                    <a:pt x="3418248" y="2694601"/>
                  </a:lnTo>
                  <a:lnTo>
                    <a:pt x="3392551" y="2938447"/>
                  </a:lnTo>
                  <a:lnTo>
                    <a:pt x="3344634" y="3032417"/>
                  </a:lnTo>
                  <a:lnTo>
                    <a:pt x="2875081" y="3106760"/>
                  </a:lnTo>
                  <a:close/>
                </a:path>
                <a:path w="3554095" h="3660775">
                  <a:moveTo>
                    <a:pt x="1510106" y="2633502"/>
                  </a:moveTo>
                  <a:lnTo>
                    <a:pt x="1555635" y="2499523"/>
                  </a:lnTo>
                  <a:lnTo>
                    <a:pt x="1548742" y="2527987"/>
                  </a:lnTo>
                  <a:lnTo>
                    <a:pt x="1539827" y="2557637"/>
                  </a:lnTo>
                  <a:lnTo>
                    <a:pt x="1528971" y="2588307"/>
                  </a:lnTo>
                  <a:lnTo>
                    <a:pt x="1516257" y="2619832"/>
                  </a:lnTo>
                  <a:lnTo>
                    <a:pt x="1510106" y="2633502"/>
                  </a:lnTo>
                  <a:close/>
                </a:path>
                <a:path w="3554095" h="3660775">
                  <a:moveTo>
                    <a:pt x="2012401" y="3660470"/>
                  </a:moveTo>
                  <a:lnTo>
                    <a:pt x="1555635" y="3438926"/>
                  </a:lnTo>
                  <a:lnTo>
                    <a:pt x="1441444" y="3044312"/>
                  </a:lnTo>
                  <a:lnTo>
                    <a:pt x="1498539" y="2667539"/>
                  </a:lnTo>
                  <a:lnTo>
                    <a:pt x="1510106" y="2633502"/>
                  </a:lnTo>
                  <a:lnTo>
                    <a:pt x="1516257" y="2619832"/>
                  </a:lnTo>
                  <a:lnTo>
                    <a:pt x="1528971" y="2588307"/>
                  </a:lnTo>
                  <a:lnTo>
                    <a:pt x="1539827" y="2557637"/>
                  </a:lnTo>
                  <a:lnTo>
                    <a:pt x="1548742" y="2527987"/>
                  </a:lnTo>
                  <a:lnTo>
                    <a:pt x="1555635" y="2499523"/>
                  </a:lnTo>
                  <a:lnTo>
                    <a:pt x="2243500" y="2499523"/>
                  </a:lnTo>
                  <a:lnTo>
                    <a:pt x="2325535" y="3074347"/>
                  </a:lnTo>
                  <a:lnTo>
                    <a:pt x="2233647" y="3434466"/>
                  </a:lnTo>
                  <a:lnTo>
                    <a:pt x="2088231" y="3612593"/>
                  </a:lnTo>
                  <a:lnTo>
                    <a:pt x="2012401" y="3660470"/>
                  </a:lnTo>
                  <a:close/>
                </a:path>
              </a:pathLst>
            </a:custGeom>
            <a:solidFill>
              <a:srgbClr val="DBC2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376928" y="929098"/>
              <a:ext cx="7430770" cy="1643380"/>
            </a:xfrm>
            <a:custGeom>
              <a:avLst/>
              <a:gdLst/>
              <a:ahLst/>
              <a:cxnLst/>
              <a:rect l="l" t="t" r="r" b="b"/>
              <a:pathLst>
                <a:path w="7430770" h="1643380">
                  <a:moveTo>
                    <a:pt x="7430530" y="1389334"/>
                  </a:moveTo>
                  <a:lnTo>
                    <a:pt x="47755" y="1643102"/>
                  </a:lnTo>
                  <a:lnTo>
                    <a:pt x="0" y="253767"/>
                  </a:lnTo>
                  <a:lnTo>
                    <a:pt x="7382774" y="0"/>
                  </a:lnTo>
                  <a:lnTo>
                    <a:pt x="7430530" y="1389334"/>
                  </a:lnTo>
                  <a:close/>
                </a:path>
              </a:pathLst>
            </a:custGeom>
            <a:solidFill>
              <a:srgbClr val="3B0A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 rot="21540000">
            <a:off x="1752765" y="1270828"/>
            <a:ext cx="6679206" cy="996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7259"/>
              </a:lnSpc>
            </a:pPr>
            <a:r>
              <a:rPr sz="11775" spc="-517" baseline="-4953" dirty="0">
                <a:solidFill>
                  <a:srgbClr val="DAFF6B"/>
                </a:solidFill>
                <a:latin typeface="Arial MT"/>
                <a:cs typeface="Arial MT"/>
              </a:rPr>
              <a:t>H</a:t>
            </a:r>
            <a:r>
              <a:rPr sz="11775" spc="-517" baseline="-4246" dirty="0">
                <a:solidFill>
                  <a:srgbClr val="DAFF6B"/>
                </a:solidFill>
                <a:latin typeface="Arial MT"/>
                <a:cs typeface="Arial MT"/>
              </a:rPr>
              <a:t>Y</a:t>
            </a:r>
            <a:r>
              <a:rPr sz="11775" spc="-517" baseline="-3538" dirty="0">
                <a:solidFill>
                  <a:srgbClr val="DAFF6B"/>
                </a:solidFill>
                <a:latin typeface="Arial MT"/>
                <a:cs typeface="Arial MT"/>
              </a:rPr>
              <a:t>P</a:t>
            </a:r>
            <a:r>
              <a:rPr sz="11775" spc="-517" baseline="-3184" dirty="0">
                <a:solidFill>
                  <a:srgbClr val="DAFF6B"/>
                </a:solidFill>
                <a:latin typeface="Arial MT"/>
                <a:cs typeface="Arial MT"/>
              </a:rPr>
              <a:t>O</a:t>
            </a:r>
            <a:r>
              <a:rPr sz="11775" spc="-517" baseline="-2476" dirty="0">
                <a:solidFill>
                  <a:srgbClr val="DAFF6B"/>
                </a:solidFill>
                <a:latin typeface="Arial MT"/>
                <a:cs typeface="Arial MT"/>
              </a:rPr>
              <a:t>T</a:t>
            </a:r>
            <a:r>
              <a:rPr sz="11775" spc="-517" baseline="-1769" dirty="0">
                <a:solidFill>
                  <a:srgbClr val="DAFF6B"/>
                </a:solidFill>
                <a:latin typeface="Arial MT"/>
                <a:cs typeface="Arial MT"/>
              </a:rPr>
              <a:t>H</a:t>
            </a:r>
            <a:r>
              <a:rPr sz="11775" spc="-517" baseline="-1061" dirty="0">
                <a:solidFill>
                  <a:srgbClr val="DAFF6B"/>
                </a:solidFill>
                <a:latin typeface="Arial MT"/>
                <a:cs typeface="Arial MT"/>
              </a:rPr>
              <a:t>E</a:t>
            </a:r>
            <a:r>
              <a:rPr sz="7850" spc="-345" dirty="0">
                <a:solidFill>
                  <a:srgbClr val="DAFF6B"/>
                </a:solidFill>
                <a:latin typeface="Arial MT"/>
                <a:cs typeface="Arial MT"/>
              </a:rPr>
              <a:t>SES</a:t>
            </a:r>
            <a:endParaRPr sz="7850">
              <a:latin typeface="Arial MT"/>
              <a:cs typeface="Arial MT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934874" y="2439820"/>
            <a:ext cx="6916420" cy="859790"/>
          </a:xfrm>
          <a:prstGeom prst="rect">
            <a:avLst/>
          </a:prstGeom>
          <a:solidFill>
            <a:srgbClr val="DAFF6B"/>
          </a:solidFill>
        </p:spPr>
        <p:txBody>
          <a:bodyPr vert="horz" wrap="square" lIns="0" tIns="94615" rIns="0" bIns="0" rtlCol="0">
            <a:spAutoFit/>
          </a:bodyPr>
          <a:lstStyle/>
          <a:p>
            <a:pPr marL="201930">
              <a:lnSpc>
                <a:spcPct val="100000"/>
              </a:lnSpc>
              <a:spcBef>
                <a:spcPts val="745"/>
              </a:spcBef>
            </a:pPr>
            <a:r>
              <a:rPr sz="3950" spc="165" dirty="0"/>
              <a:t>DEVELOPING</a:t>
            </a:r>
            <a:r>
              <a:rPr sz="3950" spc="-220" dirty="0"/>
              <a:t> </a:t>
            </a:r>
            <a:r>
              <a:rPr sz="3950" spc="125" dirty="0"/>
              <a:t>HYPOTHESES</a:t>
            </a:r>
            <a:endParaRPr sz="3950"/>
          </a:p>
        </p:txBody>
      </p:sp>
      <p:sp>
        <p:nvSpPr>
          <p:cNvPr id="8" name="object 8"/>
          <p:cNvSpPr txBox="1"/>
          <p:nvPr/>
        </p:nvSpPr>
        <p:spPr>
          <a:xfrm>
            <a:off x="8399147" y="4524120"/>
            <a:ext cx="6447790" cy="608965"/>
          </a:xfrm>
          <a:prstGeom prst="rect">
            <a:avLst/>
          </a:prstGeom>
          <a:solidFill>
            <a:srgbClr val="A2BEEC"/>
          </a:solidFill>
        </p:spPr>
        <p:txBody>
          <a:bodyPr vert="horz" wrap="square" lIns="0" tIns="67945" rIns="0" bIns="0" rtlCol="0">
            <a:spAutoFit/>
          </a:bodyPr>
          <a:lstStyle/>
          <a:p>
            <a:pPr marL="141605">
              <a:lnSpc>
                <a:spcPct val="100000"/>
              </a:lnSpc>
              <a:spcBef>
                <a:spcPts val="535"/>
              </a:spcBef>
            </a:pPr>
            <a:r>
              <a:rPr sz="2800" spc="120" dirty="0">
                <a:solidFill>
                  <a:srgbClr val="3B0A85"/>
                </a:solidFill>
                <a:latin typeface="Trebuchet MS"/>
                <a:cs typeface="Trebuchet MS"/>
              </a:rPr>
              <a:t>Hypotheses</a:t>
            </a:r>
            <a:r>
              <a:rPr sz="2800" spc="-9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3B0A85"/>
                </a:solidFill>
                <a:latin typeface="Trebuchet MS"/>
                <a:cs typeface="Trebuchet MS"/>
              </a:rPr>
              <a:t>are</a:t>
            </a:r>
            <a:r>
              <a:rPr sz="2800" spc="-9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800" spc="80" dirty="0">
                <a:solidFill>
                  <a:srgbClr val="3B0A85"/>
                </a:solidFill>
                <a:latin typeface="Trebuchet MS"/>
                <a:cs typeface="Trebuchet MS"/>
              </a:rPr>
              <a:t>tested</a:t>
            </a:r>
            <a:r>
              <a:rPr sz="2800" spc="-9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800" spc="45" dirty="0">
                <a:solidFill>
                  <a:srgbClr val="3B0A85"/>
                </a:solidFill>
                <a:latin typeface="Trebuchet MS"/>
                <a:cs typeface="Trebuchet MS"/>
              </a:rPr>
              <a:t>against</a:t>
            </a:r>
            <a:r>
              <a:rPr sz="2800" spc="-9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800" spc="-10" dirty="0">
                <a:solidFill>
                  <a:srgbClr val="3B0A85"/>
                </a:solidFill>
                <a:latin typeface="Trebuchet MS"/>
                <a:cs typeface="Trebuchet MS"/>
              </a:rPr>
              <a:t>reality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399147" y="5405542"/>
            <a:ext cx="7037705" cy="999490"/>
          </a:xfrm>
          <a:prstGeom prst="rect">
            <a:avLst/>
          </a:prstGeom>
          <a:solidFill>
            <a:srgbClr val="A2BEEC"/>
          </a:solidFill>
        </p:spPr>
        <p:txBody>
          <a:bodyPr vert="horz" wrap="square" lIns="0" tIns="110489" rIns="0" bIns="0" rtlCol="0">
            <a:spAutoFit/>
          </a:bodyPr>
          <a:lstStyle/>
          <a:p>
            <a:pPr marL="141605" marR="134620">
              <a:lnSpc>
                <a:spcPts val="3080"/>
              </a:lnSpc>
              <a:spcBef>
                <a:spcPts val="869"/>
              </a:spcBef>
            </a:pPr>
            <a:r>
              <a:rPr sz="2800" spc="120" dirty="0">
                <a:solidFill>
                  <a:srgbClr val="3B0A85"/>
                </a:solidFill>
                <a:latin typeface="Trebuchet MS"/>
                <a:cs typeface="Trebuchet MS"/>
              </a:rPr>
              <a:t>Hypotheses</a:t>
            </a:r>
            <a:r>
              <a:rPr sz="2800" spc="-5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3B0A85"/>
                </a:solidFill>
                <a:latin typeface="Trebuchet MS"/>
                <a:cs typeface="Trebuchet MS"/>
              </a:rPr>
              <a:t>are</a:t>
            </a:r>
            <a:r>
              <a:rPr sz="2800" spc="-4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3B0A85"/>
                </a:solidFill>
                <a:latin typeface="Trebuchet MS"/>
                <a:cs typeface="Trebuchet MS"/>
              </a:rPr>
              <a:t>formulated</a:t>
            </a:r>
            <a:r>
              <a:rPr sz="2800" spc="-4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800" spc="140" dirty="0">
                <a:solidFill>
                  <a:srgbClr val="3B0A85"/>
                </a:solidFill>
                <a:latin typeface="Trebuchet MS"/>
                <a:cs typeface="Trebuchet MS"/>
              </a:rPr>
              <a:t>based</a:t>
            </a:r>
            <a:r>
              <a:rPr sz="2800" spc="-4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800" spc="85" dirty="0">
                <a:solidFill>
                  <a:srgbClr val="3B0A85"/>
                </a:solidFill>
                <a:latin typeface="Trebuchet MS"/>
                <a:cs typeface="Trebuchet MS"/>
              </a:rPr>
              <a:t>on </a:t>
            </a:r>
            <a:r>
              <a:rPr sz="2800" dirty="0">
                <a:solidFill>
                  <a:srgbClr val="3B0A85"/>
                </a:solidFill>
                <a:latin typeface="Trebuchet MS"/>
                <a:cs typeface="Trebuchet MS"/>
              </a:rPr>
              <a:t>what</a:t>
            </a:r>
            <a:r>
              <a:rPr sz="2800" spc="-8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800" spc="60" dirty="0">
                <a:solidFill>
                  <a:srgbClr val="3B0A85"/>
                </a:solidFill>
                <a:latin typeface="Trebuchet MS"/>
                <a:cs typeface="Trebuchet MS"/>
              </a:rPr>
              <a:t>is</a:t>
            </a:r>
            <a:r>
              <a:rPr sz="2800" spc="-7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800" spc="55" dirty="0">
                <a:solidFill>
                  <a:srgbClr val="3B0A85"/>
                </a:solidFill>
                <a:latin typeface="Trebuchet MS"/>
                <a:cs typeface="Trebuchet MS"/>
              </a:rPr>
              <a:t>known</a:t>
            </a:r>
            <a:r>
              <a:rPr sz="2800" spc="-7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800" spc="90" dirty="0">
                <a:solidFill>
                  <a:srgbClr val="3B0A85"/>
                </a:solidFill>
                <a:latin typeface="Trebuchet MS"/>
                <a:cs typeface="Trebuchet MS"/>
              </a:rPr>
              <a:t>and</a:t>
            </a:r>
            <a:r>
              <a:rPr sz="2800" spc="-8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800" spc="140" dirty="0">
                <a:solidFill>
                  <a:srgbClr val="3B0A85"/>
                </a:solidFill>
                <a:latin typeface="Trebuchet MS"/>
                <a:cs typeface="Trebuchet MS"/>
              </a:rPr>
              <a:t>assumed</a:t>
            </a:r>
            <a:r>
              <a:rPr sz="2800" spc="-7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800" spc="85" dirty="0">
                <a:solidFill>
                  <a:srgbClr val="3B0A85"/>
                </a:solidFill>
                <a:latin typeface="Trebuchet MS"/>
                <a:cs typeface="Trebuchet MS"/>
              </a:rPr>
              <a:t>connections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399147" y="6677490"/>
            <a:ext cx="6878955" cy="608330"/>
          </a:xfrm>
          <a:custGeom>
            <a:avLst/>
            <a:gdLst/>
            <a:ahLst/>
            <a:cxnLst/>
            <a:rect l="l" t="t" r="r" b="b"/>
            <a:pathLst>
              <a:path w="6878955" h="608329">
                <a:moveTo>
                  <a:pt x="0" y="0"/>
                </a:moveTo>
                <a:lnTo>
                  <a:pt x="6878603" y="0"/>
                </a:lnTo>
                <a:lnTo>
                  <a:pt x="6878603" y="608330"/>
                </a:lnTo>
                <a:lnTo>
                  <a:pt x="0" y="608330"/>
                </a:lnTo>
                <a:lnTo>
                  <a:pt x="0" y="0"/>
                </a:lnTo>
                <a:close/>
              </a:path>
            </a:pathLst>
          </a:custGeom>
          <a:solidFill>
            <a:srgbClr val="A2BE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8528685" y="6732765"/>
            <a:ext cx="661987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50" dirty="0">
                <a:solidFill>
                  <a:srgbClr val="3B0A85"/>
                </a:solidFill>
                <a:latin typeface="Trebuchet MS"/>
                <a:cs typeface="Trebuchet MS"/>
              </a:rPr>
              <a:t>Sources:</a:t>
            </a:r>
            <a:r>
              <a:rPr sz="2800" spc="-4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3B0A85"/>
                </a:solidFill>
                <a:latin typeface="Trebuchet MS"/>
                <a:cs typeface="Trebuchet MS"/>
              </a:rPr>
              <a:t>Scientific</a:t>
            </a:r>
            <a:r>
              <a:rPr sz="2800" spc="-4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800" spc="-35" dirty="0">
                <a:solidFill>
                  <a:srgbClr val="3B0A85"/>
                </a:solidFill>
                <a:latin typeface="Trebuchet MS"/>
                <a:cs typeface="Trebuchet MS"/>
              </a:rPr>
              <a:t>literature</a:t>
            </a:r>
            <a:r>
              <a:rPr sz="2800" spc="-4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800" spc="55" dirty="0">
                <a:solidFill>
                  <a:srgbClr val="3B0A85"/>
                </a:solidFill>
                <a:latin typeface="Trebuchet MS"/>
                <a:cs typeface="Trebuchet MS"/>
              </a:rPr>
              <a:t>&amp;</a:t>
            </a:r>
            <a:r>
              <a:rPr sz="2800" spc="-4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800" spc="70" dirty="0">
                <a:solidFill>
                  <a:srgbClr val="3B0A85"/>
                </a:solidFill>
                <a:latin typeface="Trebuchet MS"/>
                <a:cs typeface="Trebuchet MS"/>
              </a:rPr>
              <a:t>everyday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399147" y="7285819"/>
            <a:ext cx="2419350" cy="391160"/>
          </a:xfrm>
          <a:prstGeom prst="rect">
            <a:avLst/>
          </a:prstGeom>
          <a:solidFill>
            <a:srgbClr val="A2BEEC"/>
          </a:solidFill>
        </p:spPr>
        <p:txBody>
          <a:bodyPr vert="horz" wrap="square" lIns="0" tIns="0" rIns="0" bIns="0" rtlCol="0">
            <a:spAutoFit/>
          </a:bodyPr>
          <a:lstStyle/>
          <a:p>
            <a:pPr marL="141605">
              <a:lnSpc>
                <a:spcPts val="2180"/>
              </a:lnSpc>
            </a:pPr>
            <a:r>
              <a:rPr sz="2800" spc="70" dirty="0">
                <a:solidFill>
                  <a:srgbClr val="3B0A85"/>
                </a:solidFill>
                <a:latin typeface="Trebuchet MS"/>
                <a:cs typeface="Trebuchet MS"/>
              </a:rPr>
              <a:t>observations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D0C2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412455" y="1608200"/>
            <a:ext cx="5638165" cy="3562985"/>
          </a:xfrm>
          <a:custGeom>
            <a:avLst/>
            <a:gdLst/>
            <a:ahLst/>
            <a:cxnLst/>
            <a:rect l="l" t="t" r="r" b="b"/>
            <a:pathLst>
              <a:path w="5638165" h="3562985">
                <a:moveTo>
                  <a:pt x="5638127" y="2142845"/>
                </a:moveTo>
                <a:lnTo>
                  <a:pt x="5461457" y="0"/>
                </a:lnTo>
                <a:lnTo>
                  <a:pt x="0" y="450278"/>
                </a:lnTo>
                <a:lnTo>
                  <a:pt x="176669" y="2593111"/>
                </a:lnTo>
                <a:lnTo>
                  <a:pt x="256603" y="3562642"/>
                </a:lnTo>
                <a:lnTo>
                  <a:pt x="4430573" y="3218523"/>
                </a:lnTo>
                <a:lnTo>
                  <a:pt x="4350639" y="2248992"/>
                </a:lnTo>
                <a:lnTo>
                  <a:pt x="5638127" y="2142845"/>
                </a:lnTo>
                <a:close/>
              </a:path>
            </a:pathLst>
          </a:custGeom>
          <a:solidFill>
            <a:srgbClr val="DAFF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 rot="21360000">
            <a:off x="1745141" y="2026930"/>
            <a:ext cx="4667449" cy="838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365"/>
              </a:lnSpc>
            </a:pPr>
            <a:r>
              <a:rPr sz="9900" spc="-82" baseline="-2104" dirty="0">
                <a:solidFill>
                  <a:srgbClr val="3B0A85"/>
                </a:solidFill>
                <a:latin typeface="Arial MT"/>
                <a:cs typeface="Arial MT"/>
              </a:rPr>
              <a:t>S</a:t>
            </a:r>
            <a:r>
              <a:rPr sz="9900" spc="-82" baseline="-1683" dirty="0">
                <a:solidFill>
                  <a:srgbClr val="3B0A85"/>
                </a:solidFill>
                <a:latin typeface="Arial MT"/>
                <a:cs typeface="Arial MT"/>
              </a:rPr>
              <a:t>P</a:t>
            </a:r>
            <a:r>
              <a:rPr sz="9900" spc="-82" baseline="-1262" dirty="0">
                <a:solidFill>
                  <a:srgbClr val="3B0A85"/>
                </a:solidFill>
                <a:latin typeface="Arial MT"/>
                <a:cs typeface="Arial MT"/>
              </a:rPr>
              <a:t>L</a:t>
            </a:r>
            <a:r>
              <a:rPr sz="6600" spc="-55" dirty="0">
                <a:solidFill>
                  <a:srgbClr val="3B0A85"/>
                </a:solidFill>
                <a:latin typeface="Arial MT"/>
                <a:cs typeface="Arial MT"/>
              </a:rPr>
              <a:t>IT</a:t>
            </a:r>
            <a:r>
              <a:rPr sz="6600" spc="-380" dirty="0">
                <a:solidFill>
                  <a:srgbClr val="3B0A85"/>
                </a:solidFill>
                <a:latin typeface="Arial MT"/>
                <a:cs typeface="Arial MT"/>
              </a:rPr>
              <a:t> </a:t>
            </a:r>
            <a:r>
              <a:rPr sz="6600" spc="-20" dirty="0">
                <a:solidFill>
                  <a:srgbClr val="3B0A85"/>
                </a:solidFill>
                <a:latin typeface="Arial MT"/>
                <a:cs typeface="Arial MT"/>
              </a:rPr>
              <a:t>INT</a:t>
            </a:r>
            <a:r>
              <a:rPr sz="9900" spc="-30" baseline="1262" dirty="0">
                <a:solidFill>
                  <a:srgbClr val="3B0A85"/>
                </a:solidFill>
                <a:latin typeface="Arial MT"/>
                <a:cs typeface="Arial MT"/>
              </a:rPr>
              <a:t>O</a:t>
            </a:r>
            <a:endParaRPr sz="9900" baseline="1262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 rot="21360000">
            <a:off x="1826455" y="2987044"/>
            <a:ext cx="4892510" cy="838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255"/>
              </a:lnSpc>
            </a:pPr>
            <a:r>
              <a:rPr sz="9900" spc="-472" baseline="-2946" dirty="0">
                <a:solidFill>
                  <a:srgbClr val="3B0A85"/>
                </a:solidFill>
                <a:latin typeface="Arial MT"/>
                <a:cs typeface="Arial MT"/>
              </a:rPr>
              <a:t>G</a:t>
            </a:r>
            <a:r>
              <a:rPr sz="9900" spc="-472" baseline="-2525" dirty="0">
                <a:solidFill>
                  <a:srgbClr val="3B0A85"/>
                </a:solidFill>
                <a:latin typeface="Arial MT"/>
                <a:cs typeface="Arial MT"/>
              </a:rPr>
              <a:t>R</a:t>
            </a:r>
            <a:r>
              <a:rPr sz="9900" spc="-472" baseline="-2104" dirty="0">
                <a:solidFill>
                  <a:srgbClr val="3B0A85"/>
                </a:solidFill>
                <a:latin typeface="Arial MT"/>
                <a:cs typeface="Arial MT"/>
              </a:rPr>
              <a:t>O</a:t>
            </a:r>
            <a:r>
              <a:rPr sz="9900" spc="-472" baseline="-1683" dirty="0">
                <a:solidFill>
                  <a:srgbClr val="3B0A85"/>
                </a:solidFill>
                <a:latin typeface="Arial MT"/>
                <a:cs typeface="Arial MT"/>
              </a:rPr>
              <a:t>U</a:t>
            </a:r>
            <a:r>
              <a:rPr sz="9900" spc="-472" baseline="-1262" dirty="0">
                <a:solidFill>
                  <a:srgbClr val="3B0A85"/>
                </a:solidFill>
                <a:latin typeface="Arial MT"/>
                <a:cs typeface="Arial MT"/>
              </a:rPr>
              <a:t>P</a:t>
            </a:r>
            <a:r>
              <a:rPr sz="6600" spc="-315" dirty="0">
                <a:solidFill>
                  <a:srgbClr val="3B0A85"/>
                </a:solidFill>
                <a:latin typeface="Arial MT"/>
                <a:cs typeface="Arial MT"/>
              </a:rPr>
              <a:t>S</a:t>
            </a:r>
            <a:r>
              <a:rPr sz="6600" spc="204" dirty="0">
                <a:solidFill>
                  <a:srgbClr val="3B0A85"/>
                </a:solidFill>
                <a:latin typeface="Arial MT"/>
                <a:cs typeface="Arial MT"/>
              </a:rPr>
              <a:t> </a:t>
            </a:r>
            <a:r>
              <a:rPr sz="6600" spc="-430" dirty="0">
                <a:solidFill>
                  <a:srgbClr val="3B0A85"/>
                </a:solidFill>
                <a:latin typeface="Arial MT"/>
                <a:cs typeface="Arial MT"/>
              </a:rPr>
              <a:t>TO</a:t>
            </a:r>
            <a:endParaRPr sz="66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 rot="21360000">
            <a:off x="1895274" y="4004906"/>
            <a:ext cx="3626734" cy="838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590"/>
              </a:lnSpc>
            </a:pPr>
            <a:r>
              <a:rPr sz="6600" spc="-335" dirty="0">
                <a:solidFill>
                  <a:srgbClr val="3B0A85"/>
                </a:solidFill>
                <a:latin typeface="Arial MT"/>
                <a:cs typeface="Arial MT"/>
              </a:rPr>
              <a:t>DIS</a:t>
            </a:r>
            <a:r>
              <a:rPr sz="9900" spc="-502" baseline="1262" dirty="0">
                <a:solidFill>
                  <a:srgbClr val="3B0A85"/>
                </a:solidFill>
                <a:latin typeface="Arial MT"/>
                <a:cs typeface="Arial MT"/>
              </a:rPr>
              <a:t>C</a:t>
            </a:r>
            <a:r>
              <a:rPr sz="9900" spc="-502" baseline="1683" dirty="0">
                <a:solidFill>
                  <a:srgbClr val="3B0A85"/>
                </a:solidFill>
                <a:latin typeface="Arial MT"/>
                <a:cs typeface="Arial MT"/>
              </a:rPr>
              <a:t>U</a:t>
            </a:r>
            <a:r>
              <a:rPr sz="9900" spc="-502" baseline="2104" dirty="0">
                <a:solidFill>
                  <a:srgbClr val="3B0A85"/>
                </a:solidFill>
                <a:latin typeface="Arial MT"/>
                <a:cs typeface="Arial MT"/>
              </a:rPr>
              <a:t>S</a:t>
            </a:r>
            <a:r>
              <a:rPr sz="9900" spc="-502" baseline="2525" dirty="0">
                <a:solidFill>
                  <a:srgbClr val="3B0A85"/>
                </a:solidFill>
                <a:latin typeface="Arial MT"/>
                <a:cs typeface="Arial MT"/>
              </a:rPr>
              <a:t>S</a:t>
            </a:r>
            <a:endParaRPr sz="9900" baseline="2525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851860" y="4746695"/>
            <a:ext cx="2282190" cy="1765935"/>
          </a:xfrm>
          <a:custGeom>
            <a:avLst/>
            <a:gdLst/>
            <a:ahLst/>
            <a:cxnLst/>
            <a:rect l="l" t="t" r="r" b="b"/>
            <a:pathLst>
              <a:path w="2282190" h="1765934">
                <a:moveTo>
                  <a:pt x="1635273" y="1692157"/>
                </a:moveTo>
                <a:lnTo>
                  <a:pt x="1474609" y="1741341"/>
                </a:lnTo>
                <a:lnTo>
                  <a:pt x="1386077" y="1765087"/>
                </a:lnTo>
                <a:lnTo>
                  <a:pt x="1379275" y="1765822"/>
                </a:lnTo>
                <a:lnTo>
                  <a:pt x="1365422" y="1764971"/>
                </a:lnTo>
                <a:lnTo>
                  <a:pt x="1329932" y="1745004"/>
                </a:lnTo>
                <a:lnTo>
                  <a:pt x="1314732" y="1707226"/>
                </a:lnTo>
                <a:lnTo>
                  <a:pt x="1314808" y="1700386"/>
                </a:lnTo>
                <a:lnTo>
                  <a:pt x="1330843" y="1662954"/>
                </a:lnTo>
                <a:lnTo>
                  <a:pt x="1373234" y="1640457"/>
                </a:lnTo>
                <a:lnTo>
                  <a:pt x="1411151" y="1624461"/>
                </a:lnTo>
                <a:lnTo>
                  <a:pt x="1449833" y="1610417"/>
                </a:lnTo>
                <a:lnTo>
                  <a:pt x="1536374" y="1583702"/>
                </a:lnTo>
                <a:lnTo>
                  <a:pt x="1583021" y="1568011"/>
                </a:lnTo>
                <a:lnTo>
                  <a:pt x="1629224" y="1551253"/>
                </a:lnTo>
                <a:lnTo>
                  <a:pt x="1674982" y="1533428"/>
                </a:lnTo>
                <a:lnTo>
                  <a:pt x="1720295" y="1514536"/>
                </a:lnTo>
                <a:lnTo>
                  <a:pt x="1765163" y="1494578"/>
                </a:lnTo>
                <a:lnTo>
                  <a:pt x="1809587" y="1473553"/>
                </a:lnTo>
                <a:lnTo>
                  <a:pt x="1853566" y="1451461"/>
                </a:lnTo>
                <a:lnTo>
                  <a:pt x="1897100" y="1428302"/>
                </a:lnTo>
                <a:lnTo>
                  <a:pt x="1796927" y="1425025"/>
                </a:lnTo>
                <a:lnTo>
                  <a:pt x="1596867" y="1412123"/>
                </a:lnTo>
                <a:lnTo>
                  <a:pt x="1494964" y="1403377"/>
                </a:lnTo>
                <a:lnTo>
                  <a:pt x="1393099" y="1391883"/>
                </a:lnTo>
                <a:lnTo>
                  <a:pt x="1291650" y="1376963"/>
                </a:lnTo>
                <a:lnTo>
                  <a:pt x="1241198" y="1368005"/>
                </a:lnTo>
                <a:lnTo>
                  <a:pt x="1190993" y="1357935"/>
                </a:lnTo>
                <a:lnTo>
                  <a:pt x="1141079" y="1346668"/>
                </a:lnTo>
                <a:lnTo>
                  <a:pt x="1091505" y="1334118"/>
                </a:lnTo>
                <a:lnTo>
                  <a:pt x="1042317" y="1320202"/>
                </a:lnTo>
                <a:lnTo>
                  <a:pt x="993564" y="1304834"/>
                </a:lnTo>
                <a:lnTo>
                  <a:pt x="945291" y="1287929"/>
                </a:lnTo>
                <a:lnTo>
                  <a:pt x="897545" y="1269402"/>
                </a:lnTo>
                <a:lnTo>
                  <a:pt x="850375" y="1249168"/>
                </a:lnTo>
                <a:lnTo>
                  <a:pt x="803221" y="1224556"/>
                </a:lnTo>
                <a:lnTo>
                  <a:pt x="756943" y="1198450"/>
                </a:lnTo>
                <a:lnTo>
                  <a:pt x="711541" y="1170849"/>
                </a:lnTo>
                <a:lnTo>
                  <a:pt x="667014" y="1141753"/>
                </a:lnTo>
                <a:lnTo>
                  <a:pt x="623457" y="1111226"/>
                </a:lnTo>
                <a:lnTo>
                  <a:pt x="580962" y="1079329"/>
                </a:lnTo>
                <a:lnTo>
                  <a:pt x="539529" y="1046064"/>
                </a:lnTo>
                <a:lnTo>
                  <a:pt x="499159" y="1011431"/>
                </a:lnTo>
                <a:lnTo>
                  <a:pt x="459936" y="975504"/>
                </a:lnTo>
                <a:lnTo>
                  <a:pt x="421945" y="938358"/>
                </a:lnTo>
                <a:lnTo>
                  <a:pt x="385184" y="899993"/>
                </a:lnTo>
                <a:lnTo>
                  <a:pt x="349655" y="860409"/>
                </a:lnTo>
                <a:lnTo>
                  <a:pt x="315432" y="819691"/>
                </a:lnTo>
                <a:lnTo>
                  <a:pt x="282587" y="777925"/>
                </a:lnTo>
                <a:lnTo>
                  <a:pt x="251122" y="735110"/>
                </a:lnTo>
                <a:lnTo>
                  <a:pt x="221036" y="691246"/>
                </a:lnTo>
                <a:lnTo>
                  <a:pt x="193233" y="644337"/>
                </a:lnTo>
                <a:lnTo>
                  <a:pt x="167137" y="596608"/>
                </a:lnTo>
                <a:lnTo>
                  <a:pt x="142749" y="548058"/>
                </a:lnTo>
                <a:lnTo>
                  <a:pt x="120068" y="498687"/>
                </a:lnTo>
                <a:lnTo>
                  <a:pt x="99095" y="448496"/>
                </a:lnTo>
                <a:lnTo>
                  <a:pt x="79829" y="397484"/>
                </a:lnTo>
                <a:lnTo>
                  <a:pt x="62337" y="345836"/>
                </a:lnTo>
                <a:lnTo>
                  <a:pt x="46685" y="293739"/>
                </a:lnTo>
                <a:lnTo>
                  <a:pt x="32874" y="241193"/>
                </a:lnTo>
                <a:lnTo>
                  <a:pt x="20903" y="188197"/>
                </a:lnTo>
                <a:lnTo>
                  <a:pt x="10773" y="134751"/>
                </a:lnTo>
                <a:lnTo>
                  <a:pt x="2483" y="80856"/>
                </a:lnTo>
                <a:lnTo>
                  <a:pt x="0" y="68912"/>
                </a:lnTo>
                <a:lnTo>
                  <a:pt x="14249" y="23174"/>
                </a:lnTo>
                <a:lnTo>
                  <a:pt x="62455" y="0"/>
                </a:lnTo>
                <a:lnTo>
                  <a:pt x="80635" y="2393"/>
                </a:lnTo>
                <a:lnTo>
                  <a:pt x="91890" y="7102"/>
                </a:lnTo>
                <a:lnTo>
                  <a:pt x="113019" y="25552"/>
                </a:lnTo>
                <a:lnTo>
                  <a:pt x="123735" y="50659"/>
                </a:lnTo>
                <a:lnTo>
                  <a:pt x="143683" y="153162"/>
                </a:lnTo>
                <a:lnTo>
                  <a:pt x="154377" y="199390"/>
                </a:lnTo>
                <a:lnTo>
                  <a:pt x="166255" y="245295"/>
                </a:lnTo>
                <a:lnTo>
                  <a:pt x="179317" y="290876"/>
                </a:lnTo>
                <a:lnTo>
                  <a:pt x="193565" y="336135"/>
                </a:lnTo>
                <a:lnTo>
                  <a:pt x="208998" y="381071"/>
                </a:lnTo>
                <a:lnTo>
                  <a:pt x="228291" y="425708"/>
                </a:lnTo>
                <a:lnTo>
                  <a:pt x="249040" y="469595"/>
                </a:lnTo>
                <a:lnTo>
                  <a:pt x="271245" y="512733"/>
                </a:lnTo>
                <a:lnTo>
                  <a:pt x="294905" y="555122"/>
                </a:lnTo>
                <a:lnTo>
                  <a:pt x="320022" y="596761"/>
                </a:lnTo>
                <a:lnTo>
                  <a:pt x="346521" y="637534"/>
                </a:lnTo>
                <a:lnTo>
                  <a:pt x="374330" y="677325"/>
                </a:lnTo>
                <a:lnTo>
                  <a:pt x="403449" y="716132"/>
                </a:lnTo>
                <a:lnTo>
                  <a:pt x="433877" y="753957"/>
                </a:lnTo>
                <a:lnTo>
                  <a:pt x="465616" y="790799"/>
                </a:lnTo>
                <a:lnTo>
                  <a:pt x="498572" y="826556"/>
                </a:lnTo>
                <a:lnTo>
                  <a:pt x="532655" y="861124"/>
                </a:lnTo>
                <a:lnTo>
                  <a:pt x="567865" y="894504"/>
                </a:lnTo>
                <a:lnTo>
                  <a:pt x="604201" y="926696"/>
                </a:lnTo>
                <a:lnTo>
                  <a:pt x="641664" y="957699"/>
                </a:lnTo>
                <a:lnTo>
                  <a:pt x="680145" y="987428"/>
                </a:lnTo>
                <a:lnTo>
                  <a:pt x="719539" y="1015797"/>
                </a:lnTo>
                <a:lnTo>
                  <a:pt x="759844" y="1042805"/>
                </a:lnTo>
                <a:lnTo>
                  <a:pt x="801060" y="1068453"/>
                </a:lnTo>
                <a:lnTo>
                  <a:pt x="843188" y="1092741"/>
                </a:lnTo>
                <a:lnTo>
                  <a:pt x="887025" y="1114574"/>
                </a:lnTo>
                <a:lnTo>
                  <a:pt x="931442" y="1134586"/>
                </a:lnTo>
                <a:lnTo>
                  <a:pt x="976418" y="1152867"/>
                </a:lnTo>
                <a:lnTo>
                  <a:pt x="1021929" y="1169510"/>
                </a:lnTo>
                <a:lnTo>
                  <a:pt x="1067951" y="1184606"/>
                </a:lnTo>
                <a:lnTo>
                  <a:pt x="1114463" y="1198246"/>
                </a:lnTo>
                <a:lnTo>
                  <a:pt x="1161440" y="1210523"/>
                </a:lnTo>
                <a:lnTo>
                  <a:pt x="1208859" y="1221527"/>
                </a:lnTo>
                <a:lnTo>
                  <a:pt x="1256698" y="1231350"/>
                </a:lnTo>
                <a:lnTo>
                  <a:pt x="1304933" y="1240084"/>
                </a:lnTo>
                <a:lnTo>
                  <a:pt x="1402499" y="1254650"/>
                </a:lnTo>
                <a:lnTo>
                  <a:pt x="1501374" y="1265957"/>
                </a:lnTo>
                <a:lnTo>
                  <a:pt x="1601371" y="1274738"/>
                </a:lnTo>
                <a:lnTo>
                  <a:pt x="1859041" y="1290648"/>
                </a:lnTo>
                <a:lnTo>
                  <a:pt x="2044968" y="1297763"/>
                </a:lnTo>
                <a:lnTo>
                  <a:pt x="2065513" y="1300287"/>
                </a:lnTo>
                <a:lnTo>
                  <a:pt x="1974951" y="1252995"/>
                </a:lnTo>
                <a:lnTo>
                  <a:pt x="1699981" y="1117555"/>
                </a:lnTo>
                <a:lnTo>
                  <a:pt x="1609260" y="1070716"/>
                </a:lnTo>
                <a:lnTo>
                  <a:pt x="1520021" y="1021112"/>
                </a:lnTo>
                <a:lnTo>
                  <a:pt x="1476148" y="994913"/>
                </a:lnTo>
                <a:lnTo>
                  <a:pt x="1426088" y="963805"/>
                </a:lnTo>
                <a:lnTo>
                  <a:pt x="1400023" y="926406"/>
                </a:lnTo>
                <a:lnTo>
                  <a:pt x="1397726" y="903395"/>
                </a:lnTo>
                <a:lnTo>
                  <a:pt x="1398690" y="895798"/>
                </a:lnTo>
                <a:lnTo>
                  <a:pt x="1415884" y="861582"/>
                </a:lnTo>
                <a:lnTo>
                  <a:pt x="1456273" y="840443"/>
                </a:lnTo>
                <a:lnTo>
                  <a:pt x="1463902" y="839780"/>
                </a:lnTo>
                <a:lnTo>
                  <a:pt x="1471646" y="840423"/>
                </a:lnTo>
                <a:lnTo>
                  <a:pt x="1515493" y="860935"/>
                </a:lnTo>
                <a:lnTo>
                  <a:pt x="1559997" y="884597"/>
                </a:lnTo>
                <a:lnTo>
                  <a:pt x="1698230" y="964317"/>
                </a:lnTo>
                <a:lnTo>
                  <a:pt x="1746138" y="990412"/>
                </a:lnTo>
                <a:lnTo>
                  <a:pt x="1795091" y="1014571"/>
                </a:lnTo>
                <a:lnTo>
                  <a:pt x="1845164" y="1035779"/>
                </a:lnTo>
                <a:lnTo>
                  <a:pt x="1932529" y="1077204"/>
                </a:lnTo>
                <a:lnTo>
                  <a:pt x="2061915" y="1142788"/>
                </a:lnTo>
                <a:lnTo>
                  <a:pt x="2189338" y="1212087"/>
                </a:lnTo>
                <a:lnTo>
                  <a:pt x="2231381" y="1235930"/>
                </a:lnTo>
                <a:lnTo>
                  <a:pt x="2267009" y="1269814"/>
                </a:lnTo>
                <a:lnTo>
                  <a:pt x="2281620" y="1306592"/>
                </a:lnTo>
                <a:lnTo>
                  <a:pt x="2276632" y="1343281"/>
                </a:lnTo>
                <a:lnTo>
                  <a:pt x="2253460" y="1376894"/>
                </a:lnTo>
                <a:lnTo>
                  <a:pt x="2213524" y="1404446"/>
                </a:lnTo>
                <a:lnTo>
                  <a:pt x="2127265" y="1457996"/>
                </a:lnTo>
                <a:lnTo>
                  <a:pt x="2039471" y="1508613"/>
                </a:lnTo>
                <a:lnTo>
                  <a:pt x="1950142" y="1556296"/>
                </a:lnTo>
                <a:lnTo>
                  <a:pt x="1859278" y="1601046"/>
                </a:lnTo>
                <a:lnTo>
                  <a:pt x="1766879" y="1642862"/>
                </a:lnTo>
                <a:lnTo>
                  <a:pt x="1720103" y="1662670"/>
                </a:lnTo>
                <a:lnTo>
                  <a:pt x="1635273" y="1692157"/>
                </a:lnTo>
                <a:close/>
              </a:path>
            </a:pathLst>
          </a:custGeom>
          <a:solidFill>
            <a:srgbClr val="3B0A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975772" y="4994966"/>
            <a:ext cx="6875145" cy="391160"/>
          </a:xfrm>
          <a:prstGeom prst="rect">
            <a:avLst/>
          </a:prstGeom>
          <a:solidFill>
            <a:srgbClr val="A2BEEC"/>
          </a:solidFill>
        </p:spPr>
        <p:txBody>
          <a:bodyPr vert="horz" wrap="square" lIns="0" tIns="67945" rIns="0" bIns="0" rtlCol="0">
            <a:spAutoFit/>
          </a:bodyPr>
          <a:lstStyle/>
          <a:p>
            <a:pPr marL="141605">
              <a:lnSpc>
                <a:spcPts val="2545"/>
              </a:lnSpc>
              <a:spcBef>
                <a:spcPts val="535"/>
              </a:spcBef>
            </a:pPr>
            <a:r>
              <a:rPr sz="2800" spc="-145" dirty="0">
                <a:solidFill>
                  <a:srgbClr val="3B0A85"/>
                </a:solidFill>
                <a:latin typeface="Trebuchet MS"/>
                <a:cs typeface="Trebuchet MS"/>
              </a:rPr>
              <a:t>A:</a:t>
            </a:r>
            <a:r>
              <a:rPr sz="2800" spc="-2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800" spc="100" dirty="0">
                <a:solidFill>
                  <a:srgbClr val="3B0A85"/>
                </a:solidFill>
                <a:latin typeface="Trebuchet MS"/>
                <a:cs typeface="Trebuchet MS"/>
              </a:rPr>
              <a:t>Which</a:t>
            </a:r>
            <a:r>
              <a:rPr sz="2800" spc="-2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800" b="1" dirty="0">
                <a:solidFill>
                  <a:srgbClr val="3B0A85"/>
                </a:solidFill>
                <a:latin typeface="Trebuchet MS"/>
                <a:cs typeface="Trebuchet MS"/>
              </a:rPr>
              <a:t>qualitative</a:t>
            </a:r>
            <a:r>
              <a:rPr sz="2800" b="1" spc="-10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800" b="1" spc="120" dirty="0">
                <a:solidFill>
                  <a:srgbClr val="3B0A85"/>
                </a:solidFill>
                <a:latin typeface="Trebuchet MS"/>
                <a:cs typeface="Trebuchet MS"/>
              </a:rPr>
              <a:t>methods</a:t>
            </a:r>
            <a:r>
              <a:rPr sz="2800" b="1" spc="-2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800" spc="80" dirty="0">
                <a:solidFill>
                  <a:srgbClr val="3B0A85"/>
                </a:solidFill>
                <a:latin typeface="Trebuchet MS"/>
                <a:cs typeface="Trebuchet MS"/>
              </a:rPr>
              <a:t>could</a:t>
            </a:r>
            <a:r>
              <a:rPr sz="2800" spc="-2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800" spc="-35" dirty="0">
                <a:solidFill>
                  <a:srgbClr val="3B0A85"/>
                </a:solidFill>
                <a:latin typeface="Trebuchet MS"/>
                <a:cs typeface="Trebuchet MS"/>
              </a:rPr>
              <a:t>we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975772" y="5386126"/>
            <a:ext cx="7092315" cy="608330"/>
          </a:xfrm>
          <a:prstGeom prst="rect">
            <a:avLst/>
          </a:prstGeom>
          <a:solidFill>
            <a:srgbClr val="A2BEEC"/>
          </a:solidFill>
        </p:spPr>
        <p:txBody>
          <a:bodyPr vert="horz" wrap="square" lIns="0" tIns="67310" rIns="0" bIns="0" rtlCol="0">
            <a:spAutoFit/>
          </a:bodyPr>
          <a:lstStyle/>
          <a:p>
            <a:pPr marL="141605">
              <a:lnSpc>
                <a:spcPct val="100000"/>
              </a:lnSpc>
              <a:spcBef>
                <a:spcPts val="530"/>
              </a:spcBef>
            </a:pPr>
            <a:r>
              <a:rPr sz="2800" spc="145" dirty="0">
                <a:solidFill>
                  <a:srgbClr val="3B0A85"/>
                </a:solidFill>
                <a:latin typeface="Trebuchet MS"/>
                <a:cs typeface="Trebuchet MS"/>
              </a:rPr>
              <a:t>choose</a:t>
            </a:r>
            <a:r>
              <a:rPr sz="2800" spc="-7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800" spc="55" dirty="0">
                <a:solidFill>
                  <a:srgbClr val="3B0A85"/>
                </a:solidFill>
                <a:latin typeface="Trebuchet MS"/>
                <a:cs typeface="Trebuchet MS"/>
              </a:rPr>
              <a:t>to</a:t>
            </a:r>
            <a:r>
              <a:rPr sz="2800" spc="-7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800" spc="55" dirty="0">
                <a:solidFill>
                  <a:srgbClr val="3B0A85"/>
                </a:solidFill>
                <a:latin typeface="Trebuchet MS"/>
                <a:cs typeface="Trebuchet MS"/>
              </a:rPr>
              <a:t>answer</a:t>
            </a:r>
            <a:r>
              <a:rPr sz="2800" spc="-7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3B0A85"/>
                </a:solidFill>
                <a:latin typeface="Trebuchet MS"/>
                <a:cs typeface="Trebuchet MS"/>
              </a:rPr>
              <a:t>our</a:t>
            </a:r>
            <a:r>
              <a:rPr sz="2800" spc="-7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800" spc="65" dirty="0">
                <a:solidFill>
                  <a:srgbClr val="3B0A85"/>
                </a:solidFill>
                <a:latin typeface="Trebuchet MS"/>
                <a:cs typeface="Trebuchet MS"/>
              </a:rPr>
              <a:t>research</a:t>
            </a:r>
            <a:r>
              <a:rPr sz="2800" spc="-7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800" spc="100" dirty="0">
                <a:solidFill>
                  <a:srgbClr val="3B0A85"/>
                </a:solidFill>
                <a:latin typeface="Trebuchet MS"/>
                <a:cs typeface="Trebuchet MS"/>
              </a:rPr>
              <a:t>question?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975772" y="6811702"/>
            <a:ext cx="7126605" cy="999490"/>
          </a:xfrm>
          <a:prstGeom prst="rect">
            <a:avLst/>
          </a:prstGeom>
          <a:solidFill>
            <a:srgbClr val="A2BEEC"/>
          </a:solidFill>
        </p:spPr>
        <p:txBody>
          <a:bodyPr vert="horz" wrap="square" lIns="0" tIns="110489" rIns="0" bIns="0" rtlCol="0">
            <a:spAutoFit/>
          </a:bodyPr>
          <a:lstStyle/>
          <a:p>
            <a:pPr marL="141605" marR="134620">
              <a:lnSpc>
                <a:spcPts val="3080"/>
              </a:lnSpc>
              <a:spcBef>
                <a:spcPts val="869"/>
              </a:spcBef>
            </a:pPr>
            <a:r>
              <a:rPr sz="2800" spc="-200" dirty="0">
                <a:solidFill>
                  <a:srgbClr val="3B0A85"/>
                </a:solidFill>
                <a:latin typeface="Trebuchet MS"/>
                <a:cs typeface="Trebuchet MS"/>
              </a:rPr>
              <a:t>B:</a:t>
            </a:r>
            <a:r>
              <a:rPr sz="2800" spc="-9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800" spc="100" dirty="0">
                <a:solidFill>
                  <a:srgbClr val="3B0A85"/>
                </a:solidFill>
                <a:latin typeface="Trebuchet MS"/>
                <a:cs typeface="Trebuchet MS"/>
              </a:rPr>
              <a:t>Which</a:t>
            </a:r>
            <a:r>
              <a:rPr sz="2800" spc="-9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800" b="1" spc="45" dirty="0">
                <a:solidFill>
                  <a:srgbClr val="3B0A85"/>
                </a:solidFill>
                <a:latin typeface="Trebuchet MS"/>
                <a:cs typeface="Trebuchet MS"/>
              </a:rPr>
              <a:t>quantitative</a:t>
            </a:r>
            <a:r>
              <a:rPr sz="2800" b="1" spc="-16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800" b="1" spc="120" dirty="0">
                <a:solidFill>
                  <a:srgbClr val="3B0A85"/>
                </a:solidFill>
                <a:latin typeface="Trebuchet MS"/>
                <a:cs typeface="Trebuchet MS"/>
              </a:rPr>
              <a:t>methods</a:t>
            </a:r>
            <a:r>
              <a:rPr sz="2800" b="1" spc="-9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800" spc="80" dirty="0">
                <a:solidFill>
                  <a:srgbClr val="3B0A85"/>
                </a:solidFill>
                <a:latin typeface="Trebuchet MS"/>
                <a:cs typeface="Trebuchet MS"/>
              </a:rPr>
              <a:t>could</a:t>
            </a:r>
            <a:r>
              <a:rPr sz="2800" spc="-9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800" spc="-35" dirty="0">
                <a:solidFill>
                  <a:srgbClr val="3B0A85"/>
                </a:solidFill>
                <a:latin typeface="Trebuchet MS"/>
                <a:cs typeface="Trebuchet MS"/>
              </a:rPr>
              <a:t>we </a:t>
            </a:r>
            <a:r>
              <a:rPr sz="2800" spc="145" dirty="0">
                <a:solidFill>
                  <a:srgbClr val="3B0A85"/>
                </a:solidFill>
                <a:latin typeface="Trebuchet MS"/>
                <a:cs typeface="Trebuchet MS"/>
              </a:rPr>
              <a:t>choose</a:t>
            </a:r>
            <a:r>
              <a:rPr sz="2800" spc="-7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800" spc="55" dirty="0">
                <a:solidFill>
                  <a:srgbClr val="3B0A85"/>
                </a:solidFill>
                <a:latin typeface="Trebuchet MS"/>
                <a:cs typeface="Trebuchet MS"/>
              </a:rPr>
              <a:t>to</a:t>
            </a:r>
            <a:r>
              <a:rPr sz="2800" spc="-7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800" spc="55" dirty="0">
                <a:solidFill>
                  <a:srgbClr val="3B0A85"/>
                </a:solidFill>
                <a:latin typeface="Trebuchet MS"/>
                <a:cs typeface="Trebuchet MS"/>
              </a:rPr>
              <a:t>answer</a:t>
            </a:r>
            <a:r>
              <a:rPr sz="2800" spc="-7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3B0A85"/>
                </a:solidFill>
                <a:latin typeface="Trebuchet MS"/>
                <a:cs typeface="Trebuchet MS"/>
              </a:rPr>
              <a:t>our</a:t>
            </a:r>
            <a:r>
              <a:rPr sz="2800" spc="-7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800" spc="65" dirty="0">
                <a:solidFill>
                  <a:srgbClr val="3B0A85"/>
                </a:solidFill>
                <a:latin typeface="Trebuchet MS"/>
                <a:cs typeface="Trebuchet MS"/>
              </a:rPr>
              <a:t>research</a:t>
            </a:r>
            <a:r>
              <a:rPr sz="2800" spc="-7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800" spc="100" dirty="0">
                <a:solidFill>
                  <a:srgbClr val="3B0A85"/>
                </a:solidFill>
                <a:latin typeface="Trebuchet MS"/>
                <a:cs typeface="Trebuchet MS"/>
              </a:rPr>
              <a:t>question?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64591" y="632192"/>
            <a:ext cx="10676890" cy="2797175"/>
          </a:xfrm>
          <a:custGeom>
            <a:avLst/>
            <a:gdLst/>
            <a:ahLst/>
            <a:cxnLst/>
            <a:rect l="l" t="t" r="r" b="b"/>
            <a:pathLst>
              <a:path w="10676890" h="2797175">
                <a:moveTo>
                  <a:pt x="10676280" y="1106284"/>
                </a:moveTo>
                <a:lnTo>
                  <a:pt x="10585844" y="0"/>
                </a:lnTo>
                <a:lnTo>
                  <a:pt x="0" y="865416"/>
                </a:lnTo>
                <a:lnTo>
                  <a:pt x="90436" y="1971700"/>
                </a:lnTo>
                <a:lnTo>
                  <a:pt x="157911" y="2796984"/>
                </a:lnTo>
                <a:lnTo>
                  <a:pt x="6875069" y="2247849"/>
                </a:lnTo>
                <a:lnTo>
                  <a:pt x="6807606" y="1422565"/>
                </a:lnTo>
                <a:lnTo>
                  <a:pt x="10676280" y="1106284"/>
                </a:lnTo>
                <a:close/>
              </a:path>
            </a:pathLst>
          </a:custGeom>
          <a:solidFill>
            <a:srgbClr val="A2BE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 rot="21360000">
            <a:off x="1032440" y="1267448"/>
            <a:ext cx="9944325" cy="755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365"/>
              </a:lnSpc>
            </a:pPr>
            <a:r>
              <a:rPr sz="8925" spc="555" baseline="-7002" dirty="0">
                <a:solidFill>
                  <a:srgbClr val="3B0A85"/>
                </a:solidFill>
                <a:latin typeface="Arial MT"/>
                <a:cs typeface="Arial MT"/>
              </a:rPr>
              <a:t>P</a:t>
            </a:r>
            <a:r>
              <a:rPr sz="8925" spc="555" baseline="-6535" dirty="0">
                <a:solidFill>
                  <a:srgbClr val="3B0A85"/>
                </a:solidFill>
                <a:latin typeface="Arial MT"/>
                <a:cs typeface="Arial MT"/>
              </a:rPr>
              <a:t>l</a:t>
            </a:r>
            <a:r>
              <a:rPr sz="8925" spc="555" baseline="-6069" dirty="0">
                <a:solidFill>
                  <a:srgbClr val="3B0A85"/>
                </a:solidFill>
                <a:latin typeface="Arial MT"/>
                <a:cs typeface="Arial MT"/>
              </a:rPr>
              <a:t>a</a:t>
            </a:r>
            <a:r>
              <a:rPr sz="8925" spc="555" baseline="-5602" dirty="0">
                <a:solidFill>
                  <a:srgbClr val="3B0A85"/>
                </a:solidFill>
                <a:latin typeface="Arial MT"/>
                <a:cs typeface="Arial MT"/>
              </a:rPr>
              <a:t>n</a:t>
            </a:r>
            <a:r>
              <a:rPr sz="8925" spc="555" baseline="-5135" dirty="0">
                <a:solidFill>
                  <a:srgbClr val="3B0A85"/>
                </a:solidFill>
                <a:latin typeface="Arial MT"/>
                <a:cs typeface="Arial MT"/>
              </a:rPr>
              <a:t>ni</a:t>
            </a:r>
            <a:r>
              <a:rPr sz="8925" spc="555" baseline="-4668" dirty="0">
                <a:solidFill>
                  <a:srgbClr val="3B0A85"/>
                </a:solidFill>
                <a:latin typeface="Arial MT"/>
                <a:cs typeface="Arial MT"/>
              </a:rPr>
              <a:t>n</a:t>
            </a:r>
            <a:r>
              <a:rPr sz="8925" spc="555" baseline="-4201" dirty="0">
                <a:solidFill>
                  <a:srgbClr val="3B0A85"/>
                </a:solidFill>
                <a:latin typeface="Arial MT"/>
                <a:cs typeface="Arial MT"/>
              </a:rPr>
              <a:t>g</a:t>
            </a:r>
            <a:r>
              <a:rPr sz="8925" spc="307" baseline="-4201" dirty="0">
                <a:solidFill>
                  <a:srgbClr val="3B0A85"/>
                </a:solidFill>
                <a:latin typeface="Arial MT"/>
                <a:cs typeface="Arial MT"/>
              </a:rPr>
              <a:t> </a:t>
            </a:r>
            <a:r>
              <a:rPr sz="8925" spc="600" baseline="-3734" dirty="0">
                <a:solidFill>
                  <a:srgbClr val="3B0A85"/>
                </a:solidFill>
                <a:latin typeface="Arial MT"/>
                <a:cs typeface="Arial MT"/>
              </a:rPr>
              <a:t>a</a:t>
            </a:r>
            <a:r>
              <a:rPr sz="8925" spc="600" baseline="-3267" dirty="0">
                <a:solidFill>
                  <a:srgbClr val="3B0A85"/>
                </a:solidFill>
                <a:latin typeface="Arial MT"/>
                <a:cs typeface="Arial MT"/>
              </a:rPr>
              <a:t>n</a:t>
            </a:r>
            <a:r>
              <a:rPr sz="8925" spc="600" baseline="-2801" dirty="0">
                <a:solidFill>
                  <a:srgbClr val="3B0A85"/>
                </a:solidFill>
                <a:latin typeface="Arial MT"/>
                <a:cs typeface="Arial MT"/>
              </a:rPr>
              <a:t>d</a:t>
            </a:r>
            <a:r>
              <a:rPr sz="8925" spc="315" baseline="-2801" dirty="0">
                <a:solidFill>
                  <a:srgbClr val="3B0A85"/>
                </a:solidFill>
                <a:latin typeface="Arial MT"/>
                <a:cs typeface="Arial MT"/>
              </a:rPr>
              <a:t> </a:t>
            </a:r>
            <a:r>
              <a:rPr sz="8925" spc="585" baseline="-2334" dirty="0">
                <a:solidFill>
                  <a:srgbClr val="3B0A85"/>
                </a:solidFill>
                <a:latin typeface="Arial MT"/>
                <a:cs typeface="Arial MT"/>
              </a:rPr>
              <a:t>P</a:t>
            </a:r>
            <a:r>
              <a:rPr sz="8925" spc="585" baseline="-1867" dirty="0">
                <a:solidFill>
                  <a:srgbClr val="3B0A85"/>
                </a:solidFill>
                <a:latin typeface="Arial MT"/>
                <a:cs typeface="Arial MT"/>
              </a:rPr>
              <a:t>r</a:t>
            </a:r>
            <a:r>
              <a:rPr sz="8925" spc="585" baseline="-1400" dirty="0">
                <a:solidFill>
                  <a:srgbClr val="3B0A85"/>
                </a:solidFill>
                <a:latin typeface="Arial MT"/>
                <a:cs typeface="Arial MT"/>
              </a:rPr>
              <a:t>e</a:t>
            </a:r>
            <a:r>
              <a:rPr sz="5950" spc="390" dirty="0">
                <a:solidFill>
                  <a:srgbClr val="3B0A85"/>
                </a:solidFill>
                <a:latin typeface="Arial MT"/>
                <a:cs typeface="Arial MT"/>
              </a:rPr>
              <a:t>paratio</a:t>
            </a:r>
            <a:r>
              <a:rPr sz="8925" spc="585" baseline="1400" dirty="0">
                <a:solidFill>
                  <a:srgbClr val="3B0A85"/>
                </a:solidFill>
                <a:latin typeface="Arial MT"/>
                <a:cs typeface="Arial MT"/>
              </a:rPr>
              <a:t>n</a:t>
            </a:r>
            <a:endParaRPr sz="8925" baseline="1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 rot="21360000">
            <a:off x="1096280" y="2240120"/>
            <a:ext cx="6081612" cy="755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645"/>
              </a:lnSpc>
            </a:pPr>
            <a:r>
              <a:rPr sz="8925" spc="847" baseline="-3267" dirty="0">
                <a:solidFill>
                  <a:srgbClr val="3B0A85"/>
                </a:solidFill>
                <a:latin typeface="Arial MT"/>
                <a:cs typeface="Arial MT"/>
              </a:rPr>
              <a:t>o</a:t>
            </a:r>
            <a:r>
              <a:rPr sz="8925" spc="847" baseline="-2801" dirty="0">
                <a:solidFill>
                  <a:srgbClr val="3B0A85"/>
                </a:solidFill>
                <a:latin typeface="Arial MT"/>
                <a:cs typeface="Arial MT"/>
              </a:rPr>
              <a:t>f</a:t>
            </a:r>
            <a:r>
              <a:rPr sz="8925" spc="277" baseline="-2801" dirty="0">
                <a:solidFill>
                  <a:srgbClr val="3B0A85"/>
                </a:solidFill>
                <a:latin typeface="Arial MT"/>
                <a:cs typeface="Arial MT"/>
              </a:rPr>
              <a:t> </a:t>
            </a:r>
            <a:r>
              <a:rPr sz="8925" spc="697" baseline="-2334" dirty="0">
                <a:solidFill>
                  <a:srgbClr val="3B0A85"/>
                </a:solidFill>
                <a:latin typeface="Arial MT"/>
                <a:cs typeface="Arial MT"/>
              </a:rPr>
              <a:t>th</a:t>
            </a:r>
            <a:r>
              <a:rPr sz="8925" spc="697" baseline="-1867" dirty="0">
                <a:solidFill>
                  <a:srgbClr val="3B0A85"/>
                </a:solidFill>
                <a:latin typeface="Arial MT"/>
                <a:cs typeface="Arial MT"/>
              </a:rPr>
              <a:t>e</a:t>
            </a:r>
            <a:r>
              <a:rPr sz="8925" spc="284" baseline="-1867" dirty="0">
                <a:solidFill>
                  <a:srgbClr val="3B0A85"/>
                </a:solidFill>
                <a:latin typeface="Arial MT"/>
                <a:cs typeface="Arial MT"/>
              </a:rPr>
              <a:t> </a:t>
            </a:r>
            <a:r>
              <a:rPr sz="8925" spc="240" baseline="-1400" dirty="0">
                <a:solidFill>
                  <a:srgbClr val="3B0A85"/>
                </a:solidFill>
                <a:latin typeface="Arial MT"/>
                <a:cs typeface="Arial MT"/>
              </a:rPr>
              <a:t>R</a:t>
            </a:r>
            <a:r>
              <a:rPr sz="5950" spc="160" dirty="0">
                <a:solidFill>
                  <a:srgbClr val="3B0A85"/>
                </a:solidFill>
                <a:latin typeface="Arial MT"/>
                <a:cs typeface="Arial MT"/>
              </a:rPr>
              <a:t>esearc</a:t>
            </a:r>
            <a:r>
              <a:rPr sz="8925" spc="240" baseline="1400" dirty="0">
                <a:solidFill>
                  <a:srgbClr val="3B0A85"/>
                </a:solidFill>
                <a:latin typeface="Arial MT"/>
                <a:cs typeface="Arial MT"/>
              </a:rPr>
              <a:t>h</a:t>
            </a:r>
            <a:endParaRPr sz="8925" baseline="14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73149" y="587692"/>
            <a:ext cx="2552700" cy="882015"/>
          </a:xfrm>
          <a:prstGeom prst="rect">
            <a:avLst/>
          </a:prstGeom>
          <a:solidFill>
            <a:srgbClr val="DAFF6B"/>
          </a:solidFill>
        </p:spPr>
        <p:txBody>
          <a:bodyPr vert="horz" wrap="square" lIns="0" tIns="102870" rIns="0" bIns="0" rtlCol="0">
            <a:spAutoFit/>
          </a:bodyPr>
          <a:lstStyle/>
          <a:p>
            <a:pPr marL="205104">
              <a:lnSpc>
                <a:spcPct val="100000"/>
              </a:lnSpc>
              <a:spcBef>
                <a:spcPts val="810"/>
              </a:spcBef>
            </a:pPr>
            <a:r>
              <a:rPr sz="4050" spc="90" dirty="0"/>
              <a:t>Example</a:t>
            </a:r>
            <a:endParaRPr sz="4050"/>
          </a:p>
        </p:txBody>
      </p:sp>
      <p:grpSp>
        <p:nvGrpSpPr>
          <p:cNvPr id="6" name="object 6"/>
          <p:cNvGrpSpPr/>
          <p:nvPr/>
        </p:nvGrpSpPr>
        <p:grpSpPr>
          <a:xfrm>
            <a:off x="2452018" y="4242819"/>
            <a:ext cx="3804920" cy="4114800"/>
            <a:chOff x="2452018" y="4242819"/>
            <a:chExt cx="3804920" cy="4114800"/>
          </a:xfrm>
        </p:grpSpPr>
        <p:sp>
          <p:nvSpPr>
            <p:cNvPr id="7" name="object 7"/>
            <p:cNvSpPr/>
            <p:nvPr/>
          </p:nvSpPr>
          <p:spPr>
            <a:xfrm>
              <a:off x="2452018" y="4577420"/>
              <a:ext cx="3804920" cy="3780790"/>
            </a:xfrm>
            <a:custGeom>
              <a:avLst/>
              <a:gdLst/>
              <a:ahLst/>
              <a:cxnLst/>
              <a:rect l="l" t="t" r="r" b="b"/>
              <a:pathLst>
                <a:path w="3804920" h="3780790">
                  <a:moveTo>
                    <a:pt x="3780199" y="3780199"/>
                  </a:moveTo>
                  <a:lnTo>
                    <a:pt x="0" y="3780199"/>
                  </a:lnTo>
                  <a:lnTo>
                    <a:pt x="0" y="0"/>
                  </a:lnTo>
                  <a:lnTo>
                    <a:pt x="3780199" y="0"/>
                  </a:lnTo>
                  <a:lnTo>
                    <a:pt x="3781877" y="3115"/>
                  </a:lnTo>
                  <a:lnTo>
                    <a:pt x="3788687" y="48163"/>
                  </a:lnTo>
                  <a:lnTo>
                    <a:pt x="3793823" y="105847"/>
                  </a:lnTo>
                  <a:lnTo>
                    <a:pt x="3798608" y="183693"/>
                  </a:lnTo>
                  <a:lnTo>
                    <a:pt x="3800646" y="229651"/>
                  </a:lnTo>
                  <a:lnTo>
                    <a:pt x="3802331" y="280019"/>
                  </a:lnTo>
                  <a:lnTo>
                    <a:pt x="3803573" y="334588"/>
                  </a:lnTo>
                  <a:lnTo>
                    <a:pt x="3804284" y="393146"/>
                  </a:lnTo>
                  <a:lnTo>
                    <a:pt x="3804375" y="455485"/>
                  </a:lnTo>
                  <a:lnTo>
                    <a:pt x="3803757" y="521394"/>
                  </a:lnTo>
                  <a:lnTo>
                    <a:pt x="3802342" y="590663"/>
                  </a:lnTo>
                  <a:lnTo>
                    <a:pt x="3800040" y="663083"/>
                  </a:lnTo>
                  <a:lnTo>
                    <a:pt x="3796764" y="738442"/>
                  </a:lnTo>
                  <a:lnTo>
                    <a:pt x="3792424" y="816531"/>
                  </a:lnTo>
                  <a:lnTo>
                    <a:pt x="3786932" y="897140"/>
                  </a:lnTo>
                  <a:lnTo>
                    <a:pt x="3780199" y="980059"/>
                  </a:lnTo>
                  <a:lnTo>
                    <a:pt x="3780199" y="3780199"/>
                  </a:lnTo>
                  <a:close/>
                </a:path>
              </a:pathLst>
            </a:custGeom>
            <a:solidFill>
              <a:srgbClr val="DAFF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510622" y="4242819"/>
              <a:ext cx="1922145" cy="866140"/>
            </a:xfrm>
            <a:custGeom>
              <a:avLst/>
              <a:gdLst/>
              <a:ahLst/>
              <a:cxnLst/>
              <a:rect l="l" t="t" r="r" b="b"/>
              <a:pathLst>
                <a:path w="1922145" h="866139">
                  <a:moveTo>
                    <a:pt x="1835433" y="237848"/>
                  </a:moveTo>
                  <a:lnTo>
                    <a:pt x="391192" y="237848"/>
                  </a:lnTo>
                  <a:lnTo>
                    <a:pt x="400595" y="236134"/>
                  </a:lnTo>
                  <a:lnTo>
                    <a:pt x="472207" y="223801"/>
                  </a:lnTo>
                  <a:lnTo>
                    <a:pt x="579679" y="206292"/>
                  </a:lnTo>
                  <a:lnTo>
                    <a:pt x="588429" y="205116"/>
                  </a:lnTo>
                  <a:lnTo>
                    <a:pt x="620999" y="201527"/>
                  </a:lnTo>
                  <a:lnTo>
                    <a:pt x="670932" y="194481"/>
                  </a:lnTo>
                  <a:lnTo>
                    <a:pt x="749894" y="182310"/>
                  </a:lnTo>
                  <a:lnTo>
                    <a:pt x="797549" y="174020"/>
                  </a:lnTo>
                  <a:lnTo>
                    <a:pt x="825232" y="168536"/>
                  </a:lnTo>
                  <a:lnTo>
                    <a:pt x="856547" y="161866"/>
                  </a:lnTo>
                  <a:lnTo>
                    <a:pt x="915101" y="150017"/>
                  </a:lnTo>
                  <a:lnTo>
                    <a:pt x="956565" y="139564"/>
                  </a:lnTo>
                  <a:lnTo>
                    <a:pt x="997838" y="130764"/>
                  </a:lnTo>
                  <a:lnTo>
                    <a:pt x="1039010" y="123284"/>
                  </a:lnTo>
                  <a:lnTo>
                    <a:pt x="1080174" y="116789"/>
                  </a:lnTo>
                  <a:lnTo>
                    <a:pt x="1241773" y="94919"/>
                  </a:lnTo>
                  <a:lnTo>
                    <a:pt x="1292608" y="82203"/>
                  </a:lnTo>
                  <a:lnTo>
                    <a:pt x="1342598" y="72729"/>
                  </a:lnTo>
                  <a:lnTo>
                    <a:pt x="1391373" y="65476"/>
                  </a:lnTo>
                  <a:lnTo>
                    <a:pt x="1483798" y="53561"/>
                  </a:lnTo>
                  <a:lnTo>
                    <a:pt x="1526708" y="46858"/>
                  </a:lnTo>
                  <a:lnTo>
                    <a:pt x="1641065" y="30901"/>
                  </a:lnTo>
                  <a:lnTo>
                    <a:pt x="1688532" y="22968"/>
                  </a:lnTo>
                  <a:lnTo>
                    <a:pt x="1728261" y="12872"/>
                  </a:lnTo>
                  <a:lnTo>
                    <a:pt x="1804696" y="0"/>
                  </a:lnTo>
                  <a:lnTo>
                    <a:pt x="1819617" y="88416"/>
                  </a:lnTo>
                  <a:lnTo>
                    <a:pt x="1874298" y="89630"/>
                  </a:lnTo>
                  <a:lnTo>
                    <a:pt x="1890127" y="97797"/>
                  </a:lnTo>
                  <a:lnTo>
                    <a:pt x="1886714" y="109581"/>
                  </a:lnTo>
                  <a:lnTo>
                    <a:pt x="1883692" y="121551"/>
                  </a:lnTo>
                  <a:lnTo>
                    <a:pt x="1904158" y="121551"/>
                  </a:lnTo>
                  <a:lnTo>
                    <a:pt x="1905675" y="124684"/>
                  </a:lnTo>
                  <a:lnTo>
                    <a:pt x="1896568" y="129635"/>
                  </a:lnTo>
                  <a:lnTo>
                    <a:pt x="1885185" y="134993"/>
                  </a:lnTo>
                  <a:lnTo>
                    <a:pt x="1879875" y="139349"/>
                  </a:lnTo>
                  <a:lnTo>
                    <a:pt x="1888984" y="141293"/>
                  </a:lnTo>
                  <a:lnTo>
                    <a:pt x="1918449" y="141293"/>
                  </a:lnTo>
                  <a:lnTo>
                    <a:pt x="1910711" y="147313"/>
                  </a:lnTo>
                  <a:lnTo>
                    <a:pt x="1882421" y="158330"/>
                  </a:lnTo>
                  <a:lnTo>
                    <a:pt x="1851860" y="169789"/>
                  </a:lnTo>
                  <a:lnTo>
                    <a:pt x="1834895" y="179014"/>
                  </a:lnTo>
                  <a:lnTo>
                    <a:pt x="1837744" y="184945"/>
                  </a:lnTo>
                  <a:lnTo>
                    <a:pt x="1824082" y="193719"/>
                  </a:lnTo>
                  <a:lnTo>
                    <a:pt x="1797375" y="204739"/>
                  </a:lnTo>
                  <a:lnTo>
                    <a:pt x="1761089" y="217410"/>
                  </a:lnTo>
                  <a:lnTo>
                    <a:pt x="1756817" y="224735"/>
                  </a:lnTo>
                  <a:lnTo>
                    <a:pt x="1765871" y="229842"/>
                  </a:lnTo>
                  <a:lnTo>
                    <a:pt x="1792088" y="232085"/>
                  </a:lnTo>
                  <a:lnTo>
                    <a:pt x="1838606" y="232085"/>
                  </a:lnTo>
                  <a:lnTo>
                    <a:pt x="1835433" y="237848"/>
                  </a:lnTo>
                  <a:close/>
                </a:path>
                <a:path w="1922145" h="866139">
                  <a:moveTo>
                    <a:pt x="1918449" y="141293"/>
                  </a:moveTo>
                  <a:lnTo>
                    <a:pt x="1888984" y="141293"/>
                  </a:lnTo>
                  <a:lnTo>
                    <a:pt x="1922013" y="139349"/>
                  </a:lnTo>
                  <a:lnTo>
                    <a:pt x="1920948" y="139349"/>
                  </a:lnTo>
                  <a:lnTo>
                    <a:pt x="1918449" y="141293"/>
                  </a:lnTo>
                  <a:close/>
                </a:path>
                <a:path w="1922145" h="866139">
                  <a:moveTo>
                    <a:pt x="1838606" y="232085"/>
                  </a:moveTo>
                  <a:lnTo>
                    <a:pt x="1792088" y="232085"/>
                  </a:lnTo>
                  <a:lnTo>
                    <a:pt x="1839305" y="230817"/>
                  </a:lnTo>
                  <a:lnTo>
                    <a:pt x="1838606" y="232085"/>
                  </a:lnTo>
                  <a:close/>
                </a:path>
                <a:path w="1922145" h="866139">
                  <a:moveTo>
                    <a:pt x="1831898" y="244268"/>
                  </a:moveTo>
                  <a:lnTo>
                    <a:pt x="345986" y="244268"/>
                  </a:lnTo>
                  <a:lnTo>
                    <a:pt x="380648" y="238827"/>
                  </a:lnTo>
                  <a:lnTo>
                    <a:pt x="391703" y="237415"/>
                  </a:lnTo>
                  <a:lnTo>
                    <a:pt x="391192" y="237848"/>
                  </a:lnTo>
                  <a:lnTo>
                    <a:pt x="1835433" y="237848"/>
                  </a:lnTo>
                  <a:lnTo>
                    <a:pt x="1831898" y="244268"/>
                  </a:lnTo>
                  <a:close/>
                </a:path>
                <a:path w="1922145" h="866139">
                  <a:moveTo>
                    <a:pt x="309732" y="251454"/>
                  </a:moveTo>
                  <a:lnTo>
                    <a:pt x="314329" y="250131"/>
                  </a:lnTo>
                  <a:lnTo>
                    <a:pt x="332802" y="246406"/>
                  </a:lnTo>
                  <a:lnTo>
                    <a:pt x="347232" y="243851"/>
                  </a:lnTo>
                  <a:lnTo>
                    <a:pt x="345986" y="244268"/>
                  </a:lnTo>
                  <a:lnTo>
                    <a:pt x="1831898" y="244268"/>
                  </a:lnTo>
                  <a:lnTo>
                    <a:pt x="1831128" y="245667"/>
                  </a:lnTo>
                  <a:lnTo>
                    <a:pt x="1830537" y="249749"/>
                  </a:lnTo>
                  <a:lnTo>
                    <a:pt x="322247" y="249749"/>
                  </a:lnTo>
                  <a:lnTo>
                    <a:pt x="313309" y="250905"/>
                  </a:lnTo>
                  <a:lnTo>
                    <a:pt x="309732" y="251454"/>
                  </a:lnTo>
                  <a:close/>
                </a:path>
                <a:path w="1922145" h="866139">
                  <a:moveTo>
                    <a:pt x="303462" y="253259"/>
                  </a:moveTo>
                  <a:lnTo>
                    <a:pt x="309732" y="251454"/>
                  </a:lnTo>
                  <a:lnTo>
                    <a:pt x="313309" y="250905"/>
                  </a:lnTo>
                  <a:lnTo>
                    <a:pt x="322247" y="249749"/>
                  </a:lnTo>
                  <a:lnTo>
                    <a:pt x="308070" y="252455"/>
                  </a:lnTo>
                  <a:lnTo>
                    <a:pt x="303462" y="253259"/>
                  </a:lnTo>
                  <a:close/>
                </a:path>
                <a:path w="1922145" h="866139">
                  <a:moveTo>
                    <a:pt x="1829494" y="260304"/>
                  </a:moveTo>
                  <a:lnTo>
                    <a:pt x="263093" y="260304"/>
                  </a:lnTo>
                  <a:lnTo>
                    <a:pt x="302999" y="253915"/>
                  </a:lnTo>
                  <a:lnTo>
                    <a:pt x="302010" y="253915"/>
                  </a:lnTo>
                  <a:lnTo>
                    <a:pt x="303462" y="253259"/>
                  </a:lnTo>
                  <a:lnTo>
                    <a:pt x="308070" y="252455"/>
                  </a:lnTo>
                  <a:lnTo>
                    <a:pt x="322247" y="249749"/>
                  </a:lnTo>
                  <a:lnTo>
                    <a:pt x="1830537" y="249749"/>
                  </a:lnTo>
                  <a:lnTo>
                    <a:pt x="1829116" y="259557"/>
                  </a:lnTo>
                  <a:lnTo>
                    <a:pt x="1829494" y="260304"/>
                  </a:lnTo>
                  <a:close/>
                </a:path>
                <a:path w="1922145" h="866139">
                  <a:moveTo>
                    <a:pt x="1857102" y="296774"/>
                  </a:moveTo>
                  <a:lnTo>
                    <a:pt x="45137" y="296774"/>
                  </a:lnTo>
                  <a:lnTo>
                    <a:pt x="157217" y="277853"/>
                  </a:lnTo>
                  <a:lnTo>
                    <a:pt x="220772" y="265305"/>
                  </a:lnTo>
                  <a:lnTo>
                    <a:pt x="224654" y="264758"/>
                  </a:lnTo>
                  <a:lnTo>
                    <a:pt x="309732" y="251454"/>
                  </a:lnTo>
                  <a:lnTo>
                    <a:pt x="303459" y="253259"/>
                  </a:lnTo>
                  <a:lnTo>
                    <a:pt x="263093" y="260304"/>
                  </a:lnTo>
                  <a:lnTo>
                    <a:pt x="1829494" y="260304"/>
                  </a:lnTo>
                  <a:lnTo>
                    <a:pt x="1835471" y="272095"/>
                  </a:lnTo>
                  <a:lnTo>
                    <a:pt x="1852400" y="282886"/>
                  </a:lnTo>
                  <a:lnTo>
                    <a:pt x="1856344" y="295553"/>
                  </a:lnTo>
                  <a:lnTo>
                    <a:pt x="1856432" y="295836"/>
                  </a:lnTo>
                  <a:lnTo>
                    <a:pt x="1857102" y="296774"/>
                  </a:lnTo>
                  <a:close/>
                </a:path>
                <a:path w="1922145" h="866139">
                  <a:moveTo>
                    <a:pt x="206624" y="267299"/>
                  </a:moveTo>
                  <a:lnTo>
                    <a:pt x="216655" y="265091"/>
                  </a:lnTo>
                  <a:lnTo>
                    <a:pt x="229087" y="263071"/>
                  </a:lnTo>
                  <a:lnTo>
                    <a:pt x="230088" y="263422"/>
                  </a:lnTo>
                  <a:lnTo>
                    <a:pt x="220772" y="265305"/>
                  </a:lnTo>
                  <a:lnTo>
                    <a:pt x="206624" y="267299"/>
                  </a:lnTo>
                  <a:close/>
                </a:path>
                <a:path w="1922145" h="866139">
                  <a:moveTo>
                    <a:pt x="194855" y="268633"/>
                  </a:moveTo>
                  <a:lnTo>
                    <a:pt x="219123" y="264564"/>
                  </a:lnTo>
                  <a:lnTo>
                    <a:pt x="216655" y="265091"/>
                  </a:lnTo>
                  <a:lnTo>
                    <a:pt x="194855" y="268633"/>
                  </a:lnTo>
                  <a:close/>
                </a:path>
                <a:path w="1922145" h="866139">
                  <a:moveTo>
                    <a:pt x="39447" y="383329"/>
                  </a:moveTo>
                  <a:lnTo>
                    <a:pt x="29849" y="374165"/>
                  </a:lnTo>
                  <a:lnTo>
                    <a:pt x="39831" y="362333"/>
                  </a:lnTo>
                  <a:lnTo>
                    <a:pt x="47885" y="350676"/>
                  </a:lnTo>
                  <a:lnTo>
                    <a:pt x="32499" y="342038"/>
                  </a:lnTo>
                  <a:lnTo>
                    <a:pt x="41947" y="327108"/>
                  </a:lnTo>
                  <a:lnTo>
                    <a:pt x="35589" y="315102"/>
                  </a:lnTo>
                  <a:lnTo>
                    <a:pt x="25916" y="306085"/>
                  </a:lnTo>
                  <a:lnTo>
                    <a:pt x="25417" y="300124"/>
                  </a:lnTo>
                  <a:lnTo>
                    <a:pt x="15040" y="293386"/>
                  </a:lnTo>
                  <a:lnTo>
                    <a:pt x="17900" y="292418"/>
                  </a:lnTo>
                  <a:lnTo>
                    <a:pt x="33271" y="293823"/>
                  </a:lnTo>
                  <a:lnTo>
                    <a:pt x="60293" y="294198"/>
                  </a:lnTo>
                  <a:lnTo>
                    <a:pt x="45137" y="296774"/>
                  </a:lnTo>
                  <a:lnTo>
                    <a:pt x="1857102" y="296774"/>
                  </a:lnTo>
                  <a:lnTo>
                    <a:pt x="1865111" y="307975"/>
                  </a:lnTo>
                  <a:lnTo>
                    <a:pt x="1871010" y="320531"/>
                  </a:lnTo>
                  <a:lnTo>
                    <a:pt x="1866698" y="334733"/>
                  </a:lnTo>
                  <a:lnTo>
                    <a:pt x="1879289" y="345982"/>
                  </a:lnTo>
                  <a:lnTo>
                    <a:pt x="1890021" y="357405"/>
                  </a:lnTo>
                  <a:lnTo>
                    <a:pt x="1889905" y="370499"/>
                  </a:lnTo>
                  <a:lnTo>
                    <a:pt x="1874428" y="383110"/>
                  </a:lnTo>
                  <a:lnTo>
                    <a:pt x="75652" y="383110"/>
                  </a:lnTo>
                  <a:lnTo>
                    <a:pt x="39447" y="383329"/>
                  </a:lnTo>
                  <a:close/>
                </a:path>
                <a:path w="1922145" h="866139">
                  <a:moveTo>
                    <a:pt x="60437" y="294198"/>
                  </a:moveTo>
                  <a:lnTo>
                    <a:pt x="60293" y="294198"/>
                  </a:lnTo>
                  <a:lnTo>
                    <a:pt x="62518" y="293823"/>
                  </a:lnTo>
                  <a:lnTo>
                    <a:pt x="60437" y="294198"/>
                  </a:lnTo>
                  <a:close/>
                </a:path>
                <a:path w="1922145" h="866139">
                  <a:moveTo>
                    <a:pt x="59536" y="406580"/>
                  </a:moveTo>
                  <a:lnTo>
                    <a:pt x="76723" y="396151"/>
                  </a:lnTo>
                  <a:lnTo>
                    <a:pt x="85086" y="387856"/>
                  </a:lnTo>
                  <a:lnTo>
                    <a:pt x="75652" y="383110"/>
                  </a:lnTo>
                  <a:lnTo>
                    <a:pt x="1874428" y="383110"/>
                  </a:lnTo>
                  <a:lnTo>
                    <a:pt x="1869950" y="386759"/>
                  </a:lnTo>
                  <a:lnTo>
                    <a:pt x="1859073" y="404278"/>
                  </a:lnTo>
                  <a:lnTo>
                    <a:pt x="97236" y="404278"/>
                  </a:lnTo>
                  <a:lnTo>
                    <a:pt x="59536" y="406580"/>
                  </a:lnTo>
                  <a:close/>
                </a:path>
                <a:path w="1922145" h="866139">
                  <a:moveTo>
                    <a:pt x="29896" y="551400"/>
                  </a:moveTo>
                  <a:lnTo>
                    <a:pt x="22003" y="548274"/>
                  </a:lnTo>
                  <a:lnTo>
                    <a:pt x="35182" y="541582"/>
                  </a:lnTo>
                  <a:lnTo>
                    <a:pt x="59580" y="532990"/>
                  </a:lnTo>
                  <a:lnTo>
                    <a:pt x="62162" y="528062"/>
                  </a:lnTo>
                  <a:lnTo>
                    <a:pt x="69842" y="522261"/>
                  </a:lnTo>
                  <a:lnTo>
                    <a:pt x="72903" y="517237"/>
                  </a:lnTo>
                  <a:lnTo>
                    <a:pt x="61629" y="514639"/>
                  </a:lnTo>
                  <a:lnTo>
                    <a:pt x="80821" y="505397"/>
                  </a:lnTo>
                  <a:lnTo>
                    <a:pt x="75645" y="500282"/>
                  </a:lnTo>
                  <a:lnTo>
                    <a:pt x="41942" y="494061"/>
                  </a:lnTo>
                  <a:lnTo>
                    <a:pt x="38291" y="488767"/>
                  </a:lnTo>
                  <a:lnTo>
                    <a:pt x="60026" y="479228"/>
                  </a:lnTo>
                  <a:lnTo>
                    <a:pt x="48667" y="476769"/>
                  </a:lnTo>
                  <a:lnTo>
                    <a:pt x="57615" y="470915"/>
                  </a:lnTo>
                  <a:lnTo>
                    <a:pt x="63214" y="465655"/>
                  </a:lnTo>
                  <a:lnTo>
                    <a:pt x="41808" y="464975"/>
                  </a:lnTo>
                  <a:lnTo>
                    <a:pt x="41542" y="461756"/>
                  </a:lnTo>
                  <a:lnTo>
                    <a:pt x="41463" y="460795"/>
                  </a:lnTo>
                  <a:lnTo>
                    <a:pt x="39681" y="456896"/>
                  </a:lnTo>
                  <a:lnTo>
                    <a:pt x="41056" y="452503"/>
                  </a:lnTo>
                  <a:lnTo>
                    <a:pt x="50182" y="446846"/>
                  </a:lnTo>
                  <a:lnTo>
                    <a:pt x="47158" y="441653"/>
                  </a:lnTo>
                  <a:lnTo>
                    <a:pt x="48272" y="436039"/>
                  </a:lnTo>
                  <a:lnTo>
                    <a:pt x="50364" y="430516"/>
                  </a:lnTo>
                  <a:lnTo>
                    <a:pt x="50271" y="425599"/>
                  </a:lnTo>
                  <a:lnTo>
                    <a:pt x="78665" y="416126"/>
                  </a:lnTo>
                  <a:lnTo>
                    <a:pt x="98967" y="408239"/>
                  </a:lnTo>
                  <a:lnTo>
                    <a:pt x="97236" y="404278"/>
                  </a:lnTo>
                  <a:lnTo>
                    <a:pt x="1859073" y="404278"/>
                  </a:lnTo>
                  <a:lnTo>
                    <a:pt x="1844108" y="428383"/>
                  </a:lnTo>
                  <a:lnTo>
                    <a:pt x="1851593" y="461756"/>
                  </a:lnTo>
                  <a:lnTo>
                    <a:pt x="1873601" y="489334"/>
                  </a:lnTo>
                  <a:lnTo>
                    <a:pt x="1891330" y="513570"/>
                  </a:lnTo>
                  <a:lnTo>
                    <a:pt x="1897365" y="549293"/>
                  </a:lnTo>
                  <a:lnTo>
                    <a:pt x="68711" y="549293"/>
                  </a:lnTo>
                  <a:lnTo>
                    <a:pt x="29896" y="551400"/>
                  </a:lnTo>
                  <a:close/>
                </a:path>
                <a:path w="1922145" h="866139">
                  <a:moveTo>
                    <a:pt x="20027" y="599726"/>
                  </a:moveTo>
                  <a:lnTo>
                    <a:pt x="25350" y="594890"/>
                  </a:lnTo>
                  <a:lnTo>
                    <a:pt x="73166" y="583056"/>
                  </a:lnTo>
                  <a:lnTo>
                    <a:pt x="48893" y="578726"/>
                  </a:lnTo>
                  <a:lnTo>
                    <a:pt x="42877" y="571169"/>
                  </a:lnTo>
                  <a:lnTo>
                    <a:pt x="50892" y="561114"/>
                  </a:lnTo>
                  <a:lnTo>
                    <a:pt x="68711" y="549293"/>
                  </a:lnTo>
                  <a:lnTo>
                    <a:pt x="1897365" y="549293"/>
                  </a:lnTo>
                  <a:lnTo>
                    <a:pt x="1900149" y="565773"/>
                  </a:lnTo>
                  <a:lnTo>
                    <a:pt x="1900060" y="565952"/>
                  </a:lnTo>
                  <a:lnTo>
                    <a:pt x="1824210" y="578726"/>
                  </a:lnTo>
                  <a:lnTo>
                    <a:pt x="1783170" y="584692"/>
                  </a:lnTo>
                  <a:lnTo>
                    <a:pt x="1719907" y="595617"/>
                  </a:lnTo>
                  <a:lnTo>
                    <a:pt x="93699" y="595617"/>
                  </a:lnTo>
                  <a:lnTo>
                    <a:pt x="47302" y="599296"/>
                  </a:lnTo>
                  <a:lnTo>
                    <a:pt x="51621" y="599296"/>
                  </a:lnTo>
                  <a:lnTo>
                    <a:pt x="20027" y="599726"/>
                  </a:lnTo>
                  <a:close/>
                </a:path>
                <a:path w="1922145" h="866139">
                  <a:moveTo>
                    <a:pt x="18431" y="660636"/>
                  </a:moveTo>
                  <a:lnTo>
                    <a:pt x="0" y="658794"/>
                  </a:lnTo>
                  <a:lnTo>
                    <a:pt x="3174" y="653302"/>
                  </a:lnTo>
                  <a:lnTo>
                    <a:pt x="1275" y="648666"/>
                  </a:lnTo>
                  <a:lnTo>
                    <a:pt x="1574" y="643705"/>
                  </a:lnTo>
                  <a:lnTo>
                    <a:pt x="12794" y="636941"/>
                  </a:lnTo>
                  <a:lnTo>
                    <a:pt x="38287" y="627821"/>
                  </a:lnTo>
                  <a:lnTo>
                    <a:pt x="81406" y="615794"/>
                  </a:lnTo>
                  <a:lnTo>
                    <a:pt x="87047" y="610161"/>
                  </a:lnTo>
                  <a:lnTo>
                    <a:pt x="94000" y="604403"/>
                  </a:lnTo>
                  <a:lnTo>
                    <a:pt x="97729" y="599296"/>
                  </a:lnTo>
                  <a:lnTo>
                    <a:pt x="93699" y="595617"/>
                  </a:lnTo>
                  <a:lnTo>
                    <a:pt x="1719907" y="595617"/>
                  </a:lnTo>
                  <a:lnTo>
                    <a:pt x="1622073" y="612810"/>
                  </a:lnTo>
                  <a:lnTo>
                    <a:pt x="1487055" y="633383"/>
                  </a:lnTo>
                  <a:lnTo>
                    <a:pt x="1438417" y="641472"/>
                  </a:lnTo>
                  <a:lnTo>
                    <a:pt x="1388365" y="650558"/>
                  </a:lnTo>
                  <a:lnTo>
                    <a:pt x="1387584" y="650716"/>
                  </a:lnTo>
                  <a:lnTo>
                    <a:pt x="156380" y="650716"/>
                  </a:lnTo>
                  <a:lnTo>
                    <a:pt x="105289" y="653735"/>
                  </a:lnTo>
                  <a:lnTo>
                    <a:pt x="85147" y="654323"/>
                  </a:lnTo>
                  <a:lnTo>
                    <a:pt x="18431" y="660636"/>
                  </a:lnTo>
                  <a:close/>
                </a:path>
                <a:path w="1922145" h="866139">
                  <a:moveTo>
                    <a:pt x="63022" y="692105"/>
                  </a:moveTo>
                  <a:lnTo>
                    <a:pt x="66406" y="687964"/>
                  </a:lnTo>
                  <a:lnTo>
                    <a:pt x="86720" y="680900"/>
                  </a:lnTo>
                  <a:lnTo>
                    <a:pt x="104290" y="674236"/>
                  </a:lnTo>
                  <a:lnTo>
                    <a:pt x="99445" y="671294"/>
                  </a:lnTo>
                  <a:lnTo>
                    <a:pt x="151593" y="659791"/>
                  </a:lnTo>
                  <a:lnTo>
                    <a:pt x="172283" y="653735"/>
                  </a:lnTo>
                  <a:lnTo>
                    <a:pt x="173636" y="653302"/>
                  </a:lnTo>
                  <a:lnTo>
                    <a:pt x="172825" y="650716"/>
                  </a:lnTo>
                  <a:lnTo>
                    <a:pt x="1387584" y="650716"/>
                  </a:lnTo>
                  <a:lnTo>
                    <a:pt x="1337137" y="660871"/>
                  </a:lnTo>
                  <a:lnTo>
                    <a:pt x="1164114" y="690001"/>
                  </a:lnTo>
                  <a:lnTo>
                    <a:pt x="96238" y="690001"/>
                  </a:lnTo>
                  <a:lnTo>
                    <a:pt x="63022" y="692105"/>
                  </a:lnTo>
                  <a:close/>
                </a:path>
                <a:path w="1922145" h="866139">
                  <a:moveTo>
                    <a:pt x="120870" y="865987"/>
                  </a:moveTo>
                  <a:lnTo>
                    <a:pt x="113788" y="824073"/>
                  </a:lnTo>
                  <a:lnTo>
                    <a:pt x="113895" y="819803"/>
                  </a:lnTo>
                  <a:lnTo>
                    <a:pt x="127340" y="812893"/>
                  </a:lnTo>
                  <a:lnTo>
                    <a:pt x="133218" y="806885"/>
                  </a:lnTo>
                  <a:lnTo>
                    <a:pt x="110625" y="805321"/>
                  </a:lnTo>
                  <a:lnTo>
                    <a:pt x="142632" y="794214"/>
                  </a:lnTo>
                  <a:lnTo>
                    <a:pt x="140886" y="788456"/>
                  </a:lnTo>
                  <a:lnTo>
                    <a:pt x="122996" y="785095"/>
                  </a:lnTo>
                  <a:lnTo>
                    <a:pt x="106572" y="781179"/>
                  </a:lnTo>
                  <a:lnTo>
                    <a:pt x="72202" y="779969"/>
                  </a:lnTo>
                  <a:lnTo>
                    <a:pt x="64925" y="773902"/>
                  </a:lnTo>
                  <a:lnTo>
                    <a:pt x="77959" y="764135"/>
                  </a:lnTo>
                  <a:lnTo>
                    <a:pt x="104523" y="751826"/>
                  </a:lnTo>
                  <a:lnTo>
                    <a:pt x="108726" y="742993"/>
                  </a:lnTo>
                  <a:lnTo>
                    <a:pt x="105241" y="735217"/>
                  </a:lnTo>
                  <a:lnTo>
                    <a:pt x="99293" y="727617"/>
                  </a:lnTo>
                  <a:lnTo>
                    <a:pt x="96105" y="719310"/>
                  </a:lnTo>
                  <a:lnTo>
                    <a:pt x="100347" y="712419"/>
                  </a:lnTo>
                  <a:lnTo>
                    <a:pt x="99345" y="705574"/>
                  </a:lnTo>
                  <a:lnTo>
                    <a:pt x="96756" y="698270"/>
                  </a:lnTo>
                  <a:lnTo>
                    <a:pt x="96370" y="692105"/>
                  </a:lnTo>
                  <a:lnTo>
                    <a:pt x="96354" y="691857"/>
                  </a:lnTo>
                  <a:lnTo>
                    <a:pt x="96238" y="690001"/>
                  </a:lnTo>
                  <a:lnTo>
                    <a:pt x="1164114" y="690001"/>
                  </a:lnTo>
                  <a:lnTo>
                    <a:pt x="1010465" y="715970"/>
                  </a:lnTo>
                  <a:lnTo>
                    <a:pt x="962697" y="723210"/>
                  </a:lnTo>
                  <a:lnTo>
                    <a:pt x="915217" y="731420"/>
                  </a:lnTo>
                  <a:lnTo>
                    <a:pt x="774978" y="757309"/>
                  </a:lnTo>
                  <a:lnTo>
                    <a:pt x="729123" y="764842"/>
                  </a:lnTo>
                  <a:lnTo>
                    <a:pt x="683793" y="771068"/>
                  </a:lnTo>
                  <a:lnTo>
                    <a:pt x="632714" y="782358"/>
                  </a:lnTo>
                  <a:lnTo>
                    <a:pt x="582661" y="791487"/>
                  </a:lnTo>
                  <a:lnTo>
                    <a:pt x="533942" y="799091"/>
                  </a:lnTo>
                  <a:lnTo>
                    <a:pt x="441734" y="812275"/>
                  </a:lnTo>
                  <a:lnTo>
                    <a:pt x="398857" y="819129"/>
                  </a:lnTo>
                  <a:lnTo>
                    <a:pt x="120870" y="865987"/>
                  </a:lnTo>
                  <a:close/>
                </a:path>
              </a:pathLst>
            </a:custGeom>
            <a:solidFill>
              <a:srgbClr val="D0C2F5">
                <a:alpha val="34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576721" y="5207220"/>
            <a:ext cx="3580129" cy="279908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 marR="5080" algn="ctr">
              <a:lnSpc>
                <a:spcPts val="2400"/>
              </a:lnSpc>
              <a:spcBef>
                <a:spcPts val="380"/>
              </a:spcBef>
            </a:pPr>
            <a:r>
              <a:rPr sz="2200" spc="60" dirty="0">
                <a:solidFill>
                  <a:srgbClr val="3B0A85"/>
                </a:solidFill>
                <a:latin typeface="Trebuchet MS"/>
                <a:cs typeface="Trebuchet MS"/>
              </a:rPr>
              <a:t>Compile</a:t>
            </a:r>
            <a:r>
              <a:rPr sz="2200" spc="-5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200" dirty="0">
                <a:solidFill>
                  <a:srgbClr val="3B0A85"/>
                </a:solidFill>
                <a:latin typeface="Trebuchet MS"/>
                <a:cs typeface="Trebuchet MS"/>
              </a:rPr>
              <a:t>the</a:t>
            </a:r>
            <a:r>
              <a:rPr sz="2200" spc="-5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200" spc="60" dirty="0">
                <a:solidFill>
                  <a:srgbClr val="3B0A85"/>
                </a:solidFill>
                <a:latin typeface="Trebuchet MS"/>
                <a:cs typeface="Trebuchet MS"/>
              </a:rPr>
              <a:t>ideas</a:t>
            </a:r>
            <a:r>
              <a:rPr sz="2200" spc="-5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200" spc="55" dirty="0">
                <a:solidFill>
                  <a:srgbClr val="3B0A85"/>
                </a:solidFill>
                <a:latin typeface="Trebuchet MS"/>
                <a:cs typeface="Trebuchet MS"/>
              </a:rPr>
              <a:t>on </a:t>
            </a:r>
            <a:r>
              <a:rPr sz="2200" dirty="0">
                <a:solidFill>
                  <a:srgbClr val="3B0A85"/>
                </a:solidFill>
                <a:latin typeface="Trebuchet MS"/>
                <a:cs typeface="Trebuchet MS"/>
              </a:rPr>
              <a:t>research</a:t>
            </a:r>
            <a:r>
              <a:rPr sz="2200" spc="9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200" dirty="0">
                <a:solidFill>
                  <a:srgbClr val="3B0A85"/>
                </a:solidFill>
                <a:latin typeface="Trebuchet MS"/>
                <a:cs typeface="Trebuchet MS"/>
              </a:rPr>
              <a:t>methods.</a:t>
            </a:r>
            <a:r>
              <a:rPr sz="2200" spc="9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200" spc="175" dirty="0">
                <a:solidFill>
                  <a:srgbClr val="3B0A85"/>
                </a:solidFill>
                <a:latin typeface="Trebuchet MS"/>
                <a:cs typeface="Trebuchet MS"/>
              </a:rPr>
              <a:t>As</a:t>
            </a:r>
            <a:r>
              <a:rPr sz="2200" spc="9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200" spc="-50" dirty="0">
                <a:solidFill>
                  <a:srgbClr val="3B0A85"/>
                </a:solidFill>
                <a:latin typeface="Trebuchet MS"/>
                <a:cs typeface="Trebuchet MS"/>
              </a:rPr>
              <a:t>a </a:t>
            </a:r>
            <a:r>
              <a:rPr sz="2200" spc="-10" dirty="0">
                <a:solidFill>
                  <a:srgbClr val="3B0A85"/>
                </a:solidFill>
                <a:latin typeface="Trebuchet MS"/>
                <a:cs typeface="Trebuchet MS"/>
              </a:rPr>
              <a:t>group,</a:t>
            </a:r>
            <a:r>
              <a:rPr sz="2200" spc="-10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200" spc="70" dirty="0">
                <a:solidFill>
                  <a:srgbClr val="3B0A85"/>
                </a:solidFill>
                <a:latin typeface="Trebuchet MS"/>
                <a:cs typeface="Trebuchet MS"/>
              </a:rPr>
              <a:t>decide</a:t>
            </a:r>
            <a:r>
              <a:rPr sz="2200" spc="-9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200" spc="80" dirty="0">
                <a:solidFill>
                  <a:srgbClr val="3B0A85"/>
                </a:solidFill>
                <a:latin typeface="Trebuchet MS"/>
                <a:cs typeface="Trebuchet MS"/>
              </a:rPr>
              <a:t>on</a:t>
            </a:r>
            <a:r>
              <a:rPr sz="2200" spc="-10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200" spc="-25" dirty="0">
                <a:solidFill>
                  <a:srgbClr val="3B0A85"/>
                </a:solidFill>
                <a:latin typeface="Trebuchet MS"/>
                <a:cs typeface="Trebuchet MS"/>
              </a:rPr>
              <a:t>the </a:t>
            </a:r>
            <a:r>
              <a:rPr sz="2200" spc="85" dirty="0">
                <a:solidFill>
                  <a:srgbClr val="3B0A85"/>
                </a:solidFill>
                <a:latin typeface="Trebuchet MS"/>
                <a:cs typeface="Trebuchet MS"/>
              </a:rPr>
              <a:t>methods</a:t>
            </a:r>
            <a:r>
              <a:rPr sz="2200" spc="-3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200" dirty="0">
                <a:solidFill>
                  <a:srgbClr val="3B0A85"/>
                </a:solidFill>
                <a:latin typeface="Trebuchet MS"/>
                <a:cs typeface="Trebuchet MS"/>
              </a:rPr>
              <a:t>for</a:t>
            </a:r>
            <a:r>
              <a:rPr sz="2200" spc="-3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200" dirty="0">
                <a:solidFill>
                  <a:srgbClr val="3B0A85"/>
                </a:solidFill>
                <a:latin typeface="Trebuchet MS"/>
                <a:cs typeface="Trebuchet MS"/>
              </a:rPr>
              <a:t>your</a:t>
            </a:r>
            <a:r>
              <a:rPr sz="2200" spc="-3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200" dirty="0">
                <a:solidFill>
                  <a:srgbClr val="3B0A85"/>
                </a:solidFill>
                <a:latin typeface="Trebuchet MS"/>
                <a:cs typeface="Trebuchet MS"/>
              </a:rPr>
              <a:t>own</a:t>
            </a:r>
            <a:r>
              <a:rPr sz="2200" spc="-3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200" spc="200" dirty="0">
                <a:solidFill>
                  <a:srgbClr val="3B0A85"/>
                </a:solidFill>
                <a:latin typeface="Trebuchet MS"/>
                <a:cs typeface="Trebuchet MS"/>
              </a:rPr>
              <a:t>Co- </a:t>
            </a:r>
            <a:r>
              <a:rPr sz="2200" dirty="0">
                <a:solidFill>
                  <a:srgbClr val="3B0A85"/>
                </a:solidFill>
                <a:latin typeface="Trebuchet MS"/>
                <a:cs typeface="Trebuchet MS"/>
              </a:rPr>
              <a:t>Creating</a:t>
            </a:r>
            <a:r>
              <a:rPr sz="2200" spc="-3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200" spc="65" dirty="0">
                <a:solidFill>
                  <a:srgbClr val="3B0A85"/>
                </a:solidFill>
                <a:latin typeface="Trebuchet MS"/>
                <a:cs typeface="Trebuchet MS"/>
              </a:rPr>
              <a:t>Our</a:t>
            </a:r>
            <a:r>
              <a:rPr sz="2200" spc="-2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200" spc="60" dirty="0">
                <a:solidFill>
                  <a:srgbClr val="3B0A85"/>
                </a:solidFill>
                <a:latin typeface="Trebuchet MS"/>
                <a:cs typeface="Trebuchet MS"/>
              </a:rPr>
              <a:t>City</a:t>
            </a:r>
            <a:r>
              <a:rPr sz="2200" spc="-2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200" spc="-45" dirty="0">
                <a:solidFill>
                  <a:srgbClr val="3B0A85"/>
                </a:solidFill>
                <a:latin typeface="Trebuchet MS"/>
                <a:cs typeface="Trebuchet MS"/>
              </a:rPr>
              <a:t>project.</a:t>
            </a:r>
            <a:r>
              <a:rPr sz="2200" spc="-25" dirty="0">
                <a:solidFill>
                  <a:srgbClr val="3B0A85"/>
                </a:solidFill>
                <a:latin typeface="Trebuchet MS"/>
                <a:cs typeface="Trebuchet MS"/>
              </a:rPr>
              <a:t> It </a:t>
            </a:r>
            <a:r>
              <a:rPr sz="2200" spc="50" dirty="0">
                <a:solidFill>
                  <a:srgbClr val="3B0A85"/>
                </a:solidFill>
                <a:latin typeface="Trebuchet MS"/>
                <a:cs typeface="Trebuchet MS"/>
              </a:rPr>
              <a:t>is</a:t>
            </a:r>
            <a:r>
              <a:rPr sz="2200" spc="5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200" dirty="0">
                <a:solidFill>
                  <a:srgbClr val="3B0A85"/>
                </a:solidFill>
                <a:latin typeface="Trebuchet MS"/>
                <a:cs typeface="Trebuchet MS"/>
              </a:rPr>
              <a:t>also</a:t>
            </a:r>
            <a:r>
              <a:rPr sz="2200" spc="6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200" dirty="0">
                <a:solidFill>
                  <a:srgbClr val="3B0A85"/>
                </a:solidFill>
                <a:latin typeface="Trebuchet MS"/>
                <a:cs typeface="Trebuchet MS"/>
              </a:rPr>
              <a:t>important</a:t>
            </a:r>
            <a:r>
              <a:rPr sz="2200" spc="6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200" spc="-25" dirty="0">
                <a:solidFill>
                  <a:srgbClr val="3B0A85"/>
                </a:solidFill>
                <a:latin typeface="Trebuchet MS"/>
                <a:cs typeface="Trebuchet MS"/>
              </a:rPr>
              <a:t>to </a:t>
            </a:r>
            <a:r>
              <a:rPr sz="2200" spc="65" dirty="0">
                <a:solidFill>
                  <a:srgbClr val="3B0A85"/>
                </a:solidFill>
                <a:latin typeface="Trebuchet MS"/>
                <a:cs typeface="Trebuchet MS"/>
              </a:rPr>
              <a:t>consider</a:t>
            </a:r>
            <a:r>
              <a:rPr sz="2200" spc="-8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200" dirty="0">
                <a:solidFill>
                  <a:srgbClr val="3B0A85"/>
                </a:solidFill>
                <a:latin typeface="Trebuchet MS"/>
                <a:cs typeface="Trebuchet MS"/>
              </a:rPr>
              <a:t>the</a:t>
            </a:r>
            <a:r>
              <a:rPr sz="2200" spc="-8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200" dirty="0">
                <a:solidFill>
                  <a:srgbClr val="3B0A85"/>
                </a:solidFill>
                <a:latin typeface="Trebuchet MS"/>
                <a:cs typeface="Trebuchet MS"/>
              </a:rPr>
              <a:t>feasibility</a:t>
            </a:r>
            <a:r>
              <a:rPr sz="2200" spc="-8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200" spc="-35" dirty="0">
                <a:solidFill>
                  <a:srgbClr val="3B0A85"/>
                </a:solidFill>
                <a:latin typeface="Trebuchet MS"/>
                <a:cs typeface="Trebuchet MS"/>
              </a:rPr>
              <a:t>of </a:t>
            </a:r>
            <a:r>
              <a:rPr sz="2200" spc="60" dirty="0">
                <a:solidFill>
                  <a:srgbClr val="3B0A85"/>
                </a:solidFill>
                <a:latin typeface="Trebuchet MS"/>
                <a:cs typeface="Trebuchet MS"/>
              </a:rPr>
              <a:t>these</a:t>
            </a:r>
            <a:r>
              <a:rPr sz="2200" spc="-10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200" spc="85" dirty="0">
                <a:solidFill>
                  <a:srgbClr val="3B0A85"/>
                </a:solidFill>
                <a:latin typeface="Trebuchet MS"/>
                <a:cs typeface="Trebuchet MS"/>
              </a:rPr>
              <a:t>methods</a:t>
            </a:r>
            <a:r>
              <a:rPr sz="2200" spc="-10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200" spc="-10" dirty="0">
                <a:solidFill>
                  <a:srgbClr val="3B0A85"/>
                </a:solidFill>
                <a:latin typeface="Trebuchet MS"/>
                <a:cs typeface="Trebuchet MS"/>
              </a:rPr>
              <a:t>within</a:t>
            </a:r>
            <a:r>
              <a:rPr sz="2200" spc="-10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200" spc="-20" dirty="0">
                <a:solidFill>
                  <a:srgbClr val="3B0A85"/>
                </a:solidFill>
                <a:latin typeface="Trebuchet MS"/>
                <a:cs typeface="Trebuchet MS"/>
              </a:rPr>
              <a:t>your </a:t>
            </a:r>
            <a:r>
              <a:rPr sz="2200" spc="-10" dirty="0">
                <a:solidFill>
                  <a:srgbClr val="3B0A85"/>
                </a:solidFill>
                <a:latin typeface="Trebuchet MS"/>
                <a:cs typeface="Trebuchet MS"/>
              </a:rPr>
              <a:t>resources.</a:t>
            </a:r>
            <a:endParaRPr sz="2200">
              <a:latin typeface="Trebuchet MS"/>
              <a:cs typeface="Trebuchet MS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56244" y="4119173"/>
            <a:ext cx="4200524" cy="4978655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8026704" y="3419403"/>
            <a:ext cx="1624330" cy="351790"/>
          </a:xfrm>
          <a:prstGeom prst="rect">
            <a:avLst/>
          </a:prstGeom>
          <a:solidFill>
            <a:srgbClr val="DAFF6B"/>
          </a:solidFill>
        </p:spPr>
        <p:txBody>
          <a:bodyPr vert="horz" wrap="square" lIns="0" tIns="64135" rIns="0" bIns="0" rtlCol="0">
            <a:spAutoFit/>
          </a:bodyPr>
          <a:lstStyle/>
          <a:p>
            <a:pPr marL="128905">
              <a:lnSpc>
                <a:spcPts val="2265"/>
              </a:lnSpc>
              <a:spcBef>
                <a:spcPts val="505"/>
              </a:spcBef>
            </a:pPr>
            <a:r>
              <a:rPr sz="2550" b="1" spc="100" dirty="0">
                <a:solidFill>
                  <a:srgbClr val="3B0A85"/>
                </a:solidFill>
                <a:latin typeface="Trebuchet MS"/>
                <a:cs typeface="Trebuchet MS"/>
              </a:rPr>
              <a:t>Ideas</a:t>
            </a:r>
            <a:r>
              <a:rPr sz="2550" b="1" spc="-15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50" b="1" spc="-25" dirty="0">
                <a:solidFill>
                  <a:srgbClr val="3B0A85"/>
                </a:solidFill>
                <a:latin typeface="Trebuchet MS"/>
                <a:cs typeface="Trebuchet MS"/>
              </a:rPr>
              <a:t>for</a:t>
            </a:r>
            <a:endParaRPr sz="255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026704" y="3771193"/>
            <a:ext cx="3779520" cy="558800"/>
          </a:xfrm>
          <a:prstGeom prst="rect">
            <a:avLst/>
          </a:prstGeom>
          <a:solidFill>
            <a:srgbClr val="DAFF6B"/>
          </a:solidFill>
        </p:spPr>
        <p:txBody>
          <a:bodyPr vert="horz" wrap="square" lIns="0" tIns="64769" rIns="0" bIns="0" rtlCol="0">
            <a:spAutoFit/>
          </a:bodyPr>
          <a:lstStyle/>
          <a:p>
            <a:pPr marL="128905">
              <a:lnSpc>
                <a:spcPct val="100000"/>
              </a:lnSpc>
              <a:spcBef>
                <a:spcPts val="509"/>
              </a:spcBef>
            </a:pPr>
            <a:r>
              <a:rPr sz="2550" b="1" spc="45" dirty="0">
                <a:solidFill>
                  <a:srgbClr val="3B0A85"/>
                </a:solidFill>
                <a:latin typeface="Trebuchet MS"/>
                <a:cs typeface="Trebuchet MS"/>
              </a:rPr>
              <a:t>Quantitative</a:t>
            </a:r>
            <a:r>
              <a:rPr sz="2550" b="1" spc="-13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50" b="1" spc="65" dirty="0">
                <a:solidFill>
                  <a:srgbClr val="3B0A85"/>
                </a:solidFill>
                <a:latin typeface="Trebuchet MS"/>
                <a:cs typeface="Trebuchet MS"/>
              </a:rPr>
              <a:t>Research</a:t>
            </a:r>
            <a:endParaRPr sz="2550">
              <a:latin typeface="Trebuchet MS"/>
              <a:cs typeface="Trebuchet MS"/>
            </a:endParaRPr>
          </a:p>
        </p:txBody>
      </p:sp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056660" y="3497647"/>
            <a:ext cx="4190999" cy="4391024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12927119" y="2682168"/>
            <a:ext cx="1624330" cy="351790"/>
          </a:xfrm>
          <a:prstGeom prst="rect">
            <a:avLst/>
          </a:prstGeom>
          <a:solidFill>
            <a:srgbClr val="DAFF6B"/>
          </a:solidFill>
        </p:spPr>
        <p:txBody>
          <a:bodyPr vert="horz" wrap="square" lIns="0" tIns="64135" rIns="0" bIns="0" rtlCol="0">
            <a:spAutoFit/>
          </a:bodyPr>
          <a:lstStyle/>
          <a:p>
            <a:pPr marL="128905">
              <a:lnSpc>
                <a:spcPts val="2265"/>
              </a:lnSpc>
              <a:spcBef>
                <a:spcPts val="505"/>
              </a:spcBef>
            </a:pPr>
            <a:r>
              <a:rPr sz="2550" b="1" spc="100" dirty="0">
                <a:solidFill>
                  <a:srgbClr val="3B0A85"/>
                </a:solidFill>
                <a:latin typeface="Trebuchet MS"/>
                <a:cs typeface="Trebuchet MS"/>
              </a:rPr>
              <a:t>Ideas</a:t>
            </a:r>
            <a:r>
              <a:rPr sz="2550" b="1" spc="-15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50" b="1" spc="-25" dirty="0">
                <a:solidFill>
                  <a:srgbClr val="3B0A85"/>
                </a:solidFill>
                <a:latin typeface="Trebuchet MS"/>
                <a:cs typeface="Trebuchet MS"/>
              </a:rPr>
              <a:t>for</a:t>
            </a:r>
            <a:endParaRPr sz="255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927119" y="3033958"/>
            <a:ext cx="3529965" cy="558800"/>
          </a:xfrm>
          <a:prstGeom prst="rect">
            <a:avLst/>
          </a:prstGeom>
          <a:solidFill>
            <a:srgbClr val="DAFF6B"/>
          </a:solidFill>
        </p:spPr>
        <p:txBody>
          <a:bodyPr vert="horz" wrap="square" lIns="0" tIns="64769" rIns="0" bIns="0" rtlCol="0">
            <a:spAutoFit/>
          </a:bodyPr>
          <a:lstStyle/>
          <a:p>
            <a:pPr marL="128905">
              <a:lnSpc>
                <a:spcPct val="100000"/>
              </a:lnSpc>
              <a:spcBef>
                <a:spcPts val="509"/>
              </a:spcBef>
            </a:pPr>
            <a:r>
              <a:rPr sz="2550" b="1" dirty="0">
                <a:solidFill>
                  <a:srgbClr val="3B0A85"/>
                </a:solidFill>
                <a:latin typeface="Trebuchet MS"/>
                <a:cs typeface="Trebuchet MS"/>
              </a:rPr>
              <a:t>Qualitative</a:t>
            </a:r>
            <a:r>
              <a:rPr sz="2550" b="1" spc="204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50" b="1" spc="65" dirty="0">
                <a:solidFill>
                  <a:srgbClr val="3B0A85"/>
                </a:solidFill>
                <a:latin typeface="Trebuchet MS"/>
                <a:cs typeface="Trebuchet MS"/>
              </a:rPr>
              <a:t>Research</a:t>
            </a:r>
            <a:endParaRPr sz="25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D0C2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15581" y="4317796"/>
            <a:ext cx="1404620" cy="1404620"/>
          </a:xfrm>
          <a:custGeom>
            <a:avLst/>
            <a:gdLst/>
            <a:ahLst/>
            <a:cxnLst/>
            <a:rect l="l" t="t" r="r" b="b"/>
            <a:pathLst>
              <a:path w="1404620" h="1404620">
                <a:moveTo>
                  <a:pt x="1404073" y="645541"/>
                </a:moveTo>
                <a:lnTo>
                  <a:pt x="1381442" y="599795"/>
                </a:lnTo>
                <a:lnTo>
                  <a:pt x="1340980" y="572084"/>
                </a:lnTo>
                <a:lnTo>
                  <a:pt x="1291323" y="558038"/>
                </a:lnTo>
                <a:lnTo>
                  <a:pt x="1241120" y="553250"/>
                </a:lnTo>
                <a:lnTo>
                  <a:pt x="1193253" y="552005"/>
                </a:lnTo>
                <a:lnTo>
                  <a:pt x="1145400" y="551421"/>
                </a:lnTo>
                <a:lnTo>
                  <a:pt x="1097534" y="551345"/>
                </a:lnTo>
                <a:lnTo>
                  <a:pt x="1049680" y="551624"/>
                </a:lnTo>
                <a:lnTo>
                  <a:pt x="906106" y="553072"/>
                </a:lnTo>
                <a:lnTo>
                  <a:pt x="858240" y="553250"/>
                </a:lnTo>
                <a:lnTo>
                  <a:pt x="842530" y="553288"/>
                </a:lnTo>
                <a:lnTo>
                  <a:pt x="842378" y="464566"/>
                </a:lnTo>
                <a:lnTo>
                  <a:pt x="842378" y="283591"/>
                </a:lnTo>
                <a:lnTo>
                  <a:pt x="842175" y="236982"/>
                </a:lnTo>
                <a:lnTo>
                  <a:pt x="840676" y="189852"/>
                </a:lnTo>
                <a:lnTo>
                  <a:pt x="834986" y="143256"/>
                </a:lnTo>
                <a:lnTo>
                  <a:pt x="822198" y="98285"/>
                </a:lnTo>
                <a:lnTo>
                  <a:pt x="801789" y="60782"/>
                </a:lnTo>
                <a:lnTo>
                  <a:pt x="773645" y="30480"/>
                </a:lnTo>
                <a:lnTo>
                  <a:pt x="739724" y="9499"/>
                </a:lnTo>
                <a:lnTo>
                  <a:pt x="702017" y="0"/>
                </a:lnTo>
                <a:lnTo>
                  <a:pt x="662520" y="4127"/>
                </a:lnTo>
                <a:lnTo>
                  <a:pt x="623189" y="24015"/>
                </a:lnTo>
                <a:lnTo>
                  <a:pt x="594423" y="54381"/>
                </a:lnTo>
                <a:lnTo>
                  <a:pt x="575983" y="93052"/>
                </a:lnTo>
                <a:lnTo>
                  <a:pt x="565848" y="137375"/>
                </a:lnTo>
                <a:lnTo>
                  <a:pt x="561975" y="184696"/>
                </a:lnTo>
                <a:lnTo>
                  <a:pt x="562343" y="232371"/>
                </a:lnTo>
                <a:lnTo>
                  <a:pt x="564921" y="277761"/>
                </a:lnTo>
                <a:lnTo>
                  <a:pt x="567664" y="318198"/>
                </a:lnTo>
                <a:lnTo>
                  <a:pt x="570166" y="368935"/>
                </a:lnTo>
                <a:lnTo>
                  <a:pt x="571842" y="419658"/>
                </a:lnTo>
                <a:lnTo>
                  <a:pt x="572858" y="470395"/>
                </a:lnTo>
                <a:lnTo>
                  <a:pt x="573379" y="521131"/>
                </a:lnTo>
                <a:lnTo>
                  <a:pt x="573468" y="553783"/>
                </a:lnTo>
                <a:lnTo>
                  <a:pt x="464566" y="553974"/>
                </a:lnTo>
                <a:lnTo>
                  <a:pt x="283578" y="553974"/>
                </a:lnTo>
                <a:lnTo>
                  <a:pt x="236982" y="553770"/>
                </a:lnTo>
                <a:lnTo>
                  <a:pt x="189852" y="555053"/>
                </a:lnTo>
                <a:lnTo>
                  <a:pt x="143256" y="560666"/>
                </a:lnTo>
                <a:lnTo>
                  <a:pt x="98272" y="573443"/>
                </a:lnTo>
                <a:lnTo>
                  <a:pt x="60782" y="593839"/>
                </a:lnTo>
                <a:lnTo>
                  <a:pt x="30467" y="622020"/>
                </a:lnTo>
                <a:lnTo>
                  <a:pt x="9499" y="655993"/>
                </a:lnTo>
                <a:lnTo>
                  <a:pt x="0" y="693826"/>
                </a:lnTo>
                <a:lnTo>
                  <a:pt x="4127" y="733539"/>
                </a:lnTo>
                <a:lnTo>
                  <a:pt x="24015" y="773163"/>
                </a:lnTo>
                <a:lnTo>
                  <a:pt x="54381" y="801928"/>
                </a:lnTo>
                <a:lnTo>
                  <a:pt x="93052" y="820369"/>
                </a:lnTo>
                <a:lnTo>
                  <a:pt x="137375" y="830516"/>
                </a:lnTo>
                <a:lnTo>
                  <a:pt x="184696" y="834377"/>
                </a:lnTo>
                <a:lnTo>
                  <a:pt x="232371" y="834009"/>
                </a:lnTo>
                <a:lnTo>
                  <a:pt x="277749" y="831443"/>
                </a:lnTo>
                <a:lnTo>
                  <a:pt x="318185" y="828687"/>
                </a:lnTo>
                <a:lnTo>
                  <a:pt x="368922" y="826198"/>
                </a:lnTo>
                <a:lnTo>
                  <a:pt x="419658" y="824509"/>
                </a:lnTo>
                <a:lnTo>
                  <a:pt x="470395" y="823493"/>
                </a:lnTo>
                <a:lnTo>
                  <a:pt x="521131" y="822985"/>
                </a:lnTo>
                <a:lnTo>
                  <a:pt x="571868" y="822820"/>
                </a:lnTo>
                <a:lnTo>
                  <a:pt x="574319" y="822833"/>
                </a:lnTo>
                <a:lnTo>
                  <a:pt x="574357" y="825538"/>
                </a:lnTo>
                <a:lnTo>
                  <a:pt x="576795" y="923429"/>
                </a:lnTo>
                <a:lnTo>
                  <a:pt x="579450" y="1018019"/>
                </a:lnTo>
                <a:lnTo>
                  <a:pt x="580644" y="1065187"/>
                </a:lnTo>
                <a:lnTo>
                  <a:pt x="582358" y="1165313"/>
                </a:lnTo>
                <a:lnTo>
                  <a:pt x="585216" y="1215555"/>
                </a:lnTo>
                <a:lnTo>
                  <a:pt x="592188" y="1264907"/>
                </a:lnTo>
                <a:lnTo>
                  <a:pt x="605980" y="1308938"/>
                </a:lnTo>
                <a:lnTo>
                  <a:pt x="629539" y="1350137"/>
                </a:lnTo>
                <a:lnTo>
                  <a:pt x="662063" y="1383220"/>
                </a:lnTo>
                <a:lnTo>
                  <a:pt x="702754" y="1402956"/>
                </a:lnTo>
                <a:lnTo>
                  <a:pt x="750811" y="1404073"/>
                </a:lnTo>
                <a:lnTo>
                  <a:pt x="796569" y="1381455"/>
                </a:lnTo>
                <a:lnTo>
                  <a:pt x="824268" y="1340980"/>
                </a:lnTo>
                <a:lnTo>
                  <a:pt x="838314" y="1291323"/>
                </a:lnTo>
                <a:lnTo>
                  <a:pt x="843102" y="1241120"/>
                </a:lnTo>
                <a:lnTo>
                  <a:pt x="844346" y="1193253"/>
                </a:lnTo>
                <a:lnTo>
                  <a:pt x="844931" y="1145400"/>
                </a:lnTo>
                <a:lnTo>
                  <a:pt x="845007" y="1097546"/>
                </a:lnTo>
                <a:lnTo>
                  <a:pt x="844727" y="1049680"/>
                </a:lnTo>
                <a:lnTo>
                  <a:pt x="843280" y="906106"/>
                </a:lnTo>
                <a:lnTo>
                  <a:pt x="843102" y="858253"/>
                </a:lnTo>
                <a:lnTo>
                  <a:pt x="843026" y="821563"/>
                </a:lnTo>
                <a:lnTo>
                  <a:pt x="923429" y="819556"/>
                </a:lnTo>
                <a:lnTo>
                  <a:pt x="1018019" y="816902"/>
                </a:lnTo>
                <a:lnTo>
                  <a:pt x="1065187" y="815708"/>
                </a:lnTo>
                <a:lnTo>
                  <a:pt x="1165313" y="813993"/>
                </a:lnTo>
                <a:lnTo>
                  <a:pt x="1215555" y="811149"/>
                </a:lnTo>
                <a:lnTo>
                  <a:pt x="1264907" y="804176"/>
                </a:lnTo>
                <a:lnTo>
                  <a:pt x="1308938" y="790371"/>
                </a:lnTo>
                <a:lnTo>
                  <a:pt x="1350124" y="766813"/>
                </a:lnTo>
                <a:lnTo>
                  <a:pt x="1383220" y="734288"/>
                </a:lnTo>
                <a:lnTo>
                  <a:pt x="1402956" y="693610"/>
                </a:lnTo>
                <a:lnTo>
                  <a:pt x="1404073" y="645541"/>
                </a:lnTo>
                <a:close/>
              </a:path>
            </a:pathLst>
          </a:custGeom>
          <a:solidFill>
            <a:srgbClr val="DAFF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84687" y="7421766"/>
            <a:ext cx="1449705" cy="387985"/>
          </a:xfrm>
          <a:custGeom>
            <a:avLst/>
            <a:gdLst/>
            <a:ahLst/>
            <a:cxnLst/>
            <a:rect l="l" t="t" r="r" b="b"/>
            <a:pathLst>
              <a:path w="1449705" h="387984">
                <a:moveTo>
                  <a:pt x="164094" y="387901"/>
                </a:moveTo>
                <a:lnTo>
                  <a:pt x="101476" y="375822"/>
                </a:lnTo>
                <a:lnTo>
                  <a:pt x="48088" y="339812"/>
                </a:lnTo>
                <a:lnTo>
                  <a:pt x="12677" y="286596"/>
                </a:lnTo>
                <a:lnTo>
                  <a:pt x="0" y="223806"/>
                </a:lnTo>
                <a:lnTo>
                  <a:pt x="381" y="207180"/>
                </a:lnTo>
                <a:lnTo>
                  <a:pt x="2877" y="191130"/>
                </a:lnTo>
                <a:lnTo>
                  <a:pt x="7467" y="175636"/>
                </a:lnTo>
                <a:lnTo>
                  <a:pt x="14130" y="160676"/>
                </a:lnTo>
                <a:lnTo>
                  <a:pt x="19981" y="145844"/>
                </a:lnTo>
                <a:lnTo>
                  <a:pt x="48088" y="107801"/>
                </a:lnTo>
                <a:lnTo>
                  <a:pt x="86228" y="79693"/>
                </a:lnTo>
                <a:lnTo>
                  <a:pt x="100963" y="73842"/>
                </a:lnTo>
                <a:lnTo>
                  <a:pt x="115827" y="67179"/>
                </a:lnTo>
                <a:lnTo>
                  <a:pt x="131332" y="62589"/>
                </a:lnTo>
                <a:lnTo>
                  <a:pt x="147435" y="60093"/>
                </a:lnTo>
                <a:lnTo>
                  <a:pt x="164094" y="59712"/>
                </a:lnTo>
                <a:lnTo>
                  <a:pt x="213733" y="55010"/>
                </a:lnTo>
                <a:lnTo>
                  <a:pt x="263371" y="50482"/>
                </a:lnTo>
                <a:lnTo>
                  <a:pt x="313010" y="46141"/>
                </a:lnTo>
                <a:lnTo>
                  <a:pt x="362649" y="41997"/>
                </a:lnTo>
                <a:lnTo>
                  <a:pt x="412287" y="38060"/>
                </a:lnTo>
                <a:lnTo>
                  <a:pt x="463574" y="34183"/>
                </a:lnTo>
                <a:lnTo>
                  <a:pt x="514874" y="30513"/>
                </a:lnTo>
                <a:lnTo>
                  <a:pt x="566186" y="27050"/>
                </a:lnTo>
                <a:lnTo>
                  <a:pt x="617510" y="23793"/>
                </a:lnTo>
                <a:lnTo>
                  <a:pt x="668845" y="20743"/>
                </a:lnTo>
                <a:lnTo>
                  <a:pt x="720190" y="17898"/>
                </a:lnTo>
                <a:lnTo>
                  <a:pt x="771544" y="15257"/>
                </a:lnTo>
                <a:lnTo>
                  <a:pt x="822907" y="12821"/>
                </a:lnTo>
                <a:lnTo>
                  <a:pt x="874277" y="10589"/>
                </a:lnTo>
                <a:lnTo>
                  <a:pt x="925654" y="8560"/>
                </a:lnTo>
                <a:lnTo>
                  <a:pt x="977036" y="6734"/>
                </a:lnTo>
                <a:lnTo>
                  <a:pt x="1028424" y="5109"/>
                </a:lnTo>
                <a:lnTo>
                  <a:pt x="1079816" y="3687"/>
                </a:lnTo>
                <a:lnTo>
                  <a:pt x="1131211" y="2465"/>
                </a:lnTo>
                <a:lnTo>
                  <a:pt x="1182608" y="1443"/>
                </a:lnTo>
                <a:lnTo>
                  <a:pt x="1234008" y="622"/>
                </a:lnTo>
                <a:lnTo>
                  <a:pt x="1285408" y="0"/>
                </a:lnTo>
                <a:lnTo>
                  <a:pt x="1317700" y="3187"/>
                </a:lnTo>
                <a:lnTo>
                  <a:pt x="1376044" y="28107"/>
                </a:lnTo>
                <a:lnTo>
                  <a:pt x="1422228" y="72752"/>
                </a:lnTo>
                <a:lnTo>
                  <a:pt x="1445738" y="132251"/>
                </a:lnTo>
                <a:lnTo>
                  <a:pt x="1449502" y="164094"/>
                </a:lnTo>
                <a:lnTo>
                  <a:pt x="1449121" y="180721"/>
                </a:lnTo>
                <a:lnTo>
                  <a:pt x="1446625" y="196771"/>
                </a:lnTo>
                <a:lnTo>
                  <a:pt x="1442035" y="212265"/>
                </a:lnTo>
                <a:lnTo>
                  <a:pt x="1435372" y="227225"/>
                </a:lnTo>
                <a:lnTo>
                  <a:pt x="1429521" y="242057"/>
                </a:lnTo>
                <a:lnTo>
                  <a:pt x="1401413" y="280100"/>
                </a:lnTo>
                <a:lnTo>
                  <a:pt x="1348026" y="315255"/>
                </a:lnTo>
                <a:lnTo>
                  <a:pt x="1285408" y="328189"/>
                </a:lnTo>
                <a:lnTo>
                  <a:pt x="1235521" y="328709"/>
                </a:lnTo>
                <a:lnTo>
                  <a:pt x="1185678" y="329447"/>
                </a:lnTo>
                <a:lnTo>
                  <a:pt x="1135868" y="330404"/>
                </a:lnTo>
                <a:lnTo>
                  <a:pt x="1086080" y="331580"/>
                </a:lnTo>
                <a:lnTo>
                  <a:pt x="1036303" y="332975"/>
                </a:lnTo>
                <a:lnTo>
                  <a:pt x="984905" y="334567"/>
                </a:lnTo>
                <a:lnTo>
                  <a:pt x="933513" y="336367"/>
                </a:lnTo>
                <a:lnTo>
                  <a:pt x="882128" y="338374"/>
                </a:lnTo>
                <a:lnTo>
                  <a:pt x="830752" y="340587"/>
                </a:lnTo>
                <a:lnTo>
                  <a:pt x="779384" y="343006"/>
                </a:lnTo>
                <a:lnTo>
                  <a:pt x="728027" y="345631"/>
                </a:lnTo>
                <a:lnTo>
                  <a:pt x="676681" y="348461"/>
                </a:lnTo>
                <a:lnTo>
                  <a:pt x="625347" y="351495"/>
                </a:lnTo>
                <a:lnTo>
                  <a:pt x="574027" y="354732"/>
                </a:lnTo>
                <a:lnTo>
                  <a:pt x="522722" y="358173"/>
                </a:lnTo>
                <a:lnTo>
                  <a:pt x="471433" y="361816"/>
                </a:lnTo>
                <a:lnTo>
                  <a:pt x="420161" y="365662"/>
                </a:lnTo>
                <a:lnTo>
                  <a:pt x="368907" y="369709"/>
                </a:lnTo>
                <a:lnTo>
                  <a:pt x="317672" y="373957"/>
                </a:lnTo>
                <a:lnTo>
                  <a:pt x="266458" y="378405"/>
                </a:lnTo>
                <a:lnTo>
                  <a:pt x="215265" y="383054"/>
                </a:lnTo>
                <a:lnTo>
                  <a:pt x="164094" y="387901"/>
                </a:lnTo>
                <a:close/>
              </a:path>
            </a:pathLst>
          </a:custGeom>
          <a:solidFill>
            <a:srgbClr val="DAFF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405246" y="4493094"/>
            <a:ext cx="369062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dirty="0">
                <a:solidFill>
                  <a:srgbClr val="3B0A85"/>
                </a:solidFill>
                <a:latin typeface="Trebuchet MS"/>
                <a:cs typeface="Trebuchet MS"/>
              </a:rPr>
              <a:t>Few</a:t>
            </a:r>
            <a:r>
              <a:rPr sz="2500" spc="-6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145" dirty="0">
                <a:solidFill>
                  <a:srgbClr val="3B0A85"/>
                </a:solidFill>
                <a:latin typeface="Trebuchet MS"/>
                <a:cs typeface="Trebuchet MS"/>
              </a:rPr>
              <a:t>cases</a:t>
            </a:r>
            <a:r>
              <a:rPr sz="2500" spc="-6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3B0A85"/>
                </a:solidFill>
                <a:latin typeface="Trebuchet MS"/>
                <a:cs typeface="Trebuchet MS"/>
              </a:rPr>
              <a:t>are</a:t>
            </a:r>
            <a:r>
              <a:rPr sz="2500" spc="-6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85" dirty="0">
                <a:solidFill>
                  <a:srgbClr val="3B0A85"/>
                </a:solidFill>
                <a:latin typeface="Trebuchet MS"/>
                <a:cs typeface="Trebuchet MS"/>
              </a:rPr>
              <a:t>necessary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05246" y="5064594"/>
            <a:ext cx="371919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spc="65" dirty="0">
                <a:solidFill>
                  <a:srgbClr val="3B0A85"/>
                </a:solidFill>
                <a:latin typeface="Trebuchet MS"/>
                <a:cs typeface="Trebuchet MS"/>
              </a:rPr>
              <a:t>Opportunity</a:t>
            </a:r>
            <a:r>
              <a:rPr sz="2500" spc="-10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3B0A85"/>
                </a:solidFill>
                <a:latin typeface="Trebuchet MS"/>
                <a:cs typeface="Trebuchet MS"/>
              </a:rPr>
              <a:t>for</a:t>
            </a:r>
            <a:r>
              <a:rPr sz="2500" spc="-10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95" dirty="0">
                <a:solidFill>
                  <a:srgbClr val="3B0A85"/>
                </a:solidFill>
                <a:latin typeface="Trebuchet MS"/>
                <a:cs typeface="Trebuchet MS"/>
              </a:rPr>
              <a:t>in-</a:t>
            </a:r>
            <a:r>
              <a:rPr sz="2500" spc="70" dirty="0">
                <a:solidFill>
                  <a:srgbClr val="3B0A85"/>
                </a:solidFill>
                <a:latin typeface="Trebuchet MS"/>
                <a:cs typeface="Trebuchet MS"/>
              </a:rPr>
              <a:t>depth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05246" y="5350344"/>
            <a:ext cx="125285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spc="-10" dirty="0">
                <a:solidFill>
                  <a:srgbClr val="3B0A85"/>
                </a:solidFill>
                <a:latin typeface="Trebuchet MS"/>
                <a:cs typeface="Trebuchet MS"/>
              </a:rPr>
              <a:t>analysis.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05246" y="5921844"/>
            <a:ext cx="311340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spc="65" dirty="0">
                <a:solidFill>
                  <a:srgbClr val="3B0A85"/>
                </a:solidFill>
                <a:latin typeface="Trebuchet MS"/>
                <a:cs typeface="Trebuchet MS"/>
              </a:rPr>
              <a:t>Opportunity</a:t>
            </a:r>
            <a:r>
              <a:rPr sz="2500" spc="-4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3B0A85"/>
                </a:solidFill>
                <a:latin typeface="Trebuchet MS"/>
                <a:cs typeface="Trebuchet MS"/>
              </a:rPr>
              <a:t>to</a:t>
            </a:r>
            <a:r>
              <a:rPr sz="2500" spc="-4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30" dirty="0">
                <a:solidFill>
                  <a:srgbClr val="3B0A85"/>
                </a:solidFill>
                <a:latin typeface="Trebuchet MS"/>
                <a:cs typeface="Trebuchet MS"/>
              </a:rPr>
              <a:t>make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05246" y="6207594"/>
            <a:ext cx="190817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spc="-10" dirty="0">
                <a:solidFill>
                  <a:srgbClr val="3B0A85"/>
                </a:solidFill>
                <a:latin typeface="Trebuchet MS"/>
                <a:cs typeface="Trebuchet MS"/>
              </a:rPr>
              <a:t>connections.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77144" y="3542114"/>
            <a:ext cx="4916805" cy="709930"/>
          </a:xfrm>
          <a:prstGeom prst="rect">
            <a:avLst/>
          </a:prstGeom>
          <a:solidFill>
            <a:srgbClr val="A2BEEC"/>
          </a:solidFill>
        </p:spPr>
        <p:txBody>
          <a:bodyPr vert="horz" wrap="square" lIns="0" tIns="80010" rIns="0" bIns="0" rtlCol="0">
            <a:spAutoFit/>
          </a:bodyPr>
          <a:lstStyle/>
          <a:p>
            <a:pPr marL="166370">
              <a:lnSpc>
                <a:spcPct val="100000"/>
              </a:lnSpc>
              <a:spcBef>
                <a:spcPts val="630"/>
              </a:spcBef>
            </a:pPr>
            <a:r>
              <a:rPr sz="3250" b="1" spc="245" dirty="0">
                <a:solidFill>
                  <a:srgbClr val="3B0A85"/>
                </a:solidFill>
                <a:latin typeface="Trebuchet MS"/>
                <a:cs typeface="Trebuchet MS"/>
              </a:rPr>
              <a:t>One-on-</a:t>
            </a:r>
            <a:r>
              <a:rPr sz="3250" b="1" spc="150" dirty="0">
                <a:solidFill>
                  <a:srgbClr val="3B0A85"/>
                </a:solidFill>
                <a:latin typeface="Trebuchet MS"/>
                <a:cs typeface="Trebuchet MS"/>
              </a:rPr>
              <a:t>One</a:t>
            </a:r>
            <a:r>
              <a:rPr sz="3250" b="1" spc="-17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250" b="1" spc="-10" dirty="0">
                <a:solidFill>
                  <a:srgbClr val="3B0A85"/>
                </a:solidFill>
                <a:latin typeface="Trebuchet MS"/>
                <a:cs typeface="Trebuchet MS"/>
              </a:rPr>
              <a:t>Interview</a:t>
            </a:r>
            <a:endParaRPr sz="325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96812" y="7306672"/>
            <a:ext cx="4419600" cy="2219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748155">
              <a:lnSpc>
                <a:spcPct val="141200"/>
              </a:lnSpc>
              <a:spcBef>
                <a:spcPts val="95"/>
              </a:spcBef>
            </a:pPr>
            <a:r>
              <a:rPr sz="2550" dirty="0">
                <a:solidFill>
                  <a:srgbClr val="3B0A85"/>
                </a:solidFill>
                <a:latin typeface="Trebuchet MS"/>
                <a:cs typeface="Trebuchet MS"/>
              </a:rPr>
              <a:t>Time</a:t>
            </a:r>
            <a:r>
              <a:rPr sz="2550" spc="-2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50" spc="95" dirty="0">
                <a:solidFill>
                  <a:srgbClr val="3B0A85"/>
                </a:solidFill>
                <a:latin typeface="Trebuchet MS"/>
                <a:cs typeface="Trebuchet MS"/>
              </a:rPr>
              <a:t>consuming </a:t>
            </a:r>
            <a:r>
              <a:rPr sz="2550" spc="55" dirty="0">
                <a:solidFill>
                  <a:srgbClr val="3B0A85"/>
                </a:solidFill>
                <a:latin typeface="Trebuchet MS"/>
                <a:cs typeface="Trebuchet MS"/>
              </a:rPr>
              <a:t>Social</a:t>
            </a:r>
            <a:r>
              <a:rPr sz="2550" spc="-9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50" spc="-10" dirty="0">
                <a:solidFill>
                  <a:srgbClr val="3B0A85"/>
                </a:solidFill>
                <a:latin typeface="Trebuchet MS"/>
                <a:cs typeface="Trebuchet MS"/>
              </a:rPr>
              <a:t>desirability</a:t>
            </a:r>
            <a:endParaRPr sz="2550">
              <a:latin typeface="Trebuchet MS"/>
              <a:cs typeface="Trebuchet MS"/>
            </a:endParaRPr>
          </a:p>
          <a:p>
            <a:pPr marL="12700" marR="5080">
              <a:lnSpc>
                <a:spcPct val="141200"/>
              </a:lnSpc>
            </a:pPr>
            <a:r>
              <a:rPr sz="2550" dirty="0">
                <a:solidFill>
                  <a:srgbClr val="3B0A85"/>
                </a:solidFill>
                <a:latin typeface="Trebuchet MS"/>
                <a:cs typeface="Trebuchet MS"/>
              </a:rPr>
              <a:t>Generalizability</a:t>
            </a:r>
            <a:r>
              <a:rPr sz="2550" spc="-5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50" dirty="0">
                <a:solidFill>
                  <a:srgbClr val="3B0A85"/>
                </a:solidFill>
                <a:latin typeface="Trebuchet MS"/>
                <a:cs typeface="Trebuchet MS"/>
              </a:rPr>
              <a:t>of</a:t>
            </a:r>
            <a:r>
              <a:rPr sz="2550" spc="-5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50" dirty="0">
                <a:solidFill>
                  <a:srgbClr val="3B0A85"/>
                </a:solidFill>
                <a:latin typeface="Trebuchet MS"/>
                <a:cs typeface="Trebuchet MS"/>
              </a:rPr>
              <a:t>the</a:t>
            </a:r>
            <a:r>
              <a:rPr sz="2550" spc="-5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50" spc="35" dirty="0">
                <a:solidFill>
                  <a:srgbClr val="3B0A85"/>
                </a:solidFill>
                <a:latin typeface="Trebuchet MS"/>
                <a:cs typeface="Trebuchet MS"/>
              </a:rPr>
              <a:t>results </a:t>
            </a:r>
            <a:r>
              <a:rPr sz="2550" spc="50" dirty="0">
                <a:solidFill>
                  <a:srgbClr val="3B0A85"/>
                </a:solidFill>
                <a:latin typeface="Trebuchet MS"/>
                <a:cs typeface="Trebuchet MS"/>
              </a:rPr>
              <a:t>Follow-</a:t>
            </a:r>
            <a:r>
              <a:rPr sz="2550" spc="120" dirty="0">
                <a:solidFill>
                  <a:srgbClr val="3B0A85"/>
                </a:solidFill>
                <a:latin typeface="Trebuchet MS"/>
                <a:cs typeface="Trebuchet MS"/>
              </a:rPr>
              <a:t>up</a:t>
            </a:r>
            <a:r>
              <a:rPr sz="2550" spc="-8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50" spc="60" dirty="0">
                <a:solidFill>
                  <a:srgbClr val="3B0A85"/>
                </a:solidFill>
                <a:latin typeface="Trebuchet MS"/>
                <a:cs typeface="Trebuchet MS"/>
              </a:rPr>
              <a:t>is</a:t>
            </a:r>
            <a:r>
              <a:rPr sz="2550" spc="-8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50" spc="70" dirty="0">
                <a:solidFill>
                  <a:srgbClr val="3B0A85"/>
                </a:solidFill>
                <a:latin typeface="Trebuchet MS"/>
                <a:cs typeface="Trebuchet MS"/>
              </a:rPr>
              <a:t>complex</a:t>
            </a:r>
            <a:endParaRPr sz="2550">
              <a:latin typeface="Trebuchet MS"/>
              <a:cs typeface="Trebuchet M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87082" y="665530"/>
            <a:ext cx="7802880" cy="2533015"/>
          </a:xfrm>
          <a:custGeom>
            <a:avLst/>
            <a:gdLst/>
            <a:ahLst/>
            <a:cxnLst/>
            <a:rect l="l" t="t" r="r" b="b"/>
            <a:pathLst>
              <a:path w="7802880" h="2533015">
                <a:moveTo>
                  <a:pt x="7802651" y="1903780"/>
                </a:moveTo>
                <a:lnTo>
                  <a:pt x="7705915" y="730465"/>
                </a:lnTo>
                <a:lnTo>
                  <a:pt x="4806226" y="969530"/>
                </a:lnTo>
                <a:lnTo>
                  <a:pt x="4726292" y="0"/>
                </a:lnTo>
                <a:lnTo>
                  <a:pt x="0" y="389661"/>
                </a:lnTo>
                <a:lnTo>
                  <a:pt x="79933" y="1359192"/>
                </a:lnTo>
                <a:lnTo>
                  <a:pt x="176669" y="2532507"/>
                </a:lnTo>
                <a:lnTo>
                  <a:pt x="7802651" y="1903780"/>
                </a:lnTo>
                <a:close/>
              </a:path>
            </a:pathLst>
          </a:custGeom>
          <a:solidFill>
            <a:srgbClr val="DAFF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 rot="21360000">
            <a:off x="1015870" y="1042983"/>
            <a:ext cx="4168070" cy="838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370"/>
              </a:lnSpc>
            </a:pPr>
            <a:r>
              <a:rPr sz="9900" spc="-202" baseline="-2104" dirty="0">
                <a:solidFill>
                  <a:srgbClr val="3B0A85"/>
                </a:solidFill>
                <a:latin typeface="Arial MT"/>
                <a:cs typeface="Arial MT"/>
              </a:rPr>
              <a:t>M</a:t>
            </a:r>
            <a:r>
              <a:rPr sz="9900" spc="-202" baseline="-1262" dirty="0">
                <a:solidFill>
                  <a:srgbClr val="3B0A85"/>
                </a:solidFill>
                <a:latin typeface="Arial MT"/>
                <a:cs typeface="Arial MT"/>
              </a:rPr>
              <a:t>E</a:t>
            </a:r>
            <a:r>
              <a:rPr sz="6600" spc="-135" dirty="0">
                <a:solidFill>
                  <a:srgbClr val="3B0A85"/>
                </a:solidFill>
                <a:latin typeface="Arial MT"/>
                <a:cs typeface="Arial MT"/>
              </a:rPr>
              <a:t>THODS</a:t>
            </a:r>
            <a:endParaRPr sz="66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 rot="21360000">
            <a:off x="1109084" y="1901277"/>
            <a:ext cx="7041971" cy="838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160"/>
              </a:lnSpc>
            </a:pPr>
            <a:r>
              <a:rPr sz="9900" spc="-382" baseline="-4208" dirty="0">
                <a:solidFill>
                  <a:srgbClr val="3B0A85"/>
                </a:solidFill>
                <a:latin typeface="Arial MT"/>
                <a:cs typeface="Arial MT"/>
              </a:rPr>
              <a:t>P</a:t>
            </a:r>
            <a:r>
              <a:rPr sz="9900" spc="-382" baseline="-3787" dirty="0">
                <a:solidFill>
                  <a:srgbClr val="3B0A85"/>
                </a:solidFill>
                <a:latin typeface="Arial MT"/>
                <a:cs typeface="Arial MT"/>
              </a:rPr>
              <a:t>R</a:t>
            </a:r>
            <a:r>
              <a:rPr sz="9900" spc="-382" baseline="-3367" dirty="0">
                <a:solidFill>
                  <a:srgbClr val="3B0A85"/>
                </a:solidFill>
                <a:latin typeface="Arial MT"/>
                <a:cs typeface="Arial MT"/>
              </a:rPr>
              <a:t>O</a:t>
            </a:r>
            <a:r>
              <a:rPr sz="9900" spc="-382" baseline="-2946" dirty="0">
                <a:solidFill>
                  <a:srgbClr val="3B0A85"/>
                </a:solidFill>
                <a:latin typeface="Arial MT"/>
                <a:cs typeface="Arial MT"/>
              </a:rPr>
              <a:t>S</a:t>
            </a:r>
            <a:r>
              <a:rPr sz="9900" spc="307" baseline="-2946" dirty="0">
                <a:solidFill>
                  <a:srgbClr val="3B0A85"/>
                </a:solidFill>
                <a:latin typeface="Arial MT"/>
                <a:cs typeface="Arial MT"/>
              </a:rPr>
              <a:t> </a:t>
            </a:r>
            <a:r>
              <a:rPr sz="9900" spc="292" baseline="-2104" dirty="0">
                <a:solidFill>
                  <a:srgbClr val="3B0A85"/>
                </a:solidFill>
                <a:latin typeface="Arial MT"/>
                <a:cs typeface="Arial MT"/>
              </a:rPr>
              <a:t>A</a:t>
            </a:r>
            <a:r>
              <a:rPr sz="9900" spc="292" baseline="-1683" dirty="0">
                <a:solidFill>
                  <a:srgbClr val="3B0A85"/>
                </a:solidFill>
                <a:latin typeface="Arial MT"/>
                <a:cs typeface="Arial MT"/>
              </a:rPr>
              <a:t>N</a:t>
            </a:r>
            <a:r>
              <a:rPr sz="9900" spc="292" baseline="-1262" dirty="0">
                <a:solidFill>
                  <a:srgbClr val="3B0A85"/>
                </a:solidFill>
                <a:latin typeface="Arial MT"/>
                <a:cs typeface="Arial MT"/>
              </a:rPr>
              <a:t>D</a:t>
            </a:r>
            <a:r>
              <a:rPr sz="9900" spc="315" baseline="-1262" dirty="0">
                <a:solidFill>
                  <a:srgbClr val="3B0A85"/>
                </a:solidFill>
                <a:latin typeface="Arial MT"/>
                <a:cs typeface="Arial MT"/>
              </a:rPr>
              <a:t> </a:t>
            </a:r>
            <a:r>
              <a:rPr sz="6600" spc="-380" dirty="0">
                <a:solidFill>
                  <a:srgbClr val="3B0A85"/>
                </a:solidFill>
                <a:latin typeface="Arial MT"/>
                <a:cs typeface="Arial MT"/>
              </a:rPr>
              <a:t>CONS</a:t>
            </a:r>
            <a:endParaRPr sz="66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239509" y="3607891"/>
            <a:ext cx="1728470" cy="709930"/>
          </a:xfrm>
          <a:prstGeom prst="rect">
            <a:avLst/>
          </a:prstGeom>
          <a:solidFill>
            <a:srgbClr val="A2BEEC"/>
          </a:solidFill>
        </p:spPr>
        <p:txBody>
          <a:bodyPr vert="horz" wrap="square" lIns="0" tIns="80010" rIns="0" bIns="0" rtlCol="0">
            <a:spAutoFit/>
          </a:bodyPr>
          <a:lstStyle/>
          <a:p>
            <a:pPr marL="166370">
              <a:lnSpc>
                <a:spcPct val="100000"/>
              </a:lnSpc>
              <a:spcBef>
                <a:spcPts val="630"/>
              </a:spcBef>
            </a:pPr>
            <a:r>
              <a:rPr sz="3250" b="1" spc="90" dirty="0">
                <a:solidFill>
                  <a:srgbClr val="3B0A85"/>
                </a:solidFill>
                <a:latin typeface="Trebuchet MS"/>
                <a:cs typeface="Trebuchet MS"/>
              </a:rPr>
              <a:t>Survey</a:t>
            </a:r>
            <a:endParaRPr sz="325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6939936" y="3513374"/>
            <a:ext cx="2829560" cy="709930"/>
          </a:xfrm>
          <a:prstGeom prst="rect">
            <a:avLst/>
          </a:prstGeom>
          <a:solidFill>
            <a:srgbClr val="A2BEEC"/>
          </a:solidFill>
        </p:spPr>
        <p:txBody>
          <a:bodyPr vert="horz" wrap="square" lIns="0" tIns="80010" rIns="0" bIns="0" rtlCol="0">
            <a:spAutoFit/>
          </a:bodyPr>
          <a:lstStyle/>
          <a:p>
            <a:pPr marL="166370">
              <a:lnSpc>
                <a:spcPct val="100000"/>
              </a:lnSpc>
              <a:spcBef>
                <a:spcPts val="630"/>
              </a:spcBef>
            </a:pPr>
            <a:r>
              <a:rPr sz="3250" spc="100" dirty="0"/>
              <a:t>Observation</a:t>
            </a:r>
            <a:endParaRPr sz="3250"/>
          </a:p>
        </p:txBody>
      </p:sp>
      <p:sp>
        <p:nvSpPr>
          <p:cNvPr id="17" name="object 17"/>
          <p:cNvSpPr/>
          <p:nvPr/>
        </p:nvSpPr>
        <p:spPr>
          <a:xfrm>
            <a:off x="11712182" y="4317796"/>
            <a:ext cx="1404620" cy="1404620"/>
          </a:xfrm>
          <a:custGeom>
            <a:avLst/>
            <a:gdLst/>
            <a:ahLst/>
            <a:cxnLst/>
            <a:rect l="l" t="t" r="r" b="b"/>
            <a:pathLst>
              <a:path w="1404619" h="1404620">
                <a:moveTo>
                  <a:pt x="1404061" y="645541"/>
                </a:moveTo>
                <a:lnTo>
                  <a:pt x="1381442" y="599795"/>
                </a:lnTo>
                <a:lnTo>
                  <a:pt x="1340967" y="572084"/>
                </a:lnTo>
                <a:lnTo>
                  <a:pt x="1291310" y="558038"/>
                </a:lnTo>
                <a:lnTo>
                  <a:pt x="1241107" y="553250"/>
                </a:lnTo>
                <a:lnTo>
                  <a:pt x="1193253" y="552005"/>
                </a:lnTo>
                <a:lnTo>
                  <a:pt x="1145387" y="551421"/>
                </a:lnTo>
                <a:lnTo>
                  <a:pt x="1097534" y="551345"/>
                </a:lnTo>
                <a:lnTo>
                  <a:pt x="1049667" y="551624"/>
                </a:lnTo>
                <a:lnTo>
                  <a:pt x="906094" y="553072"/>
                </a:lnTo>
                <a:lnTo>
                  <a:pt x="858240" y="553250"/>
                </a:lnTo>
                <a:lnTo>
                  <a:pt x="842530" y="553288"/>
                </a:lnTo>
                <a:lnTo>
                  <a:pt x="842378" y="464566"/>
                </a:lnTo>
                <a:lnTo>
                  <a:pt x="842378" y="283591"/>
                </a:lnTo>
                <a:lnTo>
                  <a:pt x="842162" y="236982"/>
                </a:lnTo>
                <a:lnTo>
                  <a:pt x="840663" y="189852"/>
                </a:lnTo>
                <a:lnTo>
                  <a:pt x="834974" y="143256"/>
                </a:lnTo>
                <a:lnTo>
                  <a:pt x="822185" y="98285"/>
                </a:lnTo>
                <a:lnTo>
                  <a:pt x="801789" y="60782"/>
                </a:lnTo>
                <a:lnTo>
                  <a:pt x="773633" y="30480"/>
                </a:lnTo>
                <a:lnTo>
                  <a:pt x="739724" y="9499"/>
                </a:lnTo>
                <a:lnTo>
                  <a:pt x="702017" y="0"/>
                </a:lnTo>
                <a:lnTo>
                  <a:pt x="662508" y="4127"/>
                </a:lnTo>
                <a:lnTo>
                  <a:pt x="623176" y="24015"/>
                </a:lnTo>
                <a:lnTo>
                  <a:pt x="594410" y="54381"/>
                </a:lnTo>
                <a:lnTo>
                  <a:pt x="575970" y="93052"/>
                </a:lnTo>
                <a:lnTo>
                  <a:pt x="565835" y="137375"/>
                </a:lnTo>
                <a:lnTo>
                  <a:pt x="561962" y="184696"/>
                </a:lnTo>
                <a:lnTo>
                  <a:pt x="562330" y="232371"/>
                </a:lnTo>
                <a:lnTo>
                  <a:pt x="564908" y="277761"/>
                </a:lnTo>
                <a:lnTo>
                  <a:pt x="567664" y="318198"/>
                </a:lnTo>
                <a:lnTo>
                  <a:pt x="570153" y="368935"/>
                </a:lnTo>
                <a:lnTo>
                  <a:pt x="571830" y="419658"/>
                </a:lnTo>
                <a:lnTo>
                  <a:pt x="572858" y="470395"/>
                </a:lnTo>
                <a:lnTo>
                  <a:pt x="573366" y="521131"/>
                </a:lnTo>
                <a:lnTo>
                  <a:pt x="573468" y="553783"/>
                </a:lnTo>
                <a:lnTo>
                  <a:pt x="464553" y="553974"/>
                </a:lnTo>
                <a:lnTo>
                  <a:pt x="283578" y="553974"/>
                </a:lnTo>
                <a:lnTo>
                  <a:pt x="236982" y="553770"/>
                </a:lnTo>
                <a:lnTo>
                  <a:pt x="189839" y="555053"/>
                </a:lnTo>
                <a:lnTo>
                  <a:pt x="143243" y="560666"/>
                </a:lnTo>
                <a:lnTo>
                  <a:pt x="98272" y="573443"/>
                </a:lnTo>
                <a:lnTo>
                  <a:pt x="60769" y="593839"/>
                </a:lnTo>
                <a:lnTo>
                  <a:pt x="30467" y="622020"/>
                </a:lnTo>
                <a:lnTo>
                  <a:pt x="9486" y="655993"/>
                </a:lnTo>
                <a:lnTo>
                  <a:pt x="0" y="693826"/>
                </a:lnTo>
                <a:lnTo>
                  <a:pt x="4114" y="733539"/>
                </a:lnTo>
                <a:lnTo>
                  <a:pt x="24003" y="773163"/>
                </a:lnTo>
                <a:lnTo>
                  <a:pt x="54368" y="801928"/>
                </a:lnTo>
                <a:lnTo>
                  <a:pt x="93040" y="820369"/>
                </a:lnTo>
                <a:lnTo>
                  <a:pt x="137363" y="830516"/>
                </a:lnTo>
                <a:lnTo>
                  <a:pt x="184696" y="834377"/>
                </a:lnTo>
                <a:lnTo>
                  <a:pt x="232371" y="834009"/>
                </a:lnTo>
                <a:lnTo>
                  <a:pt x="277749" y="831443"/>
                </a:lnTo>
                <a:lnTo>
                  <a:pt x="318185" y="828687"/>
                </a:lnTo>
                <a:lnTo>
                  <a:pt x="368922" y="826198"/>
                </a:lnTo>
                <a:lnTo>
                  <a:pt x="419658" y="824509"/>
                </a:lnTo>
                <a:lnTo>
                  <a:pt x="470382" y="823493"/>
                </a:lnTo>
                <a:lnTo>
                  <a:pt x="521119" y="822985"/>
                </a:lnTo>
                <a:lnTo>
                  <a:pt x="571855" y="822820"/>
                </a:lnTo>
                <a:lnTo>
                  <a:pt x="574319" y="822833"/>
                </a:lnTo>
                <a:lnTo>
                  <a:pt x="574357" y="825538"/>
                </a:lnTo>
                <a:lnTo>
                  <a:pt x="576783" y="923429"/>
                </a:lnTo>
                <a:lnTo>
                  <a:pt x="579450" y="1018019"/>
                </a:lnTo>
                <a:lnTo>
                  <a:pt x="580644" y="1065187"/>
                </a:lnTo>
                <a:lnTo>
                  <a:pt x="582358" y="1165313"/>
                </a:lnTo>
                <a:lnTo>
                  <a:pt x="585203" y="1215555"/>
                </a:lnTo>
                <a:lnTo>
                  <a:pt x="592175" y="1264907"/>
                </a:lnTo>
                <a:lnTo>
                  <a:pt x="605980" y="1308938"/>
                </a:lnTo>
                <a:lnTo>
                  <a:pt x="629539" y="1350137"/>
                </a:lnTo>
                <a:lnTo>
                  <a:pt x="662051" y="1383220"/>
                </a:lnTo>
                <a:lnTo>
                  <a:pt x="702741" y="1402956"/>
                </a:lnTo>
                <a:lnTo>
                  <a:pt x="750798" y="1404073"/>
                </a:lnTo>
                <a:lnTo>
                  <a:pt x="796556" y="1381455"/>
                </a:lnTo>
                <a:lnTo>
                  <a:pt x="824255" y="1340980"/>
                </a:lnTo>
                <a:lnTo>
                  <a:pt x="838314" y="1291323"/>
                </a:lnTo>
                <a:lnTo>
                  <a:pt x="843102" y="1241120"/>
                </a:lnTo>
                <a:lnTo>
                  <a:pt x="844334" y="1193253"/>
                </a:lnTo>
                <a:lnTo>
                  <a:pt x="844918" y="1145400"/>
                </a:lnTo>
                <a:lnTo>
                  <a:pt x="844994" y="1097546"/>
                </a:lnTo>
                <a:lnTo>
                  <a:pt x="844715" y="1049680"/>
                </a:lnTo>
                <a:lnTo>
                  <a:pt x="843280" y="906106"/>
                </a:lnTo>
                <a:lnTo>
                  <a:pt x="843102" y="858253"/>
                </a:lnTo>
                <a:lnTo>
                  <a:pt x="843026" y="821563"/>
                </a:lnTo>
                <a:lnTo>
                  <a:pt x="923429" y="819556"/>
                </a:lnTo>
                <a:lnTo>
                  <a:pt x="1018019" y="816902"/>
                </a:lnTo>
                <a:lnTo>
                  <a:pt x="1065174" y="815708"/>
                </a:lnTo>
                <a:lnTo>
                  <a:pt x="1165313" y="813993"/>
                </a:lnTo>
                <a:lnTo>
                  <a:pt x="1215542" y="811149"/>
                </a:lnTo>
                <a:lnTo>
                  <a:pt x="1264907" y="804176"/>
                </a:lnTo>
                <a:lnTo>
                  <a:pt x="1308925" y="790371"/>
                </a:lnTo>
                <a:lnTo>
                  <a:pt x="1350124" y="766813"/>
                </a:lnTo>
                <a:lnTo>
                  <a:pt x="1383220" y="734288"/>
                </a:lnTo>
                <a:lnTo>
                  <a:pt x="1402943" y="693610"/>
                </a:lnTo>
                <a:lnTo>
                  <a:pt x="1404061" y="645541"/>
                </a:lnTo>
                <a:close/>
              </a:path>
            </a:pathLst>
          </a:custGeom>
          <a:solidFill>
            <a:srgbClr val="DAFF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1681279" y="7483765"/>
            <a:ext cx="1449705" cy="387985"/>
          </a:xfrm>
          <a:custGeom>
            <a:avLst/>
            <a:gdLst/>
            <a:ahLst/>
            <a:cxnLst/>
            <a:rect l="l" t="t" r="r" b="b"/>
            <a:pathLst>
              <a:path w="1449705" h="387984">
                <a:moveTo>
                  <a:pt x="164094" y="387901"/>
                </a:moveTo>
                <a:lnTo>
                  <a:pt x="101476" y="375822"/>
                </a:lnTo>
                <a:lnTo>
                  <a:pt x="48088" y="339812"/>
                </a:lnTo>
                <a:lnTo>
                  <a:pt x="12677" y="286596"/>
                </a:lnTo>
                <a:lnTo>
                  <a:pt x="0" y="223806"/>
                </a:lnTo>
                <a:lnTo>
                  <a:pt x="381" y="207180"/>
                </a:lnTo>
                <a:lnTo>
                  <a:pt x="2877" y="191130"/>
                </a:lnTo>
                <a:lnTo>
                  <a:pt x="7467" y="175636"/>
                </a:lnTo>
                <a:lnTo>
                  <a:pt x="14130" y="160676"/>
                </a:lnTo>
                <a:lnTo>
                  <a:pt x="19981" y="145844"/>
                </a:lnTo>
                <a:lnTo>
                  <a:pt x="48088" y="107801"/>
                </a:lnTo>
                <a:lnTo>
                  <a:pt x="86228" y="79693"/>
                </a:lnTo>
                <a:lnTo>
                  <a:pt x="100963" y="73842"/>
                </a:lnTo>
                <a:lnTo>
                  <a:pt x="115827" y="67179"/>
                </a:lnTo>
                <a:lnTo>
                  <a:pt x="131332" y="62589"/>
                </a:lnTo>
                <a:lnTo>
                  <a:pt x="147435" y="60093"/>
                </a:lnTo>
                <a:lnTo>
                  <a:pt x="164094" y="59712"/>
                </a:lnTo>
                <a:lnTo>
                  <a:pt x="213733" y="55010"/>
                </a:lnTo>
                <a:lnTo>
                  <a:pt x="263371" y="50482"/>
                </a:lnTo>
                <a:lnTo>
                  <a:pt x="313010" y="46141"/>
                </a:lnTo>
                <a:lnTo>
                  <a:pt x="362649" y="41997"/>
                </a:lnTo>
                <a:lnTo>
                  <a:pt x="412287" y="38060"/>
                </a:lnTo>
                <a:lnTo>
                  <a:pt x="463574" y="34183"/>
                </a:lnTo>
                <a:lnTo>
                  <a:pt x="514874" y="30513"/>
                </a:lnTo>
                <a:lnTo>
                  <a:pt x="566186" y="27050"/>
                </a:lnTo>
                <a:lnTo>
                  <a:pt x="617510" y="23793"/>
                </a:lnTo>
                <a:lnTo>
                  <a:pt x="668845" y="20743"/>
                </a:lnTo>
                <a:lnTo>
                  <a:pt x="720190" y="17898"/>
                </a:lnTo>
                <a:lnTo>
                  <a:pt x="771544" y="15257"/>
                </a:lnTo>
                <a:lnTo>
                  <a:pt x="822907" y="12821"/>
                </a:lnTo>
                <a:lnTo>
                  <a:pt x="874277" y="10589"/>
                </a:lnTo>
                <a:lnTo>
                  <a:pt x="925654" y="8560"/>
                </a:lnTo>
                <a:lnTo>
                  <a:pt x="977036" y="6734"/>
                </a:lnTo>
                <a:lnTo>
                  <a:pt x="1028424" y="5109"/>
                </a:lnTo>
                <a:lnTo>
                  <a:pt x="1079816" y="3687"/>
                </a:lnTo>
                <a:lnTo>
                  <a:pt x="1131211" y="2465"/>
                </a:lnTo>
                <a:lnTo>
                  <a:pt x="1182608" y="1443"/>
                </a:lnTo>
                <a:lnTo>
                  <a:pt x="1234008" y="622"/>
                </a:lnTo>
                <a:lnTo>
                  <a:pt x="1285408" y="0"/>
                </a:lnTo>
                <a:lnTo>
                  <a:pt x="1317700" y="3187"/>
                </a:lnTo>
                <a:lnTo>
                  <a:pt x="1376044" y="28107"/>
                </a:lnTo>
                <a:lnTo>
                  <a:pt x="1422228" y="72752"/>
                </a:lnTo>
                <a:lnTo>
                  <a:pt x="1445738" y="132251"/>
                </a:lnTo>
                <a:lnTo>
                  <a:pt x="1449502" y="164094"/>
                </a:lnTo>
                <a:lnTo>
                  <a:pt x="1449121" y="180721"/>
                </a:lnTo>
                <a:lnTo>
                  <a:pt x="1446625" y="196771"/>
                </a:lnTo>
                <a:lnTo>
                  <a:pt x="1442035" y="212265"/>
                </a:lnTo>
                <a:lnTo>
                  <a:pt x="1435372" y="227225"/>
                </a:lnTo>
                <a:lnTo>
                  <a:pt x="1429521" y="242057"/>
                </a:lnTo>
                <a:lnTo>
                  <a:pt x="1401413" y="280100"/>
                </a:lnTo>
                <a:lnTo>
                  <a:pt x="1348026" y="315255"/>
                </a:lnTo>
                <a:lnTo>
                  <a:pt x="1285408" y="328189"/>
                </a:lnTo>
                <a:lnTo>
                  <a:pt x="1235521" y="328709"/>
                </a:lnTo>
                <a:lnTo>
                  <a:pt x="1185678" y="329447"/>
                </a:lnTo>
                <a:lnTo>
                  <a:pt x="1135868" y="330404"/>
                </a:lnTo>
                <a:lnTo>
                  <a:pt x="1086080" y="331580"/>
                </a:lnTo>
                <a:lnTo>
                  <a:pt x="1036303" y="332975"/>
                </a:lnTo>
                <a:lnTo>
                  <a:pt x="984905" y="334567"/>
                </a:lnTo>
                <a:lnTo>
                  <a:pt x="933513" y="336367"/>
                </a:lnTo>
                <a:lnTo>
                  <a:pt x="882128" y="338374"/>
                </a:lnTo>
                <a:lnTo>
                  <a:pt x="830752" y="340587"/>
                </a:lnTo>
                <a:lnTo>
                  <a:pt x="779384" y="343006"/>
                </a:lnTo>
                <a:lnTo>
                  <a:pt x="728027" y="345631"/>
                </a:lnTo>
                <a:lnTo>
                  <a:pt x="676681" y="348461"/>
                </a:lnTo>
                <a:lnTo>
                  <a:pt x="625347" y="351495"/>
                </a:lnTo>
                <a:lnTo>
                  <a:pt x="574027" y="354732"/>
                </a:lnTo>
                <a:lnTo>
                  <a:pt x="522722" y="358173"/>
                </a:lnTo>
                <a:lnTo>
                  <a:pt x="471433" y="361816"/>
                </a:lnTo>
                <a:lnTo>
                  <a:pt x="420161" y="365662"/>
                </a:lnTo>
                <a:lnTo>
                  <a:pt x="368907" y="369709"/>
                </a:lnTo>
                <a:lnTo>
                  <a:pt x="317672" y="373957"/>
                </a:lnTo>
                <a:lnTo>
                  <a:pt x="266458" y="378405"/>
                </a:lnTo>
                <a:lnTo>
                  <a:pt x="215265" y="383054"/>
                </a:lnTo>
                <a:lnTo>
                  <a:pt x="164094" y="387901"/>
                </a:lnTo>
                <a:close/>
              </a:path>
            </a:pathLst>
          </a:custGeom>
          <a:solidFill>
            <a:srgbClr val="DAFF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2393403" y="4291444"/>
            <a:ext cx="4298315" cy="2387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223010">
              <a:lnSpc>
                <a:spcPct val="155000"/>
              </a:lnSpc>
              <a:spcBef>
                <a:spcPts val="100"/>
              </a:spcBef>
            </a:pPr>
            <a:r>
              <a:rPr sz="2500" spc="145" dirty="0">
                <a:solidFill>
                  <a:srgbClr val="3B0A85"/>
                </a:solidFill>
                <a:latin typeface="Trebuchet MS"/>
                <a:cs typeface="Trebuchet MS"/>
              </a:rPr>
              <a:t>Wide-</a:t>
            </a:r>
            <a:r>
              <a:rPr sz="2500" spc="-10" dirty="0">
                <a:solidFill>
                  <a:srgbClr val="3B0A85"/>
                </a:solidFill>
                <a:latin typeface="Trebuchet MS"/>
                <a:cs typeface="Trebuchet MS"/>
              </a:rPr>
              <a:t>ranging </a:t>
            </a:r>
            <a:r>
              <a:rPr sz="2500" dirty="0">
                <a:solidFill>
                  <a:srgbClr val="3B0A85"/>
                </a:solidFill>
                <a:latin typeface="Trebuchet MS"/>
                <a:cs typeface="Trebuchet MS"/>
              </a:rPr>
              <a:t>Generalizable</a:t>
            </a:r>
            <a:r>
              <a:rPr sz="2500" spc="-8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-10" dirty="0">
                <a:solidFill>
                  <a:srgbClr val="3B0A85"/>
                </a:solidFill>
                <a:latin typeface="Trebuchet MS"/>
                <a:cs typeface="Trebuchet MS"/>
              </a:rPr>
              <a:t>results </a:t>
            </a:r>
            <a:r>
              <a:rPr sz="2500" spc="65" dirty="0">
                <a:solidFill>
                  <a:srgbClr val="3B0A85"/>
                </a:solidFill>
                <a:latin typeface="Trebuchet MS"/>
                <a:cs typeface="Trebuchet MS"/>
              </a:rPr>
              <a:t>Anonymity</a:t>
            </a:r>
            <a:endParaRPr sz="2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650"/>
              </a:spcBef>
            </a:pPr>
            <a:r>
              <a:rPr sz="2500" spc="135" dirty="0">
                <a:solidFill>
                  <a:srgbClr val="3B0A85"/>
                </a:solidFill>
                <a:latin typeface="Trebuchet MS"/>
                <a:cs typeface="Trebuchet MS"/>
              </a:rPr>
              <a:t>Less</a:t>
            </a:r>
            <a:r>
              <a:rPr sz="2500" spc="-1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3B0A85"/>
                </a:solidFill>
                <a:latin typeface="Trebuchet MS"/>
                <a:cs typeface="Trebuchet MS"/>
              </a:rPr>
              <a:t>risk</a:t>
            </a:r>
            <a:r>
              <a:rPr sz="2500" spc="-1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3B0A85"/>
                </a:solidFill>
                <a:latin typeface="Trebuchet MS"/>
                <a:cs typeface="Trebuchet MS"/>
              </a:rPr>
              <a:t>of</a:t>
            </a:r>
            <a:r>
              <a:rPr sz="2500" spc="-1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3B0A85"/>
                </a:solidFill>
                <a:latin typeface="Trebuchet MS"/>
                <a:cs typeface="Trebuchet MS"/>
              </a:rPr>
              <a:t>social</a:t>
            </a:r>
            <a:r>
              <a:rPr sz="2500" spc="-10" dirty="0">
                <a:solidFill>
                  <a:srgbClr val="3B0A85"/>
                </a:solidFill>
                <a:latin typeface="Trebuchet MS"/>
                <a:cs typeface="Trebuchet MS"/>
              </a:rPr>
              <a:t> desirability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2245223" y="7403196"/>
            <a:ext cx="4841240" cy="15684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352040">
              <a:lnSpc>
                <a:spcPct val="135000"/>
              </a:lnSpc>
              <a:spcBef>
                <a:spcPts val="100"/>
              </a:spcBef>
            </a:pPr>
            <a:r>
              <a:rPr sz="2500" spc="55" dirty="0">
                <a:solidFill>
                  <a:srgbClr val="3B0A85"/>
                </a:solidFill>
                <a:latin typeface="Trebuchet MS"/>
                <a:cs typeface="Trebuchet MS"/>
              </a:rPr>
              <a:t>Lack</a:t>
            </a:r>
            <a:r>
              <a:rPr sz="2500" spc="-7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3B0A85"/>
                </a:solidFill>
                <a:latin typeface="Trebuchet MS"/>
                <a:cs typeface="Trebuchet MS"/>
              </a:rPr>
              <a:t>of</a:t>
            </a:r>
            <a:r>
              <a:rPr sz="2500" spc="-7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70" dirty="0">
                <a:solidFill>
                  <a:srgbClr val="3B0A85"/>
                </a:solidFill>
                <a:latin typeface="Trebuchet MS"/>
                <a:cs typeface="Trebuchet MS"/>
              </a:rPr>
              <a:t>depth </a:t>
            </a:r>
            <a:r>
              <a:rPr sz="2500" spc="55" dirty="0">
                <a:solidFill>
                  <a:srgbClr val="3B0A85"/>
                </a:solidFill>
                <a:latin typeface="Trebuchet MS"/>
                <a:cs typeface="Trebuchet MS"/>
              </a:rPr>
              <a:t>Lack</a:t>
            </a:r>
            <a:r>
              <a:rPr sz="2500" spc="-9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3B0A85"/>
                </a:solidFill>
                <a:latin typeface="Trebuchet MS"/>
                <a:cs typeface="Trebuchet MS"/>
              </a:rPr>
              <a:t>of</a:t>
            </a:r>
            <a:r>
              <a:rPr sz="2500" spc="-9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-25" dirty="0">
                <a:solidFill>
                  <a:srgbClr val="3B0A85"/>
                </a:solidFill>
                <a:latin typeface="Trebuchet MS"/>
                <a:cs typeface="Trebuchet MS"/>
              </a:rPr>
              <a:t>follow</a:t>
            </a:r>
            <a:r>
              <a:rPr sz="2500" spc="-9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85" dirty="0">
                <a:solidFill>
                  <a:srgbClr val="3B0A85"/>
                </a:solidFill>
                <a:latin typeface="Trebuchet MS"/>
                <a:cs typeface="Trebuchet MS"/>
              </a:rPr>
              <a:t>up</a:t>
            </a:r>
            <a:endParaRPr sz="2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50"/>
              </a:spcBef>
            </a:pPr>
            <a:r>
              <a:rPr sz="2500" dirty="0">
                <a:solidFill>
                  <a:srgbClr val="3B0A85"/>
                </a:solidFill>
                <a:latin typeface="Trebuchet MS"/>
                <a:cs typeface="Trebuchet MS"/>
              </a:rPr>
              <a:t>Higher</a:t>
            </a:r>
            <a:r>
              <a:rPr sz="2500" spc="-7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65" dirty="0">
                <a:solidFill>
                  <a:srgbClr val="3B0A85"/>
                </a:solidFill>
                <a:latin typeface="Trebuchet MS"/>
                <a:cs typeface="Trebuchet MS"/>
              </a:rPr>
              <a:t>number</a:t>
            </a:r>
            <a:r>
              <a:rPr sz="2500" spc="-6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3B0A85"/>
                </a:solidFill>
                <a:latin typeface="Trebuchet MS"/>
                <a:cs typeface="Trebuchet MS"/>
              </a:rPr>
              <a:t>of</a:t>
            </a:r>
            <a:r>
              <a:rPr sz="2500" spc="-6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145" dirty="0">
                <a:solidFill>
                  <a:srgbClr val="3B0A85"/>
                </a:solidFill>
                <a:latin typeface="Trebuchet MS"/>
                <a:cs typeface="Trebuchet MS"/>
              </a:rPr>
              <a:t>cases</a:t>
            </a:r>
            <a:r>
              <a:rPr sz="2500" spc="-6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-10" dirty="0">
                <a:solidFill>
                  <a:srgbClr val="3B0A85"/>
                </a:solidFill>
                <a:latin typeface="Trebuchet MS"/>
                <a:cs typeface="Trebuchet MS"/>
              </a:rPr>
              <a:t>required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6179985" y="4317796"/>
            <a:ext cx="1404620" cy="1404620"/>
          </a:xfrm>
          <a:custGeom>
            <a:avLst/>
            <a:gdLst/>
            <a:ahLst/>
            <a:cxnLst/>
            <a:rect l="l" t="t" r="r" b="b"/>
            <a:pathLst>
              <a:path w="1404620" h="1404620">
                <a:moveTo>
                  <a:pt x="1404061" y="645541"/>
                </a:moveTo>
                <a:lnTo>
                  <a:pt x="1381442" y="599795"/>
                </a:lnTo>
                <a:lnTo>
                  <a:pt x="1340967" y="572084"/>
                </a:lnTo>
                <a:lnTo>
                  <a:pt x="1291310" y="558038"/>
                </a:lnTo>
                <a:lnTo>
                  <a:pt x="1241107" y="553250"/>
                </a:lnTo>
                <a:lnTo>
                  <a:pt x="1193253" y="552005"/>
                </a:lnTo>
                <a:lnTo>
                  <a:pt x="1145387" y="551421"/>
                </a:lnTo>
                <a:lnTo>
                  <a:pt x="1097534" y="551345"/>
                </a:lnTo>
                <a:lnTo>
                  <a:pt x="1049680" y="551624"/>
                </a:lnTo>
                <a:lnTo>
                  <a:pt x="906094" y="553072"/>
                </a:lnTo>
                <a:lnTo>
                  <a:pt x="858240" y="553250"/>
                </a:lnTo>
                <a:lnTo>
                  <a:pt x="842530" y="553288"/>
                </a:lnTo>
                <a:lnTo>
                  <a:pt x="842378" y="464566"/>
                </a:lnTo>
                <a:lnTo>
                  <a:pt x="842378" y="283591"/>
                </a:lnTo>
                <a:lnTo>
                  <a:pt x="842162" y="236982"/>
                </a:lnTo>
                <a:lnTo>
                  <a:pt x="840663" y="189852"/>
                </a:lnTo>
                <a:lnTo>
                  <a:pt x="834974" y="143256"/>
                </a:lnTo>
                <a:lnTo>
                  <a:pt x="822185" y="98285"/>
                </a:lnTo>
                <a:lnTo>
                  <a:pt x="801789" y="60782"/>
                </a:lnTo>
                <a:lnTo>
                  <a:pt x="773645" y="30480"/>
                </a:lnTo>
                <a:lnTo>
                  <a:pt x="739724" y="9499"/>
                </a:lnTo>
                <a:lnTo>
                  <a:pt x="702017" y="0"/>
                </a:lnTo>
                <a:lnTo>
                  <a:pt x="662508" y="4127"/>
                </a:lnTo>
                <a:lnTo>
                  <a:pt x="623189" y="24015"/>
                </a:lnTo>
                <a:lnTo>
                  <a:pt x="594410" y="54381"/>
                </a:lnTo>
                <a:lnTo>
                  <a:pt x="575983" y="93052"/>
                </a:lnTo>
                <a:lnTo>
                  <a:pt x="565835" y="137375"/>
                </a:lnTo>
                <a:lnTo>
                  <a:pt x="561975" y="184696"/>
                </a:lnTo>
                <a:lnTo>
                  <a:pt x="562343" y="232371"/>
                </a:lnTo>
                <a:lnTo>
                  <a:pt x="564908" y="277761"/>
                </a:lnTo>
                <a:lnTo>
                  <a:pt x="567664" y="318198"/>
                </a:lnTo>
                <a:lnTo>
                  <a:pt x="570153" y="368935"/>
                </a:lnTo>
                <a:lnTo>
                  <a:pt x="571842" y="419658"/>
                </a:lnTo>
                <a:lnTo>
                  <a:pt x="572858" y="470395"/>
                </a:lnTo>
                <a:lnTo>
                  <a:pt x="573366" y="521131"/>
                </a:lnTo>
                <a:lnTo>
                  <a:pt x="573468" y="553783"/>
                </a:lnTo>
                <a:lnTo>
                  <a:pt x="464553" y="553974"/>
                </a:lnTo>
                <a:lnTo>
                  <a:pt x="283578" y="553974"/>
                </a:lnTo>
                <a:lnTo>
                  <a:pt x="236982" y="553770"/>
                </a:lnTo>
                <a:lnTo>
                  <a:pt x="189839" y="555053"/>
                </a:lnTo>
                <a:lnTo>
                  <a:pt x="143243" y="560666"/>
                </a:lnTo>
                <a:lnTo>
                  <a:pt x="98272" y="573443"/>
                </a:lnTo>
                <a:lnTo>
                  <a:pt x="60769" y="593839"/>
                </a:lnTo>
                <a:lnTo>
                  <a:pt x="30467" y="622020"/>
                </a:lnTo>
                <a:lnTo>
                  <a:pt x="9499" y="655993"/>
                </a:lnTo>
                <a:lnTo>
                  <a:pt x="0" y="693826"/>
                </a:lnTo>
                <a:lnTo>
                  <a:pt x="4114" y="733539"/>
                </a:lnTo>
                <a:lnTo>
                  <a:pt x="24003" y="773163"/>
                </a:lnTo>
                <a:lnTo>
                  <a:pt x="54381" y="801928"/>
                </a:lnTo>
                <a:lnTo>
                  <a:pt x="93052" y="820369"/>
                </a:lnTo>
                <a:lnTo>
                  <a:pt x="137363" y="830516"/>
                </a:lnTo>
                <a:lnTo>
                  <a:pt x="184696" y="834377"/>
                </a:lnTo>
                <a:lnTo>
                  <a:pt x="232371" y="834009"/>
                </a:lnTo>
                <a:lnTo>
                  <a:pt x="277749" y="831443"/>
                </a:lnTo>
                <a:lnTo>
                  <a:pt x="318185" y="828687"/>
                </a:lnTo>
                <a:lnTo>
                  <a:pt x="368922" y="826198"/>
                </a:lnTo>
                <a:lnTo>
                  <a:pt x="419658" y="824509"/>
                </a:lnTo>
                <a:lnTo>
                  <a:pt x="470395" y="823493"/>
                </a:lnTo>
                <a:lnTo>
                  <a:pt x="521119" y="822985"/>
                </a:lnTo>
                <a:lnTo>
                  <a:pt x="571855" y="822820"/>
                </a:lnTo>
                <a:lnTo>
                  <a:pt x="574319" y="822833"/>
                </a:lnTo>
                <a:lnTo>
                  <a:pt x="574357" y="825538"/>
                </a:lnTo>
                <a:lnTo>
                  <a:pt x="576795" y="923429"/>
                </a:lnTo>
                <a:lnTo>
                  <a:pt x="579450" y="1018019"/>
                </a:lnTo>
                <a:lnTo>
                  <a:pt x="580644" y="1065187"/>
                </a:lnTo>
                <a:lnTo>
                  <a:pt x="582358" y="1165313"/>
                </a:lnTo>
                <a:lnTo>
                  <a:pt x="585203" y="1215555"/>
                </a:lnTo>
                <a:lnTo>
                  <a:pt x="592175" y="1264907"/>
                </a:lnTo>
                <a:lnTo>
                  <a:pt x="605980" y="1308938"/>
                </a:lnTo>
                <a:lnTo>
                  <a:pt x="629539" y="1350137"/>
                </a:lnTo>
                <a:lnTo>
                  <a:pt x="662051" y="1383220"/>
                </a:lnTo>
                <a:lnTo>
                  <a:pt x="702741" y="1402956"/>
                </a:lnTo>
                <a:lnTo>
                  <a:pt x="750811" y="1404073"/>
                </a:lnTo>
                <a:lnTo>
                  <a:pt x="796556" y="1381455"/>
                </a:lnTo>
                <a:lnTo>
                  <a:pt x="824268" y="1340980"/>
                </a:lnTo>
                <a:lnTo>
                  <a:pt x="838314" y="1291323"/>
                </a:lnTo>
                <a:lnTo>
                  <a:pt x="843102" y="1241120"/>
                </a:lnTo>
                <a:lnTo>
                  <a:pt x="844346" y="1193253"/>
                </a:lnTo>
                <a:lnTo>
                  <a:pt x="844918" y="1145400"/>
                </a:lnTo>
                <a:lnTo>
                  <a:pt x="844994" y="1097546"/>
                </a:lnTo>
                <a:lnTo>
                  <a:pt x="844727" y="1049680"/>
                </a:lnTo>
                <a:lnTo>
                  <a:pt x="843280" y="906106"/>
                </a:lnTo>
                <a:lnTo>
                  <a:pt x="843102" y="858253"/>
                </a:lnTo>
                <a:lnTo>
                  <a:pt x="843026" y="821563"/>
                </a:lnTo>
                <a:lnTo>
                  <a:pt x="923429" y="819556"/>
                </a:lnTo>
                <a:lnTo>
                  <a:pt x="1018019" y="816902"/>
                </a:lnTo>
                <a:lnTo>
                  <a:pt x="1065174" y="815708"/>
                </a:lnTo>
                <a:lnTo>
                  <a:pt x="1165313" y="813993"/>
                </a:lnTo>
                <a:lnTo>
                  <a:pt x="1215542" y="811149"/>
                </a:lnTo>
                <a:lnTo>
                  <a:pt x="1264907" y="804176"/>
                </a:lnTo>
                <a:lnTo>
                  <a:pt x="1308938" y="790371"/>
                </a:lnTo>
                <a:lnTo>
                  <a:pt x="1350124" y="766813"/>
                </a:lnTo>
                <a:lnTo>
                  <a:pt x="1383220" y="734288"/>
                </a:lnTo>
                <a:lnTo>
                  <a:pt x="1402956" y="693610"/>
                </a:lnTo>
                <a:lnTo>
                  <a:pt x="1404061" y="645541"/>
                </a:lnTo>
                <a:close/>
              </a:path>
            </a:pathLst>
          </a:custGeom>
          <a:solidFill>
            <a:srgbClr val="DAFF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6287885" y="7483765"/>
            <a:ext cx="1449705" cy="387985"/>
          </a:xfrm>
          <a:custGeom>
            <a:avLst/>
            <a:gdLst/>
            <a:ahLst/>
            <a:cxnLst/>
            <a:rect l="l" t="t" r="r" b="b"/>
            <a:pathLst>
              <a:path w="1449704" h="387984">
                <a:moveTo>
                  <a:pt x="164094" y="387901"/>
                </a:moveTo>
                <a:lnTo>
                  <a:pt x="101476" y="375822"/>
                </a:lnTo>
                <a:lnTo>
                  <a:pt x="48088" y="339812"/>
                </a:lnTo>
                <a:lnTo>
                  <a:pt x="12677" y="286596"/>
                </a:lnTo>
                <a:lnTo>
                  <a:pt x="0" y="223806"/>
                </a:lnTo>
                <a:lnTo>
                  <a:pt x="381" y="207180"/>
                </a:lnTo>
                <a:lnTo>
                  <a:pt x="2877" y="191130"/>
                </a:lnTo>
                <a:lnTo>
                  <a:pt x="7467" y="175636"/>
                </a:lnTo>
                <a:lnTo>
                  <a:pt x="14130" y="160676"/>
                </a:lnTo>
                <a:lnTo>
                  <a:pt x="19981" y="145844"/>
                </a:lnTo>
                <a:lnTo>
                  <a:pt x="48088" y="107801"/>
                </a:lnTo>
                <a:lnTo>
                  <a:pt x="86228" y="79693"/>
                </a:lnTo>
                <a:lnTo>
                  <a:pt x="100963" y="73842"/>
                </a:lnTo>
                <a:lnTo>
                  <a:pt x="115827" y="67179"/>
                </a:lnTo>
                <a:lnTo>
                  <a:pt x="131332" y="62589"/>
                </a:lnTo>
                <a:lnTo>
                  <a:pt x="147435" y="60093"/>
                </a:lnTo>
                <a:lnTo>
                  <a:pt x="164094" y="59712"/>
                </a:lnTo>
                <a:lnTo>
                  <a:pt x="213733" y="55010"/>
                </a:lnTo>
                <a:lnTo>
                  <a:pt x="263371" y="50482"/>
                </a:lnTo>
                <a:lnTo>
                  <a:pt x="313010" y="46141"/>
                </a:lnTo>
                <a:lnTo>
                  <a:pt x="362649" y="41997"/>
                </a:lnTo>
                <a:lnTo>
                  <a:pt x="412287" y="38060"/>
                </a:lnTo>
                <a:lnTo>
                  <a:pt x="463574" y="34183"/>
                </a:lnTo>
                <a:lnTo>
                  <a:pt x="514874" y="30513"/>
                </a:lnTo>
                <a:lnTo>
                  <a:pt x="566186" y="27050"/>
                </a:lnTo>
                <a:lnTo>
                  <a:pt x="617510" y="23793"/>
                </a:lnTo>
                <a:lnTo>
                  <a:pt x="668845" y="20743"/>
                </a:lnTo>
                <a:lnTo>
                  <a:pt x="720190" y="17898"/>
                </a:lnTo>
                <a:lnTo>
                  <a:pt x="771544" y="15257"/>
                </a:lnTo>
                <a:lnTo>
                  <a:pt x="822907" y="12821"/>
                </a:lnTo>
                <a:lnTo>
                  <a:pt x="874277" y="10589"/>
                </a:lnTo>
                <a:lnTo>
                  <a:pt x="925654" y="8560"/>
                </a:lnTo>
                <a:lnTo>
                  <a:pt x="977036" y="6734"/>
                </a:lnTo>
                <a:lnTo>
                  <a:pt x="1028424" y="5109"/>
                </a:lnTo>
                <a:lnTo>
                  <a:pt x="1079816" y="3687"/>
                </a:lnTo>
                <a:lnTo>
                  <a:pt x="1131211" y="2465"/>
                </a:lnTo>
                <a:lnTo>
                  <a:pt x="1182608" y="1443"/>
                </a:lnTo>
                <a:lnTo>
                  <a:pt x="1234008" y="622"/>
                </a:lnTo>
                <a:lnTo>
                  <a:pt x="1285408" y="0"/>
                </a:lnTo>
                <a:lnTo>
                  <a:pt x="1317700" y="3187"/>
                </a:lnTo>
                <a:lnTo>
                  <a:pt x="1376044" y="28107"/>
                </a:lnTo>
                <a:lnTo>
                  <a:pt x="1422228" y="72752"/>
                </a:lnTo>
                <a:lnTo>
                  <a:pt x="1445738" y="132251"/>
                </a:lnTo>
                <a:lnTo>
                  <a:pt x="1449502" y="164094"/>
                </a:lnTo>
                <a:lnTo>
                  <a:pt x="1449121" y="180721"/>
                </a:lnTo>
                <a:lnTo>
                  <a:pt x="1446625" y="196771"/>
                </a:lnTo>
                <a:lnTo>
                  <a:pt x="1442035" y="212265"/>
                </a:lnTo>
                <a:lnTo>
                  <a:pt x="1435372" y="227225"/>
                </a:lnTo>
                <a:lnTo>
                  <a:pt x="1429521" y="242057"/>
                </a:lnTo>
                <a:lnTo>
                  <a:pt x="1401413" y="280100"/>
                </a:lnTo>
                <a:lnTo>
                  <a:pt x="1348026" y="315255"/>
                </a:lnTo>
                <a:lnTo>
                  <a:pt x="1285408" y="328189"/>
                </a:lnTo>
                <a:lnTo>
                  <a:pt x="1235521" y="328709"/>
                </a:lnTo>
                <a:lnTo>
                  <a:pt x="1185678" y="329447"/>
                </a:lnTo>
                <a:lnTo>
                  <a:pt x="1135868" y="330404"/>
                </a:lnTo>
                <a:lnTo>
                  <a:pt x="1086080" y="331580"/>
                </a:lnTo>
                <a:lnTo>
                  <a:pt x="1036303" y="332975"/>
                </a:lnTo>
                <a:lnTo>
                  <a:pt x="984905" y="334567"/>
                </a:lnTo>
                <a:lnTo>
                  <a:pt x="933513" y="336367"/>
                </a:lnTo>
                <a:lnTo>
                  <a:pt x="882128" y="338374"/>
                </a:lnTo>
                <a:lnTo>
                  <a:pt x="830752" y="340587"/>
                </a:lnTo>
                <a:lnTo>
                  <a:pt x="779384" y="343006"/>
                </a:lnTo>
                <a:lnTo>
                  <a:pt x="728027" y="345631"/>
                </a:lnTo>
                <a:lnTo>
                  <a:pt x="676681" y="348461"/>
                </a:lnTo>
                <a:lnTo>
                  <a:pt x="625347" y="351495"/>
                </a:lnTo>
                <a:lnTo>
                  <a:pt x="574027" y="354732"/>
                </a:lnTo>
                <a:lnTo>
                  <a:pt x="522722" y="358173"/>
                </a:lnTo>
                <a:lnTo>
                  <a:pt x="471433" y="361816"/>
                </a:lnTo>
                <a:lnTo>
                  <a:pt x="420161" y="365662"/>
                </a:lnTo>
                <a:lnTo>
                  <a:pt x="368907" y="369709"/>
                </a:lnTo>
                <a:lnTo>
                  <a:pt x="317672" y="373957"/>
                </a:lnTo>
                <a:lnTo>
                  <a:pt x="266458" y="378405"/>
                </a:lnTo>
                <a:lnTo>
                  <a:pt x="215265" y="383054"/>
                </a:lnTo>
                <a:lnTo>
                  <a:pt x="164094" y="387901"/>
                </a:lnTo>
                <a:close/>
              </a:path>
            </a:pathLst>
          </a:custGeom>
          <a:solidFill>
            <a:srgbClr val="DAFF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7011997" y="4430492"/>
            <a:ext cx="418719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500" spc="90" dirty="0">
                <a:solidFill>
                  <a:srgbClr val="3B0A85"/>
                </a:solidFill>
                <a:latin typeface="Trebuchet MS"/>
                <a:cs typeface="Trebuchet MS"/>
              </a:rPr>
              <a:t>Captures</a:t>
            </a:r>
            <a:r>
              <a:rPr sz="2500" spc="-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-10" dirty="0">
                <a:solidFill>
                  <a:srgbClr val="3B0A85"/>
                </a:solidFill>
                <a:latin typeface="Trebuchet MS"/>
                <a:cs typeface="Trebuchet MS"/>
              </a:rPr>
              <a:t>natural</a:t>
            </a:r>
            <a:r>
              <a:rPr sz="2500" spc="-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3B0A85"/>
                </a:solidFill>
                <a:latin typeface="Trebuchet MS"/>
                <a:cs typeface="Trebuchet MS"/>
              </a:rPr>
              <a:t>behavior</a:t>
            </a:r>
            <a:r>
              <a:rPr sz="2500" spc="-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-25" dirty="0">
                <a:solidFill>
                  <a:srgbClr val="3B0A85"/>
                </a:solidFill>
                <a:latin typeface="Trebuchet MS"/>
                <a:cs typeface="Trebuchet MS"/>
              </a:rPr>
              <a:t>in </a:t>
            </a:r>
            <a:r>
              <a:rPr sz="2500" dirty="0">
                <a:solidFill>
                  <a:srgbClr val="3B0A85"/>
                </a:solidFill>
                <a:latin typeface="Trebuchet MS"/>
                <a:cs typeface="Trebuchet MS"/>
              </a:rPr>
              <a:t>real-world</a:t>
            </a:r>
            <a:r>
              <a:rPr sz="2500" spc="15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-10" dirty="0">
                <a:solidFill>
                  <a:srgbClr val="3B0A85"/>
                </a:solidFill>
                <a:latin typeface="Trebuchet MS"/>
                <a:cs typeface="Trebuchet MS"/>
              </a:rPr>
              <a:t>settings.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011997" y="5573492"/>
            <a:ext cx="4027804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500" spc="85" dirty="0">
                <a:solidFill>
                  <a:srgbClr val="3B0A85"/>
                </a:solidFill>
                <a:latin typeface="Trebuchet MS"/>
                <a:cs typeface="Trebuchet MS"/>
              </a:rPr>
              <a:t>Outside</a:t>
            </a:r>
            <a:r>
              <a:rPr sz="2500" spc="-7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80" dirty="0">
                <a:solidFill>
                  <a:srgbClr val="3B0A85"/>
                </a:solidFill>
                <a:latin typeface="Trebuchet MS"/>
                <a:cs typeface="Trebuchet MS"/>
              </a:rPr>
              <a:t>perspectives</a:t>
            </a:r>
            <a:r>
              <a:rPr sz="2500" spc="-7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-10" dirty="0">
                <a:solidFill>
                  <a:srgbClr val="3B0A85"/>
                </a:solidFill>
                <a:latin typeface="Trebuchet MS"/>
                <a:cs typeface="Trebuchet MS"/>
              </a:rPr>
              <a:t>bring </a:t>
            </a:r>
            <a:r>
              <a:rPr sz="2500" dirty="0">
                <a:solidFill>
                  <a:srgbClr val="3B0A85"/>
                </a:solidFill>
                <a:latin typeface="Trebuchet MS"/>
                <a:cs typeface="Trebuchet MS"/>
              </a:rPr>
              <a:t>new</a:t>
            </a:r>
            <a:r>
              <a:rPr sz="2500" spc="2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-10" dirty="0">
                <a:solidFill>
                  <a:srgbClr val="3B0A85"/>
                </a:solidFill>
                <a:latin typeface="Trebuchet MS"/>
                <a:cs typeface="Trebuchet MS"/>
              </a:rPr>
              <a:t>insights.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861210" y="7470806"/>
            <a:ext cx="448754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spc="175" dirty="0">
                <a:solidFill>
                  <a:srgbClr val="3B0A85"/>
                </a:solidFill>
                <a:latin typeface="Trebuchet MS"/>
                <a:cs typeface="Trebuchet MS"/>
              </a:rPr>
              <a:t>A</a:t>
            </a:r>
            <a:r>
              <a:rPr sz="2500" spc="-8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55" dirty="0">
                <a:solidFill>
                  <a:srgbClr val="3B0A85"/>
                </a:solidFill>
                <a:latin typeface="Trebuchet MS"/>
                <a:cs typeface="Trebuchet MS"/>
              </a:rPr>
              <a:t>combination</a:t>
            </a:r>
            <a:r>
              <a:rPr sz="2500" spc="-8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3B0A85"/>
                </a:solidFill>
                <a:latin typeface="Trebuchet MS"/>
                <a:cs typeface="Trebuchet MS"/>
              </a:rPr>
              <a:t>of</a:t>
            </a:r>
            <a:r>
              <a:rPr sz="2500" spc="-8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105" dirty="0">
                <a:solidFill>
                  <a:srgbClr val="3B0A85"/>
                </a:solidFill>
                <a:latin typeface="Trebuchet MS"/>
                <a:cs typeface="Trebuchet MS"/>
              </a:rPr>
              <a:t>methods</a:t>
            </a:r>
            <a:r>
              <a:rPr sz="2500" spc="-8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-45" dirty="0">
                <a:solidFill>
                  <a:srgbClr val="3B0A85"/>
                </a:solidFill>
                <a:latin typeface="Trebuchet MS"/>
                <a:cs typeface="Trebuchet MS"/>
              </a:rPr>
              <a:t>will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861210" y="7594593"/>
            <a:ext cx="3075305" cy="2082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5000"/>
              </a:lnSpc>
              <a:spcBef>
                <a:spcPts val="100"/>
              </a:spcBef>
            </a:pPr>
            <a:r>
              <a:rPr sz="2500" spc="110" dirty="0">
                <a:solidFill>
                  <a:srgbClr val="3B0A85"/>
                </a:solidFill>
                <a:latin typeface="Trebuchet MS"/>
                <a:cs typeface="Trebuchet MS"/>
              </a:rPr>
              <a:t>be</a:t>
            </a:r>
            <a:r>
              <a:rPr sz="2500" spc="-9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85" dirty="0">
                <a:solidFill>
                  <a:srgbClr val="3B0A85"/>
                </a:solidFill>
                <a:latin typeface="Trebuchet MS"/>
                <a:cs typeface="Trebuchet MS"/>
              </a:rPr>
              <a:t>necessary </a:t>
            </a:r>
            <a:r>
              <a:rPr sz="2500" dirty="0">
                <a:solidFill>
                  <a:srgbClr val="3B0A85"/>
                </a:solidFill>
                <a:latin typeface="Trebuchet MS"/>
                <a:cs typeface="Trebuchet MS"/>
              </a:rPr>
              <a:t>Selective</a:t>
            </a:r>
            <a:r>
              <a:rPr sz="2500" spc="20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45" dirty="0">
                <a:solidFill>
                  <a:srgbClr val="3B0A85"/>
                </a:solidFill>
                <a:latin typeface="Trebuchet MS"/>
                <a:cs typeface="Trebuchet MS"/>
              </a:rPr>
              <a:t>perception </a:t>
            </a:r>
            <a:r>
              <a:rPr sz="2500" dirty="0">
                <a:solidFill>
                  <a:srgbClr val="3B0A85"/>
                </a:solidFill>
                <a:latin typeface="Trebuchet MS"/>
                <a:cs typeface="Trebuchet MS"/>
              </a:rPr>
              <a:t>Confirmation</a:t>
            </a:r>
            <a:r>
              <a:rPr sz="2500" spc="29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60" dirty="0">
                <a:solidFill>
                  <a:srgbClr val="3B0A85"/>
                </a:solidFill>
                <a:latin typeface="Trebuchet MS"/>
                <a:cs typeface="Trebuchet MS"/>
              </a:rPr>
              <a:t>bias Logistics</a:t>
            </a:r>
            <a:endParaRPr sz="2500">
              <a:latin typeface="Trebuchet MS"/>
              <a:cs typeface="Trebuchet MS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14410918" y="425734"/>
            <a:ext cx="3274695" cy="3542029"/>
            <a:chOff x="14410918" y="425734"/>
            <a:chExt cx="3274695" cy="3542029"/>
          </a:xfrm>
        </p:grpSpPr>
        <p:sp>
          <p:nvSpPr>
            <p:cNvPr id="28" name="object 28"/>
            <p:cNvSpPr/>
            <p:nvPr/>
          </p:nvSpPr>
          <p:spPr>
            <a:xfrm>
              <a:off x="14410918" y="713717"/>
              <a:ext cx="3274695" cy="3253740"/>
            </a:xfrm>
            <a:custGeom>
              <a:avLst/>
              <a:gdLst/>
              <a:ahLst/>
              <a:cxnLst/>
              <a:rect l="l" t="t" r="r" b="b"/>
              <a:pathLst>
                <a:path w="3274694" h="3253740">
                  <a:moveTo>
                    <a:pt x="3253531" y="3253531"/>
                  </a:moveTo>
                  <a:lnTo>
                    <a:pt x="0" y="3253531"/>
                  </a:lnTo>
                  <a:lnTo>
                    <a:pt x="0" y="0"/>
                  </a:lnTo>
                  <a:lnTo>
                    <a:pt x="3253531" y="0"/>
                  </a:lnTo>
                  <a:lnTo>
                    <a:pt x="3255263" y="3703"/>
                  </a:lnTo>
                  <a:lnTo>
                    <a:pt x="3262393" y="56903"/>
                  </a:lnTo>
                  <a:lnTo>
                    <a:pt x="3267513" y="124501"/>
                  </a:lnTo>
                  <a:lnTo>
                    <a:pt x="3269811" y="167056"/>
                  </a:lnTo>
                  <a:lnTo>
                    <a:pt x="3271768" y="215056"/>
                  </a:lnTo>
                  <a:lnTo>
                    <a:pt x="3273259" y="268207"/>
                  </a:lnTo>
                  <a:lnTo>
                    <a:pt x="3274161" y="326214"/>
                  </a:lnTo>
                  <a:lnTo>
                    <a:pt x="3274350" y="388783"/>
                  </a:lnTo>
                  <a:lnTo>
                    <a:pt x="3273700" y="455619"/>
                  </a:lnTo>
                  <a:lnTo>
                    <a:pt x="3272088" y="526429"/>
                  </a:lnTo>
                  <a:lnTo>
                    <a:pt x="3269390" y="600918"/>
                  </a:lnTo>
                  <a:lnTo>
                    <a:pt x="3265480" y="678791"/>
                  </a:lnTo>
                  <a:lnTo>
                    <a:pt x="3260235" y="759755"/>
                  </a:lnTo>
                  <a:lnTo>
                    <a:pt x="3253531" y="843515"/>
                  </a:lnTo>
                  <a:lnTo>
                    <a:pt x="3253531" y="3253531"/>
                  </a:lnTo>
                  <a:close/>
                </a:path>
              </a:pathLst>
            </a:custGeom>
            <a:solidFill>
              <a:srgbClr val="DAFF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5322035" y="425734"/>
              <a:ext cx="1653539" cy="745490"/>
            </a:xfrm>
            <a:custGeom>
              <a:avLst/>
              <a:gdLst/>
              <a:ahLst/>
              <a:cxnLst/>
              <a:rect l="l" t="t" r="r" b="b"/>
              <a:pathLst>
                <a:path w="1653540" h="745490">
                  <a:moveTo>
                    <a:pt x="1579715" y="204710"/>
                  </a:moveTo>
                  <a:lnTo>
                    <a:pt x="336690" y="204710"/>
                  </a:lnTo>
                  <a:lnTo>
                    <a:pt x="344783" y="203235"/>
                  </a:lnTo>
                  <a:lnTo>
                    <a:pt x="498916" y="177551"/>
                  </a:lnTo>
                  <a:lnTo>
                    <a:pt x="506447" y="176538"/>
                  </a:lnTo>
                  <a:lnTo>
                    <a:pt x="534480" y="173450"/>
                  </a:lnTo>
                  <a:lnTo>
                    <a:pt x="577456" y="167386"/>
                  </a:lnTo>
                  <a:lnTo>
                    <a:pt x="645417" y="156910"/>
                  </a:lnTo>
                  <a:lnTo>
                    <a:pt x="686432" y="149775"/>
                  </a:lnTo>
                  <a:lnTo>
                    <a:pt x="710258" y="145055"/>
                  </a:lnTo>
                  <a:lnTo>
                    <a:pt x="737210" y="139314"/>
                  </a:lnTo>
                  <a:lnTo>
                    <a:pt x="787606" y="129116"/>
                  </a:lnTo>
                  <a:lnTo>
                    <a:pt x="858816" y="112545"/>
                  </a:lnTo>
                  <a:lnTo>
                    <a:pt x="929681" y="100517"/>
                  </a:lnTo>
                  <a:lnTo>
                    <a:pt x="1068765" y="81694"/>
                  </a:lnTo>
                  <a:lnTo>
                    <a:pt x="1121191" y="68924"/>
                  </a:lnTo>
                  <a:lnTo>
                    <a:pt x="1172478" y="59919"/>
                  </a:lnTo>
                  <a:lnTo>
                    <a:pt x="1269434" y="47138"/>
                  </a:lnTo>
                  <a:lnTo>
                    <a:pt x="1314003" y="40329"/>
                  </a:lnTo>
                  <a:lnTo>
                    <a:pt x="1412427" y="26595"/>
                  </a:lnTo>
                  <a:lnTo>
                    <a:pt x="1453281" y="19768"/>
                  </a:lnTo>
                  <a:lnTo>
                    <a:pt x="1487475" y="11079"/>
                  </a:lnTo>
                  <a:lnTo>
                    <a:pt x="1553260" y="0"/>
                  </a:lnTo>
                  <a:lnTo>
                    <a:pt x="1566103" y="76097"/>
                  </a:lnTo>
                  <a:lnTo>
                    <a:pt x="1613165" y="77142"/>
                  </a:lnTo>
                  <a:lnTo>
                    <a:pt x="1626789" y="84172"/>
                  </a:lnTo>
                  <a:lnTo>
                    <a:pt x="1623852" y="94314"/>
                  </a:lnTo>
                  <a:lnTo>
                    <a:pt x="1621230" y="104696"/>
                  </a:lnTo>
                  <a:lnTo>
                    <a:pt x="1640022" y="104905"/>
                  </a:lnTo>
                  <a:lnTo>
                    <a:pt x="1638219" y="108619"/>
                  </a:lnTo>
                  <a:lnTo>
                    <a:pt x="1627230" y="113911"/>
                  </a:lnTo>
                  <a:lnTo>
                    <a:pt x="1618464" y="118855"/>
                  </a:lnTo>
                  <a:lnTo>
                    <a:pt x="1623332" y="121524"/>
                  </a:lnTo>
                  <a:lnTo>
                    <a:pt x="1651272" y="121524"/>
                  </a:lnTo>
                  <a:lnTo>
                    <a:pt x="1644505" y="126789"/>
                  </a:lnTo>
                  <a:lnTo>
                    <a:pt x="1620157" y="136271"/>
                  </a:lnTo>
                  <a:lnTo>
                    <a:pt x="1593853" y="146134"/>
                  </a:lnTo>
                  <a:lnTo>
                    <a:pt x="1579252" y="154073"/>
                  </a:lnTo>
                  <a:lnTo>
                    <a:pt x="1581704" y="159178"/>
                  </a:lnTo>
                  <a:lnTo>
                    <a:pt x="1569946" y="166729"/>
                  </a:lnTo>
                  <a:lnTo>
                    <a:pt x="1546959" y="176214"/>
                  </a:lnTo>
                  <a:lnTo>
                    <a:pt x="1515729" y="187119"/>
                  </a:lnTo>
                  <a:lnTo>
                    <a:pt x="1512052" y="193424"/>
                  </a:lnTo>
                  <a:lnTo>
                    <a:pt x="1519845" y="197820"/>
                  </a:lnTo>
                  <a:lnTo>
                    <a:pt x="1542409" y="199751"/>
                  </a:lnTo>
                  <a:lnTo>
                    <a:pt x="1582446" y="199751"/>
                  </a:lnTo>
                  <a:lnTo>
                    <a:pt x="1579715" y="204710"/>
                  </a:lnTo>
                  <a:close/>
                </a:path>
                <a:path w="1653540" h="745490">
                  <a:moveTo>
                    <a:pt x="1651272" y="121524"/>
                  </a:moveTo>
                  <a:lnTo>
                    <a:pt x="1623332" y="121524"/>
                  </a:lnTo>
                  <a:lnTo>
                    <a:pt x="1653241" y="119992"/>
                  </a:lnTo>
                  <a:lnTo>
                    <a:pt x="1651272" y="121524"/>
                  </a:lnTo>
                  <a:close/>
                </a:path>
                <a:path w="1653540" h="745490">
                  <a:moveTo>
                    <a:pt x="1582446" y="199751"/>
                  </a:moveTo>
                  <a:lnTo>
                    <a:pt x="1542409" y="199751"/>
                  </a:lnTo>
                  <a:lnTo>
                    <a:pt x="1583047" y="198659"/>
                  </a:lnTo>
                  <a:lnTo>
                    <a:pt x="1582446" y="199751"/>
                  </a:lnTo>
                  <a:close/>
                </a:path>
                <a:path w="1653540" h="745490">
                  <a:moveTo>
                    <a:pt x="1576673" y="210236"/>
                  </a:moveTo>
                  <a:lnTo>
                    <a:pt x="297782" y="210236"/>
                  </a:lnTo>
                  <a:lnTo>
                    <a:pt x="327615" y="205553"/>
                  </a:lnTo>
                  <a:lnTo>
                    <a:pt x="337130" y="204337"/>
                  </a:lnTo>
                  <a:lnTo>
                    <a:pt x="336690" y="204710"/>
                  </a:lnTo>
                  <a:lnTo>
                    <a:pt x="1579715" y="204710"/>
                  </a:lnTo>
                  <a:lnTo>
                    <a:pt x="1576673" y="210236"/>
                  </a:lnTo>
                  <a:close/>
                </a:path>
                <a:path w="1653540" h="745490">
                  <a:moveTo>
                    <a:pt x="266260" y="216498"/>
                  </a:moveTo>
                  <a:lnTo>
                    <a:pt x="270536" y="215282"/>
                  </a:lnTo>
                  <a:lnTo>
                    <a:pt x="286435" y="212076"/>
                  </a:lnTo>
                  <a:lnTo>
                    <a:pt x="298855" y="209877"/>
                  </a:lnTo>
                  <a:lnTo>
                    <a:pt x="297782" y="210236"/>
                  </a:lnTo>
                  <a:lnTo>
                    <a:pt x="1576673" y="210236"/>
                  </a:lnTo>
                  <a:lnTo>
                    <a:pt x="1576010" y="211440"/>
                  </a:lnTo>
                  <a:lnTo>
                    <a:pt x="1575492" y="215014"/>
                  </a:lnTo>
                  <a:lnTo>
                    <a:pt x="276290" y="215014"/>
                  </a:lnTo>
                  <a:lnTo>
                    <a:pt x="266260" y="216498"/>
                  </a:lnTo>
                  <a:close/>
                </a:path>
                <a:path w="1653540" h="745490">
                  <a:moveTo>
                    <a:pt x="261173" y="217955"/>
                  </a:moveTo>
                  <a:lnTo>
                    <a:pt x="266260" y="216498"/>
                  </a:lnTo>
                  <a:lnTo>
                    <a:pt x="276290" y="215014"/>
                  </a:lnTo>
                  <a:lnTo>
                    <a:pt x="269498" y="216498"/>
                  </a:lnTo>
                  <a:lnTo>
                    <a:pt x="261173" y="217955"/>
                  </a:lnTo>
                  <a:close/>
                </a:path>
                <a:path w="1653540" h="745490">
                  <a:moveTo>
                    <a:pt x="1574603" y="224037"/>
                  </a:moveTo>
                  <a:lnTo>
                    <a:pt x="226438" y="224037"/>
                  </a:lnTo>
                  <a:lnTo>
                    <a:pt x="260784" y="218538"/>
                  </a:lnTo>
                  <a:lnTo>
                    <a:pt x="259933" y="218538"/>
                  </a:lnTo>
                  <a:lnTo>
                    <a:pt x="261173" y="217955"/>
                  </a:lnTo>
                  <a:lnTo>
                    <a:pt x="269498" y="216498"/>
                  </a:lnTo>
                  <a:lnTo>
                    <a:pt x="276290" y="215014"/>
                  </a:lnTo>
                  <a:lnTo>
                    <a:pt x="1575492" y="215014"/>
                  </a:lnTo>
                  <a:lnTo>
                    <a:pt x="1574392" y="222603"/>
                  </a:lnTo>
                  <a:lnTo>
                    <a:pt x="1574278" y="223395"/>
                  </a:lnTo>
                  <a:lnTo>
                    <a:pt x="1574603" y="224037"/>
                  </a:lnTo>
                  <a:close/>
                </a:path>
                <a:path w="1653540" h="745490">
                  <a:moveTo>
                    <a:pt x="1598365" y="255426"/>
                  </a:moveTo>
                  <a:lnTo>
                    <a:pt x="38848" y="255426"/>
                  </a:lnTo>
                  <a:lnTo>
                    <a:pt x="135313" y="239142"/>
                  </a:lnTo>
                  <a:lnTo>
                    <a:pt x="190925" y="228157"/>
                  </a:lnTo>
                  <a:lnTo>
                    <a:pt x="191321" y="228157"/>
                  </a:lnTo>
                  <a:lnTo>
                    <a:pt x="193354" y="227871"/>
                  </a:lnTo>
                  <a:lnTo>
                    <a:pt x="266260" y="216498"/>
                  </a:lnTo>
                  <a:lnTo>
                    <a:pt x="261124" y="217955"/>
                  </a:lnTo>
                  <a:lnTo>
                    <a:pt x="226438" y="224037"/>
                  </a:lnTo>
                  <a:lnTo>
                    <a:pt x="1574603" y="224037"/>
                  </a:lnTo>
                  <a:lnTo>
                    <a:pt x="1579748" y="234186"/>
                  </a:lnTo>
                  <a:lnTo>
                    <a:pt x="1594318" y="243474"/>
                  </a:lnTo>
                  <a:lnTo>
                    <a:pt x="1597788" y="254619"/>
                  </a:lnTo>
                  <a:lnTo>
                    <a:pt x="1598365" y="255426"/>
                  </a:lnTo>
                  <a:close/>
                </a:path>
                <a:path w="1653540" h="745490">
                  <a:moveTo>
                    <a:pt x="190925" y="228157"/>
                  </a:moveTo>
                  <a:lnTo>
                    <a:pt x="186470" y="228157"/>
                  </a:lnTo>
                  <a:lnTo>
                    <a:pt x="197170" y="226419"/>
                  </a:lnTo>
                  <a:lnTo>
                    <a:pt x="198031" y="226721"/>
                  </a:lnTo>
                  <a:lnTo>
                    <a:pt x="190925" y="228157"/>
                  </a:lnTo>
                  <a:close/>
                </a:path>
                <a:path w="1653540" h="745490">
                  <a:moveTo>
                    <a:pt x="167707" y="231206"/>
                  </a:moveTo>
                  <a:lnTo>
                    <a:pt x="188594" y="227704"/>
                  </a:lnTo>
                  <a:lnTo>
                    <a:pt x="186470" y="228157"/>
                  </a:lnTo>
                  <a:lnTo>
                    <a:pt x="167707" y="231206"/>
                  </a:lnTo>
                  <a:close/>
                </a:path>
                <a:path w="1653540" h="745490">
                  <a:moveTo>
                    <a:pt x="177837" y="230058"/>
                  </a:moveTo>
                  <a:lnTo>
                    <a:pt x="185688" y="228157"/>
                  </a:lnTo>
                  <a:lnTo>
                    <a:pt x="191321" y="228157"/>
                  </a:lnTo>
                  <a:lnTo>
                    <a:pt x="177837" y="230058"/>
                  </a:lnTo>
                  <a:close/>
                </a:path>
                <a:path w="1653540" h="745490">
                  <a:moveTo>
                    <a:pt x="85221" y="247656"/>
                  </a:moveTo>
                  <a:lnTo>
                    <a:pt x="94073" y="246161"/>
                  </a:lnTo>
                  <a:lnTo>
                    <a:pt x="87704" y="247260"/>
                  </a:lnTo>
                  <a:lnTo>
                    <a:pt x="85221" y="247656"/>
                  </a:lnTo>
                  <a:close/>
                </a:path>
                <a:path w="1653540" h="745490">
                  <a:moveTo>
                    <a:pt x="33951" y="329922"/>
                  </a:moveTo>
                  <a:lnTo>
                    <a:pt x="25690" y="322035"/>
                  </a:lnTo>
                  <a:lnTo>
                    <a:pt x="34282" y="311852"/>
                  </a:lnTo>
                  <a:lnTo>
                    <a:pt x="41213" y="301819"/>
                  </a:lnTo>
                  <a:lnTo>
                    <a:pt x="27971" y="294385"/>
                  </a:lnTo>
                  <a:lnTo>
                    <a:pt x="36102" y="281535"/>
                  </a:lnTo>
                  <a:lnTo>
                    <a:pt x="30630" y="271201"/>
                  </a:lnTo>
                  <a:lnTo>
                    <a:pt x="22305" y="263440"/>
                  </a:lnTo>
                  <a:lnTo>
                    <a:pt x="21875" y="258310"/>
                  </a:lnTo>
                  <a:lnTo>
                    <a:pt x="12944" y="252510"/>
                  </a:lnTo>
                  <a:lnTo>
                    <a:pt x="15406" y="251678"/>
                  </a:lnTo>
                  <a:lnTo>
                    <a:pt x="28636" y="252887"/>
                  </a:lnTo>
                  <a:lnTo>
                    <a:pt x="51931" y="253210"/>
                  </a:lnTo>
                  <a:lnTo>
                    <a:pt x="38848" y="255426"/>
                  </a:lnTo>
                  <a:lnTo>
                    <a:pt x="1598365" y="255426"/>
                  </a:lnTo>
                  <a:lnTo>
                    <a:pt x="1605258" y="265067"/>
                  </a:lnTo>
                  <a:lnTo>
                    <a:pt x="1610335" y="275874"/>
                  </a:lnTo>
                  <a:lnTo>
                    <a:pt x="1606624" y="288097"/>
                  </a:lnTo>
                  <a:lnTo>
                    <a:pt x="1617461" y="297778"/>
                  </a:lnTo>
                  <a:lnTo>
                    <a:pt x="1626698" y="307611"/>
                  </a:lnTo>
                  <a:lnTo>
                    <a:pt x="1626598" y="318880"/>
                  </a:lnTo>
                  <a:lnTo>
                    <a:pt x="1613277" y="329734"/>
                  </a:lnTo>
                  <a:lnTo>
                    <a:pt x="65112" y="329734"/>
                  </a:lnTo>
                  <a:lnTo>
                    <a:pt x="33951" y="329922"/>
                  </a:lnTo>
                  <a:close/>
                </a:path>
                <a:path w="1653540" h="745490">
                  <a:moveTo>
                    <a:pt x="51241" y="349934"/>
                  </a:moveTo>
                  <a:lnTo>
                    <a:pt x="66033" y="340958"/>
                  </a:lnTo>
                  <a:lnTo>
                    <a:pt x="73232" y="333818"/>
                  </a:lnTo>
                  <a:lnTo>
                    <a:pt x="65112" y="329734"/>
                  </a:lnTo>
                  <a:lnTo>
                    <a:pt x="1613277" y="329734"/>
                  </a:lnTo>
                  <a:lnTo>
                    <a:pt x="1609423" y="332874"/>
                  </a:lnTo>
                  <a:lnTo>
                    <a:pt x="1600062" y="347952"/>
                  </a:lnTo>
                  <a:lnTo>
                    <a:pt x="83689" y="347952"/>
                  </a:lnTo>
                  <a:lnTo>
                    <a:pt x="51241" y="349934"/>
                  </a:lnTo>
                  <a:close/>
                </a:path>
                <a:path w="1653540" h="745490">
                  <a:moveTo>
                    <a:pt x="25731" y="474577"/>
                  </a:moveTo>
                  <a:lnTo>
                    <a:pt x="18938" y="471887"/>
                  </a:lnTo>
                  <a:lnTo>
                    <a:pt x="30280" y="466127"/>
                  </a:lnTo>
                  <a:lnTo>
                    <a:pt x="51279" y="458733"/>
                  </a:lnTo>
                  <a:lnTo>
                    <a:pt x="53501" y="454491"/>
                  </a:lnTo>
                  <a:lnTo>
                    <a:pt x="60111" y="449498"/>
                  </a:lnTo>
                  <a:lnTo>
                    <a:pt x="62746" y="445174"/>
                  </a:lnTo>
                  <a:lnTo>
                    <a:pt x="53043" y="442938"/>
                  </a:lnTo>
                  <a:lnTo>
                    <a:pt x="70005" y="433876"/>
                  </a:lnTo>
                  <a:lnTo>
                    <a:pt x="59849" y="429411"/>
                  </a:lnTo>
                  <a:lnTo>
                    <a:pt x="41074" y="426429"/>
                  </a:lnTo>
                  <a:lnTo>
                    <a:pt x="32179" y="421817"/>
                  </a:lnTo>
                  <a:lnTo>
                    <a:pt x="51663" y="412461"/>
                  </a:lnTo>
                  <a:lnTo>
                    <a:pt x="41886" y="410344"/>
                  </a:lnTo>
                  <a:lnTo>
                    <a:pt x="49588" y="405306"/>
                  </a:lnTo>
                  <a:lnTo>
                    <a:pt x="54407" y="400778"/>
                  </a:lnTo>
                  <a:lnTo>
                    <a:pt x="35983" y="400193"/>
                  </a:lnTo>
                  <a:lnTo>
                    <a:pt x="35754" y="397423"/>
                  </a:lnTo>
                  <a:lnTo>
                    <a:pt x="35686" y="396596"/>
                  </a:lnTo>
                  <a:lnTo>
                    <a:pt x="34153" y="393240"/>
                  </a:lnTo>
                  <a:lnTo>
                    <a:pt x="35336" y="389459"/>
                  </a:lnTo>
                  <a:lnTo>
                    <a:pt x="43190" y="384590"/>
                  </a:lnTo>
                  <a:lnTo>
                    <a:pt x="40588" y="380121"/>
                  </a:lnTo>
                  <a:lnTo>
                    <a:pt x="41547" y="375289"/>
                  </a:lnTo>
                  <a:lnTo>
                    <a:pt x="43347" y="370536"/>
                  </a:lnTo>
                  <a:lnTo>
                    <a:pt x="43267" y="366304"/>
                  </a:lnTo>
                  <a:lnTo>
                    <a:pt x="67705" y="358150"/>
                  </a:lnTo>
                  <a:lnTo>
                    <a:pt x="85178" y="351362"/>
                  </a:lnTo>
                  <a:lnTo>
                    <a:pt x="83689" y="347952"/>
                  </a:lnTo>
                  <a:lnTo>
                    <a:pt x="1600062" y="347952"/>
                  </a:lnTo>
                  <a:lnTo>
                    <a:pt x="1587181" y="368700"/>
                  </a:lnTo>
                  <a:lnTo>
                    <a:pt x="1593623" y="397423"/>
                  </a:lnTo>
                  <a:lnTo>
                    <a:pt x="1612566" y="421158"/>
                  </a:lnTo>
                  <a:lnTo>
                    <a:pt x="1627824" y="442018"/>
                  </a:lnTo>
                  <a:lnTo>
                    <a:pt x="1633018" y="472764"/>
                  </a:lnTo>
                  <a:lnTo>
                    <a:pt x="59138" y="472764"/>
                  </a:lnTo>
                  <a:lnTo>
                    <a:pt x="25731" y="474577"/>
                  </a:lnTo>
                  <a:close/>
                </a:path>
                <a:path w="1653540" h="745490">
                  <a:moveTo>
                    <a:pt x="17237" y="516170"/>
                  </a:moveTo>
                  <a:lnTo>
                    <a:pt x="21818" y="512008"/>
                  </a:lnTo>
                  <a:lnTo>
                    <a:pt x="62972" y="501823"/>
                  </a:lnTo>
                  <a:lnTo>
                    <a:pt x="42081" y="498096"/>
                  </a:lnTo>
                  <a:lnTo>
                    <a:pt x="36903" y="491592"/>
                  </a:lnTo>
                  <a:lnTo>
                    <a:pt x="43801" y="482938"/>
                  </a:lnTo>
                  <a:lnTo>
                    <a:pt x="59138" y="472764"/>
                  </a:lnTo>
                  <a:lnTo>
                    <a:pt x="1633018" y="472764"/>
                  </a:lnTo>
                  <a:lnTo>
                    <a:pt x="1635415" y="486948"/>
                  </a:lnTo>
                  <a:lnTo>
                    <a:pt x="1635338" y="487102"/>
                  </a:lnTo>
                  <a:lnTo>
                    <a:pt x="1570055" y="498096"/>
                  </a:lnTo>
                  <a:lnTo>
                    <a:pt x="1534733" y="503231"/>
                  </a:lnTo>
                  <a:lnTo>
                    <a:pt x="1480284" y="512634"/>
                  </a:lnTo>
                  <a:lnTo>
                    <a:pt x="80645" y="512634"/>
                  </a:lnTo>
                  <a:lnTo>
                    <a:pt x="40712" y="515800"/>
                  </a:lnTo>
                  <a:lnTo>
                    <a:pt x="44429" y="515800"/>
                  </a:lnTo>
                  <a:lnTo>
                    <a:pt x="17237" y="516170"/>
                  </a:lnTo>
                  <a:close/>
                </a:path>
                <a:path w="1653540" h="745490">
                  <a:moveTo>
                    <a:pt x="15863" y="568594"/>
                  </a:moveTo>
                  <a:lnTo>
                    <a:pt x="0" y="567009"/>
                  </a:lnTo>
                  <a:lnTo>
                    <a:pt x="2631" y="562456"/>
                  </a:lnTo>
                  <a:lnTo>
                    <a:pt x="2732" y="562282"/>
                  </a:lnTo>
                  <a:lnTo>
                    <a:pt x="1098" y="558278"/>
                  </a:lnTo>
                  <a:lnTo>
                    <a:pt x="1355" y="554022"/>
                  </a:lnTo>
                  <a:lnTo>
                    <a:pt x="11012" y="548200"/>
                  </a:lnTo>
                  <a:lnTo>
                    <a:pt x="32953" y="540351"/>
                  </a:lnTo>
                  <a:lnTo>
                    <a:pt x="70064" y="530000"/>
                  </a:lnTo>
                  <a:lnTo>
                    <a:pt x="74920" y="525152"/>
                  </a:lnTo>
                  <a:lnTo>
                    <a:pt x="80904" y="520195"/>
                  </a:lnTo>
                  <a:lnTo>
                    <a:pt x="84113" y="515800"/>
                  </a:lnTo>
                  <a:lnTo>
                    <a:pt x="80645" y="512634"/>
                  </a:lnTo>
                  <a:lnTo>
                    <a:pt x="1480284" y="512634"/>
                  </a:lnTo>
                  <a:lnTo>
                    <a:pt x="1396081" y="527431"/>
                  </a:lnTo>
                  <a:lnTo>
                    <a:pt x="1254915" y="549223"/>
                  </a:lnTo>
                  <a:lnTo>
                    <a:pt x="1203637" y="558278"/>
                  </a:lnTo>
                  <a:lnTo>
                    <a:pt x="1195799" y="559840"/>
                  </a:lnTo>
                  <a:lnTo>
                    <a:pt x="142951" y="559840"/>
                  </a:lnTo>
                  <a:lnTo>
                    <a:pt x="120689" y="560797"/>
                  </a:lnTo>
                  <a:lnTo>
                    <a:pt x="94179" y="562456"/>
                  </a:lnTo>
                  <a:lnTo>
                    <a:pt x="73284" y="563161"/>
                  </a:lnTo>
                  <a:lnTo>
                    <a:pt x="15863" y="568594"/>
                  </a:lnTo>
                  <a:close/>
                </a:path>
                <a:path w="1653540" h="745490">
                  <a:moveTo>
                    <a:pt x="54241" y="595679"/>
                  </a:moveTo>
                  <a:lnTo>
                    <a:pt x="57154" y="592115"/>
                  </a:lnTo>
                  <a:lnTo>
                    <a:pt x="74638" y="586035"/>
                  </a:lnTo>
                  <a:lnTo>
                    <a:pt x="89760" y="580299"/>
                  </a:lnTo>
                  <a:lnTo>
                    <a:pt x="85590" y="577767"/>
                  </a:lnTo>
                  <a:lnTo>
                    <a:pt x="135267" y="566667"/>
                  </a:lnTo>
                  <a:lnTo>
                    <a:pt x="151099" y="561244"/>
                  </a:lnTo>
                  <a:lnTo>
                    <a:pt x="142951" y="559840"/>
                  </a:lnTo>
                  <a:lnTo>
                    <a:pt x="1195799" y="559840"/>
                  </a:lnTo>
                  <a:lnTo>
                    <a:pt x="1150843" y="568796"/>
                  </a:lnTo>
                  <a:lnTo>
                    <a:pt x="1001955" y="593868"/>
                  </a:lnTo>
                  <a:lnTo>
                    <a:pt x="82830" y="593868"/>
                  </a:lnTo>
                  <a:lnTo>
                    <a:pt x="54241" y="595679"/>
                  </a:lnTo>
                  <a:close/>
                </a:path>
                <a:path w="1653540" h="745490">
                  <a:moveTo>
                    <a:pt x="104030" y="745335"/>
                  </a:moveTo>
                  <a:lnTo>
                    <a:pt x="97935" y="709261"/>
                  </a:lnTo>
                  <a:lnTo>
                    <a:pt x="98027" y="705585"/>
                  </a:lnTo>
                  <a:lnTo>
                    <a:pt x="109598" y="699638"/>
                  </a:lnTo>
                  <a:lnTo>
                    <a:pt x="114658" y="694468"/>
                  </a:lnTo>
                  <a:lnTo>
                    <a:pt x="95213" y="693121"/>
                  </a:lnTo>
                  <a:lnTo>
                    <a:pt x="122760" y="683562"/>
                  </a:lnTo>
                  <a:lnTo>
                    <a:pt x="121257" y="678606"/>
                  </a:lnTo>
                  <a:lnTo>
                    <a:pt x="105860" y="675713"/>
                  </a:lnTo>
                  <a:lnTo>
                    <a:pt x="91724" y="672343"/>
                  </a:lnTo>
                  <a:lnTo>
                    <a:pt x="62143" y="671301"/>
                  </a:lnTo>
                  <a:lnTo>
                    <a:pt x="55880" y="666080"/>
                  </a:lnTo>
                  <a:lnTo>
                    <a:pt x="67098" y="657674"/>
                  </a:lnTo>
                  <a:lnTo>
                    <a:pt x="89961" y="647079"/>
                  </a:lnTo>
                  <a:lnTo>
                    <a:pt x="93578" y="639477"/>
                  </a:lnTo>
                  <a:lnTo>
                    <a:pt x="90579" y="632785"/>
                  </a:lnTo>
                  <a:lnTo>
                    <a:pt x="85459" y="626243"/>
                  </a:lnTo>
                  <a:lnTo>
                    <a:pt x="82715" y="619094"/>
                  </a:lnTo>
                  <a:lnTo>
                    <a:pt x="86367" y="613163"/>
                  </a:lnTo>
                  <a:lnTo>
                    <a:pt x="85606" y="607970"/>
                  </a:lnTo>
                  <a:lnTo>
                    <a:pt x="85504" y="607272"/>
                  </a:lnTo>
                  <a:lnTo>
                    <a:pt x="83276" y="600985"/>
                  </a:lnTo>
                  <a:lnTo>
                    <a:pt x="82943" y="595679"/>
                  </a:lnTo>
                  <a:lnTo>
                    <a:pt x="82830" y="593868"/>
                  </a:lnTo>
                  <a:lnTo>
                    <a:pt x="1001955" y="593868"/>
                  </a:lnTo>
                  <a:lnTo>
                    <a:pt x="869684" y="616218"/>
                  </a:lnTo>
                  <a:lnTo>
                    <a:pt x="821742" y="623581"/>
                  </a:lnTo>
                  <a:lnTo>
                    <a:pt x="774147" y="631989"/>
                  </a:lnTo>
                  <a:lnTo>
                    <a:pt x="680254" y="649455"/>
                  </a:lnTo>
                  <a:lnTo>
                    <a:pt x="634087" y="657269"/>
                  </a:lnTo>
                  <a:lnTo>
                    <a:pt x="588525" y="663641"/>
                  </a:lnTo>
                  <a:lnTo>
                    <a:pt x="535867" y="675060"/>
                  </a:lnTo>
                  <a:lnTo>
                    <a:pt x="484558" y="683959"/>
                  </a:lnTo>
                  <a:lnTo>
                    <a:pt x="387812" y="697984"/>
                  </a:lnTo>
                  <a:lnTo>
                    <a:pt x="343287" y="705005"/>
                  </a:lnTo>
                  <a:lnTo>
                    <a:pt x="104030" y="745335"/>
                  </a:lnTo>
                  <a:close/>
                </a:path>
              </a:pathLst>
            </a:custGeom>
            <a:solidFill>
              <a:srgbClr val="3B0A85">
                <a:alpha val="34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14534615" y="1245792"/>
            <a:ext cx="3048635" cy="2263775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12700" marR="5080" indent="-635" algn="ctr">
              <a:lnSpc>
                <a:spcPts val="2180"/>
              </a:lnSpc>
              <a:spcBef>
                <a:spcPts val="355"/>
              </a:spcBef>
            </a:pPr>
            <a:r>
              <a:rPr sz="2000" dirty="0">
                <a:solidFill>
                  <a:srgbClr val="3B0A85"/>
                </a:solidFill>
                <a:latin typeface="Trebuchet MS"/>
                <a:cs typeface="Trebuchet MS"/>
              </a:rPr>
              <a:t>Present</a:t>
            </a:r>
            <a:r>
              <a:rPr sz="2000" spc="16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3B0A85"/>
                </a:solidFill>
                <a:latin typeface="Trebuchet MS"/>
                <a:cs typeface="Trebuchet MS"/>
              </a:rPr>
              <a:t>different </a:t>
            </a:r>
            <a:r>
              <a:rPr sz="2000" spc="80" dirty="0">
                <a:solidFill>
                  <a:srgbClr val="3B0A85"/>
                </a:solidFill>
                <a:latin typeface="Trebuchet MS"/>
                <a:cs typeface="Trebuchet MS"/>
              </a:rPr>
              <a:t>methods</a:t>
            </a:r>
            <a:r>
              <a:rPr sz="2000" spc="-8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3B0A85"/>
                </a:solidFill>
                <a:latin typeface="Trebuchet MS"/>
                <a:cs typeface="Trebuchet MS"/>
              </a:rPr>
              <a:t>that</a:t>
            </a:r>
            <a:r>
              <a:rPr sz="2000" spc="-7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3B0A85"/>
                </a:solidFill>
                <a:latin typeface="Trebuchet MS"/>
                <a:cs typeface="Trebuchet MS"/>
              </a:rPr>
              <a:t>are</a:t>
            </a:r>
            <a:r>
              <a:rPr sz="2000" spc="-7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3B0A85"/>
                </a:solidFill>
                <a:latin typeface="Trebuchet MS"/>
                <a:cs typeface="Trebuchet MS"/>
              </a:rPr>
              <a:t>suitable </a:t>
            </a:r>
            <a:r>
              <a:rPr sz="2000" dirty="0">
                <a:solidFill>
                  <a:srgbClr val="3B0A85"/>
                </a:solidFill>
                <a:latin typeface="Trebuchet MS"/>
                <a:cs typeface="Trebuchet MS"/>
              </a:rPr>
              <a:t>for</a:t>
            </a:r>
            <a:r>
              <a:rPr sz="2000" spc="1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3B0A85"/>
                </a:solidFill>
                <a:latin typeface="Trebuchet MS"/>
                <a:cs typeface="Trebuchet MS"/>
              </a:rPr>
              <a:t>your</a:t>
            </a:r>
            <a:r>
              <a:rPr sz="2000" spc="1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000" spc="204" dirty="0">
                <a:solidFill>
                  <a:srgbClr val="3B0A85"/>
                </a:solidFill>
                <a:latin typeface="Trebuchet MS"/>
                <a:cs typeface="Trebuchet MS"/>
              </a:rPr>
              <a:t>Co-</a:t>
            </a:r>
            <a:r>
              <a:rPr sz="2000" dirty="0">
                <a:solidFill>
                  <a:srgbClr val="3B0A85"/>
                </a:solidFill>
                <a:latin typeface="Trebuchet MS"/>
                <a:cs typeface="Trebuchet MS"/>
              </a:rPr>
              <a:t>Creating</a:t>
            </a:r>
            <a:r>
              <a:rPr sz="2000" spc="1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000" spc="40" dirty="0">
                <a:solidFill>
                  <a:srgbClr val="3B0A85"/>
                </a:solidFill>
                <a:latin typeface="Trebuchet MS"/>
                <a:cs typeface="Trebuchet MS"/>
              </a:rPr>
              <a:t>Our </a:t>
            </a:r>
            <a:r>
              <a:rPr sz="2000" spc="55" dirty="0">
                <a:solidFill>
                  <a:srgbClr val="3B0A85"/>
                </a:solidFill>
                <a:latin typeface="Trebuchet MS"/>
                <a:cs typeface="Trebuchet MS"/>
              </a:rPr>
              <a:t>City</a:t>
            </a:r>
            <a:r>
              <a:rPr sz="2000" spc="-6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3B0A85"/>
                </a:solidFill>
                <a:latin typeface="Trebuchet MS"/>
                <a:cs typeface="Trebuchet MS"/>
              </a:rPr>
              <a:t>project</a:t>
            </a:r>
            <a:r>
              <a:rPr sz="2000" spc="-6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000" spc="65" dirty="0">
                <a:solidFill>
                  <a:srgbClr val="3B0A85"/>
                </a:solidFill>
                <a:latin typeface="Trebuchet MS"/>
                <a:cs typeface="Trebuchet MS"/>
              </a:rPr>
              <a:t>and</a:t>
            </a:r>
            <a:r>
              <a:rPr sz="2000" spc="-6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000" spc="-20" dirty="0">
                <a:solidFill>
                  <a:srgbClr val="3B0A85"/>
                </a:solidFill>
                <a:latin typeface="Trebuchet MS"/>
                <a:cs typeface="Trebuchet MS"/>
              </a:rPr>
              <a:t>from </a:t>
            </a:r>
            <a:r>
              <a:rPr sz="2000" dirty="0">
                <a:solidFill>
                  <a:srgbClr val="3B0A85"/>
                </a:solidFill>
                <a:latin typeface="Trebuchet MS"/>
                <a:cs typeface="Trebuchet MS"/>
              </a:rPr>
              <a:t>which</a:t>
            </a:r>
            <a:r>
              <a:rPr sz="2000" spc="3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3B0A85"/>
                </a:solidFill>
                <a:latin typeface="Trebuchet MS"/>
                <a:cs typeface="Trebuchet MS"/>
              </a:rPr>
              <a:t>the</a:t>
            </a:r>
            <a:r>
              <a:rPr sz="2000" spc="4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000" spc="175" dirty="0">
                <a:solidFill>
                  <a:srgbClr val="3B0A85"/>
                </a:solidFill>
                <a:latin typeface="Trebuchet MS"/>
                <a:cs typeface="Trebuchet MS"/>
              </a:rPr>
              <a:t>co-</a:t>
            </a:r>
            <a:r>
              <a:rPr sz="2000" spc="-10" dirty="0">
                <a:solidFill>
                  <a:srgbClr val="3B0A85"/>
                </a:solidFill>
                <a:latin typeface="Trebuchet MS"/>
                <a:cs typeface="Trebuchet MS"/>
              </a:rPr>
              <a:t>researchers </a:t>
            </a:r>
            <a:r>
              <a:rPr sz="2000" spc="70" dirty="0">
                <a:solidFill>
                  <a:srgbClr val="3B0A85"/>
                </a:solidFill>
                <a:latin typeface="Trebuchet MS"/>
                <a:cs typeface="Trebuchet MS"/>
              </a:rPr>
              <a:t>can</a:t>
            </a:r>
            <a:r>
              <a:rPr sz="2000" spc="2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3B0A85"/>
                </a:solidFill>
                <a:latin typeface="Trebuchet MS"/>
                <a:cs typeface="Trebuchet MS"/>
              </a:rPr>
              <a:t>choose.</a:t>
            </a:r>
            <a:r>
              <a:rPr sz="2000" spc="2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000" spc="50" dirty="0">
                <a:solidFill>
                  <a:srgbClr val="3B0A85"/>
                </a:solidFill>
                <a:latin typeface="Trebuchet MS"/>
                <a:cs typeface="Trebuchet MS"/>
              </a:rPr>
              <a:t>These</a:t>
            </a:r>
            <a:r>
              <a:rPr sz="2000" spc="2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000" spc="-25" dirty="0">
                <a:solidFill>
                  <a:srgbClr val="3B0A85"/>
                </a:solidFill>
                <a:latin typeface="Trebuchet MS"/>
                <a:cs typeface="Trebuchet MS"/>
              </a:rPr>
              <a:t>are </a:t>
            </a:r>
            <a:r>
              <a:rPr sz="2000" dirty="0">
                <a:solidFill>
                  <a:srgbClr val="3B0A85"/>
                </a:solidFill>
                <a:latin typeface="Trebuchet MS"/>
                <a:cs typeface="Trebuchet MS"/>
              </a:rPr>
              <a:t>examples</a:t>
            </a:r>
            <a:r>
              <a:rPr sz="2000" spc="10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3B0A85"/>
                </a:solidFill>
                <a:latin typeface="Trebuchet MS"/>
                <a:cs typeface="Trebuchet MS"/>
              </a:rPr>
              <a:t>from</a:t>
            </a:r>
            <a:r>
              <a:rPr sz="2000" spc="10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000" spc="-25" dirty="0">
                <a:solidFill>
                  <a:srgbClr val="3B0A85"/>
                </a:solidFill>
                <a:latin typeface="Trebuchet MS"/>
                <a:cs typeface="Trebuchet MS"/>
              </a:rPr>
              <a:t>the </a:t>
            </a:r>
            <a:r>
              <a:rPr sz="2000" dirty="0">
                <a:solidFill>
                  <a:srgbClr val="3B0A85"/>
                </a:solidFill>
                <a:latin typeface="Trebuchet MS"/>
                <a:cs typeface="Trebuchet MS"/>
              </a:rPr>
              <a:t>Charlotte</a:t>
            </a:r>
            <a:r>
              <a:rPr sz="2000" spc="-2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3B0A85"/>
                </a:solidFill>
                <a:latin typeface="Trebuchet MS"/>
                <a:cs typeface="Trebuchet MS"/>
              </a:rPr>
              <a:t>pilot</a:t>
            </a:r>
            <a:r>
              <a:rPr sz="2000" spc="-2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3B0A85"/>
                </a:solidFill>
                <a:latin typeface="Trebuchet MS"/>
                <a:cs typeface="Trebuchet MS"/>
              </a:rPr>
              <a:t>project.</a:t>
            </a:r>
            <a:endParaRPr sz="2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D0C2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15581" y="4317796"/>
            <a:ext cx="1404620" cy="1404620"/>
          </a:xfrm>
          <a:custGeom>
            <a:avLst/>
            <a:gdLst/>
            <a:ahLst/>
            <a:cxnLst/>
            <a:rect l="l" t="t" r="r" b="b"/>
            <a:pathLst>
              <a:path w="1404620" h="1404620">
                <a:moveTo>
                  <a:pt x="1404073" y="645541"/>
                </a:moveTo>
                <a:lnTo>
                  <a:pt x="1381442" y="599795"/>
                </a:lnTo>
                <a:lnTo>
                  <a:pt x="1340980" y="572084"/>
                </a:lnTo>
                <a:lnTo>
                  <a:pt x="1291323" y="558038"/>
                </a:lnTo>
                <a:lnTo>
                  <a:pt x="1241120" y="553250"/>
                </a:lnTo>
                <a:lnTo>
                  <a:pt x="1193253" y="552005"/>
                </a:lnTo>
                <a:lnTo>
                  <a:pt x="1145400" y="551421"/>
                </a:lnTo>
                <a:lnTo>
                  <a:pt x="1097534" y="551345"/>
                </a:lnTo>
                <a:lnTo>
                  <a:pt x="1049680" y="551624"/>
                </a:lnTo>
                <a:lnTo>
                  <a:pt x="906106" y="553072"/>
                </a:lnTo>
                <a:lnTo>
                  <a:pt x="858240" y="553250"/>
                </a:lnTo>
                <a:lnTo>
                  <a:pt x="842530" y="553288"/>
                </a:lnTo>
                <a:lnTo>
                  <a:pt x="842378" y="464566"/>
                </a:lnTo>
                <a:lnTo>
                  <a:pt x="842378" y="283591"/>
                </a:lnTo>
                <a:lnTo>
                  <a:pt x="842175" y="236982"/>
                </a:lnTo>
                <a:lnTo>
                  <a:pt x="840676" y="189852"/>
                </a:lnTo>
                <a:lnTo>
                  <a:pt x="834986" y="143256"/>
                </a:lnTo>
                <a:lnTo>
                  <a:pt x="822198" y="98285"/>
                </a:lnTo>
                <a:lnTo>
                  <a:pt x="801789" y="60782"/>
                </a:lnTo>
                <a:lnTo>
                  <a:pt x="773645" y="30480"/>
                </a:lnTo>
                <a:lnTo>
                  <a:pt x="739724" y="9499"/>
                </a:lnTo>
                <a:lnTo>
                  <a:pt x="702017" y="0"/>
                </a:lnTo>
                <a:lnTo>
                  <a:pt x="662520" y="4127"/>
                </a:lnTo>
                <a:lnTo>
                  <a:pt x="623189" y="24015"/>
                </a:lnTo>
                <a:lnTo>
                  <a:pt x="594423" y="54381"/>
                </a:lnTo>
                <a:lnTo>
                  <a:pt x="575983" y="93052"/>
                </a:lnTo>
                <a:lnTo>
                  <a:pt x="565848" y="137375"/>
                </a:lnTo>
                <a:lnTo>
                  <a:pt x="561975" y="184696"/>
                </a:lnTo>
                <a:lnTo>
                  <a:pt x="562343" y="232371"/>
                </a:lnTo>
                <a:lnTo>
                  <a:pt x="564921" y="277761"/>
                </a:lnTo>
                <a:lnTo>
                  <a:pt x="567664" y="318198"/>
                </a:lnTo>
                <a:lnTo>
                  <a:pt x="570166" y="368935"/>
                </a:lnTo>
                <a:lnTo>
                  <a:pt x="571842" y="419658"/>
                </a:lnTo>
                <a:lnTo>
                  <a:pt x="572858" y="470395"/>
                </a:lnTo>
                <a:lnTo>
                  <a:pt x="573379" y="521131"/>
                </a:lnTo>
                <a:lnTo>
                  <a:pt x="573468" y="553783"/>
                </a:lnTo>
                <a:lnTo>
                  <a:pt x="464566" y="553974"/>
                </a:lnTo>
                <a:lnTo>
                  <a:pt x="283578" y="553974"/>
                </a:lnTo>
                <a:lnTo>
                  <a:pt x="236982" y="553770"/>
                </a:lnTo>
                <a:lnTo>
                  <a:pt x="189852" y="555053"/>
                </a:lnTo>
                <a:lnTo>
                  <a:pt x="143256" y="560666"/>
                </a:lnTo>
                <a:lnTo>
                  <a:pt x="98272" y="573443"/>
                </a:lnTo>
                <a:lnTo>
                  <a:pt x="60782" y="593839"/>
                </a:lnTo>
                <a:lnTo>
                  <a:pt x="30467" y="622020"/>
                </a:lnTo>
                <a:lnTo>
                  <a:pt x="9499" y="655993"/>
                </a:lnTo>
                <a:lnTo>
                  <a:pt x="0" y="693826"/>
                </a:lnTo>
                <a:lnTo>
                  <a:pt x="4127" y="733539"/>
                </a:lnTo>
                <a:lnTo>
                  <a:pt x="24015" y="773163"/>
                </a:lnTo>
                <a:lnTo>
                  <a:pt x="54381" y="801928"/>
                </a:lnTo>
                <a:lnTo>
                  <a:pt x="93052" y="820369"/>
                </a:lnTo>
                <a:lnTo>
                  <a:pt x="137375" y="830516"/>
                </a:lnTo>
                <a:lnTo>
                  <a:pt x="184696" y="834377"/>
                </a:lnTo>
                <a:lnTo>
                  <a:pt x="232371" y="834009"/>
                </a:lnTo>
                <a:lnTo>
                  <a:pt x="277749" y="831443"/>
                </a:lnTo>
                <a:lnTo>
                  <a:pt x="318185" y="828687"/>
                </a:lnTo>
                <a:lnTo>
                  <a:pt x="368922" y="826198"/>
                </a:lnTo>
                <a:lnTo>
                  <a:pt x="419658" y="824509"/>
                </a:lnTo>
                <a:lnTo>
                  <a:pt x="470395" y="823493"/>
                </a:lnTo>
                <a:lnTo>
                  <a:pt x="521131" y="822985"/>
                </a:lnTo>
                <a:lnTo>
                  <a:pt x="571868" y="822820"/>
                </a:lnTo>
                <a:lnTo>
                  <a:pt x="574319" y="822833"/>
                </a:lnTo>
                <a:lnTo>
                  <a:pt x="574357" y="825538"/>
                </a:lnTo>
                <a:lnTo>
                  <a:pt x="576795" y="923429"/>
                </a:lnTo>
                <a:lnTo>
                  <a:pt x="579450" y="1018019"/>
                </a:lnTo>
                <a:lnTo>
                  <a:pt x="580644" y="1065187"/>
                </a:lnTo>
                <a:lnTo>
                  <a:pt x="582358" y="1165313"/>
                </a:lnTo>
                <a:lnTo>
                  <a:pt x="585216" y="1215555"/>
                </a:lnTo>
                <a:lnTo>
                  <a:pt x="592188" y="1264907"/>
                </a:lnTo>
                <a:lnTo>
                  <a:pt x="605980" y="1308938"/>
                </a:lnTo>
                <a:lnTo>
                  <a:pt x="629539" y="1350137"/>
                </a:lnTo>
                <a:lnTo>
                  <a:pt x="662063" y="1383220"/>
                </a:lnTo>
                <a:lnTo>
                  <a:pt x="702754" y="1402956"/>
                </a:lnTo>
                <a:lnTo>
                  <a:pt x="750811" y="1404073"/>
                </a:lnTo>
                <a:lnTo>
                  <a:pt x="796569" y="1381455"/>
                </a:lnTo>
                <a:lnTo>
                  <a:pt x="824268" y="1340980"/>
                </a:lnTo>
                <a:lnTo>
                  <a:pt x="838314" y="1291323"/>
                </a:lnTo>
                <a:lnTo>
                  <a:pt x="843102" y="1241120"/>
                </a:lnTo>
                <a:lnTo>
                  <a:pt x="844346" y="1193253"/>
                </a:lnTo>
                <a:lnTo>
                  <a:pt x="844931" y="1145400"/>
                </a:lnTo>
                <a:lnTo>
                  <a:pt x="845007" y="1097546"/>
                </a:lnTo>
                <a:lnTo>
                  <a:pt x="844727" y="1049680"/>
                </a:lnTo>
                <a:lnTo>
                  <a:pt x="843280" y="906106"/>
                </a:lnTo>
                <a:lnTo>
                  <a:pt x="843102" y="858253"/>
                </a:lnTo>
                <a:lnTo>
                  <a:pt x="843026" y="821563"/>
                </a:lnTo>
                <a:lnTo>
                  <a:pt x="923429" y="819556"/>
                </a:lnTo>
                <a:lnTo>
                  <a:pt x="1018019" y="816902"/>
                </a:lnTo>
                <a:lnTo>
                  <a:pt x="1065187" y="815708"/>
                </a:lnTo>
                <a:lnTo>
                  <a:pt x="1165313" y="813993"/>
                </a:lnTo>
                <a:lnTo>
                  <a:pt x="1215555" y="811149"/>
                </a:lnTo>
                <a:lnTo>
                  <a:pt x="1264907" y="804176"/>
                </a:lnTo>
                <a:lnTo>
                  <a:pt x="1308938" y="790371"/>
                </a:lnTo>
                <a:lnTo>
                  <a:pt x="1350124" y="766813"/>
                </a:lnTo>
                <a:lnTo>
                  <a:pt x="1383220" y="734288"/>
                </a:lnTo>
                <a:lnTo>
                  <a:pt x="1402956" y="693610"/>
                </a:lnTo>
                <a:lnTo>
                  <a:pt x="1404073" y="645541"/>
                </a:lnTo>
                <a:close/>
              </a:path>
            </a:pathLst>
          </a:custGeom>
          <a:solidFill>
            <a:srgbClr val="DAFF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84687" y="7421766"/>
            <a:ext cx="1449705" cy="387985"/>
          </a:xfrm>
          <a:custGeom>
            <a:avLst/>
            <a:gdLst/>
            <a:ahLst/>
            <a:cxnLst/>
            <a:rect l="l" t="t" r="r" b="b"/>
            <a:pathLst>
              <a:path w="1449705" h="387984">
                <a:moveTo>
                  <a:pt x="164094" y="387901"/>
                </a:moveTo>
                <a:lnTo>
                  <a:pt x="101476" y="375822"/>
                </a:lnTo>
                <a:lnTo>
                  <a:pt x="48088" y="339812"/>
                </a:lnTo>
                <a:lnTo>
                  <a:pt x="12677" y="286596"/>
                </a:lnTo>
                <a:lnTo>
                  <a:pt x="0" y="223806"/>
                </a:lnTo>
                <a:lnTo>
                  <a:pt x="381" y="207180"/>
                </a:lnTo>
                <a:lnTo>
                  <a:pt x="2877" y="191130"/>
                </a:lnTo>
                <a:lnTo>
                  <a:pt x="7467" y="175636"/>
                </a:lnTo>
                <a:lnTo>
                  <a:pt x="14130" y="160676"/>
                </a:lnTo>
                <a:lnTo>
                  <a:pt x="19981" y="145844"/>
                </a:lnTo>
                <a:lnTo>
                  <a:pt x="48088" y="107801"/>
                </a:lnTo>
                <a:lnTo>
                  <a:pt x="86228" y="79693"/>
                </a:lnTo>
                <a:lnTo>
                  <a:pt x="100963" y="73842"/>
                </a:lnTo>
                <a:lnTo>
                  <a:pt x="115827" y="67179"/>
                </a:lnTo>
                <a:lnTo>
                  <a:pt x="131332" y="62589"/>
                </a:lnTo>
                <a:lnTo>
                  <a:pt x="147435" y="60093"/>
                </a:lnTo>
                <a:lnTo>
                  <a:pt x="164094" y="59712"/>
                </a:lnTo>
                <a:lnTo>
                  <a:pt x="213733" y="55010"/>
                </a:lnTo>
                <a:lnTo>
                  <a:pt x="263371" y="50482"/>
                </a:lnTo>
                <a:lnTo>
                  <a:pt x="313010" y="46141"/>
                </a:lnTo>
                <a:lnTo>
                  <a:pt x="362649" y="41997"/>
                </a:lnTo>
                <a:lnTo>
                  <a:pt x="412287" y="38060"/>
                </a:lnTo>
                <a:lnTo>
                  <a:pt x="463574" y="34183"/>
                </a:lnTo>
                <a:lnTo>
                  <a:pt x="514874" y="30513"/>
                </a:lnTo>
                <a:lnTo>
                  <a:pt x="566186" y="27050"/>
                </a:lnTo>
                <a:lnTo>
                  <a:pt x="617510" y="23793"/>
                </a:lnTo>
                <a:lnTo>
                  <a:pt x="668845" y="20743"/>
                </a:lnTo>
                <a:lnTo>
                  <a:pt x="720190" y="17898"/>
                </a:lnTo>
                <a:lnTo>
                  <a:pt x="771544" y="15257"/>
                </a:lnTo>
                <a:lnTo>
                  <a:pt x="822907" y="12821"/>
                </a:lnTo>
                <a:lnTo>
                  <a:pt x="874277" y="10589"/>
                </a:lnTo>
                <a:lnTo>
                  <a:pt x="925654" y="8560"/>
                </a:lnTo>
                <a:lnTo>
                  <a:pt x="977036" y="6734"/>
                </a:lnTo>
                <a:lnTo>
                  <a:pt x="1028424" y="5109"/>
                </a:lnTo>
                <a:lnTo>
                  <a:pt x="1079816" y="3687"/>
                </a:lnTo>
                <a:lnTo>
                  <a:pt x="1131211" y="2465"/>
                </a:lnTo>
                <a:lnTo>
                  <a:pt x="1182608" y="1443"/>
                </a:lnTo>
                <a:lnTo>
                  <a:pt x="1234008" y="622"/>
                </a:lnTo>
                <a:lnTo>
                  <a:pt x="1285408" y="0"/>
                </a:lnTo>
                <a:lnTo>
                  <a:pt x="1317700" y="3187"/>
                </a:lnTo>
                <a:lnTo>
                  <a:pt x="1376044" y="28107"/>
                </a:lnTo>
                <a:lnTo>
                  <a:pt x="1422228" y="72752"/>
                </a:lnTo>
                <a:lnTo>
                  <a:pt x="1445738" y="132251"/>
                </a:lnTo>
                <a:lnTo>
                  <a:pt x="1449502" y="164094"/>
                </a:lnTo>
                <a:lnTo>
                  <a:pt x="1449121" y="180721"/>
                </a:lnTo>
                <a:lnTo>
                  <a:pt x="1446625" y="196771"/>
                </a:lnTo>
                <a:lnTo>
                  <a:pt x="1442035" y="212265"/>
                </a:lnTo>
                <a:lnTo>
                  <a:pt x="1435372" y="227225"/>
                </a:lnTo>
                <a:lnTo>
                  <a:pt x="1429521" y="242057"/>
                </a:lnTo>
                <a:lnTo>
                  <a:pt x="1401413" y="280100"/>
                </a:lnTo>
                <a:lnTo>
                  <a:pt x="1348026" y="315255"/>
                </a:lnTo>
                <a:lnTo>
                  <a:pt x="1285408" y="328189"/>
                </a:lnTo>
                <a:lnTo>
                  <a:pt x="1235521" y="328709"/>
                </a:lnTo>
                <a:lnTo>
                  <a:pt x="1185678" y="329447"/>
                </a:lnTo>
                <a:lnTo>
                  <a:pt x="1135868" y="330404"/>
                </a:lnTo>
                <a:lnTo>
                  <a:pt x="1086080" y="331580"/>
                </a:lnTo>
                <a:lnTo>
                  <a:pt x="1036303" y="332975"/>
                </a:lnTo>
                <a:lnTo>
                  <a:pt x="984905" y="334567"/>
                </a:lnTo>
                <a:lnTo>
                  <a:pt x="933513" y="336367"/>
                </a:lnTo>
                <a:lnTo>
                  <a:pt x="882128" y="338374"/>
                </a:lnTo>
                <a:lnTo>
                  <a:pt x="830752" y="340587"/>
                </a:lnTo>
                <a:lnTo>
                  <a:pt x="779384" y="343006"/>
                </a:lnTo>
                <a:lnTo>
                  <a:pt x="728027" y="345631"/>
                </a:lnTo>
                <a:lnTo>
                  <a:pt x="676681" y="348461"/>
                </a:lnTo>
                <a:lnTo>
                  <a:pt x="625347" y="351495"/>
                </a:lnTo>
                <a:lnTo>
                  <a:pt x="574027" y="354732"/>
                </a:lnTo>
                <a:lnTo>
                  <a:pt x="522722" y="358173"/>
                </a:lnTo>
                <a:lnTo>
                  <a:pt x="471433" y="361816"/>
                </a:lnTo>
                <a:lnTo>
                  <a:pt x="420161" y="365662"/>
                </a:lnTo>
                <a:lnTo>
                  <a:pt x="368907" y="369709"/>
                </a:lnTo>
                <a:lnTo>
                  <a:pt x="317672" y="373957"/>
                </a:lnTo>
                <a:lnTo>
                  <a:pt x="266458" y="378405"/>
                </a:lnTo>
                <a:lnTo>
                  <a:pt x="215265" y="383054"/>
                </a:lnTo>
                <a:lnTo>
                  <a:pt x="164094" y="387901"/>
                </a:lnTo>
                <a:close/>
              </a:path>
            </a:pathLst>
          </a:custGeom>
          <a:solidFill>
            <a:srgbClr val="DAFF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456501" y="4582924"/>
            <a:ext cx="468884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dirty="0">
                <a:solidFill>
                  <a:srgbClr val="3B0A85"/>
                </a:solidFill>
                <a:latin typeface="Trebuchet MS"/>
                <a:cs typeface="Trebuchet MS"/>
              </a:rPr>
              <a:t>Potential</a:t>
            </a:r>
            <a:r>
              <a:rPr sz="2500" spc="-9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3B0A85"/>
                </a:solidFill>
                <a:latin typeface="Trebuchet MS"/>
                <a:cs typeface="Trebuchet MS"/>
              </a:rPr>
              <a:t>for</a:t>
            </a:r>
            <a:r>
              <a:rPr sz="2500" spc="-8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3B0A85"/>
                </a:solidFill>
                <a:latin typeface="Trebuchet MS"/>
                <a:cs typeface="Trebuchet MS"/>
              </a:rPr>
              <a:t>a</a:t>
            </a:r>
            <a:r>
              <a:rPr sz="2500" spc="-8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3B0A85"/>
                </a:solidFill>
                <a:latin typeface="Trebuchet MS"/>
                <a:cs typeface="Trebuchet MS"/>
              </a:rPr>
              <a:t>high</a:t>
            </a:r>
            <a:r>
              <a:rPr sz="2500" spc="-9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50" dirty="0">
                <a:solidFill>
                  <a:srgbClr val="3B0A85"/>
                </a:solidFill>
                <a:latin typeface="Trebuchet MS"/>
                <a:cs typeface="Trebuchet MS"/>
              </a:rPr>
              <a:t>engagement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56501" y="5154424"/>
            <a:ext cx="471614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dirty="0">
                <a:solidFill>
                  <a:srgbClr val="3B0A85"/>
                </a:solidFill>
                <a:latin typeface="Trebuchet MS"/>
                <a:cs typeface="Trebuchet MS"/>
              </a:rPr>
              <a:t>Real</a:t>
            </a:r>
            <a:r>
              <a:rPr sz="2500" spc="-12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3B0A85"/>
                </a:solidFill>
                <a:latin typeface="Trebuchet MS"/>
                <a:cs typeface="Trebuchet MS"/>
              </a:rPr>
              <a:t>time/quick</a:t>
            </a:r>
            <a:r>
              <a:rPr sz="2500" spc="-12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65" dirty="0">
                <a:solidFill>
                  <a:srgbClr val="3B0A85"/>
                </a:solidFill>
                <a:latin typeface="Trebuchet MS"/>
                <a:cs typeface="Trebuchet MS"/>
              </a:rPr>
              <a:t>feedback</a:t>
            </a:r>
            <a:r>
              <a:rPr sz="2500" spc="-12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50" dirty="0">
                <a:solidFill>
                  <a:srgbClr val="3B0A85"/>
                </a:solidFill>
                <a:latin typeface="Trebuchet MS"/>
                <a:cs typeface="Trebuchet MS"/>
              </a:rPr>
              <a:t>about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56501" y="5440174"/>
            <a:ext cx="121856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dirty="0">
                <a:solidFill>
                  <a:srgbClr val="3B0A85"/>
                </a:solidFill>
                <a:latin typeface="Trebuchet MS"/>
                <a:cs typeface="Trebuchet MS"/>
              </a:rPr>
              <a:t>an</a:t>
            </a:r>
            <a:r>
              <a:rPr sz="2500" spc="-1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75" dirty="0">
                <a:solidFill>
                  <a:srgbClr val="3B0A85"/>
                </a:solidFill>
                <a:latin typeface="Trebuchet MS"/>
                <a:cs typeface="Trebuchet MS"/>
              </a:rPr>
              <a:t>issue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77144" y="3542114"/>
            <a:ext cx="4304030" cy="709930"/>
          </a:xfrm>
          <a:prstGeom prst="rect">
            <a:avLst/>
          </a:prstGeom>
          <a:solidFill>
            <a:srgbClr val="A2BEEC"/>
          </a:solidFill>
        </p:spPr>
        <p:txBody>
          <a:bodyPr vert="horz" wrap="square" lIns="0" tIns="80010" rIns="0" bIns="0" rtlCol="0">
            <a:spAutoFit/>
          </a:bodyPr>
          <a:lstStyle/>
          <a:p>
            <a:pPr marL="166370">
              <a:lnSpc>
                <a:spcPct val="100000"/>
              </a:lnSpc>
              <a:spcBef>
                <a:spcPts val="630"/>
              </a:spcBef>
            </a:pPr>
            <a:r>
              <a:rPr sz="3250" b="1" spc="100" dirty="0">
                <a:solidFill>
                  <a:srgbClr val="3B0A85"/>
                </a:solidFill>
                <a:latin typeface="Trebuchet MS"/>
                <a:cs typeface="Trebuchet MS"/>
              </a:rPr>
              <a:t>Social</a:t>
            </a:r>
            <a:r>
              <a:rPr sz="3250" b="1" spc="-18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250" b="1" spc="160" dirty="0">
                <a:solidFill>
                  <a:srgbClr val="3B0A85"/>
                </a:solidFill>
                <a:latin typeface="Trebuchet MS"/>
                <a:cs typeface="Trebuchet MS"/>
              </a:rPr>
              <a:t>Media</a:t>
            </a:r>
            <a:r>
              <a:rPr sz="3250" b="1" spc="-18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250" b="1" spc="-10" dirty="0">
                <a:solidFill>
                  <a:srgbClr val="3B0A85"/>
                </a:solidFill>
                <a:latin typeface="Trebuchet MS"/>
                <a:cs typeface="Trebuchet MS"/>
              </a:rPr>
              <a:t>Polling</a:t>
            </a:r>
            <a:endParaRPr sz="325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96812" y="7464456"/>
            <a:ext cx="497586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dirty="0">
                <a:solidFill>
                  <a:srgbClr val="3B0A85"/>
                </a:solidFill>
                <a:latin typeface="Trebuchet MS"/>
                <a:cs typeface="Trebuchet MS"/>
              </a:rPr>
              <a:t>Run</a:t>
            </a:r>
            <a:r>
              <a:rPr sz="2500" spc="-5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3B0A85"/>
                </a:solidFill>
                <a:latin typeface="Trebuchet MS"/>
                <a:cs typeface="Trebuchet MS"/>
              </a:rPr>
              <a:t>the</a:t>
            </a:r>
            <a:r>
              <a:rPr sz="2500" spc="-5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3B0A85"/>
                </a:solidFill>
                <a:latin typeface="Trebuchet MS"/>
                <a:cs typeface="Trebuchet MS"/>
              </a:rPr>
              <a:t>risk</a:t>
            </a:r>
            <a:r>
              <a:rPr sz="2500" spc="-5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3B0A85"/>
                </a:solidFill>
                <a:latin typeface="Trebuchet MS"/>
                <a:cs typeface="Trebuchet MS"/>
              </a:rPr>
              <a:t>that</a:t>
            </a:r>
            <a:r>
              <a:rPr sz="2500" spc="-5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70" dirty="0">
                <a:solidFill>
                  <a:srgbClr val="3B0A85"/>
                </a:solidFill>
                <a:latin typeface="Trebuchet MS"/>
                <a:cs typeface="Trebuchet MS"/>
              </a:rPr>
              <a:t>sample</a:t>
            </a:r>
            <a:r>
              <a:rPr sz="2500" spc="-5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55" dirty="0">
                <a:solidFill>
                  <a:srgbClr val="3B0A85"/>
                </a:solidFill>
                <a:latin typeface="Trebuchet MS"/>
                <a:cs typeface="Trebuchet MS"/>
              </a:rPr>
              <a:t>is</a:t>
            </a:r>
            <a:r>
              <a:rPr sz="2500" spc="-5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60" dirty="0">
                <a:solidFill>
                  <a:srgbClr val="3B0A85"/>
                </a:solidFill>
                <a:latin typeface="Trebuchet MS"/>
                <a:cs typeface="Trebuchet MS"/>
              </a:rPr>
              <a:t>mostly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96812" y="7578718"/>
            <a:ext cx="5144135" cy="1092200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sz="2500" spc="-10" dirty="0">
                <a:solidFill>
                  <a:srgbClr val="3B0A85"/>
                </a:solidFill>
                <a:latin typeface="Trebuchet MS"/>
                <a:cs typeface="Trebuchet MS"/>
              </a:rPr>
              <a:t>friends/acquaintances</a:t>
            </a:r>
            <a:endParaRPr sz="2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500" spc="55" dirty="0">
                <a:solidFill>
                  <a:srgbClr val="3B0A85"/>
                </a:solidFill>
                <a:latin typeface="Trebuchet MS"/>
                <a:cs typeface="Trebuchet MS"/>
              </a:rPr>
              <a:t>Lack</a:t>
            </a:r>
            <a:r>
              <a:rPr sz="2500" spc="-5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3B0A85"/>
                </a:solidFill>
                <a:latin typeface="Trebuchet MS"/>
                <a:cs typeface="Trebuchet MS"/>
              </a:rPr>
              <a:t>of</a:t>
            </a:r>
            <a:r>
              <a:rPr sz="2500" spc="-4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3B0A85"/>
                </a:solidFill>
                <a:latin typeface="Trebuchet MS"/>
                <a:cs typeface="Trebuchet MS"/>
              </a:rPr>
              <a:t>control</a:t>
            </a:r>
            <a:r>
              <a:rPr sz="2500" spc="-3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3B0A85"/>
                </a:solidFill>
                <a:latin typeface="Trebuchet MS"/>
                <a:cs typeface="Trebuchet MS"/>
              </a:rPr>
              <a:t>of</a:t>
            </a:r>
            <a:r>
              <a:rPr sz="2500" spc="-4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65" dirty="0">
                <a:solidFill>
                  <a:srgbClr val="3B0A85"/>
                </a:solidFill>
                <a:latin typeface="Trebuchet MS"/>
                <a:cs typeface="Trebuchet MS"/>
              </a:rPr>
              <a:t>who</a:t>
            </a:r>
            <a:r>
              <a:rPr sz="2500" spc="-3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-10" dirty="0">
                <a:solidFill>
                  <a:srgbClr val="3B0A85"/>
                </a:solidFill>
                <a:latin typeface="Trebuchet MS"/>
                <a:cs typeface="Trebuchet MS"/>
              </a:rPr>
              <a:t>participates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96812" y="8797956"/>
            <a:ext cx="425450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spc="50" dirty="0">
                <a:solidFill>
                  <a:srgbClr val="3B0A85"/>
                </a:solidFill>
                <a:latin typeface="Trebuchet MS"/>
                <a:cs typeface="Trebuchet MS"/>
              </a:rPr>
              <a:t>Challenges</a:t>
            </a:r>
            <a:r>
              <a:rPr sz="2500" spc="-4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3B0A85"/>
                </a:solidFill>
                <a:latin typeface="Trebuchet MS"/>
                <a:cs typeface="Trebuchet MS"/>
              </a:rPr>
              <a:t>with</a:t>
            </a:r>
            <a:r>
              <a:rPr sz="2500" spc="-3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3B0A85"/>
                </a:solidFill>
                <a:latin typeface="Trebuchet MS"/>
                <a:cs typeface="Trebuchet MS"/>
              </a:rPr>
              <a:t>social</a:t>
            </a:r>
            <a:r>
              <a:rPr sz="2500" spc="-3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45" dirty="0">
                <a:solidFill>
                  <a:srgbClr val="3B0A85"/>
                </a:solidFill>
                <a:latin typeface="Trebuchet MS"/>
                <a:cs typeface="Trebuchet MS"/>
              </a:rPr>
              <a:t>media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96812" y="9064656"/>
            <a:ext cx="306451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dirty="0">
                <a:solidFill>
                  <a:srgbClr val="3B0A85"/>
                </a:solidFill>
                <a:latin typeface="Trebuchet MS"/>
                <a:cs typeface="Trebuchet MS"/>
              </a:rPr>
              <a:t>platform </a:t>
            </a:r>
            <a:r>
              <a:rPr sz="2500" spc="-10" dirty="0">
                <a:solidFill>
                  <a:srgbClr val="3B0A85"/>
                </a:solidFill>
                <a:latin typeface="Trebuchet MS"/>
                <a:cs typeface="Trebuchet MS"/>
              </a:rPr>
              <a:t>distribution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87082" y="665530"/>
            <a:ext cx="7802880" cy="2533015"/>
          </a:xfrm>
          <a:custGeom>
            <a:avLst/>
            <a:gdLst/>
            <a:ahLst/>
            <a:cxnLst/>
            <a:rect l="l" t="t" r="r" b="b"/>
            <a:pathLst>
              <a:path w="7802880" h="2533015">
                <a:moveTo>
                  <a:pt x="7802651" y="1903780"/>
                </a:moveTo>
                <a:lnTo>
                  <a:pt x="7705915" y="730465"/>
                </a:lnTo>
                <a:lnTo>
                  <a:pt x="4806226" y="969530"/>
                </a:lnTo>
                <a:lnTo>
                  <a:pt x="4726292" y="0"/>
                </a:lnTo>
                <a:lnTo>
                  <a:pt x="0" y="389661"/>
                </a:lnTo>
                <a:lnTo>
                  <a:pt x="79933" y="1359192"/>
                </a:lnTo>
                <a:lnTo>
                  <a:pt x="176669" y="2532507"/>
                </a:lnTo>
                <a:lnTo>
                  <a:pt x="7802651" y="1903780"/>
                </a:lnTo>
                <a:close/>
              </a:path>
            </a:pathLst>
          </a:custGeom>
          <a:solidFill>
            <a:srgbClr val="DAFF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 rot="21360000">
            <a:off x="1015870" y="1042983"/>
            <a:ext cx="4168070" cy="838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370"/>
              </a:lnSpc>
            </a:pPr>
            <a:r>
              <a:rPr sz="9900" spc="-202" baseline="-2104" dirty="0">
                <a:solidFill>
                  <a:srgbClr val="3B0A85"/>
                </a:solidFill>
                <a:latin typeface="Arial MT"/>
                <a:cs typeface="Arial MT"/>
              </a:rPr>
              <a:t>M</a:t>
            </a:r>
            <a:r>
              <a:rPr sz="9900" spc="-202" baseline="-1262" dirty="0">
                <a:solidFill>
                  <a:srgbClr val="3B0A85"/>
                </a:solidFill>
                <a:latin typeface="Arial MT"/>
                <a:cs typeface="Arial MT"/>
              </a:rPr>
              <a:t>E</a:t>
            </a:r>
            <a:r>
              <a:rPr sz="6600" spc="-135" dirty="0">
                <a:solidFill>
                  <a:srgbClr val="3B0A85"/>
                </a:solidFill>
                <a:latin typeface="Arial MT"/>
                <a:cs typeface="Arial MT"/>
              </a:rPr>
              <a:t>THODS</a:t>
            </a:r>
            <a:endParaRPr sz="66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 rot="21360000">
            <a:off x="1109084" y="1901277"/>
            <a:ext cx="7041971" cy="838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160"/>
              </a:lnSpc>
            </a:pPr>
            <a:r>
              <a:rPr sz="9900" spc="-382" baseline="-4208" dirty="0">
                <a:solidFill>
                  <a:srgbClr val="3B0A85"/>
                </a:solidFill>
                <a:latin typeface="Arial MT"/>
                <a:cs typeface="Arial MT"/>
              </a:rPr>
              <a:t>P</a:t>
            </a:r>
            <a:r>
              <a:rPr sz="9900" spc="-382" baseline="-3787" dirty="0">
                <a:solidFill>
                  <a:srgbClr val="3B0A85"/>
                </a:solidFill>
                <a:latin typeface="Arial MT"/>
                <a:cs typeface="Arial MT"/>
              </a:rPr>
              <a:t>R</a:t>
            </a:r>
            <a:r>
              <a:rPr sz="9900" spc="-382" baseline="-3367" dirty="0">
                <a:solidFill>
                  <a:srgbClr val="3B0A85"/>
                </a:solidFill>
                <a:latin typeface="Arial MT"/>
                <a:cs typeface="Arial MT"/>
              </a:rPr>
              <a:t>O</a:t>
            </a:r>
            <a:r>
              <a:rPr sz="9900" spc="-382" baseline="-2946" dirty="0">
                <a:solidFill>
                  <a:srgbClr val="3B0A85"/>
                </a:solidFill>
                <a:latin typeface="Arial MT"/>
                <a:cs typeface="Arial MT"/>
              </a:rPr>
              <a:t>S</a:t>
            </a:r>
            <a:r>
              <a:rPr sz="9900" spc="307" baseline="-2946" dirty="0">
                <a:solidFill>
                  <a:srgbClr val="3B0A85"/>
                </a:solidFill>
                <a:latin typeface="Arial MT"/>
                <a:cs typeface="Arial MT"/>
              </a:rPr>
              <a:t> </a:t>
            </a:r>
            <a:r>
              <a:rPr sz="9900" spc="292" baseline="-2104" dirty="0">
                <a:solidFill>
                  <a:srgbClr val="3B0A85"/>
                </a:solidFill>
                <a:latin typeface="Arial MT"/>
                <a:cs typeface="Arial MT"/>
              </a:rPr>
              <a:t>A</a:t>
            </a:r>
            <a:r>
              <a:rPr sz="9900" spc="292" baseline="-1683" dirty="0">
                <a:solidFill>
                  <a:srgbClr val="3B0A85"/>
                </a:solidFill>
                <a:latin typeface="Arial MT"/>
                <a:cs typeface="Arial MT"/>
              </a:rPr>
              <a:t>N</a:t>
            </a:r>
            <a:r>
              <a:rPr sz="9900" spc="292" baseline="-1262" dirty="0">
                <a:solidFill>
                  <a:srgbClr val="3B0A85"/>
                </a:solidFill>
                <a:latin typeface="Arial MT"/>
                <a:cs typeface="Arial MT"/>
              </a:rPr>
              <a:t>D</a:t>
            </a:r>
            <a:r>
              <a:rPr sz="9900" spc="315" baseline="-1262" dirty="0">
                <a:solidFill>
                  <a:srgbClr val="3B0A85"/>
                </a:solidFill>
                <a:latin typeface="Arial MT"/>
                <a:cs typeface="Arial MT"/>
              </a:rPr>
              <a:t> </a:t>
            </a:r>
            <a:r>
              <a:rPr sz="6600" spc="-380" dirty="0">
                <a:solidFill>
                  <a:srgbClr val="3B0A85"/>
                </a:solidFill>
                <a:latin typeface="Arial MT"/>
                <a:cs typeface="Arial MT"/>
              </a:rPr>
              <a:t>CONS</a:t>
            </a:r>
            <a:endParaRPr sz="6600">
              <a:latin typeface="Arial MT"/>
              <a:cs typeface="Arial MT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1712182" y="4317796"/>
            <a:ext cx="1404620" cy="1404620"/>
          </a:xfrm>
          <a:custGeom>
            <a:avLst/>
            <a:gdLst/>
            <a:ahLst/>
            <a:cxnLst/>
            <a:rect l="l" t="t" r="r" b="b"/>
            <a:pathLst>
              <a:path w="1404619" h="1404620">
                <a:moveTo>
                  <a:pt x="1404061" y="645541"/>
                </a:moveTo>
                <a:lnTo>
                  <a:pt x="1381442" y="599795"/>
                </a:lnTo>
                <a:lnTo>
                  <a:pt x="1340967" y="572084"/>
                </a:lnTo>
                <a:lnTo>
                  <a:pt x="1291310" y="558038"/>
                </a:lnTo>
                <a:lnTo>
                  <a:pt x="1241107" y="553250"/>
                </a:lnTo>
                <a:lnTo>
                  <a:pt x="1193253" y="552005"/>
                </a:lnTo>
                <a:lnTo>
                  <a:pt x="1145387" y="551421"/>
                </a:lnTo>
                <a:lnTo>
                  <a:pt x="1097534" y="551345"/>
                </a:lnTo>
                <a:lnTo>
                  <a:pt x="1049667" y="551624"/>
                </a:lnTo>
                <a:lnTo>
                  <a:pt x="906094" y="553072"/>
                </a:lnTo>
                <a:lnTo>
                  <a:pt x="858240" y="553250"/>
                </a:lnTo>
                <a:lnTo>
                  <a:pt x="842530" y="553288"/>
                </a:lnTo>
                <a:lnTo>
                  <a:pt x="842378" y="464566"/>
                </a:lnTo>
                <a:lnTo>
                  <a:pt x="842378" y="283591"/>
                </a:lnTo>
                <a:lnTo>
                  <a:pt x="842162" y="236982"/>
                </a:lnTo>
                <a:lnTo>
                  <a:pt x="840663" y="189852"/>
                </a:lnTo>
                <a:lnTo>
                  <a:pt x="834974" y="143256"/>
                </a:lnTo>
                <a:lnTo>
                  <a:pt x="822185" y="98285"/>
                </a:lnTo>
                <a:lnTo>
                  <a:pt x="801789" y="60782"/>
                </a:lnTo>
                <a:lnTo>
                  <a:pt x="773633" y="30480"/>
                </a:lnTo>
                <a:lnTo>
                  <a:pt x="739724" y="9499"/>
                </a:lnTo>
                <a:lnTo>
                  <a:pt x="702017" y="0"/>
                </a:lnTo>
                <a:lnTo>
                  <a:pt x="662508" y="4127"/>
                </a:lnTo>
                <a:lnTo>
                  <a:pt x="623176" y="24015"/>
                </a:lnTo>
                <a:lnTo>
                  <a:pt x="594410" y="54381"/>
                </a:lnTo>
                <a:lnTo>
                  <a:pt x="575970" y="93052"/>
                </a:lnTo>
                <a:lnTo>
                  <a:pt x="565835" y="137375"/>
                </a:lnTo>
                <a:lnTo>
                  <a:pt x="561962" y="184696"/>
                </a:lnTo>
                <a:lnTo>
                  <a:pt x="562330" y="232371"/>
                </a:lnTo>
                <a:lnTo>
                  <a:pt x="564908" y="277761"/>
                </a:lnTo>
                <a:lnTo>
                  <a:pt x="567664" y="318198"/>
                </a:lnTo>
                <a:lnTo>
                  <a:pt x="570153" y="368935"/>
                </a:lnTo>
                <a:lnTo>
                  <a:pt x="571830" y="419658"/>
                </a:lnTo>
                <a:lnTo>
                  <a:pt x="572858" y="470395"/>
                </a:lnTo>
                <a:lnTo>
                  <a:pt x="573366" y="521131"/>
                </a:lnTo>
                <a:lnTo>
                  <a:pt x="573468" y="553783"/>
                </a:lnTo>
                <a:lnTo>
                  <a:pt x="464553" y="553974"/>
                </a:lnTo>
                <a:lnTo>
                  <a:pt x="283578" y="553974"/>
                </a:lnTo>
                <a:lnTo>
                  <a:pt x="236982" y="553770"/>
                </a:lnTo>
                <a:lnTo>
                  <a:pt x="189839" y="555053"/>
                </a:lnTo>
                <a:lnTo>
                  <a:pt x="143243" y="560666"/>
                </a:lnTo>
                <a:lnTo>
                  <a:pt x="98272" y="573443"/>
                </a:lnTo>
                <a:lnTo>
                  <a:pt x="60769" y="593839"/>
                </a:lnTo>
                <a:lnTo>
                  <a:pt x="30467" y="622020"/>
                </a:lnTo>
                <a:lnTo>
                  <a:pt x="9486" y="655993"/>
                </a:lnTo>
                <a:lnTo>
                  <a:pt x="0" y="693826"/>
                </a:lnTo>
                <a:lnTo>
                  <a:pt x="4114" y="733539"/>
                </a:lnTo>
                <a:lnTo>
                  <a:pt x="24003" y="773163"/>
                </a:lnTo>
                <a:lnTo>
                  <a:pt x="54368" y="801928"/>
                </a:lnTo>
                <a:lnTo>
                  <a:pt x="93040" y="820369"/>
                </a:lnTo>
                <a:lnTo>
                  <a:pt x="137363" y="830516"/>
                </a:lnTo>
                <a:lnTo>
                  <a:pt x="184696" y="834377"/>
                </a:lnTo>
                <a:lnTo>
                  <a:pt x="232371" y="834009"/>
                </a:lnTo>
                <a:lnTo>
                  <a:pt x="277749" y="831443"/>
                </a:lnTo>
                <a:lnTo>
                  <a:pt x="318185" y="828687"/>
                </a:lnTo>
                <a:lnTo>
                  <a:pt x="368922" y="826198"/>
                </a:lnTo>
                <a:lnTo>
                  <a:pt x="419658" y="824509"/>
                </a:lnTo>
                <a:lnTo>
                  <a:pt x="470382" y="823493"/>
                </a:lnTo>
                <a:lnTo>
                  <a:pt x="521119" y="822985"/>
                </a:lnTo>
                <a:lnTo>
                  <a:pt x="571855" y="822820"/>
                </a:lnTo>
                <a:lnTo>
                  <a:pt x="574319" y="822833"/>
                </a:lnTo>
                <a:lnTo>
                  <a:pt x="574357" y="825538"/>
                </a:lnTo>
                <a:lnTo>
                  <a:pt x="576783" y="923429"/>
                </a:lnTo>
                <a:lnTo>
                  <a:pt x="579450" y="1018019"/>
                </a:lnTo>
                <a:lnTo>
                  <a:pt x="580644" y="1065187"/>
                </a:lnTo>
                <a:lnTo>
                  <a:pt x="582358" y="1165313"/>
                </a:lnTo>
                <a:lnTo>
                  <a:pt x="585203" y="1215555"/>
                </a:lnTo>
                <a:lnTo>
                  <a:pt x="592175" y="1264907"/>
                </a:lnTo>
                <a:lnTo>
                  <a:pt x="605980" y="1308938"/>
                </a:lnTo>
                <a:lnTo>
                  <a:pt x="629539" y="1350137"/>
                </a:lnTo>
                <a:lnTo>
                  <a:pt x="662051" y="1383220"/>
                </a:lnTo>
                <a:lnTo>
                  <a:pt x="702741" y="1402956"/>
                </a:lnTo>
                <a:lnTo>
                  <a:pt x="750798" y="1404073"/>
                </a:lnTo>
                <a:lnTo>
                  <a:pt x="796556" y="1381455"/>
                </a:lnTo>
                <a:lnTo>
                  <a:pt x="824255" y="1340980"/>
                </a:lnTo>
                <a:lnTo>
                  <a:pt x="838314" y="1291323"/>
                </a:lnTo>
                <a:lnTo>
                  <a:pt x="843102" y="1241120"/>
                </a:lnTo>
                <a:lnTo>
                  <a:pt x="844334" y="1193253"/>
                </a:lnTo>
                <a:lnTo>
                  <a:pt x="844918" y="1145400"/>
                </a:lnTo>
                <a:lnTo>
                  <a:pt x="844994" y="1097546"/>
                </a:lnTo>
                <a:lnTo>
                  <a:pt x="844715" y="1049680"/>
                </a:lnTo>
                <a:lnTo>
                  <a:pt x="843280" y="906106"/>
                </a:lnTo>
                <a:lnTo>
                  <a:pt x="843102" y="858253"/>
                </a:lnTo>
                <a:lnTo>
                  <a:pt x="843026" y="821563"/>
                </a:lnTo>
                <a:lnTo>
                  <a:pt x="923429" y="819556"/>
                </a:lnTo>
                <a:lnTo>
                  <a:pt x="1018019" y="816902"/>
                </a:lnTo>
                <a:lnTo>
                  <a:pt x="1065174" y="815708"/>
                </a:lnTo>
                <a:lnTo>
                  <a:pt x="1165313" y="813993"/>
                </a:lnTo>
                <a:lnTo>
                  <a:pt x="1215542" y="811149"/>
                </a:lnTo>
                <a:lnTo>
                  <a:pt x="1264907" y="804176"/>
                </a:lnTo>
                <a:lnTo>
                  <a:pt x="1308925" y="790371"/>
                </a:lnTo>
                <a:lnTo>
                  <a:pt x="1350124" y="766813"/>
                </a:lnTo>
                <a:lnTo>
                  <a:pt x="1383220" y="734288"/>
                </a:lnTo>
                <a:lnTo>
                  <a:pt x="1402943" y="693610"/>
                </a:lnTo>
                <a:lnTo>
                  <a:pt x="1404061" y="645541"/>
                </a:lnTo>
                <a:close/>
              </a:path>
            </a:pathLst>
          </a:custGeom>
          <a:solidFill>
            <a:srgbClr val="DAFF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1681279" y="7483765"/>
            <a:ext cx="1449705" cy="387985"/>
          </a:xfrm>
          <a:custGeom>
            <a:avLst/>
            <a:gdLst/>
            <a:ahLst/>
            <a:cxnLst/>
            <a:rect l="l" t="t" r="r" b="b"/>
            <a:pathLst>
              <a:path w="1449705" h="387984">
                <a:moveTo>
                  <a:pt x="164094" y="387901"/>
                </a:moveTo>
                <a:lnTo>
                  <a:pt x="101476" y="375822"/>
                </a:lnTo>
                <a:lnTo>
                  <a:pt x="48088" y="339812"/>
                </a:lnTo>
                <a:lnTo>
                  <a:pt x="12677" y="286596"/>
                </a:lnTo>
                <a:lnTo>
                  <a:pt x="0" y="223806"/>
                </a:lnTo>
                <a:lnTo>
                  <a:pt x="381" y="207180"/>
                </a:lnTo>
                <a:lnTo>
                  <a:pt x="2877" y="191130"/>
                </a:lnTo>
                <a:lnTo>
                  <a:pt x="7467" y="175636"/>
                </a:lnTo>
                <a:lnTo>
                  <a:pt x="14130" y="160676"/>
                </a:lnTo>
                <a:lnTo>
                  <a:pt x="19981" y="145844"/>
                </a:lnTo>
                <a:lnTo>
                  <a:pt x="48088" y="107801"/>
                </a:lnTo>
                <a:lnTo>
                  <a:pt x="86228" y="79693"/>
                </a:lnTo>
                <a:lnTo>
                  <a:pt x="100963" y="73842"/>
                </a:lnTo>
                <a:lnTo>
                  <a:pt x="115827" y="67179"/>
                </a:lnTo>
                <a:lnTo>
                  <a:pt x="131332" y="62589"/>
                </a:lnTo>
                <a:lnTo>
                  <a:pt x="147435" y="60093"/>
                </a:lnTo>
                <a:lnTo>
                  <a:pt x="164094" y="59712"/>
                </a:lnTo>
                <a:lnTo>
                  <a:pt x="213733" y="55010"/>
                </a:lnTo>
                <a:lnTo>
                  <a:pt x="263371" y="50482"/>
                </a:lnTo>
                <a:lnTo>
                  <a:pt x="313010" y="46141"/>
                </a:lnTo>
                <a:lnTo>
                  <a:pt x="362649" y="41997"/>
                </a:lnTo>
                <a:lnTo>
                  <a:pt x="412287" y="38060"/>
                </a:lnTo>
                <a:lnTo>
                  <a:pt x="463574" y="34183"/>
                </a:lnTo>
                <a:lnTo>
                  <a:pt x="514874" y="30513"/>
                </a:lnTo>
                <a:lnTo>
                  <a:pt x="566186" y="27050"/>
                </a:lnTo>
                <a:lnTo>
                  <a:pt x="617510" y="23793"/>
                </a:lnTo>
                <a:lnTo>
                  <a:pt x="668845" y="20743"/>
                </a:lnTo>
                <a:lnTo>
                  <a:pt x="720190" y="17898"/>
                </a:lnTo>
                <a:lnTo>
                  <a:pt x="771544" y="15257"/>
                </a:lnTo>
                <a:lnTo>
                  <a:pt x="822907" y="12821"/>
                </a:lnTo>
                <a:lnTo>
                  <a:pt x="874277" y="10589"/>
                </a:lnTo>
                <a:lnTo>
                  <a:pt x="925654" y="8560"/>
                </a:lnTo>
                <a:lnTo>
                  <a:pt x="977036" y="6734"/>
                </a:lnTo>
                <a:lnTo>
                  <a:pt x="1028424" y="5109"/>
                </a:lnTo>
                <a:lnTo>
                  <a:pt x="1079816" y="3687"/>
                </a:lnTo>
                <a:lnTo>
                  <a:pt x="1131211" y="2465"/>
                </a:lnTo>
                <a:lnTo>
                  <a:pt x="1182608" y="1443"/>
                </a:lnTo>
                <a:lnTo>
                  <a:pt x="1234008" y="622"/>
                </a:lnTo>
                <a:lnTo>
                  <a:pt x="1285408" y="0"/>
                </a:lnTo>
                <a:lnTo>
                  <a:pt x="1317700" y="3187"/>
                </a:lnTo>
                <a:lnTo>
                  <a:pt x="1376044" y="28107"/>
                </a:lnTo>
                <a:lnTo>
                  <a:pt x="1422228" y="72752"/>
                </a:lnTo>
                <a:lnTo>
                  <a:pt x="1445738" y="132251"/>
                </a:lnTo>
                <a:lnTo>
                  <a:pt x="1449502" y="164094"/>
                </a:lnTo>
                <a:lnTo>
                  <a:pt x="1449121" y="180721"/>
                </a:lnTo>
                <a:lnTo>
                  <a:pt x="1446625" y="196771"/>
                </a:lnTo>
                <a:lnTo>
                  <a:pt x="1442035" y="212265"/>
                </a:lnTo>
                <a:lnTo>
                  <a:pt x="1435372" y="227225"/>
                </a:lnTo>
                <a:lnTo>
                  <a:pt x="1429521" y="242057"/>
                </a:lnTo>
                <a:lnTo>
                  <a:pt x="1401413" y="280100"/>
                </a:lnTo>
                <a:lnTo>
                  <a:pt x="1348026" y="315255"/>
                </a:lnTo>
                <a:lnTo>
                  <a:pt x="1285408" y="328189"/>
                </a:lnTo>
                <a:lnTo>
                  <a:pt x="1235521" y="328709"/>
                </a:lnTo>
                <a:lnTo>
                  <a:pt x="1185678" y="329447"/>
                </a:lnTo>
                <a:lnTo>
                  <a:pt x="1135868" y="330404"/>
                </a:lnTo>
                <a:lnTo>
                  <a:pt x="1086080" y="331580"/>
                </a:lnTo>
                <a:lnTo>
                  <a:pt x="1036303" y="332975"/>
                </a:lnTo>
                <a:lnTo>
                  <a:pt x="984905" y="334567"/>
                </a:lnTo>
                <a:lnTo>
                  <a:pt x="933513" y="336367"/>
                </a:lnTo>
                <a:lnTo>
                  <a:pt x="882128" y="338374"/>
                </a:lnTo>
                <a:lnTo>
                  <a:pt x="830752" y="340587"/>
                </a:lnTo>
                <a:lnTo>
                  <a:pt x="779384" y="343006"/>
                </a:lnTo>
                <a:lnTo>
                  <a:pt x="728027" y="345631"/>
                </a:lnTo>
                <a:lnTo>
                  <a:pt x="676681" y="348461"/>
                </a:lnTo>
                <a:lnTo>
                  <a:pt x="625347" y="351495"/>
                </a:lnTo>
                <a:lnTo>
                  <a:pt x="574027" y="354732"/>
                </a:lnTo>
                <a:lnTo>
                  <a:pt x="522722" y="358173"/>
                </a:lnTo>
                <a:lnTo>
                  <a:pt x="471433" y="361816"/>
                </a:lnTo>
                <a:lnTo>
                  <a:pt x="420161" y="365662"/>
                </a:lnTo>
                <a:lnTo>
                  <a:pt x="368907" y="369709"/>
                </a:lnTo>
                <a:lnTo>
                  <a:pt x="317672" y="373957"/>
                </a:lnTo>
                <a:lnTo>
                  <a:pt x="266458" y="378405"/>
                </a:lnTo>
                <a:lnTo>
                  <a:pt x="215265" y="383054"/>
                </a:lnTo>
                <a:lnTo>
                  <a:pt x="164094" y="387901"/>
                </a:lnTo>
                <a:close/>
              </a:path>
            </a:pathLst>
          </a:custGeom>
          <a:solidFill>
            <a:srgbClr val="DAFF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2564947" y="4590862"/>
            <a:ext cx="4816475" cy="217805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 marR="408305">
              <a:lnSpc>
                <a:spcPct val="77500"/>
              </a:lnSpc>
              <a:spcBef>
                <a:spcPts val="775"/>
              </a:spcBef>
            </a:pPr>
            <a:r>
              <a:rPr sz="2500" spc="45" dirty="0">
                <a:solidFill>
                  <a:srgbClr val="3B0A85"/>
                </a:solidFill>
                <a:latin typeface="Trebuchet MS"/>
                <a:cs typeface="Trebuchet MS"/>
              </a:rPr>
              <a:t>Uncovering</a:t>
            </a:r>
            <a:r>
              <a:rPr sz="2500" spc="-9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50" dirty="0">
                <a:solidFill>
                  <a:srgbClr val="3B0A85"/>
                </a:solidFill>
                <a:latin typeface="Trebuchet MS"/>
                <a:cs typeface="Trebuchet MS"/>
              </a:rPr>
              <a:t>insights</a:t>
            </a:r>
            <a:r>
              <a:rPr sz="2500" spc="-8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3B0A85"/>
                </a:solidFill>
                <a:latin typeface="Trebuchet MS"/>
                <a:cs typeface="Trebuchet MS"/>
              </a:rPr>
              <a:t>related</a:t>
            </a:r>
            <a:r>
              <a:rPr sz="2500" spc="-8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-25" dirty="0">
                <a:solidFill>
                  <a:srgbClr val="3B0A85"/>
                </a:solidFill>
                <a:latin typeface="Trebuchet MS"/>
                <a:cs typeface="Trebuchet MS"/>
              </a:rPr>
              <a:t>to </a:t>
            </a:r>
            <a:r>
              <a:rPr sz="2500" spc="80" dirty="0">
                <a:solidFill>
                  <a:srgbClr val="3B0A85"/>
                </a:solidFill>
                <a:latin typeface="Trebuchet MS"/>
                <a:cs typeface="Trebuchet MS"/>
              </a:rPr>
              <a:t>group</a:t>
            </a:r>
            <a:r>
              <a:rPr sz="2500" spc="-9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-10" dirty="0">
                <a:solidFill>
                  <a:srgbClr val="3B0A85"/>
                </a:solidFill>
                <a:latin typeface="Trebuchet MS"/>
                <a:cs typeface="Trebuchet MS"/>
              </a:rPr>
              <a:t>dynamics.</a:t>
            </a:r>
            <a:endParaRPr sz="2500">
              <a:latin typeface="Trebuchet MS"/>
              <a:cs typeface="Trebuchet MS"/>
            </a:endParaRPr>
          </a:p>
          <a:p>
            <a:pPr marL="12700" marR="5080">
              <a:lnSpc>
                <a:spcPct val="77500"/>
              </a:lnSpc>
              <a:spcBef>
                <a:spcPts val="2325"/>
              </a:spcBef>
            </a:pPr>
            <a:r>
              <a:rPr sz="2500" dirty="0">
                <a:solidFill>
                  <a:srgbClr val="3B0A85"/>
                </a:solidFill>
                <a:latin typeface="Trebuchet MS"/>
                <a:cs typeface="Trebuchet MS"/>
              </a:rPr>
              <a:t>Time</a:t>
            </a:r>
            <a:r>
              <a:rPr sz="2500" spc="-10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3B0A85"/>
                </a:solidFill>
                <a:latin typeface="Trebuchet MS"/>
                <a:cs typeface="Trebuchet MS"/>
              </a:rPr>
              <a:t>for</a:t>
            </a:r>
            <a:r>
              <a:rPr sz="2500" spc="-9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-25" dirty="0">
                <a:solidFill>
                  <a:srgbClr val="3B0A85"/>
                </a:solidFill>
                <a:latin typeface="Trebuchet MS"/>
                <a:cs typeface="Trebuchet MS"/>
              </a:rPr>
              <a:t>follow</a:t>
            </a:r>
            <a:r>
              <a:rPr sz="2500" spc="-10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110" dirty="0">
                <a:solidFill>
                  <a:srgbClr val="3B0A85"/>
                </a:solidFill>
                <a:latin typeface="Trebuchet MS"/>
                <a:cs typeface="Trebuchet MS"/>
              </a:rPr>
              <a:t>up</a:t>
            </a:r>
            <a:r>
              <a:rPr sz="2500" spc="-9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80" dirty="0">
                <a:solidFill>
                  <a:srgbClr val="3B0A85"/>
                </a:solidFill>
                <a:latin typeface="Trebuchet MS"/>
                <a:cs typeface="Trebuchet MS"/>
              </a:rPr>
              <a:t>questions</a:t>
            </a:r>
            <a:r>
              <a:rPr sz="2500" spc="-9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60" dirty="0">
                <a:solidFill>
                  <a:srgbClr val="3B0A85"/>
                </a:solidFill>
                <a:latin typeface="Trebuchet MS"/>
                <a:cs typeface="Trebuchet MS"/>
              </a:rPr>
              <a:t>and </a:t>
            </a:r>
            <a:r>
              <a:rPr sz="2500" spc="-10" dirty="0">
                <a:solidFill>
                  <a:srgbClr val="3B0A85"/>
                </a:solidFill>
                <a:latin typeface="Trebuchet MS"/>
                <a:cs typeface="Trebuchet MS"/>
              </a:rPr>
              <a:t>clarification.</a:t>
            </a:r>
            <a:endParaRPr sz="2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650"/>
              </a:spcBef>
            </a:pPr>
            <a:r>
              <a:rPr sz="2500" spc="70" dirty="0">
                <a:solidFill>
                  <a:srgbClr val="3B0A85"/>
                </a:solidFill>
                <a:latin typeface="Trebuchet MS"/>
                <a:cs typeface="Trebuchet MS"/>
              </a:rPr>
              <a:t>Observation</a:t>
            </a:r>
            <a:r>
              <a:rPr sz="2500" spc="1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3B0A85"/>
                </a:solidFill>
                <a:latin typeface="Trebuchet MS"/>
                <a:cs typeface="Trebuchet MS"/>
              </a:rPr>
              <a:t>of</a:t>
            </a:r>
            <a:r>
              <a:rPr sz="2500" spc="2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3B0A85"/>
                </a:solidFill>
                <a:latin typeface="Trebuchet MS"/>
                <a:cs typeface="Trebuchet MS"/>
              </a:rPr>
              <a:t>nonverbal</a:t>
            </a:r>
            <a:r>
              <a:rPr sz="2500" spc="1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-10" dirty="0">
                <a:solidFill>
                  <a:srgbClr val="3B0A85"/>
                </a:solidFill>
                <a:latin typeface="Trebuchet MS"/>
                <a:cs typeface="Trebuchet MS"/>
              </a:rPr>
              <a:t>cues.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2245223" y="7536584"/>
            <a:ext cx="523748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spc="95" dirty="0">
                <a:solidFill>
                  <a:srgbClr val="3B0A85"/>
                </a:solidFill>
                <a:latin typeface="Trebuchet MS"/>
                <a:cs typeface="Trebuchet MS"/>
              </a:rPr>
              <a:t>Need</a:t>
            </a:r>
            <a:r>
              <a:rPr sz="2500" spc="-7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3B0A85"/>
                </a:solidFill>
                <a:latin typeface="Trebuchet MS"/>
                <a:cs typeface="Trebuchet MS"/>
              </a:rPr>
              <a:t>a</a:t>
            </a:r>
            <a:r>
              <a:rPr sz="2500" spc="-6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3B0A85"/>
                </a:solidFill>
                <a:latin typeface="Trebuchet MS"/>
                <a:cs typeface="Trebuchet MS"/>
              </a:rPr>
              <a:t>plan</a:t>
            </a:r>
            <a:r>
              <a:rPr sz="2500" spc="-7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3B0A85"/>
                </a:solidFill>
                <a:latin typeface="Trebuchet MS"/>
                <a:cs typeface="Trebuchet MS"/>
              </a:rPr>
              <a:t>for</a:t>
            </a:r>
            <a:r>
              <a:rPr sz="2500" spc="-6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65" dirty="0">
                <a:solidFill>
                  <a:srgbClr val="3B0A85"/>
                </a:solidFill>
                <a:latin typeface="Trebuchet MS"/>
                <a:cs typeface="Trebuchet MS"/>
              </a:rPr>
              <a:t>how</a:t>
            </a:r>
            <a:r>
              <a:rPr sz="2500" spc="-7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3B0A85"/>
                </a:solidFill>
                <a:latin typeface="Trebuchet MS"/>
                <a:cs typeface="Trebuchet MS"/>
              </a:rPr>
              <a:t>to</a:t>
            </a:r>
            <a:r>
              <a:rPr sz="2500" spc="-6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105" dirty="0">
                <a:solidFill>
                  <a:srgbClr val="3B0A85"/>
                </a:solidFill>
                <a:latin typeface="Trebuchet MS"/>
                <a:cs typeface="Trebuchet MS"/>
              </a:rPr>
              <a:t>conduct</a:t>
            </a:r>
            <a:r>
              <a:rPr sz="2500" spc="-7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-25" dirty="0">
                <a:solidFill>
                  <a:srgbClr val="3B0A85"/>
                </a:solidFill>
                <a:latin typeface="Trebuchet MS"/>
                <a:cs typeface="Trebuchet MS"/>
              </a:rPr>
              <a:t>the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2245223" y="7793759"/>
            <a:ext cx="443357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dirty="0">
                <a:solidFill>
                  <a:srgbClr val="3B0A85"/>
                </a:solidFill>
                <a:latin typeface="Trebuchet MS"/>
                <a:cs typeface="Trebuchet MS"/>
              </a:rPr>
              <a:t>session,</a:t>
            </a:r>
            <a:r>
              <a:rPr sz="2500" spc="12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3B0A85"/>
                </a:solidFill>
                <a:latin typeface="Trebuchet MS"/>
                <a:cs typeface="Trebuchet MS"/>
              </a:rPr>
              <a:t>including</a:t>
            </a:r>
            <a:r>
              <a:rPr sz="2500" spc="12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3B0A85"/>
                </a:solidFill>
                <a:latin typeface="Trebuchet MS"/>
                <a:cs typeface="Trebuchet MS"/>
              </a:rPr>
              <a:t>dealing</a:t>
            </a:r>
            <a:r>
              <a:rPr sz="2500" spc="12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-20" dirty="0">
                <a:solidFill>
                  <a:srgbClr val="3B0A85"/>
                </a:solidFill>
                <a:latin typeface="Trebuchet MS"/>
                <a:cs typeface="Trebuchet MS"/>
              </a:rPr>
              <a:t>with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2245223" y="8050934"/>
            <a:ext cx="346392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spc="-25" dirty="0">
                <a:solidFill>
                  <a:srgbClr val="3B0A85"/>
                </a:solidFill>
                <a:latin typeface="Trebuchet MS"/>
                <a:cs typeface="Trebuchet MS"/>
              </a:rPr>
              <a:t>difficult</a:t>
            </a:r>
            <a:r>
              <a:rPr sz="2500" spc="-11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35" dirty="0">
                <a:solidFill>
                  <a:srgbClr val="3B0A85"/>
                </a:solidFill>
                <a:latin typeface="Trebuchet MS"/>
                <a:cs typeface="Trebuchet MS"/>
              </a:rPr>
              <a:t>circumstances.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2245223" y="8565284"/>
            <a:ext cx="528066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dirty="0">
                <a:solidFill>
                  <a:srgbClr val="3B0A85"/>
                </a:solidFill>
                <a:latin typeface="Trebuchet MS"/>
                <a:cs typeface="Trebuchet MS"/>
              </a:rPr>
              <a:t>Potential</a:t>
            </a:r>
            <a:r>
              <a:rPr sz="2500" spc="-114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80" dirty="0">
                <a:solidFill>
                  <a:srgbClr val="3B0A85"/>
                </a:solidFill>
                <a:latin typeface="Trebuchet MS"/>
                <a:cs typeface="Trebuchet MS"/>
              </a:rPr>
              <a:t>group</a:t>
            </a:r>
            <a:r>
              <a:rPr sz="2500" spc="-114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85" dirty="0">
                <a:solidFill>
                  <a:srgbClr val="3B0A85"/>
                </a:solidFill>
                <a:latin typeface="Trebuchet MS"/>
                <a:cs typeface="Trebuchet MS"/>
              </a:rPr>
              <a:t>dynamic</a:t>
            </a:r>
            <a:r>
              <a:rPr sz="2500" spc="-114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-10" dirty="0">
                <a:solidFill>
                  <a:srgbClr val="3B0A85"/>
                </a:solidFill>
                <a:latin typeface="Trebuchet MS"/>
                <a:cs typeface="Trebuchet MS"/>
              </a:rPr>
              <a:t>bias/social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2245223" y="8689071"/>
            <a:ext cx="4434840" cy="1054100"/>
          </a:xfrm>
          <a:prstGeom prst="rect">
            <a:avLst/>
          </a:prstGeom>
        </p:spPr>
        <p:txBody>
          <a:bodyPr vert="horz" wrap="square" lIns="0" tIns="146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0"/>
              </a:spcBef>
            </a:pPr>
            <a:r>
              <a:rPr sz="2500" spc="-10" dirty="0">
                <a:solidFill>
                  <a:srgbClr val="3B0A85"/>
                </a:solidFill>
                <a:latin typeface="Trebuchet MS"/>
                <a:cs typeface="Trebuchet MS"/>
              </a:rPr>
              <a:t>desirability</a:t>
            </a:r>
            <a:endParaRPr sz="2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50"/>
              </a:spcBef>
            </a:pPr>
            <a:r>
              <a:rPr sz="2500" dirty="0">
                <a:solidFill>
                  <a:srgbClr val="3B0A85"/>
                </a:solidFill>
                <a:latin typeface="Trebuchet MS"/>
                <a:cs typeface="Trebuchet MS"/>
              </a:rPr>
              <a:t>Time</a:t>
            </a:r>
            <a:r>
              <a:rPr sz="2500" spc="-9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90" dirty="0">
                <a:solidFill>
                  <a:srgbClr val="3B0A85"/>
                </a:solidFill>
                <a:latin typeface="Trebuchet MS"/>
                <a:cs typeface="Trebuchet MS"/>
              </a:rPr>
              <a:t>consuming</a:t>
            </a:r>
            <a:r>
              <a:rPr sz="2500" spc="-8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50" dirty="0">
                <a:solidFill>
                  <a:srgbClr val="3B0A85"/>
                </a:solidFill>
                <a:latin typeface="Trebuchet MS"/>
                <a:cs typeface="Trebuchet MS"/>
              </a:rPr>
              <a:t>data</a:t>
            </a:r>
            <a:r>
              <a:rPr sz="2500" spc="-8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40" dirty="0">
                <a:solidFill>
                  <a:srgbClr val="3B0A85"/>
                </a:solidFill>
                <a:latin typeface="Trebuchet MS"/>
                <a:cs typeface="Trebuchet MS"/>
              </a:rPr>
              <a:t>analysis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6318783" y="4289056"/>
            <a:ext cx="1404620" cy="1404620"/>
          </a:xfrm>
          <a:custGeom>
            <a:avLst/>
            <a:gdLst/>
            <a:ahLst/>
            <a:cxnLst/>
            <a:rect l="l" t="t" r="r" b="b"/>
            <a:pathLst>
              <a:path w="1404620" h="1404620">
                <a:moveTo>
                  <a:pt x="1404061" y="645541"/>
                </a:moveTo>
                <a:lnTo>
                  <a:pt x="1381442" y="599795"/>
                </a:lnTo>
                <a:lnTo>
                  <a:pt x="1340980" y="572084"/>
                </a:lnTo>
                <a:lnTo>
                  <a:pt x="1291310" y="558038"/>
                </a:lnTo>
                <a:lnTo>
                  <a:pt x="1241107" y="553250"/>
                </a:lnTo>
                <a:lnTo>
                  <a:pt x="1193253" y="552005"/>
                </a:lnTo>
                <a:lnTo>
                  <a:pt x="1145400" y="551421"/>
                </a:lnTo>
                <a:lnTo>
                  <a:pt x="1097534" y="551345"/>
                </a:lnTo>
                <a:lnTo>
                  <a:pt x="1049680" y="551624"/>
                </a:lnTo>
                <a:lnTo>
                  <a:pt x="906106" y="553072"/>
                </a:lnTo>
                <a:lnTo>
                  <a:pt x="858240" y="553250"/>
                </a:lnTo>
                <a:lnTo>
                  <a:pt x="842530" y="553288"/>
                </a:lnTo>
                <a:lnTo>
                  <a:pt x="842378" y="464566"/>
                </a:lnTo>
                <a:lnTo>
                  <a:pt x="842378" y="283591"/>
                </a:lnTo>
                <a:lnTo>
                  <a:pt x="842162" y="236982"/>
                </a:lnTo>
                <a:lnTo>
                  <a:pt x="840663" y="189852"/>
                </a:lnTo>
                <a:lnTo>
                  <a:pt x="834974" y="143256"/>
                </a:lnTo>
                <a:lnTo>
                  <a:pt x="822198" y="98285"/>
                </a:lnTo>
                <a:lnTo>
                  <a:pt x="801789" y="60782"/>
                </a:lnTo>
                <a:lnTo>
                  <a:pt x="773645" y="30480"/>
                </a:lnTo>
                <a:lnTo>
                  <a:pt x="739724" y="9499"/>
                </a:lnTo>
                <a:lnTo>
                  <a:pt x="702017" y="0"/>
                </a:lnTo>
                <a:lnTo>
                  <a:pt x="662508" y="4127"/>
                </a:lnTo>
                <a:lnTo>
                  <a:pt x="623189" y="24015"/>
                </a:lnTo>
                <a:lnTo>
                  <a:pt x="594423" y="54381"/>
                </a:lnTo>
                <a:lnTo>
                  <a:pt x="575983" y="93052"/>
                </a:lnTo>
                <a:lnTo>
                  <a:pt x="565835" y="137375"/>
                </a:lnTo>
                <a:lnTo>
                  <a:pt x="561975" y="184696"/>
                </a:lnTo>
                <a:lnTo>
                  <a:pt x="562343" y="232371"/>
                </a:lnTo>
                <a:lnTo>
                  <a:pt x="564921" y="277761"/>
                </a:lnTo>
                <a:lnTo>
                  <a:pt x="567664" y="318198"/>
                </a:lnTo>
                <a:lnTo>
                  <a:pt x="570153" y="368935"/>
                </a:lnTo>
                <a:lnTo>
                  <a:pt x="571842" y="419658"/>
                </a:lnTo>
                <a:lnTo>
                  <a:pt x="572858" y="470395"/>
                </a:lnTo>
                <a:lnTo>
                  <a:pt x="573366" y="521131"/>
                </a:lnTo>
                <a:lnTo>
                  <a:pt x="573468" y="553783"/>
                </a:lnTo>
                <a:lnTo>
                  <a:pt x="464553" y="553974"/>
                </a:lnTo>
                <a:lnTo>
                  <a:pt x="283578" y="553974"/>
                </a:lnTo>
                <a:lnTo>
                  <a:pt x="236982" y="553770"/>
                </a:lnTo>
                <a:lnTo>
                  <a:pt x="189839" y="555053"/>
                </a:lnTo>
                <a:lnTo>
                  <a:pt x="143243" y="560666"/>
                </a:lnTo>
                <a:lnTo>
                  <a:pt x="98272" y="573443"/>
                </a:lnTo>
                <a:lnTo>
                  <a:pt x="60782" y="593839"/>
                </a:lnTo>
                <a:lnTo>
                  <a:pt x="30467" y="622020"/>
                </a:lnTo>
                <a:lnTo>
                  <a:pt x="9499" y="655993"/>
                </a:lnTo>
                <a:lnTo>
                  <a:pt x="0" y="693826"/>
                </a:lnTo>
                <a:lnTo>
                  <a:pt x="4127" y="733539"/>
                </a:lnTo>
                <a:lnTo>
                  <a:pt x="24003" y="773163"/>
                </a:lnTo>
                <a:lnTo>
                  <a:pt x="54381" y="801928"/>
                </a:lnTo>
                <a:lnTo>
                  <a:pt x="93052" y="820369"/>
                </a:lnTo>
                <a:lnTo>
                  <a:pt x="137375" y="830516"/>
                </a:lnTo>
                <a:lnTo>
                  <a:pt x="184696" y="834377"/>
                </a:lnTo>
                <a:lnTo>
                  <a:pt x="232371" y="834009"/>
                </a:lnTo>
                <a:lnTo>
                  <a:pt x="277749" y="831443"/>
                </a:lnTo>
                <a:lnTo>
                  <a:pt x="318185" y="828687"/>
                </a:lnTo>
                <a:lnTo>
                  <a:pt x="368922" y="826198"/>
                </a:lnTo>
                <a:lnTo>
                  <a:pt x="419658" y="824509"/>
                </a:lnTo>
                <a:lnTo>
                  <a:pt x="470395" y="823493"/>
                </a:lnTo>
                <a:lnTo>
                  <a:pt x="521131" y="822985"/>
                </a:lnTo>
                <a:lnTo>
                  <a:pt x="571855" y="822820"/>
                </a:lnTo>
                <a:lnTo>
                  <a:pt x="574319" y="822833"/>
                </a:lnTo>
                <a:lnTo>
                  <a:pt x="574357" y="825538"/>
                </a:lnTo>
                <a:lnTo>
                  <a:pt x="576795" y="923429"/>
                </a:lnTo>
                <a:lnTo>
                  <a:pt x="579450" y="1018019"/>
                </a:lnTo>
                <a:lnTo>
                  <a:pt x="580644" y="1065187"/>
                </a:lnTo>
                <a:lnTo>
                  <a:pt x="582358" y="1165313"/>
                </a:lnTo>
                <a:lnTo>
                  <a:pt x="585203" y="1215555"/>
                </a:lnTo>
                <a:lnTo>
                  <a:pt x="592175" y="1264907"/>
                </a:lnTo>
                <a:lnTo>
                  <a:pt x="605980" y="1308938"/>
                </a:lnTo>
                <a:lnTo>
                  <a:pt x="629539" y="1350137"/>
                </a:lnTo>
                <a:lnTo>
                  <a:pt x="662063" y="1383220"/>
                </a:lnTo>
                <a:lnTo>
                  <a:pt x="702741" y="1402956"/>
                </a:lnTo>
                <a:lnTo>
                  <a:pt x="750811" y="1404073"/>
                </a:lnTo>
                <a:lnTo>
                  <a:pt x="796556" y="1381455"/>
                </a:lnTo>
                <a:lnTo>
                  <a:pt x="824268" y="1340980"/>
                </a:lnTo>
                <a:lnTo>
                  <a:pt x="838314" y="1291323"/>
                </a:lnTo>
                <a:lnTo>
                  <a:pt x="843102" y="1241120"/>
                </a:lnTo>
                <a:lnTo>
                  <a:pt x="844346" y="1193253"/>
                </a:lnTo>
                <a:lnTo>
                  <a:pt x="844931" y="1145400"/>
                </a:lnTo>
                <a:lnTo>
                  <a:pt x="845007" y="1097546"/>
                </a:lnTo>
                <a:lnTo>
                  <a:pt x="844727" y="1049680"/>
                </a:lnTo>
                <a:lnTo>
                  <a:pt x="843280" y="906106"/>
                </a:lnTo>
                <a:lnTo>
                  <a:pt x="843102" y="858253"/>
                </a:lnTo>
                <a:lnTo>
                  <a:pt x="843026" y="821563"/>
                </a:lnTo>
                <a:lnTo>
                  <a:pt x="923429" y="819556"/>
                </a:lnTo>
                <a:lnTo>
                  <a:pt x="1018019" y="816902"/>
                </a:lnTo>
                <a:lnTo>
                  <a:pt x="1065174" y="815708"/>
                </a:lnTo>
                <a:lnTo>
                  <a:pt x="1165313" y="813993"/>
                </a:lnTo>
                <a:lnTo>
                  <a:pt x="1215555" y="811149"/>
                </a:lnTo>
                <a:lnTo>
                  <a:pt x="1264907" y="804176"/>
                </a:lnTo>
                <a:lnTo>
                  <a:pt x="1308938" y="790371"/>
                </a:lnTo>
                <a:lnTo>
                  <a:pt x="1350124" y="766813"/>
                </a:lnTo>
                <a:lnTo>
                  <a:pt x="1383220" y="734288"/>
                </a:lnTo>
                <a:lnTo>
                  <a:pt x="1402956" y="693610"/>
                </a:lnTo>
                <a:lnTo>
                  <a:pt x="1404061" y="645541"/>
                </a:lnTo>
                <a:close/>
              </a:path>
            </a:pathLst>
          </a:custGeom>
          <a:solidFill>
            <a:srgbClr val="DAFF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287885" y="7483765"/>
            <a:ext cx="1449705" cy="387985"/>
          </a:xfrm>
          <a:custGeom>
            <a:avLst/>
            <a:gdLst/>
            <a:ahLst/>
            <a:cxnLst/>
            <a:rect l="l" t="t" r="r" b="b"/>
            <a:pathLst>
              <a:path w="1449704" h="387984">
                <a:moveTo>
                  <a:pt x="164094" y="387901"/>
                </a:moveTo>
                <a:lnTo>
                  <a:pt x="101476" y="375822"/>
                </a:lnTo>
                <a:lnTo>
                  <a:pt x="48088" y="339812"/>
                </a:lnTo>
                <a:lnTo>
                  <a:pt x="12677" y="286596"/>
                </a:lnTo>
                <a:lnTo>
                  <a:pt x="0" y="223806"/>
                </a:lnTo>
                <a:lnTo>
                  <a:pt x="381" y="207180"/>
                </a:lnTo>
                <a:lnTo>
                  <a:pt x="2877" y="191130"/>
                </a:lnTo>
                <a:lnTo>
                  <a:pt x="7467" y="175636"/>
                </a:lnTo>
                <a:lnTo>
                  <a:pt x="14130" y="160676"/>
                </a:lnTo>
                <a:lnTo>
                  <a:pt x="19981" y="145844"/>
                </a:lnTo>
                <a:lnTo>
                  <a:pt x="48088" y="107801"/>
                </a:lnTo>
                <a:lnTo>
                  <a:pt x="86228" y="79693"/>
                </a:lnTo>
                <a:lnTo>
                  <a:pt x="100963" y="73842"/>
                </a:lnTo>
                <a:lnTo>
                  <a:pt x="115827" y="67179"/>
                </a:lnTo>
                <a:lnTo>
                  <a:pt x="131332" y="62589"/>
                </a:lnTo>
                <a:lnTo>
                  <a:pt x="147435" y="60093"/>
                </a:lnTo>
                <a:lnTo>
                  <a:pt x="164094" y="59712"/>
                </a:lnTo>
                <a:lnTo>
                  <a:pt x="213733" y="55010"/>
                </a:lnTo>
                <a:lnTo>
                  <a:pt x="263371" y="50482"/>
                </a:lnTo>
                <a:lnTo>
                  <a:pt x="313010" y="46141"/>
                </a:lnTo>
                <a:lnTo>
                  <a:pt x="362649" y="41997"/>
                </a:lnTo>
                <a:lnTo>
                  <a:pt x="412287" y="38060"/>
                </a:lnTo>
                <a:lnTo>
                  <a:pt x="463574" y="34183"/>
                </a:lnTo>
                <a:lnTo>
                  <a:pt x="514874" y="30513"/>
                </a:lnTo>
                <a:lnTo>
                  <a:pt x="566186" y="27050"/>
                </a:lnTo>
                <a:lnTo>
                  <a:pt x="617510" y="23793"/>
                </a:lnTo>
                <a:lnTo>
                  <a:pt x="668845" y="20743"/>
                </a:lnTo>
                <a:lnTo>
                  <a:pt x="720190" y="17898"/>
                </a:lnTo>
                <a:lnTo>
                  <a:pt x="771544" y="15257"/>
                </a:lnTo>
                <a:lnTo>
                  <a:pt x="822907" y="12821"/>
                </a:lnTo>
                <a:lnTo>
                  <a:pt x="874277" y="10589"/>
                </a:lnTo>
                <a:lnTo>
                  <a:pt x="925654" y="8560"/>
                </a:lnTo>
                <a:lnTo>
                  <a:pt x="977036" y="6734"/>
                </a:lnTo>
                <a:lnTo>
                  <a:pt x="1028424" y="5109"/>
                </a:lnTo>
                <a:lnTo>
                  <a:pt x="1079816" y="3687"/>
                </a:lnTo>
                <a:lnTo>
                  <a:pt x="1131211" y="2465"/>
                </a:lnTo>
                <a:lnTo>
                  <a:pt x="1182608" y="1443"/>
                </a:lnTo>
                <a:lnTo>
                  <a:pt x="1234008" y="622"/>
                </a:lnTo>
                <a:lnTo>
                  <a:pt x="1285408" y="0"/>
                </a:lnTo>
                <a:lnTo>
                  <a:pt x="1317700" y="3187"/>
                </a:lnTo>
                <a:lnTo>
                  <a:pt x="1376044" y="28107"/>
                </a:lnTo>
                <a:lnTo>
                  <a:pt x="1422228" y="72752"/>
                </a:lnTo>
                <a:lnTo>
                  <a:pt x="1445738" y="132251"/>
                </a:lnTo>
                <a:lnTo>
                  <a:pt x="1449502" y="164094"/>
                </a:lnTo>
                <a:lnTo>
                  <a:pt x="1449121" y="180721"/>
                </a:lnTo>
                <a:lnTo>
                  <a:pt x="1446625" y="196771"/>
                </a:lnTo>
                <a:lnTo>
                  <a:pt x="1442035" y="212265"/>
                </a:lnTo>
                <a:lnTo>
                  <a:pt x="1435372" y="227225"/>
                </a:lnTo>
                <a:lnTo>
                  <a:pt x="1429521" y="242057"/>
                </a:lnTo>
                <a:lnTo>
                  <a:pt x="1401413" y="280100"/>
                </a:lnTo>
                <a:lnTo>
                  <a:pt x="1348026" y="315255"/>
                </a:lnTo>
                <a:lnTo>
                  <a:pt x="1285408" y="328189"/>
                </a:lnTo>
                <a:lnTo>
                  <a:pt x="1235521" y="328709"/>
                </a:lnTo>
                <a:lnTo>
                  <a:pt x="1185678" y="329447"/>
                </a:lnTo>
                <a:lnTo>
                  <a:pt x="1135868" y="330404"/>
                </a:lnTo>
                <a:lnTo>
                  <a:pt x="1086080" y="331580"/>
                </a:lnTo>
                <a:lnTo>
                  <a:pt x="1036303" y="332975"/>
                </a:lnTo>
                <a:lnTo>
                  <a:pt x="984905" y="334567"/>
                </a:lnTo>
                <a:lnTo>
                  <a:pt x="933513" y="336367"/>
                </a:lnTo>
                <a:lnTo>
                  <a:pt x="882128" y="338374"/>
                </a:lnTo>
                <a:lnTo>
                  <a:pt x="830752" y="340587"/>
                </a:lnTo>
                <a:lnTo>
                  <a:pt x="779384" y="343006"/>
                </a:lnTo>
                <a:lnTo>
                  <a:pt x="728027" y="345631"/>
                </a:lnTo>
                <a:lnTo>
                  <a:pt x="676681" y="348461"/>
                </a:lnTo>
                <a:lnTo>
                  <a:pt x="625347" y="351495"/>
                </a:lnTo>
                <a:lnTo>
                  <a:pt x="574027" y="354732"/>
                </a:lnTo>
                <a:lnTo>
                  <a:pt x="522722" y="358173"/>
                </a:lnTo>
                <a:lnTo>
                  <a:pt x="471433" y="361816"/>
                </a:lnTo>
                <a:lnTo>
                  <a:pt x="420161" y="365662"/>
                </a:lnTo>
                <a:lnTo>
                  <a:pt x="368907" y="369709"/>
                </a:lnTo>
                <a:lnTo>
                  <a:pt x="317672" y="373957"/>
                </a:lnTo>
                <a:lnTo>
                  <a:pt x="266458" y="378405"/>
                </a:lnTo>
                <a:lnTo>
                  <a:pt x="215265" y="383054"/>
                </a:lnTo>
                <a:lnTo>
                  <a:pt x="164094" y="387901"/>
                </a:lnTo>
                <a:close/>
              </a:path>
            </a:pathLst>
          </a:custGeom>
          <a:solidFill>
            <a:srgbClr val="DAFF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7011997" y="4741674"/>
            <a:ext cx="3373754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500" dirty="0">
                <a:solidFill>
                  <a:srgbClr val="3B0A85"/>
                </a:solidFill>
                <a:latin typeface="Trebuchet MS"/>
                <a:cs typeface="Trebuchet MS"/>
              </a:rPr>
              <a:t>High</a:t>
            </a:r>
            <a:r>
              <a:rPr sz="2500" spc="1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3B0A85"/>
                </a:solidFill>
                <a:latin typeface="Trebuchet MS"/>
                <a:cs typeface="Trebuchet MS"/>
              </a:rPr>
              <a:t>control</a:t>
            </a:r>
            <a:r>
              <a:rPr sz="2500" spc="1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3B0A85"/>
                </a:solidFill>
                <a:latin typeface="Trebuchet MS"/>
                <a:cs typeface="Trebuchet MS"/>
              </a:rPr>
              <a:t>of</a:t>
            </a:r>
            <a:r>
              <a:rPr sz="2500" spc="1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55" dirty="0">
                <a:solidFill>
                  <a:srgbClr val="3B0A85"/>
                </a:solidFill>
                <a:latin typeface="Trebuchet MS"/>
                <a:cs typeface="Trebuchet MS"/>
              </a:rPr>
              <a:t>outside </a:t>
            </a:r>
            <a:r>
              <a:rPr sz="2500" spc="-10" dirty="0">
                <a:solidFill>
                  <a:srgbClr val="3B0A85"/>
                </a:solidFill>
                <a:latin typeface="Trebuchet MS"/>
                <a:cs typeface="Trebuchet MS"/>
              </a:rPr>
              <a:t>factors.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011997" y="5884674"/>
            <a:ext cx="4164965" cy="1168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500" dirty="0">
                <a:solidFill>
                  <a:srgbClr val="3B0A85"/>
                </a:solidFill>
                <a:latin typeface="Trebuchet MS"/>
                <a:cs typeface="Trebuchet MS"/>
              </a:rPr>
              <a:t>Allows</a:t>
            </a:r>
            <a:r>
              <a:rPr sz="2500" spc="-2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3B0A85"/>
                </a:solidFill>
                <a:latin typeface="Trebuchet MS"/>
                <a:cs typeface="Trebuchet MS"/>
              </a:rPr>
              <a:t>for</a:t>
            </a:r>
            <a:r>
              <a:rPr sz="2500" spc="-2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40" dirty="0">
                <a:solidFill>
                  <a:srgbClr val="3B0A85"/>
                </a:solidFill>
                <a:latin typeface="Trebuchet MS"/>
                <a:cs typeface="Trebuchet MS"/>
              </a:rPr>
              <a:t>standardized </a:t>
            </a:r>
            <a:r>
              <a:rPr sz="2500" dirty="0">
                <a:solidFill>
                  <a:srgbClr val="3B0A85"/>
                </a:solidFill>
                <a:latin typeface="Trebuchet MS"/>
                <a:cs typeface="Trebuchet MS"/>
              </a:rPr>
              <a:t>procedures,</a:t>
            </a:r>
            <a:r>
              <a:rPr sz="2500" spc="12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55" dirty="0">
                <a:solidFill>
                  <a:srgbClr val="3B0A85"/>
                </a:solidFill>
                <a:latin typeface="Trebuchet MS"/>
                <a:cs typeface="Trebuchet MS"/>
              </a:rPr>
              <a:t>observation</a:t>
            </a:r>
            <a:r>
              <a:rPr sz="2500" spc="13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-25" dirty="0">
                <a:solidFill>
                  <a:srgbClr val="3B0A85"/>
                </a:solidFill>
                <a:latin typeface="Trebuchet MS"/>
                <a:cs typeface="Trebuchet MS"/>
              </a:rPr>
              <a:t>of </a:t>
            </a:r>
            <a:r>
              <a:rPr sz="2500" spc="85" dirty="0">
                <a:solidFill>
                  <a:srgbClr val="3B0A85"/>
                </a:solidFill>
                <a:latin typeface="Trebuchet MS"/>
                <a:cs typeface="Trebuchet MS"/>
              </a:rPr>
              <a:t>impacts</a:t>
            </a:r>
            <a:r>
              <a:rPr sz="2500" spc="-5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3B0A85"/>
                </a:solidFill>
                <a:latin typeface="Trebuchet MS"/>
                <a:cs typeface="Trebuchet MS"/>
              </a:rPr>
              <a:t>of</a:t>
            </a:r>
            <a:r>
              <a:rPr sz="2500" spc="-5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3B0A85"/>
                </a:solidFill>
                <a:latin typeface="Trebuchet MS"/>
                <a:cs typeface="Trebuchet MS"/>
              </a:rPr>
              <a:t>certain</a:t>
            </a:r>
            <a:r>
              <a:rPr sz="2500" spc="-5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-10" dirty="0">
                <a:solidFill>
                  <a:srgbClr val="3B0A85"/>
                </a:solidFill>
                <a:latin typeface="Trebuchet MS"/>
                <a:cs typeface="Trebuchet MS"/>
              </a:rPr>
              <a:t>variables.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861210" y="7772580"/>
            <a:ext cx="311912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dirty="0">
                <a:solidFill>
                  <a:srgbClr val="3B0A85"/>
                </a:solidFill>
                <a:latin typeface="Trebuchet MS"/>
                <a:cs typeface="Trebuchet MS"/>
              </a:rPr>
              <a:t>Time</a:t>
            </a:r>
            <a:r>
              <a:rPr sz="2500" spc="3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3B0A85"/>
                </a:solidFill>
                <a:latin typeface="Trebuchet MS"/>
                <a:cs typeface="Trebuchet MS"/>
              </a:rPr>
              <a:t>requires</a:t>
            </a:r>
            <a:r>
              <a:rPr sz="2500" spc="4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3B0A85"/>
                </a:solidFill>
                <a:latin typeface="Trebuchet MS"/>
                <a:cs typeface="Trebuchet MS"/>
              </a:rPr>
              <a:t>to</a:t>
            </a:r>
            <a:r>
              <a:rPr sz="2500" spc="3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-20" dirty="0">
                <a:solidFill>
                  <a:srgbClr val="3B0A85"/>
                </a:solidFill>
                <a:latin typeface="Trebuchet MS"/>
                <a:cs typeface="Trebuchet MS"/>
              </a:rPr>
              <a:t>gain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861210" y="8029755"/>
            <a:ext cx="425450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spc="-10" dirty="0">
                <a:solidFill>
                  <a:srgbClr val="3B0A85"/>
                </a:solidFill>
                <a:latin typeface="Trebuchet MS"/>
                <a:cs typeface="Trebuchet MS"/>
              </a:rPr>
              <a:t>International</a:t>
            </a:r>
            <a:r>
              <a:rPr sz="2500" spc="-11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65" dirty="0">
                <a:solidFill>
                  <a:srgbClr val="3B0A85"/>
                </a:solidFill>
                <a:latin typeface="Trebuchet MS"/>
                <a:cs typeface="Trebuchet MS"/>
              </a:rPr>
              <a:t>Research</a:t>
            </a:r>
            <a:r>
              <a:rPr sz="2500" spc="-10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50" dirty="0">
                <a:solidFill>
                  <a:srgbClr val="3B0A85"/>
                </a:solidFill>
                <a:latin typeface="Trebuchet MS"/>
                <a:cs typeface="Trebuchet MS"/>
              </a:rPr>
              <a:t>Board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861210" y="8153542"/>
            <a:ext cx="4138929" cy="1054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5000"/>
              </a:lnSpc>
              <a:spcBef>
                <a:spcPts val="100"/>
              </a:spcBef>
            </a:pPr>
            <a:r>
              <a:rPr sz="2500" spc="65" dirty="0">
                <a:solidFill>
                  <a:srgbClr val="3B0A85"/>
                </a:solidFill>
                <a:latin typeface="Trebuchet MS"/>
                <a:cs typeface="Trebuchet MS"/>
              </a:rPr>
              <a:t>approvals</a:t>
            </a:r>
            <a:r>
              <a:rPr sz="2500" spc="-9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55" dirty="0">
                <a:solidFill>
                  <a:srgbClr val="3B0A85"/>
                </a:solidFill>
                <a:latin typeface="Trebuchet MS"/>
                <a:cs typeface="Trebuchet MS"/>
              </a:rPr>
              <a:t>is</a:t>
            </a:r>
            <a:r>
              <a:rPr sz="2500" spc="-9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-10" dirty="0">
                <a:solidFill>
                  <a:srgbClr val="3B0A85"/>
                </a:solidFill>
                <a:latin typeface="Trebuchet MS"/>
                <a:cs typeface="Trebuchet MS"/>
              </a:rPr>
              <a:t>limiting. </a:t>
            </a:r>
            <a:r>
              <a:rPr sz="2500" dirty="0">
                <a:solidFill>
                  <a:srgbClr val="3B0A85"/>
                </a:solidFill>
                <a:latin typeface="Trebuchet MS"/>
                <a:cs typeface="Trebuchet MS"/>
              </a:rPr>
              <a:t>Potential</a:t>
            </a:r>
            <a:r>
              <a:rPr sz="2500" spc="-13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3B0A85"/>
                </a:solidFill>
                <a:latin typeface="Trebuchet MS"/>
                <a:cs typeface="Trebuchet MS"/>
              </a:rPr>
              <a:t>for</a:t>
            </a:r>
            <a:r>
              <a:rPr sz="2500" spc="-13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-50" dirty="0">
                <a:solidFill>
                  <a:srgbClr val="3B0A85"/>
                </a:solidFill>
                <a:latin typeface="Trebuchet MS"/>
                <a:cs typeface="Trebuchet MS"/>
              </a:rPr>
              <a:t>artificial</a:t>
            </a:r>
            <a:r>
              <a:rPr sz="2500" spc="-13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-10" dirty="0">
                <a:solidFill>
                  <a:srgbClr val="3B0A85"/>
                </a:solidFill>
                <a:latin typeface="Trebuchet MS"/>
                <a:cs typeface="Trebuchet MS"/>
              </a:rPr>
              <a:t>results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title"/>
          </p:nvPr>
        </p:nvSpPr>
        <p:spPr>
          <a:xfrm>
            <a:off x="12599281" y="3313122"/>
            <a:ext cx="2171700" cy="457200"/>
          </a:xfrm>
          <a:prstGeom prst="rect">
            <a:avLst/>
          </a:prstGeom>
          <a:solidFill>
            <a:srgbClr val="A2BEEC"/>
          </a:solidFill>
        </p:spPr>
        <p:txBody>
          <a:bodyPr vert="horz" wrap="square" lIns="0" tIns="80010" rIns="0" bIns="0" rtlCol="0">
            <a:spAutoFit/>
          </a:bodyPr>
          <a:lstStyle/>
          <a:p>
            <a:pPr marL="166370">
              <a:lnSpc>
                <a:spcPts val="2965"/>
              </a:lnSpc>
              <a:spcBef>
                <a:spcPts val="630"/>
              </a:spcBef>
            </a:pPr>
            <a:r>
              <a:rPr sz="3250" spc="55" dirty="0"/>
              <a:t>Listening</a:t>
            </a:r>
            <a:endParaRPr sz="3250"/>
          </a:p>
        </p:txBody>
      </p:sp>
      <p:sp>
        <p:nvSpPr>
          <p:cNvPr id="32" name="object 32"/>
          <p:cNvSpPr txBox="1"/>
          <p:nvPr/>
        </p:nvSpPr>
        <p:spPr>
          <a:xfrm>
            <a:off x="12599281" y="3770322"/>
            <a:ext cx="4596765" cy="709930"/>
          </a:xfrm>
          <a:prstGeom prst="rect">
            <a:avLst/>
          </a:prstGeom>
          <a:solidFill>
            <a:srgbClr val="A2BEEC"/>
          </a:solidFill>
        </p:spPr>
        <p:txBody>
          <a:bodyPr vert="horz" wrap="square" lIns="0" tIns="80010" rIns="0" bIns="0" rtlCol="0">
            <a:spAutoFit/>
          </a:bodyPr>
          <a:lstStyle/>
          <a:p>
            <a:pPr marL="166370">
              <a:lnSpc>
                <a:spcPct val="100000"/>
              </a:lnSpc>
              <a:spcBef>
                <a:spcPts val="630"/>
              </a:spcBef>
            </a:pPr>
            <a:r>
              <a:rPr sz="3250" b="1" spc="145" dirty="0">
                <a:solidFill>
                  <a:srgbClr val="3B0A85"/>
                </a:solidFill>
                <a:latin typeface="Trebuchet MS"/>
                <a:cs typeface="Trebuchet MS"/>
              </a:rPr>
              <a:t>session/Focus</a:t>
            </a:r>
            <a:r>
              <a:rPr sz="3250" b="1" spc="-15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250" b="1" spc="120" dirty="0">
                <a:solidFill>
                  <a:srgbClr val="3B0A85"/>
                </a:solidFill>
                <a:latin typeface="Trebuchet MS"/>
                <a:cs typeface="Trebuchet MS"/>
              </a:rPr>
              <a:t>Group</a:t>
            </a:r>
            <a:endParaRPr sz="3250">
              <a:latin typeface="Trebuchet MS"/>
              <a:cs typeface="Trebuchet MS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203234" y="3347144"/>
            <a:ext cx="2445385" cy="457200"/>
          </a:xfrm>
          <a:prstGeom prst="rect">
            <a:avLst/>
          </a:prstGeom>
          <a:solidFill>
            <a:srgbClr val="A2BEEC"/>
          </a:solidFill>
        </p:spPr>
        <p:txBody>
          <a:bodyPr vert="horz" wrap="square" lIns="0" tIns="80010" rIns="0" bIns="0" rtlCol="0">
            <a:spAutoFit/>
          </a:bodyPr>
          <a:lstStyle/>
          <a:p>
            <a:pPr marL="166370">
              <a:lnSpc>
                <a:spcPts val="2965"/>
              </a:lnSpc>
              <a:spcBef>
                <a:spcPts val="630"/>
              </a:spcBef>
            </a:pPr>
            <a:r>
              <a:rPr sz="3250" b="1" spc="-10" dirty="0">
                <a:solidFill>
                  <a:srgbClr val="3B0A85"/>
                </a:solidFill>
                <a:latin typeface="Trebuchet MS"/>
                <a:cs typeface="Trebuchet MS"/>
              </a:rPr>
              <a:t>Behavioral</a:t>
            </a:r>
            <a:endParaRPr sz="3250">
              <a:latin typeface="Trebuchet MS"/>
              <a:cs typeface="Trebuchet MS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203234" y="3804344"/>
            <a:ext cx="2899410" cy="709930"/>
          </a:xfrm>
          <a:prstGeom prst="rect">
            <a:avLst/>
          </a:prstGeom>
          <a:solidFill>
            <a:srgbClr val="A2BEEC"/>
          </a:solidFill>
        </p:spPr>
        <p:txBody>
          <a:bodyPr vert="horz" wrap="square" lIns="0" tIns="80010" rIns="0" bIns="0" rtlCol="0">
            <a:spAutoFit/>
          </a:bodyPr>
          <a:lstStyle/>
          <a:p>
            <a:pPr marL="166370">
              <a:lnSpc>
                <a:spcPct val="100000"/>
              </a:lnSpc>
              <a:spcBef>
                <a:spcPts val="630"/>
              </a:spcBef>
            </a:pPr>
            <a:r>
              <a:rPr sz="3250" b="1" spc="85" dirty="0">
                <a:solidFill>
                  <a:srgbClr val="3B0A85"/>
                </a:solidFill>
                <a:latin typeface="Trebuchet MS"/>
                <a:cs typeface="Trebuchet MS"/>
              </a:rPr>
              <a:t>experiments</a:t>
            </a:r>
            <a:endParaRPr sz="32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D0C2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407553" y="898371"/>
            <a:ext cx="8439150" cy="2656205"/>
          </a:xfrm>
          <a:custGeom>
            <a:avLst/>
            <a:gdLst/>
            <a:ahLst/>
            <a:cxnLst/>
            <a:rect l="l" t="t" r="r" b="b"/>
            <a:pathLst>
              <a:path w="8439150" h="2656204">
                <a:moveTo>
                  <a:pt x="8438845" y="1292098"/>
                </a:moveTo>
                <a:lnTo>
                  <a:pt x="8394433" y="0"/>
                </a:lnTo>
                <a:lnTo>
                  <a:pt x="0" y="288544"/>
                </a:lnTo>
                <a:lnTo>
                  <a:pt x="44411" y="1580642"/>
                </a:lnTo>
                <a:lnTo>
                  <a:pt x="81368" y="2655697"/>
                </a:lnTo>
                <a:lnTo>
                  <a:pt x="4328465" y="2509710"/>
                </a:lnTo>
                <a:lnTo>
                  <a:pt x="4291520" y="1434655"/>
                </a:lnTo>
                <a:lnTo>
                  <a:pt x="8438845" y="1292098"/>
                </a:lnTo>
                <a:close/>
              </a:path>
            </a:pathLst>
          </a:custGeom>
          <a:solidFill>
            <a:srgbClr val="3B0A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 rot="21540000">
            <a:off x="2056871" y="1252215"/>
            <a:ext cx="7437501" cy="9207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690"/>
              </a:lnSpc>
            </a:pPr>
            <a:r>
              <a:rPr sz="10875" spc="202" baseline="-5363" dirty="0">
                <a:solidFill>
                  <a:srgbClr val="DAFF6B"/>
                </a:solidFill>
                <a:latin typeface="Arial MT"/>
                <a:cs typeface="Arial MT"/>
              </a:rPr>
              <a:t>M</a:t>
            </a:r>
            <a:r>
              <a:rPr sz="10875" spc="202" baseline="-4597" dirty="0">
                <a:solidFill>
                  <a:srgbClr val="DAFF6B"/>
                </a:solidFill>
                <a:latin typeface="Arial MT"/>
                <a:cs typeface="Arial MT"/>
              </a:rPr>
              <a:t>I</a:t>
            </a:r>
            <a:r>
              <a:rPr sz="10875" spc="202" baseline="-4214" dirty="0">
                <a:solidFill>
                  <a:srgbClr val="DAFF6B"/>
                </a:solidFill>
                <a:latin typeface="Arial MT"/>
                <a:cs typeface="Arial MT"/>
              </a:rPr>
              <a:t>X</a:t>
            </a:r>
            <a:r>
              <a:rPr sz="10875" spc="202" baseline="-3448" dirty="0">
                <a:solidFill>
                  <a:srgbClr val="DAFF6B"/>
                </a:solidFill>
                <a:latin typeface="Arial MT"/>
                <a:cs typeface="Arial MT"/>
              </a:rPr>
              <a:t>E</a:t>
            </a:r>
            <a:r>
              <a:rPr sz="10875" spc="202" baseline="-3065" dirty="0">
                <a:solidFill>
                  <a:srgbClr val="DAFF6B"/>
                </a:solidFill>
                <a:latin typeface="Arial MT"/>
                <a:cs typeface="Arial MT"/>
              </a:rPr>
              <a:t>D</a:t>
            </a:r>
            <a:r>
              <a:rPr sz="10875" spc="202" baseline="-2298" dirty="0">
                <a:solidFill>
                  <a:srgbClr val="DAFF6B"/>
                </a:solidFill>
                <a:latin typeface="Arial MT"/>
                <a:cs typeface="Arial MT"/>
              </a:rPr>
              <a:t>-</a:t>
            </a:r>
            <a:r>
              <a:rPr sz="10875" spc="-15" baseline="-1915" dirty="0">
                <a:solidFill>
                  <a:srgbClr val="DAFF6B"/>
                </a:solidFill>
                <a:latin typeface="Arial MT"/>
                <a:cs typeface="Arial MT"/>
              </a:rPr>
              <a:t>M</a:t>
            </a:r>
            <a:r>
              <a:rPr sz="10875" spc="-15" baseline="-1149" dirty="0">
                <a:solidFill>
                  <a:srgbClr val="DAFF6B"/>
                </a:solidFill>
                <a:latin typeface="Arial MT"/>
                <a:cs typeface="Arial MT"/>
              </a:rPr>
              <a:t>E</a:t>
            </a:r>
            <a:r>
              <a:rPr sz="7250" spc="-10" dirty="0">
                <a:solidFill>
                  <a:srgbClr val="DAFF6B"/>
                </a:solidFill>
                <a:latin typeface="Arial MT"/>
                <a:cs typeface="Arial MT"/>
              </a:rPr>
              <a:t>THO</a:t>
            </a:r>
            <a:r>
              <a:rPr sz="10875" spc="-15" baseline="1532" dirty="0">
                <a:solidFill>
                  <a:srgbClr val="DAFF6B"/>
                </a:solidFill>
                <a:latin typeface="Arial MT"/>
                <a:cs typeface="Arial MT"/>
              </a:rPr>
              <a:t>D</a:t>
            </a:r>
            <a:endParaRPr sz="10875" baseline="1532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 rot="21540000">
            <a:off x="1767769" y="2387986"/>
            <a:ext cx="3645642" cy="9207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990"/>
              </a:lnSpc>
            </a:pPr>
            <a:r>
              <a:rPr sz="10875" spc="-30" baseline="-2298" dirty="0">
                <a:solidFill>
                  <a:srgbClr val="DAFF6B"/>
                </a:solidFill>
                <a:latin typeface="Arial MT"/>
                <a:cs typeface="Arial MT"/>
              </a:rPr>
              <a:t>D</a:t>
            </a:r>
            <a:r>
              <a:rPr sz="10875" spc="-30" baseline="-1532" dirty="0">
                <a:solidFill>
                  <a:srgbClr val="DAFF6B"/>
                </a:solidFill>
                <a:latin typeface="Arial MT"/>
                <a:cs typeface="Arial MT"/>
              </a:rPr>
              <a:t>E</a:t>
            </a:r>
            <a:r>
              <a:rPr sz="7250" spc="-20" dirty="0">
                <a:solidFill>
                  <a:srgbClr val="DAFF6B"/>
                </a:solidFill>
                <a:latin typeface="Arial MT"/>
                <a:cs typeface="Arial MT"/>
              </a:rPr>
              <a:t>SIGN</a:t>
            </a:r>
            <a:endParaRPr sz="725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77496" y="6307777"/>
            <a:ext cx="3799204" cy="859790"/>
          </a:xfrm>
          <a:prstGeom prst="rect">
            <a:avLst/>
          </a:prstGeom>
          <a:solidFill>
            <a:srgbClr val="DAFF6B"/>
          </a:solidFill>
        </p:spPr>
        <p:txBody>
          <a:bodyPr vert="horz" wrap="square" lIns="0" tIns="94615" rIns="0" bIns="0" rtlCol="0">
            <a:spAutoFit/>
          </a:bodyPr>
          <a:lstStyle/>
          <a:p>
            <a:pPr marL="201930">
              <a:lnSpc>
                <a:spcPct val="100000"/>
              </a:lnSpc>
              <a:spcBef>
                <a:spcPts val="745"/>
              </a:spcBef>
            </a:pPr>
            <a:r>
              <a:rPr sz="3950" b="1" spc="50" dirty="0">
                <a:solidFill>
                  <a:srgbClr val="3B0A85"/>
                </a:solidFill>
                <a:latin typeface="Trebuchet MS"/>
                <a:cs typeface="Trebuchet MS"/>
              </a:rPr>
              <a:t>Online</a:t>
            </a:r>
            <a:r>
              <a:rPr sz="3950" b="1" spc="-23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950" b="1" spc="110" dirty="0">
                <a:solidFill>
                  <a:srgbClr val="3B0A85"/>
                </a:solidFill>
                <a:latin typeface="Trebuchet MS"/>
                <a:cs typeface="Trebuchet MS"/>
              </a:rPr>
              <a:t>Survey</a:t>
            </a:r>
            <a:endParaRPr sz="395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826013" y="6307777"/>
            <a:ext cx="3682365" cy="859790"/>
          </a:xfrm>
          <a:prstGeom prst="rect">
            <a:avLst/>
          </a:prstGeom>
          <a:solidFill>
            <a:srgbClr val="DAFF6B"/>
          </a:solidFill>
        </p:spPr>
        <p:txBody>
          <a:bodyPr vert="horz" wrap="square" lIns="0" tIns="94615" rIns="0" bIns="0" rtlCol="0">
            <a:spAutoFit/>
          </a:bodyPr>
          <a:lstStyle/>
          <a:p>
            <a:pPr marL="201930">
              <a:lnSpc>
                <a:spcPct val="100000"/>
              </a:lnSpc>
              <a:spcBef>
                <a:spcPts val="745"/>
              </a:spcBef>
            </a:pPr>
            <a:r>
              <a:rPr sz="3950" b="1" spc="-170" dirty="0">
                <a:solidFill>
                  <a:srgbClr val="3B0A85"/>
                </a:solidFill>
                <a:latin typeface="Trebuchet MS"/>
                <a:cs typeface="Trebuchet MS"/>
              </a:rPr>
              <a:t>1-</a:t>
            </a:r>
            <a:r>
              <a:rPr sz="3950" b="1" spc="-950" dirty="0">
                <a:solidFill>
                  <a:srgbClr val="3B0A85"/>
                </a:solidFill>
                <a:latin typeface="Trebuchet MS"/>
                <a:cs typeface="Trebuchet MS"/>
              </a:rPr>
              <a:t>1</a:t>
            </a:r>
            <a:r>
              <a:rPr sz="3950" b="1" spc="-22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950" b="1" spc="45" dirty="0">
                <a:solidFill>
                  <a:srgbClr val="3B0A85"/>
                </a:solidFill>
                <a:latin typeface="Trebuchet MS"/>
                <a:cs typeface="Trebuchet MS"/>
              </a:rPr>
              <a:t>Interviews</a:t>
            </a:r>
            <a:endParaRPr sz="395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857001" y="6307777"/>
            <a:ext cx="3783965" cy="859790"/>
          </a:xfrm>
          <a:prstGeom prst="rect">
            <a:avLst/>
          </a:prstGeom>
          <a:solidFill>
            <a:srgbClr val="DAFF6B"/>
          </a:solidFill>
        </p:spPr>
        <p:txBody>
          <a:bodyPr vert="horz" wrap="square" lIns="0" tIns="94615" rIns="0" bIns="0" rtlCol="0">
            <a:spAutoFit/>
          </a:bodyPr>
          <a:lstStyle/>
          <a:p>
            <a:pPr marL="201930">
              <a:lnSpc>
                <a:spcPct val="100000"/>
              </a:lnSpc>
              <a:spcBef>
                <a:spcPts val="745"/>
              </a:spcBef>
            </a:pPr>
            <a:r>
              <a:rPr sz="3950" b="1" spc="160" dirty="0">
                <a:solidFill>
                  <a:srgbClr val="3B0A85"/>
                </a:solidFill>
                <a:latin typeface="Trebuchet MS"/>
                <a:cs typeface="Trebuchet MS"/>
              </a:rPr>
              <a:t>Focus</a:t>
            </a:r>
            <a:r>
              <a:rPr sz="3950" b="1" spc="-23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950" b="1" spc="180" dirty="0">
                <a:solidFill>
                  <a:srgbClr val="3B0A85"/>
                </a:solidFill>
                <a:latin typeface="Trebuchet MS"/>
                <a:cs typeface="Trebuchet MS"/>
              </a:rPr>
              <a:t>Groups</a:t>
            </a:r>
            <a:endParaRPr sz="395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66949" y="4513508"/>
            <a:ext cx="11588750" cy="132080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 marR="5080">
              <a:lnSpc>
                <a:spcPts val="3300"/>
              </a:lnSpc>
              <a:spcBef>
                <a:spcPts val="459"/>
              </a:spcBef>
            </a:pPr>
            <a:r>
              <a:rPr sz="3000" b="1" dirty="0">
                <a:solidFill>
                  <a:srgbClr val="3B0A85"/>
                </a:solidFill>
                <a:latin typeface="Trebuchet MS"/>
                <a:cs typeface="Trebuchet MS"/>
              </a:rPr>
              <a:t>In</a:t>
            </a:r>
            <a:r>
              <a:rPr sz="3000" b="1" spc="-18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000" b="1" spc="55" dirty="0">
                <a:solidFill>
                  <a:srgbClr val="3B0A85"/>
                </a:solidFill>
                <a:latin typeface="Trebuchet MS"/>
                <a:cs typeface="Trebuchet MS"/>
              </a:rPr>
              <a:t>which</a:t>
            </a:r>
            <a:r>
              <a:rPr sz="3000" b="1" spc="-18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000" b="1" spc="100" dirty="0">
                <a:solidFill>
                  <a:srgbClr val="3B0A85"/>
                </a:solidFill>
                <a:latin typeface="Trebuchet MS"/>
                <a:cs typeface="Trebuchet MS"/>
              </a:rPr>
              <a:t>areas</a:t>
            </a:r>
            <a:r>
              <a:rPr sz="3000" b="1" spc="-18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000" b="1" spc="155" dirty="0">
                <a:solidFill>
                  <a:srgbClr val="3B0A85"/>
                </a:solidFill>
                <a:latin typeface="Trebuchet MS"/>
                <a:cs typeface="Trebuchet MS"/>
              </a:rPr>
              <a:t>do</a:t>
            </a:r>
            <a:r>
              <a:rPr sz="3000" b="1" spc="-18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000" b="1" spc="65" dirty="0">
                <a:solidFill>
                  <a:srgbClr val="3B0A85"/>
                </a:solidFill>
                <a:latin typeface="Trebuchet MS"/>
                <a:cs typeface="Trebuchet MS"/>
              </a:rPr>
              <a:t>Charlotte</a:t>
            </a:r>
            <a:r>
              <a:rPr sz="3000" b="1" spc="-18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000" b="1" spc="80" dirty="0">
                <a:solidFill>
                  <a:srgbClr val="3B0A85"/>
                </a:solidFill>
                <a:latin typeface="Trebuchet MS"/>
                <a:cs typeface="Trebuchet MS"/>
              </a:rPr>
              <a:t>youth</a:t>
            </a:r>
            <a:r>
              <a:rPr sz="3000" b="1" spc="-18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000" b="1" spc="70" dirty="0">
                <a:solidFill>
                  <a:srgbClr val="3B0A85"/>
                </a:solidFill>
                <a:latin typeface="Trebuchet MS"/>
                <a:cs typeface="Trebuchet MS"/>
              </a:rPr>
              <a:t>want</a:t>
            </a:r>
            <a:r>
              <a:rPr sz="3000" b="1" spc="-18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000" b="1" spc="85" dirty="0">
                <a:solidFill>
                  <a:srgbClr val="3B0A85"/>
                </a:solidFill>
                <a:latin typeface="Trebuchet MS"/>
                <a:cs typeface="Trebuchet MS"/>
              </a:rPr>
              <a:t>to</a:t>
            </a:r>
            <a:r>
              <a:rPr sz="3000" b="1" spc="-18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000" b="1" spc="60" dirty="0">
                <a:solidFill>
                  <a:srgbClr val="3B0A85"/>
                </a:solidFill>
                <a:latin typeface="Trebuchet MS"/>
                <a:cs typeface="Trebuchet MS"/>
              </a:rPr>
              <a:t>contribute</a:t>
            </a:r>
            <a:r>
              <a:rPr sz="3000" b="1" spc="-18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000" b="1" spc="85" dirty="0">
                <a:solidFill>
                  <a:srgbClr val="3B0A85"/>
                </a:solidFill>
                <a:latin typeface="Trebuchet MS"/>
                <a:cs typeface="Trebuchet MS"/>
              </a:rPr>
              <a:t>to</a:t>
            </a:r>
            <a:r>
              <a:rPr sz="3000" b="1" spc="-18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000" b="1" spc="80" dirty="0">
                <a:solidFill>
                  <a:srgbClr val="3B0A85"/>
                </a:solidFill>
                <a:latin typeface="Trebuchet MS"/>
                <a:cs typeface="Trebuchet MS"/>
              </a:rPr>
              <a:t>city </a:t>
            </a:r>
            <a:r>
              <a:rPr sz="3000" b="1" spc="75" dirty="0">
                <a:solidFill>
                  <a:srgbClr val="3B0A85"/>
                </a:solidFill>
                <a:latin typeface="Trebuchet MS"/>
                <a:cs typeface="Trebuchet MS"/>
              </a:rPr>
              <a:t>government</a:t>
            </a:r>
            <a:r>
              <a:rPr sz="3000" b="1" spc="-18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000" b="1" spc="120" dirty="0">
                <a:solidFill>
                  <a:srgbClr val="3B0A85"/>
                </a:solidFill>
                <a:latin typeface="Trebuchet MS"/>
                <a:cs typeface="Trebuchet MS"/>
              </a:rPr>
              <a:t>and</a:t>
            </a:r>
            <a:r>
              <a:rPr sz="3000" b="1" spc="-18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000" b="1" spc="60" dirty="0">
                <a:solidFill>
                  <a:srgbClr val="3B0A85"/>
                </a:solidFill>
                <a:latin typeface="Trebuchet MS"/>
                <a:cs typeface="Trebuchet MS"/>
              </a:rPr>
              <a:t>how</a:t>
            </a:r>
            <a:r>
              <a:rPr sz="3000" b="1" spc="-18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000" b="1" spc="135" dirty="0">
                <a:solidFill>
                  <a:srgbClr val="3B0A85"/>
                </a:solidFill>
                <a:latin typeface="Trebuchet MS"/>
                <a:cs typeface="Trebuchet MS"/>
              </a:rPr>
              <a:t>can</a:t>
            </a:r>
            <a:r>
              <a:rPr sz="3000" b="1" spc="-18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000" b="1" spc="55" dirty="0">
                <a:solidFill>
                  <a:srgbClr val="3B0A85"/>
                </a:solidFill>
                <a:latin typeface="Trebuchet MS"/>
                <a:cs typeface="Trebuchet MS"/>
              </a:rPr>
              <a:t>we</a:t>
            </a:r>
            <a:r>
              <a:rPr sz="3000" b="1" spc="-18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000" b="1" spc="75" dirty="0">
                <a:solidFill>
                  <a:srgbClr val="3B0A85"/>
                </a:solidFill>
                <a:latin typeface="Trebuchet MS"/>
                <a:cs typeface="Trebuchet MS"/>
              </a:rPr>
              <a:t>increase</a:t>
            </a:r>
            <a:r>
              <a:rPr sz="3000" b="1" spc="-18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000" b="1" spc="210" dirty="0">
                <a:solidFill>
                  <a:srgbClr val="3B0A85"/>
                </a:solidFill>
                <a:latin typeface="Trebuchet MS"/>
                <a:cs typeface="Trebuchet MS"/>
              </a:rPr>
              <a:t>access</a:t>
            </a:r>
            <a:r>
              <a:rPr sz="3000" b="1" spc="-18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000" b="1" spc="120" dirty="0">
                <a:solidFill>
                  <a:srgbClr val="3B0A85"/>
                </a:solidFill>
                <a:latin typeface="Trebuchet MS"/>
                <a:cs typeface="Trebuchet MS"/>
              </a:rPr>
              <a:t>and</a:t>
            </a:r>
            <a:r>
              <a:rPr sz="3000" b="1" spc="-18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000" b="1" spc="95" dirty="0">
                <a:solidFill>
                  <a:srgbClr val="3B0A85"/>
                </a:solidFill>
                <a:latin typeface="Trebuchet MS"/>
                <a:cs typeface="Trebuchet MS"/>
              </a:rPr>
              <a:t>engagement </a:t>
            </a:r>
            <a:r>
              <a:rPr sz="3000" b="1" spc="-10" dirty="0">
                <a:solidFill>
                  <a:srgbClr val="3B0A85"/>
                </a:solidFill>
                <a:latin typeface="Trebuchet MS"/>
                <a:cs typeface="Trebuchet MS"/>
              </a:rPr>
              <a:t>for</a:t>
            </a:r>
            <a:r>
              <a:rPr sz="3000" b="1" spc="-18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000" b="1" spc="80" dirty="0">
                <a:solidFill>
                  <a:srgbClr val="3B0A85"/>
                </a:solidFill>
                <a:latin typeface="Trebuchet MS"/>
                <a:cs typeface="Trebuchet MS"/>
              </a:rPr>
              <a:t>youth</a:t>
            </a:r>
            <a:r>
              <a:rPr sz="3000" b="1" spc="-17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000" b="1" spc="150" dirty="0">
                <a:solidFill>
                  <a:srgbClr val="3B0A85"/>
                </a:solidFill>
                <a:latin typeface="Trebuchet MS"/>
                <a:cs typeface="Trebuchet MS"/>
              </a:rPr>
              <a:t>(ages</a:t>
            </a:r>
            <a:r>
              <a:rPr sz="3000" b="1" spc="-17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000" b="1" spc="-45" dirty="0">
                <a:solidFill>
                  <a:srgbClr val="3B0A85"/>
                </a:solidFill>
                <a:latin typeface="Trebuchet MS"/>
                <a:cs typeface="Trebuchet MS"/>
              </a:rPr>
              <a:t>14-</a:t>
            </a:r>
            <a:r>
              <a:rPr sz="3000" b="1" spc="90" dirty="0">
                <a:solidFill>
                  <a:srgbClr val="3B0A85"/>
                </a:solidFill>
                <a:latin typeface="Trebuchet MS"/>
                <a:cs typeface="Trebuchet MS"/>
              </a:rPr>
              <a:t>24)?</a:t>
            </a:r>
            <a:endParaRPr sz="3000">
              <a:latin typeface="Trebuchet MS"/>
              <a:cs typeface="Trebuchet MS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3962380" y="824748"/>
            <a:ext cx="3274695" cy="3542029"/>
            <a:chOff x="13962380" y="824748"/>
            <a:chExt cx="3274695" cy="3542029"/>
          </a:xfrm>
        </p:grpSpPr>
        <p:sp>
          <p:nvSpPr>
            <p:cNvPr id="11" name="object 11"/>
            <p:cNvSpPr/>
            <p:nvPr/>
          </p:nvSpPr>
          <p:spPr>
            <a:xfrm>
              <a:off x="13962380" y="1112731"/>
              <a:ext cx="3274695" cy="3253740"/>
            </a:xfrm>
            <a:custGeom>
              <a:avLst/>
              <a:gdLst/>
              <a:ahLst/>
              <a:cxnLst/>
              <a:rect l="l" t="t" r="r" b="b"/>
              <a:pathLst>
                <a:path w="3274694" h="3253740">
                  <a:moveTo>
                    <a:pt x="3253531" y="3253531"/>
                  </a:moveTo>
                  <a:lnTo>
                    <a:pt x="0" y="3253531"/>
                  </a:lnTo>
                  <a:lnTo>
                    <a:pt x="0" y="0"/>
                  </a:lnTo>
                  <a:lnTo>
                    <a:pt x="3253531" y="0"/>
                  </a:lnTo>
                  <a:lnTo>
                    <a:pt x="3255263" y="3703"/>
                  </a:lnTo>
                  <a:lnTo>
                    <a:pt x="3262393" y="56903"/>
                  </a:lnTo>
                  <a:lnTo>
                    <a:pt x="3267513" y="124501"/>
                  </a:lnTo>
                  <a:lnTo>
                    <a:pt x="3269811" y="167056"/>
                  </a:lnTo>
                  <a:lnTo>
                    <a:pt x="3271768" y="215056"/>
                  </a:lnTo>
                  <a:lnTo>
                    <a:pt x="3273259" y="268207"/>
                  </a:lnTo>
                  <a:lnTo>
                    <a:pt x="3274161" y="326214"/>
                  </a:lnTo>
                  <a:lnTo>
                    <a:pt x="3274350" y="388783"/>
                  </a:lnTo>
                  <a:lnTo>
                    <a:pt x="3273700" y="455619"/>
                  </a:lnTo>
                  <a:lnTo>
                    <a:pt x="3272088" y="526429"/>
                  </a:lnTo>
                  <a:lnTo>
                    <a:pt x="3269390" y="600918"/>
                  </a:lnTo>
                  <a:lnTo>
                    <a:pt x="3265480" y="678791"/>
                  </a:lnTo>
                  <a:lnTo>
                    <a:pt x="3260235" y="759755"/>
                  </a:lnTo>
                  <a:lnTo>
                    <a:pt x="3253531" y="843515"/>
                  </a:lnTo>
                  <a:lnTo>
                    <a:pt x="3253531" y="3253531"/>
                  </a:lnTo>
                  <a:close/>
                </a:path>
              </a:pathLst>
            </a:custGeom>
            <a:solidFill>
              <a:srgbClr val="DAFF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4873496" y="824748"/>
              <a:ext cx="1653539" cy="745490"/>
            </a:xfrm>
            <a:custGeom>
              <a:avLst/>
              <a:gdLst/>
              <a:ahLst/>
              <a:cxnLst/>
              <a:rect l="l" t="t" r="r" b="b"/>
              <a:pathLst>
                <a:path w="1653540" h="745490">
                  <a:moveTo>
                    <a:pt x="1579715" y="204710"/>
                  </a:moveTo>
                  <a:lnTo>
                    <a:pt x="336690" y="204710"/>
                  </a:lnTo>
                  <a:lnTo>
                    <a:pt x="344783" y="203235"/>
                  </a:lnTo>
                  <a:lnTo>
                    <a:pt x="498916" y="177551"/>
                  </a:lnTo>
                  <a:lnTo>
                    <a:pt x="506447" y="176538"/>
                  </a:lnTo>
                  <a:lnTo>
                    <a:pt x="534480" y="173450"/>
                  </a:lnTo>
                  <a:lnTo>
                    <a:pt x="577456" y="167386"/>
                  </a:lnTo>
                  <a:lnTo>
                    <a:pt x="645417" y="156910"/>
                  </a:lnTo>
                  <a:lnTo>
                    <a:pt x="686432" y="149775"/>
                  </a:lnTo>
                  <a:lnTo>
                    <a:pt x="710258" y="145055"/>
                  </a:lnTo>
                  <a:lnTo>
                    <a:pt x="737210" y="139314"/>
                  </a:lnTo>
                  <a:lnTo>
                    <a:pt x="787606" y="129116"/>
                  </a:lnTo>
                  <a:lnTo>
                    <a:pt x="858816" y="112545"/>
                  </a:lnTo>
                  <a:lnTo>
                    <a:pt x="929681" y="100517"/>
                  </a:lnTo>
                  <a:lnTo>
                    <a:pt x="1068765" y="81694"/>
                  </a:lnTo>
                  <a:lnTo>
                    <a:pt x="1121191" y="68924"/>
                  </a:lnTo>
                  <a:lnTo>
                    <a:pt x="1172478" y="59919"/>
                  </a:lnTo>
                  <a:lnTo>
                    <a:pt x="1269434" y="47138"/>
                  </a:lnTo>
                  <a:lnTo>
                    <a:pt x="1314003" y="40329"/>
                  </a:lnTo>
                  <a:lnTo>
                    <a:pt x="1412427" y="26595"/>
                  </a:lnTo>
                  <a:lnTo>
                    <a:pt x="1453281" y="19768"/>
                  </a:lnTo>
                  <a:lnTo>
                    <a:pt x="1487475" y="11079"/>
                  </a:lnTo>
                  <a:lnTo>
                    <a:pt x="1553260" y="0"/>
                  </a:lnTo>
                  <a:lnTo>
                    <a:pt x="1566103" y="76097"/>
                  </a:lnTo>
                  <a:lnTo>
                    <a:pt x="1613165" y="77142"/>
                  </a:lnTo>
                  <a:lnTo>
                    <a:pt x="1626789" y="84172"/>
                  </a:lnTo>
                  <a:lnTo>
                    <a:pt x="1623852" y="94314"/>
                  </a:lnTo>
                  <a:lnTo>
                    <a:pt x="1621230" y="104696"/>
                  </a:lnTo>
                  <a:lnTo>
                    <a:pt x="1640022" y="104905"/>
                  </a:lnTo>
                  <a:lnTo>
                    <a:pt x="1638219" y="108619"/>
                  </a:lnTo>
                  <a:lnTo>
                    <a:pt x="1627230" y="113911"/>
                  </a:lnTo>
                  <a:lnTo>
                    <a:pt x="1618464" y="118855"/>
                  </a:lnTo>
                  <a:lnTo>
                    <a:pt x="1623332" y="121524"/>
                  </a:lnTo>
                  <a:lnTo>
                    <a:pt x="1651272" y="121524"/>
                  </a:lnTo>
                  <a:lnTo>
                    <a:pt x="1644505" y="126789"/>
                  </a:lnTo>
                  <a:lnTo>
                    <a:pt x="1620157" y="136271"/>
                  </a:lnTo>
                  <a:lnTo>
                    <a:pt x="1593853" y="146134"/>
                  </a:lnTo>
                  <a:lnTo>
                    <a:pt x="1579252" y="154073"/>
                  </a:lnTo>
                  <a:lnTo>
                    <a:pt x="1581704" y="159178"/>
                  </a:lnTo>
                  <a:lnTo>
                    <a:pt x="1569946" y="166729"/>
                  </a:lnTo>
                  <a:lnTo>
                    <a:pt x="1546959" y="176214"/>
                  </a:lnTo>
                  <a:lnTo>
                    <a:pt x="1515729" y="187119"/>
                  </a:lnTo>
                  <a:lnTo>
                    <a:pt x="1512052" y="193424"/>
                  </a:lnTo>
                  <a:lnTo>
                    <a:pt x="1519845" y="197820"/>
                  </a:lnTo>
                  <a:lnTo>
                    <a:pt x="1542409" y="199751"/>
                  </a:lnTo>
                  <a:lnTo>
                    <a:pt x="1582446" y="199751"/>
                  </a:lnTo>
                  <a:lnTo>
                    <a:pt x="1579715" y="204710"/>
                  </a:lnTo>
                  <a:close/>
                </a:path>
                <a:path w="1653540" h="745490">
                  <a:moveTo>
                    <a:pt x="1651272" y="121524"/>
                  </a:moveTo>
                  <a:lnTo>
                    <a:pt x="1623332" y="121524"/>
                  </a:lnTo>
                  <a:lnTo>
                    <a:pt x="1653241" y="119992"/>
                  </a:lnTo>
                  <a:lnTo>
                    <a:pt x="1651272" y="121524"/>
                  </a:lnTo>
                  <a:close/>
                </a:path>
                <a:path w="1653540" h="745490">
                  <a:moveTo>
                    <a:pt x="1582446" y="199751"/>
                  </a:moveTo>
                  <a:lnTo>
                    <a:pt x="1542409" y="199751"/>
                  </a:lnTo>
                  <a:lnTo>
                    <a:pt x="1583047" y="198659"/>
                  </a:lnTo>
                  <a:lnTo>
                    <a:pt x="1582446" y="199751"/>
                  </a:lnTo>
                  <a:close/>
                </a:path>
                <a:path w="1653540" h="745490">
                  <a:moveTo>
                    <a:pt x="1576673" y="210236"/>
                  </a:moveTo>
                  <a:lnTo>
                    <a:pt x="297782" y="210236"/>
                  </a:lnTo>
                  <a:lnTo>
                    <a:pt x="327615" y="205553"/>
                  </a:lnTo>
                  <a:lnTo>
                    <a:pt x="337130" y="204337"/>
                  </a:lnTo>
                  <a:lnTo>
                    <a:pt x="336690" y="204710"/>
                  </a:lnTo>
                  <a:lnTo>
                    <a:pt x="1579715" y="204710"/>
                  </a:lnTo>
                  <a:lnTo>
                    <a:pt x="1576673" y="210236"/>
                  </a:lnTo>
                  <a:close/>
                </a:path>
                <a:path w="1653540" h="745490">
                  <a:moveTo>
                    <a:pt x="266260" y="216498"/>
                  </a:moveTo>
                  <a:lnTo>
                    <a:pt x="270536" y="215282"/>
                  </a:lnTo>
                  <a:lnTo>
                    <a:pt x="286435" y="212076"/>
                  </a:lnTo>
                  <a:lnTo>
                    <a:pt x="298855" y="209877"/>
                  </a:lnTo>
                  <a:lnTo>
                    <a:pt x="297782" y="210236"/>
                  </a:lnTo>
                  <a:lnTo>
                    <a:pt x="1576673" y="210236"/>
                  </a:lnTo>
                  <a:lnTo>
                    <a:pt x="1576010" y="211440"/>
                  </a:lnTo>
                  <a:lnTo>
                    <a:pt x="1575492" y="215014"/>
                  </a:lnTo>
                  <a:lnTo>
                    <a:pt x="276290" y="215014"/>
                  </a:lnTo>
                  <a:lnTo>
                    <a:pt x="266260" y="216498"/>
                  </a:lnTo>
                  <a:close/>
                </a:path>
                <a:path w="1653540" h="745490">
                  <a:moveTo>
                    <a:pt x="261173" y="217955"/>
                  </a:moveTo>
                  <a:lnTo>
                    <a:pt x="266260" y="216498"/>
                  </a:lnTo>
                  <a:lnTo>
                    <a:pt x="276290" y="215014"/>
                  </a:lnTo>
                  <a:lnTo>
                    <a:pt x="269498" y="216498"/>
                  </a:lnTo>
                  <a:lnTo>
                    <a:pt x="261173" y="217955"/>
                  </a:lnTo>
                  <a:close/>
                </a:path>
                <a:path w="1653540" h="745490">
                  <a:moveTo>
                    <a:pt x="1574603" y="224037"/>
                  </a:moveTo>
                  <a:lnTo>
                    <a:pt x="226438" y="224037"/>
                  </a:lnTo>
                  <a:lnTo>
                    <a:pt x="260784" y="218538"/>
                  </a:lnTo>
                  <a:lnTo>
                    <a:pt x="259933" y="218538"/>
                  </a:lnTo>
                  <a:lnTo>
                    <a:pt x="261173" y="217955"/>
                  </a:lnTo>
                  <a:lnTo>
                    <a:pt x="269498" y="216498"/>
                  </a:lnTo>
                  <a:lnTo>
                    <a:pt x="276290" y="215014"/>
                  </a:lnTo>
                  <a:lnTo>
                    <a:pt x="1575492" y="215014"/>
                  </a:lnTo>
                  <a:lnTo>
                    <a:pt x="1574392" y="222603"/>
                  </a:lnTo>
                  <a:lnTo>
                    <a:pt x="1574278" y="223395"/>
                  </a:lnTo>
                  <a:lnTo>
                    <a:pt x="1574603" y="224037"/>
                  </a:lnTo>
                  <a:close/>
                </a:path>
                <a:path w="1653540" h="745490">
                  <a:moveTo>
                    <a:pt x="1598365" y="255426"/>
                  </a:moveTo>
                  <a:lnTo>
                    <a:pt x="38848" y="255426"/>
                  </a:lnTo>
                  <a:lnTo>
                    <a:pt x="135313" y="239142"/>
                  </a:lnTo>
                  <a:lnTo>
                    <a:pt x="190925" y="228157"/>
                  </a:lnTo>
                  <a:lnTo>
                    <a:pt x="191321" y="228157"/>
                  </a:lnTo>
                  <a:lnTo>
                    <a:pt x="193354" y="227871"/>
                  </a:lnTo>
                  <a:lnTo>
                    <a:pt x="266260" y="216498"/>
                  </a:lnTo>
                  <a:lnTo>
                    <a:pt x="261124" y="217955"/>
                  </a:lnTo>
                  <a:lnTo>
                    <a:pt x="226438" y="224037"/>
                  </a:lnTo>
                  <a:lnTo>
                    <a:pt x="1574603" y="224037"/>
                  </a:lnTo>
                  <a:lnTo>
                    <a:pt x="1579748" y="234186"/>
                  </a:lnTo>
                  <a:lnTo>
                    <a:pt x="1594318" y="243474"/>
                  </a:lnTo>
                  <a:lnTo>
                    <a:pt x="1597788" y="254619"/>
                  </a:lnTo>
                  <a:lnTo>
                    <a:pt x="1598365" y="255426"/>
                  </a:lnTo>
                  <a:close/>
                </a:path>
                <a:path w="1653540" h="745490">
                  <a:moveTo>
                    <a:pt x="190925" y="228157"/>
                  </a:moveTo>
                  <a:lnTo>
                    <a:pt x="186470" y="228157"/>
                  </a:lnTo>
                  <a:lnTo>
                    <a:pt x="197170" y="226419"/>
                  </a:lnTo>
                  <a:lnTo>
                    <a:pt x="198031" y="226721"/>
                  </a:lnTo>
                  <a:lnTo>
                    <a:pt x="190925" y="228157"/>
                  </a:lnTo>
                  <a:close/>
                </a:path>
                <a:path w="1653540" h="745490">
                  <a:moveTo>
                    <a:pt x="167707" y="231206"/>
                  </a:moveTo>
                  <a:lnTo>
                    <a:pt x="188594" y="227704"/>
                  </a:lnTo>
                  <a:lnTo>
                    <a:pt x="186470" y="228157"/>
                  </a:lnTo>
                  <a:lnTo>
                    <a:pt x="167707" y="231206"/>
                  </a:lnTo>
                  <a:close/>
                </a:path>
                <a:path w="1653540" h="745490">
                  <a:moveTo>
                    <a:pt x="177837" y="230058"/>
                  </a:moveTo>
                  <a:lnTo>
                    <a:pt x="185688" y="228157"/>
                  </a:lnTo>
                  <a:lnTo>
                    <a:pt x="191321" y="228157"/>
                  </a:lnTo>
                  <a:lnTo>
                    <a:pt x="177837" y="230058"/>
                  </a:lnTo>
                  <a:close/>
                </a:path>
                <a:path w="1653540" h="745490">
                  <a:moveTo>
                    <a:pt x="85221" y="247656"/>
                  </a:moveTo>
                  <a:lnTo>
                    <a:pt x="94073" y="246161"/>
                  </a:lnTo>
                  <a:lnTo>
                    <a:pt x="87704" y="247260"/>
                  </a:lnTo>
                  <a:lnTo>
                    <a:pt x="85221" y="247656"/>
                  </a:lnTo>
                  <a:close/>
                </a:path>
                <a:path w="1653540" h="745490">
                  <a:moveTo>
                    <a:pt x="33951" y="329922"/>
                  </a:moveTo>
                  <a:lnTo>
                    <a:pt x="25690" y="322035"/>
                  </a:lnTo>
                  <a:lnTo>
                    <a:pt x="34282" y="311852"/>
                  </a:lnTo>
                  <a:lnTo>
                    <a:pt x="41213" y="301819"/>
                  </a:lnTo>
                  <a:lnTo>
                    <a:pt x="27971" y="294385"/>
                  </a:lnTo>
                  <a:lnTo>
                    <a:pt x="36102" y="281535"/>
                  </a:lnTo>
                  <a:lnTo>
                    <a:pt x="30630" y="271201"/>
                  </a:lnTo>
                  <a:lnTo>
                    <a:pt x="22305" y="263440"/>
                  </a:lnTo>
                  <a:lnTo>
                    <a:pt x="21875" y="258310"/>
                  </a:lnTo>
                  <a:lnTo>
                    <a:pt x="12944" y="252510"/>
                  </a:lnTo>
                  <a:lnTo>
                    <a:pt x="15406" y="251678"/>
                  </a:lnTo>
                  <a:lnTo>
                    <a:pt x="28636" y="252887"/>
                  </a:lnTo>
                  <a:lnTo>
                    <a:pt x="51931" y="253210"/>
                  </a:lnTo>
                  <a:lnTo>
                    <a:pt x="38848" y="255426"/>
                  </a:lnTo>
                  <a:lnTo>
                    <a:pt x="1598365" y="255426"/>
                  </a:lnTo>
                  <a:lnTo>
                    <a:pt x="1605258" y="265067"/>
                  </a:lnTo>
                  <a:lnTo>
                    <a:pt x="1610335" y="275874"/>
                  </a:lnTo>
                  <a:lnTo>
                    <a:pt x="1606624" y="288097"/>
                  </a:lnTo>
                  <a:lnTo>
                    <a:pt x="1617461" y="297778"/>
                  </a:lnTo>
                  <a:lnTo>
                    <a:pt x="1626698" y="307611"/>
                  </a:lnTo>
                  <a:lnTo>
                    <a:pt x="1626598" y="318880"/>
                  </a:lnTo>
                  <a:lnTo>
                    <a:pt x="1613277" y="329734"/>
                  </a:lnTo>
                  <a:lnTo>
                    <a:pt x="65112" y="329734"/>
                  </a:lnTo>
                  <a:lnTo>
                    <a:pt x="33951" y="329922"/>
                  </a:lnTo>
                  <a:close/>
                </a:path>
                <a:path w="1653540" h="745490">
                  <a:moveTo>
                    <a:pt x="51241" y="349934"/>
                  </a:moveTo>
                  <a:lnTo>
                    <a:pt x="66033" y="340958"/>
                  </a:lnTo>
                  <a:lnTo>
                    <a:pt x="73232" y="333818"/>
                  </a:lnTo>
                  <a:lnTo>
                    <a:pt x="65112" y="329734"/>
                  </a:lnTo>
                  <a:lnTo>
                    <a:pt x="1613277" y="329734"/>
                  </a:lnTo>
                  <a:lnTo>
                    <a:pt x="1609423" y="332874"/>
                  </a:lnTo>
                  <a:lnTo>
                    <a:pt x="1600062" y="347952"/>
                  </a:lnTo>
                  <a:lnTo>
                    <a:pt x="83689" y="347952"/>
                  </a:lnTo>
                  <a:lnTo>
                    <a:pt x="51241" y="349934"/>
                  </a:lnTo>
                  <a:close/>
                </a:path>
                <a:path w="1653540" h="745490">
                  <a:moveTo>
                    <a:pt x="25731" y="474577"/>
                  </a:moveTo>
                  <a:lnTo>
                    <a:pt x="18938" y="471887"/>
                  </a:lnTo>
                  <a:lnTo>
                    <a:pt x="30280" y="466127"/>
                  </a:lnTo>
                  <a:lnTo>
                    <a:pt x="51279" y="458733"/>
                  </a:lnTo>
                  <a:lnTo>
                    <a:pt x="53501" y="454491"/>
                  </a:lnTo>
                  <a:lnTo>
                    <a:pt x="60111" y="449498"/>
                  </a:lnTo>
                  <a:lnTo>
                    <a:pt x="62746" y="445174"/>
                  </a:lnTo>
                  <a:lnTo>
                    <a:pt x="53043" y="442938"/>
                  </a:lnTo>
                  <a:lnTo>
                    <a:pt x="70005" y="433876"/>
                  </a:lnTo>
                  <a:lnTo>
                    <a:pt x="59849" y="429411"/>
                  </a:lnTo>
                  <a:lnTo>
                    <a:pt x="41074" y="426429"/>
                  </a:lnTo>
                  <a:lnTo>
                    <a:pt x="32179" y="421817"/>
                  </a:lnTo>
                  <a:lnTo>
                    <a:pt x="51663" y="412461"/>
                  </a:lnTo>
                  <a:lnTo>
                    <a:pt x="41886" y="410344"/>
                  </a:lnTo>
                  <a:lnTo>
                    <a:pt x="49588" y="405306"/>
                  </a:lnTo>
                  <a:lnTo>
                    <a:pt x="54407" y="400778"/>
                  </a:lnTo>
                  <a:lnTo>
                    <a:pt x="35983" y="400193"/>
                  </a:lnTo>
                  <a:lnTo>
                    <a:pt x="35754" y="397423"/>
                  </a:lnTo>
                  <a:lnTo>
                    <a:pt x="35686" y="396596"/>
                  </a:lnTo>
                  <a:lnTo>
                    <a:pt x="34153" y="393240"/>
                  </a:lnTo>
                  <a:lnTo>
                    <a:pt x="35336" y="389459"/>
                  </a:lnTo>
                  <a:lnTo>
                    <a:pt x="43190" y="384590"/>
                  </a:lnTo>
                  <a:lnTo>
                    <a:pt x="40588" y="380121"/>
                  </a:lnTo>
                  <a:lnTo>
                    <a:pt x="41547" y="375289"/>
                  </a:lnTo>
                  <a:lnTo>
                    <a:pt x="43347" y="370536"/>
                  </a:lnTo>
                  <a:lnTo>
                    <a:pt x="43267" y="366304"/>
                  </a:lnTo>
                  <a:lnTo>
                    <a:pt x="67705" y="358150"/>
                  </a:lnTo>
                  <a:lnTo>
                    <a:pt x="85178" y="351362"/>
                  </a:lnTo>
                  <a:lnTo>
                    <a:pt x="83689" y="347952"/>
                  </a:lnTo>
                  <a:lnTo>
                    <a:pt x="1600062" y="347952"/>
                  </a:lnTo>
                  <a:lnTo>
                    <a:pt x="1587181" y="368700"/>
                  </a:lnTo>
                  <a:lnTo>
                    <a:pt x="1593623" y="397423"/>
                  </a:lnTo>
                  <a:lnTo>
                    <a:pt x="1612566" y="421158"/>
                  </a:lnTo>
                  <a:lnTo>
                    <a:pt x="1627824" y="442018"/>
                  </a:lnTo>
                  <a:lnTo>
                    <a:pt x="1633018" y="472764"/>
                  </a:lnTo>
                  <a:lnTo>
                    <a:pt x="59138" y="472764"/>
                  </a:lnTo>
                  <a:lnTo>
                    <a:pt x="25731" y="474577"/>
                  </a:lnTo>
                  <a:close/>
                </a:path>
                <a:path w="1653540" h="745490">
                  <a:moveTo>
                    <a:pt x="17237" y="516170"/>
                  </a:moveTo>
                  <a:lnTo>
                    <a:pt x="21818" y="512008"/>
                  </a:lnTo>
                  <a:lnTo>
                    <a:pt x="62972" y="501823"/>
                  </a:lnTo>
                  <a:lnTo>
                    <a:pt x="42081" y="498096"/>
                  </a:lnTo>
                  <a:lnTo>
                    <a:pt x="36903" y="491592"/>
                  </a:lnTo>
                  <a:lnTo>
                    <a:pt x="43801" y="482938"/>
                  </a:lnTo>
                  <a:lnTo>
                    <a:pt x="59138" y="472764"/>
                  </a:lnTo>
                  <a:lnTo>
                    <a:pt x="1633018" y="472764"/>
                  </a:lnTo>
                  <a:lnTo>
                    <a:pt x="1635415" y="486948"/>
                  </a:lnTo>
                  <a:lnTo>
                    <a:pt x="1635338" y="487102"/>
                  </a:lnTo>
                  <a:lnTo>
                    <a:pt x="1570055" y="498096"/>
                  </a:lnTo>
                  <a:lnTo>
                    <a:pt x="1534733" y="503231"/>
                  </a:lnTo>
                  <a:lnTo>
                    <a:pt x="1480284" y="512634"/>
                  </a:lnTo>
                  <a:lnTo>
                    <a:pt x="80645" y="512634"/>
                  </a:lnTo>
                  <a:lnTo>
                    <a:pt x="40712" y="515800"/>
                  </a:lnTo>
                  <a:lnTo>
                    <a:pt x="44429" y="515800"/>
                  </a:lnTo>
                  <a:lnTo>
                    <a:pt x="17237" y="516170"/>
                  </a:lnTo>
                  <a:close/>
                </a:path>
                <a:path w="1653540" h="745490">
                  <a:moveTo>
                    <a:pt x="15863" y="568594"/>
                  </a:moveTo>
                  <a:lnTo>
                    <a:pt x="0" y="567009"/>
                  </a:lnTo>
                  <a:lnTo>
                    <a:pt x="2631" y="562456"/>
                  </a:lnTo>
                  <a:lnTo>
                    <a:pt x="2732" y="562282"/>
                  </a:lnTo>
                  <a:lnTo>
                    <a:pt x="1098" y="558278"/>
                  </a:lnTo>
                  <a:lnTo>
                    <a:pt x="1355" y="554022"/>
                  </a:lnTo>
                  <a:lnTo>
                    <a:pt x="11012" y="548200"/>
                  </a:lnTo>
                  <a:lnTo>
                    <a:pt x="32953" y="540351"/>
                  </a:lnTo>
                  <a:lnTo>
                    <a:pt x="70064" y="530000"/>
                  </a:lnTo>
                  <a:lnTo>
                    <a:pt x="74920" y="525152"/>
                  </a:lnTo>
                  <a:lnTo>
                    <a:pt x="80904" y="520195"/>
                  </a:lnTo>
                  <a:lnTo>
                    <a:pt x="84113" y="515800"/>
                  </a:lnTo>
                  <a:lnTo>
                    <a:pt x="80645" y="512634"/>
                  </a:lnTo>
                  <a:lnTo>
                    <a:pt x="1480284" y="512634"/>
                  </a:lnTo>
                  <a:lnTo>
                    <a:pt x="1396081" y="527431"/>
                  </a:lnTo>
                  <a:lnTo>
                    <a:pt x="1254915" y="549223"/>
                  </a:lnTo>
                  <a:lnTo>
                    <a:pt x="1203637" y="558278"/>
                  </a:lnTo>
                  <a:lnTo>
                    <a:pt x="1195799" y="559840"/>
                  </a:lnTo>
                  <a:lnTo>
                    <a:pt x="142951" y="559840"/>
                  </a:lnTo>
                  <a:lnTo>
                    <a:pt x="120689" y="560797"/>
                  </a:lnTo>
                  <a:lnTo>
                    <a:pt x="94179" y="562456"/>
                  </a:lnTo>
                  <a:lnTo>
                    <a:pt x="73284" y="563161"/>
                  </a:lnTo>
                  <a:lnTo>
                    <a:pt x="15863" y="568594"/>
                  </a:lnTo>
                  <a:close/>
                </a:path>
                <a:path w="1653540" h="745490">
                  <a:moveTo>
                    <a:pt x="54241" y="595679"/>
                  </a:moveTo>
                  <a:lnTo>
                    <a:pt x="57154" y="592115"/>
                  </a:lnTo>
                  <a:lnTo>
                    <a:pt x="74638" y="586035"/>
                  </a:lnTo>
                  <a:lnTo>
                    <a:pt x="89760" y="580299"/>
                  </a:lnTo>
                  <a:lnTo>
                    <a:pt x="85590" y="577767"/>
                  </a:lnTo>
                  <a:lnTo>
                    <a:pt x="135267" y="566667"/>
                  </a:lnTo>
                  <a:lnTo>
                    <a:pt x="151099" y="561244"/>
                  </a:lnTo>
                  <a:lnTo>
                    <a:pt x="142951" y="559840"/>
                  </a:lnTo>
                  <a:lnTo>
                    <a:pt x="1195799" y="559840"/>
                  </a:lnTo>
                  <a:lnTo>
                    <a:pt x="1150843" y="568796"/>
                  </a:lnTo>
                  <a:lnTo>
                    <a:pt x="1001955" y="593868"/>
                  </a:lnTo>
                  <a:lnTo>
                    <a:pt x="82830" y="593868"/>
                  </a:lnTo>
                  <a:lnTo>
                    <a:pt x="54241" y="595679"/>
                  </a:lnTo>
                  <a:close/>
                </a:path>
                <a:path w="1653540" h="745490">
                  <a:moveTo>
                    <a:pt x="104030" y="745335"/>
                  </a:moveTo>
                  <a:lnTo>
                    <a:pt x="97935" y="709261"/>
                  </a:lnTo>
                  <a:lnTo>
                    <a:pt x="98027" y="705585"/>
                  </a:lnTo>
                  <a:lnTo>
                    <a:pt x="109598" y="699638"/>
                  </a:lnTo>
                  <a:lnTo>
                    <a:pt x="114658" y="694468"/>
                  </a:lnTo>
                  <a:lnTo>
                    <a:pt x="95213" y="693121"/>
                  </a:lnTo>
                  <a:lnTo>
                    <a:pt x="122760" y="683562"/>
                  </a:lnTo>
                  <a:lnTo>
                    <a:pt x="121257" y="678606"/>
                  </a:lnTo>
                  <a:lnTo>
                    <a:pt x="105860" y="675713"/>
                  </a:lnTo>
                  <a:lnTo>
                    <a:pt x="91724" y="672343"/>
                  </a:lnTo>
                  <a:lnTo>
                    <a:pt x="62143" y="671301"/>
                  </a:lnTo>
                  <a:lnTo>
                    <a:pt x="55880" y="666080"/>
                  </a:lnTo>
                  <a:lnTo>
                    <a:pt x="67098" y="657674"/>
                  </a:lnTo>
                  <a:lnTo>
                    <a:pt x="89961" y="647079"/>
                  </a:lnTo>
                  <a:lnTo>
                    <a:pt x="93578" y="639477"/>
                  </a:lnTo>
                  <a:lnTo>
                    <a:pt x="90579" y="632785"/>
                  </a:lnTo>
                  <a:lnTo>
                    <a:pt x="85459" y="626243"/>
                  </a:lnTo>
                  <a:lnTo>
                    <a:pt x="82715" y="619094"/>
                  </a:lnTo>
                  <a:lnTo>
                    <a:pt x="86367" y="613163"/>
                  </a:lnTo>
                  <a:lnTo>
                    <a:pt x="85606" y="607970"/>
                  </a:lnTo>
                  <a:lnTo>
                    <a:pt x="85504" y="607272"/>
                  </a:lnTo>
                  <a:lnTo>
                    <a:pt x="83276" y="600985"/>
                  </a:lnTo>
                  <a:lnTo>
                    <a:pt x="82943" y="595679"/>
                  </a:lnTo>
                  <a:lnTo>
                    <a:pt x="82830" y="593868"/>
                  </a:lnTo>
                  <a:lnTo>
                    <a:pt x="1001955" y="593868"/>
                  </a:lnTo>
                  <a:lnTo>
                    <a:pt x="869684" y="616218"/>
                  </a:lnTo>
                  <a:lnTo>
                    <a:pt x="821742" y="623581"/>
                  </a:lnTo>
                  <a:lnTo>
                    <a:pt x="774147" y="631989"/>
                  </a:lnTo>
                  <a:lnTo>
                    <a:pt x="680254" y="649455"/>
                  </a:lnTo>
                  <a:lnTo>
                    <a:pt x="634087" y="657269"/>
                  </a:lnTo>
                  <a:lnTo>
                    <a:pt x="588525" y="663641"/>
                  </a:lnTo>
                  <a:lnTo>
                    <a:pt x="535867" y="675060"/>
                  </a:lnTo>
                  <a:lnTo>
                    <a:pt x="484558" y="683959"/>
                  </a:lnTo>
                  <a:lnTo>
                    <a:pt x="387812" y="697984"/>
                  </a:lnTo>
                  <a:lnTo>
                    <a:pt x="343287" y="705005"/>
                  </a:lnTo>
                  <a:lnTo>
                    <a:pt x="104030" y="745335"/>
                  </a:lnTo>
                  <a:close/>
                </a:path>
              </a:pathLst>
            </a:custGeom>
            <a:solidFill>
              <a:srgbClr val="3B0A85">
                <a:alpha val="34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4067772" y="1644807"/>
            <a:ext cx="3085465" cy="2263775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12700" marR="5080" indent="-635" algn="ctr">
              <a:lnSpc>
                <a:spcPts val="2170"/>
              </a:lnSpc>
              <a:spcBef>
                <a:spcPts val="360"/>
              </a:spcBef>
            </a:pPr>
            <a:r>
              <a:rPr sz="2000" dirty="0">
                <a:solidFill>
                  <a:srgbClr val="3B0A85"/>
                </a:solidFill>
                <a:latin typeface="Trebuchet MS"/>
                <a:cs typeface="Trebuchet MS"/>
              </a:rPr>
              <a:t>Select</a:t>
            </a:r>
            <a:r>
              <a:rPr sz="2000" spc="-2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000" spc="80" dirty="0">
                <a:solidFill>
                  <a:srgbClr val="3B0A85"/>
                </a:solidFill>
                <a:latin typeface="Trebuchet MS"/>
                <a:cs typeface="Trebuchet MS"/>
              </a:rPr>
              <a:t>methods</a:t>
            </a:r>
            <a:r>
              <a:rPr sz="2000" spc="-2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3B0A85"/>
                </a:solidFill>
                <a:latin typeface="Trebuchet MS"/>
                <a:cs typeface="Trebuchet MS"/>
              </a:rPr>
              <a:t>for</a:t>
            </a:r>
            <a:r>
              <a:rPr sz="2000" spc="-2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000" spc="-20" dirty="0">
                <a:solidFill>
                  <a:srgbClr val="3B0A85"/>
                </a:solidFill>
                <a:latin typeface="Trebuchet MS"/>
                <a:cs typeface="Trebuchet MS"/>
              </a:rPr>
              <a:t>your </a:t>
            </a:r>
            <a:r>
              <a:rPr sz="2000" dirty="0">
                <a:solidFill>
                  <a:srgbClr val="3B0A85"/>
                </a:solidFill>
                <a:latin typeface="Trebuchet MS"/>
                <a:cs typeface="Trebuchet MS"/>
              </a:rPr>
              <a:t>own</a:t>
            </a:r>
            <a:r>
              <a:rPr sz="2000" spc="4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000" spc="204" dirty="0">
                <a:solidFill>
                  <a:srgbClr val="3B0A85"/>
                </a:solidFill>
                <a:latin typeface="Trebuchet MS"/>
                <a:cs typeface="Trebuchet MS"/>
              </a:rPr>
              <a:t>Co-</a:t>
            </a:r>
            <a:r>
              <a:rPr sz="2000" dirty="0">
                <a:solidFill>
                  <a:srgbClr val="3B0A85"/>
                </a:solidFill>
                <a:latin typeface="Trebuchet MS"/>
                <a:cs typeface="Trebuchet MS"/>
              </a:rPr>
              <a:t>Creating</a:t>
            </a:r>
            <a:r>
              <a:rPr sz="2000" spc="4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000" spc="65" dirty="0">
                <a:solidFill>
                  <a:srgbClr val="3B0A85"/>
                </a:solidFill>
                <a:latin typeface="Trebuchet MS"/>
                <a:cs typeface="Trebuchet MS"/>
              </a:rPr>
              <a:t>Our</a:t>
            </a:r>
            <a:r>
              <a:rPr sz="2000" spc="4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000" spc="35" dirty="0">
                <a:solidFill>
                  <a:srgbClr val="3B0A85"/>
                </a:solidFill>
                <a:latin typeface="Trebuchet MS"/>
                <a:cs typeface="Trebuchet MS"/>
              </a:rPr>
              <a:t>City </a:t>
            </a:r>
            <a:r>
              <a:rPr sz="2000" dirty="0">
                <a:solidFill>
                  <a:srgbClr val="3B0A85"/>
                </a:solidFill>
                <a:latin typeface="Trebuchet MS"/>
                <a:cs typeface="Trebuchet MS"/>
              </a:rPr>
              <a:t>project</a:t>
            </a:r>
            <a:r>
              <a:rPr sz="2000" spc="-6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000" spc="65" dirty="0">
                <a:solidFill>
                  <a:srgbClr val="3B0A85"/>
                </a:solidFill>
                <a:latin typeface="Trebuchet MS"/>
                <a:cs typeface="Trebuchet MS"/>
              </a:rPr>
              <a:t>and</a:t>
            </a:r>
            <a:r>
              <a:rPr sz="2000" spc="-6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000" spc="-20" dirty="0">
                <a:solidFill>
                  <a:srgbClr val="3B0A85"/>
                </a:solidFill>
                <a:latin typeface="Trebuchet MS"/>
                <a:cs typeface="Trebuchet MS"/>
              </a:rPr>
              <a:t>then </a:t>
            </a:r>
            <a:r>
              <a:rPr sz="2000" spc="55" dirty="0">
                <a:solidFill>
                  <a:srgbClr val="3B0A85"/>
                </a:solidFill>
                <a:latin typeface="Trebuchet MS"/>
                <a:cs typeface="Trebuchet MS"/>
              </a:rPr>
              <a:t>communicate</a:t>
            </a:r>
            <a:r>
              <a:rPr sz="2000" spc="-1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3B0A85"/>
                </a:solidFill>
                <a:latin typeface="Trebuchet MS"/>
                <a:cs typeface="Trebuchet MS"/>
              </a:rPr>
              <a:t>how</a:t>
            </a:r>
            <a:r>
              <a:rPr sz="2000" spc="-1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000" spc="-20" dirty="0">
                <a:solidFill>
                  <a:srgbClr val="3B0A85"/>
                </a:solidFill>
                <a:latin typeface="Trebuchet MS"/>
                <a:cs typeface="Trebuchet MS"/>
              </a:rPr>
              <a:t>they </a:t>
            </a:r>
            <a:r>
              <a:rPr sz="2000" spc="-105" dirty="0">
                <a:solidFill>
                  <a:srgbClr val="3B0A85"/>
                </a:solidFill>
                <a:latin typeface="Trebuchet MS"/>
                <a:cs typeface="Trebuchet MS"/>
              </a:rPr>
              <a:t>will</a:t>
            </a:r>
            <a:r>
              <a:rPr sz="2000" spc="-6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000" spc="85" dirty="0">
                <a:solidFill>
                  <a:srgbClr val="3B0A85"/>
                </a:solidFill>
                <a:latin typeface="Trebuchet MS"/>
                <a:cs typeface="Trebuchet MS"/>
              </a:rPr>
              <a:t>be</a:t>
            </a:r>
            <a:r>
              <a:rPr sz="2000" spc="-6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000" spc="-20" dirty="0">
                <a:solidFill>
                  <a:srgbClr val="3B0A85"/>
                </a:solidFill>
                <a:latin typeface="Trebuchet MS"/>
                <a:cs typeface="Trebuchet MS"/>
              </a:rPr>
              <a:t>applied.</a:t>
            </a:r>
            <a:r>
              <a:rPr sz="2000" spc="-6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000" spc="-25" dirty="0">
                <a:solidFill>
                  <a:srgbClr val="3B0A85"/>
                </a:solidFill>
                <a:latin typeface="Trebuchet MS"/>
                <a:cs typeface="Trebuchet MS"/>
              </a:rPr>
              <a:t>The </a:t>
            </a:r>
            <a:r>
              <a:rPr sz="2000" spc="-20" dirty="0">
                <a:solidFill>
                  <a:srgbClr val="3B0A85"/>
                </a:solidFill>
                <a:latin typeface="Trebuchet MS"/>
                <a:cs typeface="Trebuchet MS"/>
              </a:rPr>
              <a:t>following</a:t>
            </a:r>
            <a:r>
              <a:rPr sz="2000" spc="5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3B0A85"/>
                </a:solidFill>
                <a:latin typeface="Trebuchet MS"/>
                <a:cs typeface="Trebuchet MS"/>
              </a:rPr>
              <a:t>slides</a:t>
            </a:r>
            <a:r>
              <a:rPr sz="2000" spc="6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3B0A85"/>
                </a:solidFill>
                <a:latin typeface="Trebuchet MS"/>
                <a:cs typeface="Trebuchet MS"/>
              </a:rPr>
              <a:t>provide </a:t>
            </a:r>
            <a:r>
              <a:rPr sz="2000" dirty="0">
                <a:solidFill>
                  <a:srgbClr val="3B0A85"/>
                </a:solidFill>
                <a:latin typeface="Trebuchet MS"/>
                <a:cs typeface="Trebuchet MS"/>
              </a:rPr>
              <a:t>examples</a:t>
            </a:r>
            <a:r>
              <a:rPr sz="2000" spc="6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3B0A85"/>
                </a:solidFill>
                <a:latin typeface="Trebuchet MS"/>
                <a:cs typeface="Trebuchet MS"/>
              </a:rPr>
              <a:t>from</a:t>
            </a:r>
            <a:r>
              <a:rPr sz="2000" spc="7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3B0A85"/>
                </a:solidFill>
                <a:latin typeface="Trebuchet MS"/>
                <a:cs typeface="Trebuchet MS"/>
              </a:rPr>
              <a:t>the</a:t>
            </a:r>
            <a:r>
              <a:rPr sz="2000" spc="7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000" spc="-20" dirty="0">
                <a:solidFill>
                  <a:srgbClr val="3B0A85"/>
                </a:solidFill>
                <a:latin typeface="Trebuchet MS"/>
                <a:cs typeface="Trebuchet MS"/>
              </a:rPr>
              <a:t>pilot </a:t>
            </a:r>
            <a:r>
              <a:rPr sz="2000" dirty="0">
                <a:solidFill>
                  <a:srgbClr val="3B0A85"/>
                </a:solidFill>
                <a:latin typeface="Trebuchet MS"/>
                <a:cs typeface="Trebuchet MS"/>
              </a:rPr>
              <a:t>project</a:t>
            </a:r>
            <a:r>
              <a:rPr sz="2000" spc="-9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3B0A85"/>
                </a:solidFill>
                <a:latin typeface="Trebuchet MS"/>
                <a:cs typeface="Trebuchet MS"/>
              </a:rPr>
              <a:t>in</a:t>
            </a:r>
            <a:r>
              <a:rPr sz="2000" spc="-8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000" spc="-25" dirty="0">
                <a:solidFill>
                  <a:srgbClr val="3B0A85"/>
                </a:solidFill>
                <a:latin typeface="Trebuchet MS"/>
                <a:cs typeface="Trebuchet MS"/>
              </a:rPr>
              <a:t>Charlotte,</a:t>
            </a:r>
            <a:r>
              <a:rPr sz="2000" spc="-8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000" spc="-25" dirty="0">
                <a:solidFill>
                  <a:srgbClr val="3B0A85"/>
                </a:solidFill>
                <a:latin typeface="Trebuchet MS"/>
                <a:cs typeface="Trebuchet MS"/>
              </a:rPr>
              <a:t>NC.</a:t>
            </a:r>
            <a:endParaRPr sz="2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 rot="21300000">
            <a:off x="1593493" y="2352492"/>
            <a:ext cx="9412764" cy="1346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125"/>
              </a:lnSpc>
            </a:pPr>
            <a:r>
              <a:rPr sz="15900" spc="-644" baseline="-2882" dirty="0">
                <a:solidFill>
                  <a:srgbClr val="DAFF6B"/>
                </a:solidFill>
                <a:latin typeface="Arial MT"/>
                <a:cs typeface="Arial MT"/>
              </a:rPr>
              <a:t>C</a:t>
            </a:r>
            <a:r>
              <a:rPr sz="15900" spc="-644" baseline="-2358" dirty="0">
                <a:solidFill>
                  <a:srgbClr val="DAFF6B"/>
                </a:solidFill>
                <a:latin typeface="Arial MT"/>
                <a:cs typeface="Arial MT"/>
              </a:rPr>
              <a:t>O</a:t>
            </a:r>
            <a:r>
              <a:rPr sz="15900" spc="-644" baseline="-2096" dirty="0">
                <a:solidFill>
                  <a:srgbClr val="DAFF6B"/>
                </a:solidFill>
                <a:latin typeface="Arial MT"/>
                <a:cs typeface="Arial MT"/>
              </a:rPr>
              <a:t>-</a:t>
            </a:r>
            <a:r>
              <a:rPr sz="15900" spc="-15" baseline="-1834" dirty="0">
                <a:solidFill>
                  <a:srgbClr val="DAFF6B"/>
                </a:solidFill>
                <a:latin typeface="Arial MT"/>
                <a:cs typeface="Arial MT"/>
              </a:rPr>
              <a:t>C</a:t>
            </a:r>
            <a:r>
              <a:rPr sz="15900" spc="-15" baseline="-1572" dirty="0">
                <a:solidFill>
                  <a:srgbClr val="DAFF6B"/>
                </a:solidFill>
                <a:latin typeface="Arial MT"/>
                <a:cs typeface="Arial MT"/>
              </a:rPr>
              <a:t>R</a:t>
            </a:r>
            <a:r>
              <a:rPr sz="15900" spc="-15" baseline="-1048" dirty="0">
                <a:solidFill>
                  <a:srgbClr val="DAFF6B"/>
                </a:solidFill>
                <a:latin typeface="Arial MT"/>
                <a:cs typeface="Arial MT"/>
              </a:rPr>
              <a:t>E</a:t>
            </a:r>
            <a:r>
              <a:rPr sz="10600" spc="-10" dirty="0">
                <a:solidFill>
                  <a:srgbClr val="DAFF6B"/>
                </a:solidFill>
                <a:latin typeface="Arial MT"/>
                <a:cs typeface="Arial MT"/>
              </a:rPr>
              <a:t>ATING</a:t>
            </a:r>
            <a:endParaRPr sz="106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 rot="21300000">
            <a:off x="1702987" y="3779267"/>
            <a:ext cx="6472045" cy="1346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235"/>
              </a:lnSpc>
            </a:pPr>
            <a:r>
              <a:rPr sz="15900" spc="-592" baseline="-1834" dirty="0">
                <a:solidFill>
                  <a:srgbClr val="DAFF6B"/>
                </a:solidFill>
                <a:latin typeface="Arial MT"/>
                <a:cs typeface="Arial MT"/>
              </a:rPr>
              <a:t>O</a:t>
            </a:r>
            <a:r>
              <a:rPr sz="15900" spc="-592" baseline="-1572" dirty="0">
                <a:solidFill>
                  <a:srgbClr val="DAFF6B"/>
                </a:solidFill>
                <a:latin typeface="Arial MT"/>
                <a:cs typeface="Arial MT"/>
              </a:rPr>
              <a:t>U</a:t>
            </a:r>
            <a:r>
              <a:rPr sz="15900" spc="-592" baseline="-1048" dirty="0">
                <a:solidFill>
                  <a:srgbClr val="DAFF6B"/>
                </a:solidFill>
                <a:latin typeface="Arial MT"/>
                <a:cs typeface="Arial MT"/>
              </a:rPr>
              <a:t>R</a:t>
            </a:r>
            <a:r>
              <a:rPr sz="15900" spc="547" baseline="-1048" dirty="0">
                <a:solidFill>
                  <a:srgbClr val="DAFF6B"/>
                </a:solidFill>
                <a:latin typeface="Arial MT"/>
                <a:cs typeface="Arial MT"/>
              </a:rPr>
              <a:t> </a:t>
            </a:r>
            <a:r>
              <a:rPr sz="10600" spc="-275" dirty="0">
                <a:solidFill>
                  <a:srgbClr val="DAFF6B"/>
                </a:solidFill>
                <a:latin typeface="Arial MT"/>
                <a:cs typeface="Arial MT"/>
              </a:rPr>
              <a:t>CITY</a:t>
            </a:r>
            <a:endParaRPr sz="106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389247" y="1260053"/>
            <a:ext cx="5080635" cy="859790"/>
          </a:xfrm>
          <a:prstGeom prst="rect">
            <a:avLst/>
          </a:prstGeom>
          <a:solidFill>
            <a:srgbClr val="DAFF6B"/>
          </a:solidFill>
        </p:spPr>
        <p:txBody>
          <a:bodyPr vert="horz" wrap="square" lIns="0" tIns="94615" rIns="0" bIns="0" rtlCol="0">
            <a:spAutoFit/>
          </a:bodyPr>
          <a:lstStyle/>
          <a:p>
            <a:pPr marL="201930">
              <a:lnSpc>
                <a:spcPct val="100000"/>
              </a:lnSpc>
              <a:spcBef>
                <a:spcPts val="745"/>
              </a:spcBef>
            </a:pPr>
            <a:r>
              <a:rPr sz="3950" spc="185" dirty="0"/>
              <a:t>DATA</a:t>
            </a:r>
            <a:r>
              <a:rPr sz="3950" spc="-245" dirty="0"/>
              <a:t> </a:t>
            </a:r>
            <a:r>
              <a:rPr sz="3950" spc="170" dirty="0"/>
              <a:t>COLLECTION</a:t>
            </a:r>
            <a:endParaRPr sz="3950"/>
          </a:p>
        </p:txBody>
      </p:sp>
      <p:sp>
        <p:nvSpPr>
          <p:cNvPr id="5" name="object 5"/>
          <p:cNvSpPr txBox="1"/>
          <p:nvPr/>
        </p:nvSpPr>
        <p:spPr>
          <a:xfrm>
            <a:off x="8866094" y="4209093"/>
            <a:ext cx="8074659" cy="4664075"/>
          </a:xfrm>
          <a:prstGeom prst="rect">
            <a:avLst/>
          </a:prstGeom>
        </p:spPr>
        <p:txBody>
          <a:bodyPr vert="horz" wrap="square" lIns="0" tIns="55879" rIns="0" bIns="0" rtlCol="0">
            <a:spAutoFit/>
          </a:bodyPr>
          <a:lstStyle/>
          <a:p>
            <a:pPr marL="12700" marR="1217930">
              <a:lnSpc>
                <a:spcPts val="2700"/>
              </a:lnSpc>
              <a:spcBef>
                <a:spcPts val="439"/>
              </a:spcBef>
            </a:pP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sz="2500" spc="-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45" dirty="0">
                <a:solidFill>
                  <a:srgbClr val="FFFFFF"/>
                </a:solidFill>
                <a:latin typeface="Trebuchet MS"/>
                <a:cs typeface="Trebuchet MS"/>
              </a:rPr>
              <a:t>prepare</a:t>
            </a:r>
            <a:r>
              <a:rPr sz="2500" spc="-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50" dirty="0">
                <a:solidFill>
                  <a:srgbClr val="FFFFFF"/>
                </a:solidFill>
                <a:latin typeface="Trebuchet MS"/>
                <a:cs typeface="Trebuchet MS"/>
              </a:rPr>
              <a:t>them</a:t>
            </a:r>
            <a:r>
              <a:rPr sz="2500" spc="-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for</a:t>
            </a:r>
            <a:r>
              <a:rPr sz="2500" spc="-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50" dirty="0">
                <a:solidFill>
                  <a:srgbClr val="FFFFFF"/>
                </a:solidFill>
                <a:latin typeface="Trebuchet MS"/>
                <a:cs typeface="Trebuchet MS"/>
              </a:rPr>
              <a:t>data</a:t>
            </a:r>
            <a:r>
              <a:rPr sz="2500" spc="-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-25" dirty="0">
                <a:solidFill>
                  <a:srgbClr val="FFFFFF"/>
                </a:solidFill>
                <a:latin typeface="Trebuchet MS"/>
                <a:cs typeface="Trebuchet MS"/>
              </a:rPr>
              <a:t>collection,</a:t>
            </a:r>
            <a:r>
              <a:rPr sz="2500" spc="-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sz="2500" spc="-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195" dirty="0">
                <a:solidFill>
                  <a:srgbClr val="FFFFFF"/>
                </a:solidFill>
                <a:latin typeface="Trebuchet MS"/>
                <a:cs typeface="Trebuchet MS"/>
              </a:rPr>
              <a:t>co- </a:t>
            </a:r>
            <a:r>
              <a:rPr sz="2500" spc="55" dirty="0">
                <a:solidFill>
                  <a:srgbClr val="FFFFFF"/>
                </a:solidFill>
                <a:latin typeface="Trebuchet MS"/>
                <a:cs typeface="Trebuchet MS"/>
              </a:rPr>
              <a:t>researchers</a:t>
            </a:r>
            <a:r>
              <a:rPr sz="2500" spc="-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80" dirty="0">
                <a:solidFill>
                  <a:srgbClr val="FFFFFF"/>
                </a:solidFill>
                <a:latin typeface="Trebuchet MS"/>
                <a:cs typeface="Trebuchet MS"/>
              </a:rPr>
              <a:t>need</a:t>
            </a:r>
            <a:r>
              <a:rPr sz="2500" spc="-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sz="2500" spc="-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110" dirty="0">
                <a:solidFill>
                  <a:srgbClr val="FFFFFF"/>
                </a:solidFill>
                <a:latin typeface="Trebuchet MS"/>
                <a:cs typeface="Trebuchet MS"/>
              </a:rPr>
              <a:t>be</a:t>
            </a:r>
            <a:r>
              <a:rPr sz="2500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trained</a:t>
            </a:r>
            <a:r>
              <a:rPr sz="2500" spc="-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in</a:t>
            </a:r>
            <a:r>
              <a:rPr sz="2500" spc="-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sz="2500" spc="-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45" dirty="0">
                <a:solidFill>
                  <a:srgbClr val="FFFFFF"/>
                </a:solidFill>
                <a:latin typeface="Trebuchet MS"/>
                <a:cs typeface="Trebuchet MS"/>
              </a:rPr>
              <a:t>research </a:t>
            </a:r>
            <a:r>
              <a:rPr sz="2500" spc="105" dirty="0">
                <a:solidFill>
                  <a:srgbClr val="FFFFFF"/>
                </a:solidFill>
                <a:latin typeface="Trebuchet MS"/>
                <a:cs typeface="Trebuchet MS"/>
              </a:rPr>
              <a:t>methods</a:t>
            </a:r>
            <a:r>
              <a:rPr sz="2500" spc="-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60" dirty="0">
                <a:solidFill>
                  <a:srgbClr val="FFFFFF"/>
                </a:solidFill>
                <a:latin typeface="Trebuchet MS"/>
                <a:cs typeface="Trebuchet MS"/>
              </a:rPr>
              <a:t>selected</a:t>
            </a:r>
            <a:r>
              <a:rPr sz="2500" spc="-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for</a:t>
            </a:r>
            <a:r>
              <a:rPr sz="2500" spc="-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60" dirty="0">
                <a:solidFill>
                  <a:srgbClr val="FFFFFF"/>
                </a:solidFill>
                <a:latin typeface="Trebuchet MS"/>
                <a:cs typeface="Trebuchet MS"/>
              </a:rPr>
              <a:t>your</a:t>
            </a:r>
            <a:r>
              <a:rPr sz="2500" spc="-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Trebuchet MS"/>
                <a:cs typeface="Trebuchet MS"/>
              </a:rPr>
              <a:t>project.</a:t>
            </a:r>
            <a:endParaRPr sz="2500">
              <a:latin typeface="Trebuchet MS"/>
              <a:cs typeface="Trebuchet MS"/>
            </a:endParaRPr>
          </a:p>
          <a:p>
            <a:pPr marL="12700" marR="5080">
              <a:lnSpc>
                <a:spcPts val="2700"/>
              </a:lnSpc>
              <a:spcBef>
                <a:spcPts val="2700"/>
              </a:spcBef>
            </a:pP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sz="2500" spc="-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Trebuchet MS"/>
                <a:cs typeface="Trebuchet MS"/>
              </a:rPr>
              <a:t>following</a:t>
            </a:r>
            <a:r>
              <a:rPr sz="2500" spc="-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60" dirty="0">
                <a:solidFill>
                  <a:srgbClr val="FFFFFF"/>
                </a:solidFill>
                <a:latin typeface="Trebuchet MS"/>
                <a:cs typeface="Trebuchet MS"/>
              </a:rPr>
              <a:t>slides</a:t>
            </a:r>
            <a:r>
              <a:rPr sz="2500" spc="-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105" dirty="0">
                <a:solidFill>
                  <a:srgbClr val="FFFFFF"/>
                </a:solidFill>
                <a:latin typeface="Trebuchet MS"/>
                <a:cs typeface="Trebuchet MS"/>
              </a:rPr>
              <a:t>show</a:t>
            </a:r>
            <a:r>
              <a:rPr sz="2500" spc="-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60" dirty="0">
                <a:solidFill>
                  <a:srgbClr val="FFFFFF"/>
                </a:solidFill>
                <a:latin typeface="Trebuchet MS"/>
                <a:cs typeface="Trebuchet MS"/>
              </a:rPr>
              <a:t>examples</a:t>
            </a:r>
            <a:r>
              <a:rPr sz="2500" spc="-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of</a:t>
            </a:r>
            <a:r>
              <a:rPr sz="2500" spc="-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65" dirty="0">
                <a:solidFill>
                  <a:srgbClr val="FFFFFF"/>
                </a:solidFill>
                <a:latin typeface="Trebuchet MS"/>
                <a:cs typeface="Trebuchet MS"/>
              </a:rPr>
              <a:t>how</a:t>
            </a:r>
            <a:r>
              <a:rPr sz="2500" spc="-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-25" dirty="0">
                <a:solidFill>
                  <a:srgbClr val="FFFFFF"/>
                </a:solidFill>
                <a:latin typeface="Trebuchet MS"/>
                <a:cs typeface="Trebuchet MS"/>
              </a:rPr>
              <a:t>the </a:t>
            </a:r>
            <a:r>
              <a:rPr sz="2500" spc="105" dirty="0">
                <a:solidFill>
                  <a:srgbClr val="FFFFFF"/>
                </a:solidFill>
                <a:latin typeface="Trebuchet MS"/>
                <a:cs typeface="Trebuchet MS"/>
              </a:rPr>
              <a:t>methods</a:t>
            </a:r>
            <a:r>
              <a:rPr sz="2500" spc="-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125" dirty="0">
                <a:solidFill>
                  <a:srgbClr val="FFFFFF"/>
                </a:solidFill>
                <a:latin typeface="Trebuchet MS"/>
                <a:cs typeface="Trebuchet MS"/>
              </a:rPr>
              <a:t>used</a:t>
            </a:r>
            <a:r>
              <a:rPr sz="2500" spc="-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in</a:t>
            </a:r>
            <a:r>
              <a:rPr sz="2500" spc="-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sz="2500" spc="-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pilot</a:t>
            </a:r>
            <a:r>
              <a:rPr sz="2500" spc="-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project</a:t>
            </a:r>
            <a:r>
              <a:rPr sz="2500" spc="-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70" dirty="0">
                <a:solidFill>
                  <a:srgbClr val="FFFFFF"/>
                </a:solidFill>
                <a:latin typeface="Trebuchet MS"/>
                <a:cs typeface="Trebuchet MS"/>
              </a:rPr>
              <a:t>could</a:t>
            </a:r>
            <a:r>
              <a:rPr sz="2500" spc="-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85" dirty="0">
                <a:solidFill>
                  <a:srgbClr val="FFFFFF"/>
                </a:solidFill>
                <a:latin typeface="Trebuchet MS"/>
                <a:cs typeface="Trebuchet MS"/>
              </a:rPr>
              <a:t>be 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introduced.</a:t>
            </a:r>
            <a:r>
              <a:rPr sz="25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They</a:t>
            </a:r>
            <a:r>
              <a:rPr sz="25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50" dirty="0">
                <a:solidFill>
                  <a:srgbClr val="FFFFFF"/>
                </a:solidFill>
                <a:latin typeface="Trebuchet MS"/>
                <a:cs typeface="Trebuchet MS"/>
              </a:rPr>
              <a:t>also</a:t>
            </a:r>
            <a:r>
              <a:rPr sz="25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55" dirty="0">
                <a:solidFill>
                  <a:srgbClr val="FFFFFF"/>
                </a:solidFill>
                <a:latin typeface="Trebuchet MS"/>
                <a:cs typeface="Trebuchet MS"/>
              </a:rPr>
              <a:t>provide</a:t>
            </a:r>
            <a:r>
              <a:rPr sz="25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65" dirty="0">
                <a:solidFill>
                  <a:srgbClr val="FFFFFF"/>
                </a:solidFill>
                <a:latin typeface="Trebuchet MS"/>
                <a:cs typeface="Trebuchet MS"/>
              </a:rPr>
              <a:t>guidance</a:t>
            </a:r>
            <a:r>
              <a:rPr sz="25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90" dirty="0">
                <a:solidFill>
                  <a:srgbClr val="FFFFFF"/>
                </a:solidFill>
                <a:latin typeface="Trebuchet MS"/>
                <a:cs typeface="Trebuchet MS"/>
              </a:rPr>
              <a:t>on</a:t>
            </a:r>
            <a:r>
              <a:rPr sz="25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65" dirty="0">
                <a:solidFill>
                  <a:srgbClr val="FFFFFF"/>
                </a:solidFill>
                <a:latin typeface="Trebuchet MS"/>
                <a:cs typeface="Trebuchet MS"/>
              </a:rPr>
              <a:t>how</a:t>
            </a:r>
            <a:r>
              <a:rPr sz="25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sz="25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-20" dirty="0">
                <a:solidFill>
                  <a:srgbClr val="FFFFFF"/>
                </a:solidFill>
                <a:latin typeface="Trebuchet MS"/>
                <a:cs typeface="Trebuchet MS"/>
              </a:rPr>
              <a:t>plan </a:t>
            </a:r>
            <a:r>
              <a:rPr sz="2500" spc="50" dirty="0">
                <a:solidFill>
                  <a:srgbClr val="FFFFFF"/>
                </a:solidFill>
                <a:latin typeface="Trebuchet MS"/>
                <a:cs typeface="Trebuchet MS"/>
              </a:rPr>
              <a:t>data</a:t>
            </a:r>
            <a:r>
              <a:rPr sz="250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collection</a:t>
            </a:r>
            <a:r>
              <a:rPr sz="25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with</a:t>
            </a:r>
            <a:r>
              <a:rPr sz="25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sz="250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Trebuchet MS"/>
                <a:cs typeface="Trebuchet MS"/>
              </a:rPr>
              <a:t>group.</a:t>
            </a:r>
            <a:endParaRPr sz="2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919"/>
              </a:spcBef>
            </a:pPr>
            <a:endParaRPr sz="2500">
              <a:latin typeface="Trebuchet MS"/>
              <a:cs typeface="Trebuchet MS"/>
            </a:endParaRPr>
          </a:p>
          <a:p>
            <a:pPr marL="12700" marR="97790">
              <a:lnSpc>
                <a:spcPts val="2700"/>
              </a:lnSpc>
            </a:pP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sz="25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75" dirty="0">
                <a:solidFill>
                  <a:srgbClr val="FFFFFF"/>
                </a:solidFill>
                <a:latin typeface="Trebuchet MS"/>
                <a:cs typeface="Trebuchet MS"/>
              </a:rPr>
              <a:t>adapt</a:t>
            </a:r>
            <a:r>
              <a:rPr sz="25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65" dirty="0">
                <a:solidFill>
                  <a:srgbClr val="FFFFFF"/>
                </a:solidFill>
                <a:latin typeface="Trebuchet MS"/>
                <a:cs typeface="Trebuchet MS"/>
              </a:rPr>
              <a:t>these</a:t>
            </a:r>
            <a:r>
              <a:rPr sz="25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sz="25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60" dirty="0">
                <a:solidFill>
                  <a:srgbClr val="FFFFFF"/>
                </a:solidFill>
                <a:latin typeface="Trebuchet MS"/>
                <a:cs typeface="Trebuchet MS"/>
              </a:rPr>
              <a:t>your</a:t>
            </a:r>
            <a:r>
              <a:rPr sz="25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65" dirty="0">
                <a:solidFill>
                  <a:srgbClr val="FFFFFF"/>
                </a:solidFill>
                <a:latin typeface="Trebuchet MS"/>
                <a:cs typeface="Trebuchet MS"/>
              </a:rPr>
              <a:t>own</a:t>
            </a:r>
            <a:r>
              <a:rPr sz="25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260" dirty="0">
                <a:solidFill>
                  <a:srgbClr val="FFFFFF"/>
                </a:solidFill>
                <a:latin typeface="Trebuchet MS"/>
                <a:cs typeface="Trebuchet MS"/>
              </a:rPr>
              <a:t>Co-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Creating</a:t>
            </a:r>
            <a:r>
              <a:rPr sz="25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80" dirty="0">
                <a:solidFill>
                  <a:srgbClr val="FFFFFF"/>
                </a:solidFill>
                <a:latin typeface="Trebuchet MS"/>
                <a:cs typeface="Trebuchet MS"/>
              </a:rPr>
              <a:t>Our</a:t>
            </a:r>
            <a:r>
              <a:rPr sz="25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50" dirty="0">
                <a:solidFill>
                  <a:srgbClr val="FFFFFF"/>
                </a:solidFill>
                <a:latin typeface="Trebuchet MS"/>
                <a:cs typeface="Trebuchet MS"/>
              </a:rPr>
              <a:t>City </a:t>
            </a:r>
            <a:r>
              <a:rPr sz="2500" spc="-40" dirty="0">
                <a:solidFill>
                  <a:srgbClr val="FFFFFF"/>
                </a:solidFill>
                <a:latin typeface="Trebuchet MS"/>
                <a:cs typeface="Trebuchet MS"/>
              </a:rPr>
              <a:t>project,</a:t>
            </a:r>
            <a:r>
              <a:rPr sz="2500" spc="-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110" dirty="0">
                <a:solidFill>
                  <a:srgbClr val="FFFFFF"/>
                </a:solidFill>
                <a:latin typeface="Trebuchet MS"/>
                <a:cs typeface="Trebuchet MS"/>
              </a:rPr>
              <a:t>use</a:t>
            </a:r>
            <a:r>
              <a:rPr sz="2500" spc="-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85" dirty="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sz="2500" spc="-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130" dirty="0">
                <a:solidFill>
                  <a:srgbClr val="FFFFFF"/>
                </a:solidFill>
                <a:latin typeface="Trebuchet MS"/>
                <a:cs typeface="Trebuchet MS"/>
              </a:rPr>
              <a:t>add</a:t>
            </a:r>
            <a:r>
              <a:rPr sz="2500" spc="-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sz="2500" spc="-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60" dirty="0">
                <a:solidFill>
                  <a:srgbClr val="FFFFFF"/>
                </a:solidFill>
                <a:latin typeface="Trebuchet MS"/>
                <a:cs typeface="Trebuchet MS"/>
              </a:rPr>
              <a:t>slides</a:t>
            </a:r>
            <a:r>
              <a:rPr sz="2500" spc="-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90" dirty="0">
                <a:solidFill>
                  <a:srgbClr val="FFFFFF"/>
                </a:solidFill>
                <a:latin typeface="Trebuchet MS"/>
                <a:cs typeface="Trebuchet MS"/>
              </a:rPr>
              <a:t>on</a:t>
            </a:r>
            <a:r>
              <a:rPr sz="2500" spc="-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105" dirty="0">
                <a:solidFill>
                  <a:srgbClr val="FFFFFF"/>
                </a:solidFill>
                <a:latin typeface="Trebuchet MS"/>
                <a:cs typeface="Trebuchet MS"/>
              </a:rPr>
              <a:t>methods</a:t>
            </a:r>
            <a:r>
              <a:rPr sz="2500" spc="-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105" dirty="0">
                <a:solidFill>
                  <a:srgbClr val="FFFFFF"/>
                </a:solidFill>
                <a:latin typeface="Trebuchet MS"/>
                <a:cs typeface="Trebuchet MS"/>
              </a:rPr>
              <a:t>you</a:t>
            </a:r>
            <a:r>
              <a:rPr sz="2500" spc="-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-25" dirty="0">
                <a:solidFill>
                  <a:srgbClr val="FFFFFF"/>
                </a:solidFill>
                <a:latin typeface="Trebuchet MS"/>
                <a:cs typeface="Trebuchet MS"/>
              </a:rPr>
              <a:t>are </a:t>
            </a:r>
            <a:r>
              <a:rPr sz="2500" spc="65" dirty="0">
                <a:solidFill>
                  <a:srgbClr val="FFFFFF"/>
                </a:solidFill>
                <a:latin typeface="Trebuchet MS"/>
                <a:cs typeface="Trebuchet MS"/>
              </a:rPr>
              <a:t>using</a:t>
            </a:r>
            <a:r>
              <a:rPr sz="2500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85" dirty="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sz="2500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replace</a:t>
            </a:r>
            <a:r>
              <a:rPr sz="2500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55" dirty="0">
                <a:solidFill>
                  <a:srgbClr val="FFFFFF"/>
                </a:solidFill>
                <a:latin typeface="Trebuchet MS"/>
                <a:cs typeface="Trebuchet MS"/>
              </a:rPr>
              <a:t>others</a:t>
            </a:r>
            <a:r>
              <a:rPr sz="2500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with</a:t>
            </a:r>
            <a:r>
              <a:rPr sz="2500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information</a:t>
            </a:r>
            <a:r>
              <a:rPr sz="2500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90" dirty="0">
                <a:solidFill>
                  <a:srgbClr val="FFFFFF"/>
                </a:solidFill>
                <a:latin typeface="Trebuchet MS"/>
                <a:cs typeface="Trebuchet MS"/>
              </a:rPr>
              <a:t>on</a:t>
            </a:r>
            <a:r>
              <a:rPr sz="2500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95" dirty="0">
                <a:solidFill>
                  <a:srgbClr val="FFFFFF"/>
                </a:solidFill>
                <a:latin typeface="Trebuchet MS"/>
                <a:cs typeface="Trebuchet MS"/>
              </a:rPr>
              <a:t>methods </a:t>
            </a:r>
            <a:r>
              <a:rPr sz="2500" spc="114" dirty="0">
                <a:solidFill>
                  <a:srgbClr val="FFFFFF"/>
                </a:solidFill>
                <a:latin typeface="Trebuchet MS"/>
                <a:cs typeface="Trebuchet MS"/>
              </a:rPr>
              <a:t>chosen</a:t>
            </a:r>
            <a:r>
              <a:rPr sz="2500" spc="-1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in</a:t>
            </a:r>
            <a:r>
              <a:rPr sz="2500" spc="-1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60" dirty="0">
                <a:solidFill>
                  <a:srgbClr val="FFFFFF"/>
                </a:solidFill>
                <a:latin typeface="Trebuchet MS"/>
                <a:cs typeface="Trebuchet MS"/>
              </a:rPr>
              <a:t>your</a:t>
            </a:r>
            <a:r>
              <a:rPr sz="2500" spc="-10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65" dirty="0">
                <a:solidFill>
                  <a:srgbClr val="FFFFFF"/>
                </a:solidFill>
                <a:latin typeface="Trebuchet MS"/>
                <a:cs typeface="Trebuchet MS"/>
              </a:rPr>
              <a:t>own</a:t>
            </a:r>
            <a:r>
              <a:rPr sz="2500" spc="-1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Trebuchet MS"/>
                <a:cs typeface="Trebuchet MS"/>
              </a:rPr>
              <a:t>project.</a:t>
            </a:r>
            <a:endParaRPr sz="25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091154" y="3211925"/>
            <a:ext cx="6737350" cy="2853690"/>
            <a:chOff x="8091154" y="3211925"/>
            <a:chExt cx="6737350" cy="2853690"/>
          </a:xfrm>
        </p:grpSpPr>
        <p:sp>
          <p:nvSpPr>
            <p:cNvPr id="3" name="object 3"/>
            <p:cNvSpPr/>
            <p:nvPr/>
          </p:nvSpPr>
          <p:spPr>
            <a:xfrm>
              <a:off x="8091154" y="3211925"/>
              <a:ext cx="5782310" cy="1256030"/>
            </a:xfrm>
            <a:custGeom>
              <a:avLst/>
              <a:gdLst/>
              <a:ahLst/>
              <a:cxnLst/>
              <a:rect l="l" t="t" r="r" b="b"/>
              <a:pathLst>
                <a:path w="5782309" h="1256029">
                  <a:moveTo>
                    <a:pt x="5723623" y="1255514"/>
                  </a:moveTo>
                  <a:lnTo>
                    <a:pt x="0" y="874738"/>
                  </a:lnTo>
                  <a:lnTo>
                    <a:pt x="58193" y="0"/>
                  </a:lnTo>
                  <a:lnTo>
                    <a:pt x="5781817" y="380775"/>
                  </a:lnTo>
                  <a:lnTo>
                    <a:pt x="5723623" y="1255514"/>
                  </a:lnTo>
                  <a:close/>
                </a:path>
              </a:pathLst>
            </a:custGeom>
            <a:solidFill>
              <a:srgbClr val="D0C2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078734" y="4383277"/>
              <a:ext cx="5749925" cy="1682114"/>
            </a:xfrm>
            <a:custGeom>
              <a:avLst/>
              <a:gdLst/>
              <a:ahLst/>
              <a:cxnLst/>
              <a:rect l="l" t="t" r="r" b="b"/>
              <a:pathLst>
                <a:path w="5749925" h="1682114">
                  <a:moveTo>
                    <a:pt x="5749722" y="375970"/>
                  </a:moveTo>
                  <a:lnTo>
                    <a:pt x="98298" y="0"/>
                  </a:lnTo>
                  <a:lnTo>
                    <a:pt x="37350" y="916190"/>
                  </a:lnTo>
                  <a:lnTo>
                    <a:pt x="0" y="1477556"/>
                  </a:lnTo>
                  <a:lnTo>
                    <a:pt x="3071393" y="1681886"/>
                  </a:lnTo>
                  <a:lnTo>
                    <a:pt x="3108731" y="1120521"/>
                  </a:lnTo>
                  <a:lnTo>
                    <a:pt x="5688774" y="1292161"/>
                  </a:lnTo>
                  <a:lnTo>
                    <a:pt x="5749722" y="375970"/>
                  </a:lnTo>
                  <a:close/>
                </a:path>
              </a:pathLst>
            </a:custGeom>
            <a:solidFill>
              <a:srgbClr val="DAFF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 rot="180000">
            <a:off x="8300347" y="3634987"/>
            <a:ext cx="5358170" cy="514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650"/>
              </a:lnSpc>
            </a:pPr>
            <a:r>
              <a:rPr sz="6075" b="1" spc="217" baseline="2743" dirty="0">
                <a:solidFill>
                  <a:srgbClr val="3B0A85"/>
                </a:solidFill>
                <a:latin typeface="Trebuchet MS"/>
                <a:cs typeface="Trebuchet MS"/>
              </a:rPr>
              <a:t>W</a:t>
            </a:r>
            <a:r>
              <a:rPr sz="6075" b="1" spc="217" baseline="1371" dirty="0">
                <a:solidFill>
                  <a:srgbClr val="3B0A85"/>
                </a:solidFill>
                <a:latin typeface="Trebuchet MS"/>
                <a:cs typeface="Trebuchet MS"/>
              </a:rPr>
              <a:t>ha</a:t>
            </a:r>
            <a:r>
              <a:rPr sz="4050" b="1" spc="145" dirty="0">
                <a:solidFill>
                  <a:srgbClr val="3B0A85"/>
                </a:solidFill>
                <a:latin typeface="Trebuchet MS"/>
                <a:cs typeface="Trebuchet MS"/>
              </a:rPr>
              <a:t>t</a:t>
            </a:r>
            <a:r>
              <a:rPr sz="4050" b="1" spc="-32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4050" b="1" spc="75" dirty="0">
                <a:solidFill>
                  <a:srgbClr val="3B0A85"/>
                </a:solidFill>
                <a:latin typeface="Trebuchet MS"/>
                <a:cs typeface="Trebuchet MS"/>
              </a:rPr>
              <a:t>is</a:t>
            </a:r>
            <a:r>
              <a:rPr sz="4050" b="1" spc="-32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4050" b="1" spc="80" dirty="0">
                <a:solidFill>
                  <a:srgbClr val="3B0A85"/>
                </a:solidFill>
                <a:latin typeface="Trebuchet MS"/>
                <a:cs typeface="Trebuchet MS"/>
              </a:rPr>
              <a:t>a</a:t>
            </a:r>
            <a:r>
              <a:rPr sz="6075" b="1" spc="120" baseline="-1371" dirty="0">
                <a:solidFill>
                  <a:srgbClr val="3B0A85"/>
                </a:solidFill>
                <a:latin typeface="Trebuchet MS"/>
                <a:cs typeface="Trebuchet MS"/>
              </a:rPr>
              <a:t>n</a:t>
            </a:r>
            <a:r>
              <a:rPr sz="6075" b="1" spc="-487" baseline="-1371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6075" b="1" spc="-15" baseline="-1371" dirty="0">
                <a:solidFill>
                  <a:srgbClr val="3B0A85"/>
                </a:solidFill>
                <a:latin typeface="Trebuchet MS"/>
                <a:cs typeface="Trebuchet MS"/>
              </a:rPr>
              <a:t>i</a:t>
            </a:r>
            <a:r>
              <a:rPr sz="6075" b="1" spc="-15" baseline="-2057" dirty="0">
                <a:solidFill>
                  <a:srgbClr val="3B0A85"/>
                </a:solidFill>
                <a:latin typeface="Trebuchet MS"/>
                <a:cs typeface="Trebuchet MS"/>
              </a:rPr>
              <a:t>nt</a:t>
            </a:r>
            <a:r>
              <a:rPr sz="6075" b="1" spc="-15" baseline="-2743" dirty="0">
                <a:solidFill>
                  <a:srgbClr val="3B0A85"/>
                </a:solidFill>
                <a:latin typeface="Trebuchet MS"/>
                <a:cs typeface="Trebuchet MS"/>
              </a:rPr>
              <a:t>e</a:t>
            </a:r>
            <a:r>
              <a:rPr sz="6075" b="1" spc="-15" baseline="-3429" dirty="0">
                <a:solidFill>
                  <a:srgbClr val="3B0A85"/>
                </a:solidFill>
                <a:latin typeface="Trebuchet MS"/>
                <a:cs typeface="Trebuchet MS"/>
              </a:rPr>
              <a:t>rv</a:t>
            </a:r>
            <a:r>
              <a:rPr sz="6075" b="1" spc="-15" baseline="-4115" dirty="0">
                <a:solidFill>
                  <a:srgbClr val="3B0A85"/>
                </a:solidFill>
                <a:latin typeface="Trebuchet MS"/>
                <a:cs typeface="Trebuchet MS"/>
              </a:rPr>
              <a:t>ie</a:t>
            </a:r>
            <a:r>
              <a:rPr sz="6075" b="1" spc="-15" baseline="-4801" dirty="0">
                <a:solidFill>
                  <a:srgbClr val="3B0A85"/>
                </a:solidFill>
                <a:latin typeface="Trebuchet MS"/>
                <a:cs typeface="Trebuchet MS"/>
              </a:rPr>
              <a:t>w</a:t>
            </a:r>
            <a:r>
              <a:rPr sz="6075" b="1" spc="-15" baseline="-5486" dirty="0">
                <a:solidFill>
                  <a:srgbClr val="3B0A85"/>
                </a:solidFill>
                <a:latin typeface="Trebuchet MS"/>
                <a:cs typeface="Trebuchet MS"/>
              </a:rPr>
              <a:t>?</a:t>
            </a:r>
            <a:endParaRPr sz="6075" baseline="-5486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 rot="180000">
            <a:off x="9363095" y="4829920"/>
            <a:ext cx="5212815" cy="514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935"/>
              </a:lnSpc>
            </a:pPr>
            <a:r>
              <a:rPr sz="6075" b="1" spc="135" baseline="6172" dirty="0">
                <a:solidFill>
                  <a:srgbClr val="3B0A85"/>
                </a:solidFill>
                <a:latin typeface="Trebuchet MS"/>
                <a:cs typeface="Trebuchet MS"/>
              </a:rPr>
              <a:t>G</a:t>
            </a:r>
            <a:r>
              <a:rPr sz="6075" b="1" spc="135" baseline="5486" dirty="0">
                <a:solidFill>
                  <a:srgbClr val="3B0A85"/>
                </a:solidFill>
                <a:latin typeface="Trebuchet MS"/>
                <a:cs typeface="Trebuchet MS"/>
              </a:rPr>
              <a:t>ro</a:t>
            </a:r>
            <a:r>
              <a:rPr sz="6075" b="1" spc="135" baseline="4801" dirty="0">
                <a:solidFill>
                  <a:srgbClr val="3B0A85"/>
                </a:solidFill>
                <a:latin typeface="Trebuchet MS"/>
                <a:cs typeface="Trebuchet MS"/>
              </a:rPr>
              <a:t>u</a:t>
            </a:r>
            <a:r>
              <a:rPr sz="6075" b="1" spc="135" baseline="4115" dirty="0">
                <a:solidFill>
                  <a:srgbClr val="3B0A85"/>
                </a:solidFill>
                <a:latin typeface="Trebuchet MS"/>
                <a:cs typeface="Trebuchet MS"/>
              </a:rPr>
              <a:t>p</a:t>
            </a:r>
            <a:r>
              <a:rPr sz="6075" b="1" spc="-494" baseline="411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6075" b="1" spc="187" baseline="3429" dirty="0">
                <a:solidFill>
                  <a:srgbClr val="3B0A85"/>
                </a:solidFill>
                <a:latin typeface="Trebuchet MS"/>
                <a:cs typeface="Trebuchet MS"/>
              </a:rPr>
              <a:t>an</a:t>
            </a:r>
            <a:r>
              <a:rPr sz="6075" b="1" spc="187" baseline="2743" dirty="0">
                <a:solidFill>
                  <a:srgbClr val="3B0A85"/>
                </a:solidFill>
                <a:latin typeface="Trebuchet MS"/>
                <a:cs typeface="Trebuchet MS"/>
              </a:rPr>
              <a:t>d</a:t>
            </a:r>
            <a:r>
              <a:rPr sz="6075" b="1" spc="-494" baseline="2743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6075" b="1" spc="-15" baseline="2057" dirty="0">
                <a:solidFill>
                  <a:srgbClr val="3B0A85"/>
                </a:solidFill>
                <a:latin typeface="Trebuchet MS"/>
                <a:cs typeface="Trebuchet MS"/>
              </a:rPr>
              <a:t>in</a:t>
            </a:r>
            <a:r>
              <a:rPr sz="6075" b="1" spc="-15" baseline="1371" dirty="0">
                <a:solidFill>
                  <a:srgbClr val="3B0A85"/>
                </a:solidFill>
                <a:latin typeface="Trebuchet MS"/>
                <a:cs typeface="Trebuchet MS"/>
              </a:rPr>
              <a:t>d</a:t>
            </a:r>
            <a:r>
              <a:rPr sz="4050" b="1" spc="-10" dirty="0">
                <a:solidFill>
                  <a:srgbClr val="3B0A85"/>
                </a:solidFill>
                <a:latin typeface="Trebuchet MS"/>
                <a:cs typeface="Trebuchet MS"/>
              </a:rPr>
              <a:t>ividua</a:t>
            </a:r>
            <a:r>
              <a:rPr sz="6075" b="1" spc="-15" baseline="-1371" dirty="0">
                <a:solidFill>
                  <a:srgbClr val="3B0A85"/>
                </a:solidFill>
                <a:latin typeface="Trebuchet MS"/>
                <a:cs typeface="Trebuchet MS"/>
              </a:rPr>
              <a:t>l</a:t>
            </a:r>
            <a:endParaRPr sz="6075" baseline="-1371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 rot="180000">
            <a:off x="9316501" y="5295750"/>
            <a:ext cx="2652075" cy="514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829"/>
              </a:lnSpc>
            </a:pPr>
            <a:r>
              <a:rPr sz="6075" b="1" spc="-15" baseline="2057" dirty="0">
                <a:solidFill>
                  <a:srgbClr val="3B0A85"/>
                </a:solidFill>
                <a:latin typeface="Trebuchet MS"/>
                <a:cs typeface="Trebuchet MS"/>
              </a:rPr>
              <a:t>i</a:t>
            </a:r>
            <a:r>
              <a:rPr sz="6075" b="1" spc="-15" baseline="1371" dirty="0">
                <a:solidFill>
                  <a:srgbClr val="3B0A85"/>
                </a:solidFill>
                <a:latin typeface="Trebuchet MS"/>
                <a:cs typeface="Trebuchet MS"/>
              </a:rPr>
              <a:t>nt</a:t>
            </a:r>
            <a:r>
              <a:rPr sz="4050" b="1" spc="-10" dirty="0">
                <a:solidFill>
                  <a:srgbClr val="3B0A85"/>
                </a:solidFill>
                <a:latin typeface="Trebuchet MS"/>
                <a:cs typeface="Trebuchet MS"/>
              </a:rPr>
              <a:t>ervie</a:t>
            </a:r>
            <a:r>
              <a:rPr sz="6075" b="1" spc="-15" baseline="-1371" dirty="0">
                <a:solidFill>
                  <a:srgbClr val="3B0A85"/>
                </a:solidFill>
                <a:latin typeface="Trebuchet MS"/>
                <a:cs typeface="Trebuchet MS"/>
              </a:rPr>
              <a:t>w</a:t>
            </a:r>
            <a:r>
              <a:rPr sz="6075" b="1" spc="-15" baseline="-2057" dirty="0">
                <a:solidFill>
                  <a:srgbClr val="3B0A85"/>
                </a:solidFill>
                <a:latin typeface="Trebuchet MS"/>
                <a:cs typeface="Trebuchet MS"/>
              </a:rPr>
              <a:t>s</a:t>
            </a:r>
            <a:endParaRPr sz="6075" baseline="-2057">
              <a:latin typeface="Trebuchet MS"/>
              <a:cs typeface="Trebuchet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824168" y="6523050"/>
            <a:ext cx="7707630" cy="1384300"/>
          </a:xfrm>
          <a:custGeom>
            <a:avLst/>
            <a:gdLst/>
            <a:ahLst/>
            <a:cxnLst/>
            <a:rect l="l" t="t" r="r" b="b"/>
            <a:pathLst>
              <a:path w="7707630" h="1384300">
                <a:moveTo>
                  <a:pt x="7649038" y="1384066"/>
                </a:moveTo>
                <a:lnTo>
                  <a:pt x="0" y="875198"/>
                </a:lnTo>
                <a:lnTo>
                  <a:pt x="58224" y="0"/>
                </a:lnTo>
                <a:lnTo>
                  <a:pt x="7707262" y="508867"/>
                </a:lnTo>
                <a:lnTo>
                  <a:pt x="7649038" y="1384066"/>
                </a:lnTo>
                <a:close/>
              </a:path>
            </a:pathLst>
          </a:custGeom>
          <a:solidFill>
            <a:srgbClr val="A2BE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 rot="180000">
            <a:off x="8034253" y="7017472"/>
            <a:ext cx="7281364" cy="514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500"/>
              </a:lnSpc>
            </a:pPr>
            <a:r>
              <a:rPr sz="6075" b="1" spc="97" baseline="2743" dirty="0">
                <a:solidFill>
                  <a:srgbClr val="3B0A85"/>
                </a:solidFill>
                <a:latin typeface="Trebuchet MS"/>
                <a:cs typeface="Trebuchet MS"/>
              </a:rPr>
              <a:t>S</a:t>
            </a:r>
            <a:r>
              <a:rPr sz="6075" b="1" spc="97" baseline="2057" dirty="0">
                <a:solidFill>
                  <a:srgbClr val="3B0A85"/>
                </a:solidFill>
                <a:latin typeface="Trebuchet MS"/>
                <a:cs typeface="Trebuchet MS"/>
              </a:rPr>
              <a:t>a</a:t>
            </a:r>
            <a:r>
              <a:rPr sz="6075" b="1" spc="97" baseline="1371" dirty="0">
                <a:solidFill>
                  <a:srgbClr val="3B0A85"/>
                </a:solidFill>
                <a:latin typeface="Trebuchet MS"/>
                <a:cs typeface="Trebuchet MS"/>
              </a:rPr>
              <a:t>m</a:t>
            </a:r>
            <a:r>
              <a:rPr sz="4050" b="1" spc="65" dirty="0">
                <a:solidFill>
                  <a:srgbClr val="3B0A85"/>
                </a:solidFill>
                <a:latin typeface="Trebuchet MS"/>
                <a:cs typeface="Trebuchet MS"/>
              </a:rPr>
              <a:t>pling</a:t>
            </a:r>
            <a:r>
              <a:rPr sz="4050" b="1" spc="-19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6075" b="1" spc="952" baseline="-1371" dirty="0">
                <a:solidFill>
                  <a:srgbClr val="3B0A85"/>
                </a:solidFill>
                <a:latin typeface="Trebuchet MS"/>
                <a:cs typeface="Trebuchet MS"/>
              </a:rPr>
              <a:t>-</a:t>
            </a:r>
            <a:r>
              <a:rPr sz="6075" b="1" spc="-277" baseline="-1371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6075" b="1" baseline="-1371" dirty="0">
                <a:solidFill>
                  <a:srgbClr val="3B0A85"/>
                </a:solidFill>
                <a:latin typeface="Trebuchet MS"/>
                <a:cs typeface="Trebuchet MS"/>
              </a:rPr>
              <a:t>s</a:t>
            </a:r>
            <a:r>
              <a:rPr sz="6075" b="1" baseline="-2057" dirty="0">
                <a:solidFill>
                  <a:srgbClr val="3B0A85"/>
                </a:solidFill>
                <a:latin typeface="Trebuchet MS"/>
                <a:cs typeface="Trebuchet MS"/>
              </a:rPr>
              <a:t>e</a:t>
            </a:r>
            <a:r>
              <a:rPr sz="6075" b="1" baseline="-2743" dirty="0">
                <a:solidFill>
                  <a:srgbClr val="3B0A85"/>
                </a:solidFill>
                <a:latin typeface="Trebuchet MS"/>
                <a:cs typeface="Trebuchet MS"/>
              </a:rPr>
              <a:t>le</a:t>
            </a:r>
            <a:r>
              <a:rPr sz="6075" b="1" baseline="-3429" dirty="0">
                <a:solidFill>
                  <a:srgbClr val="3B0A85"/>
                </a:solidFill>
                <a:latin typeface="Trebuchet MS"/>
                <a:cs typeface="Trebuchet MS"/>
              </a:rPr>
              <a:t>ct</a:t>
            </a:r>
            <a:r>
              <a:rPr sz="6075" b="1" baseline="-4115" dirty="0">
                <a:solidFill>
                  <a:srgbClr val="3B0A85"/>
                </a:solidFill>
                <a:latin typeface="Trebuchet MS"/>
                <a:cs typeface="Trebuchet MS"/>
              </a:rPr>
              <a:t>io</a:t>
            </a:r>
            <a:r>
              <a:rPr sz="6075" b="1" baseline="-4801" dirty="0">
                <a:solidFill>
                  <a:srgbClr val="3B0A85"/>
                </a:solidFill>
                <a:latin typeface="Trebuchet MS"/>
                <a:cs typeface="Trebuchet MS"/>
              </a:rPr>
              <a:t>n</a:t>
            </a:r>
            <a:r>
              <a:rPr sz="6075" b="1" spc="-284" baseline="-4801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6075" b="1" spc="202" baseline="-5486" dirty="0">
                <a:solidFill>
                  <a:srgbClr val="3B0A85"/>
                </a:solidFill>
                <a:latin typeface="Trebuchet MS"/>
                <a:cs typeface="Trebuchet MS"/>
              </a:rPr>
              <a:t>p</a:t>
            </a:r>
            <a:r>
              <a:rPr sz="6075" b="1" spc="202" baseline="-6172" dirty="0">
                <a:solidFill>
                  <a:srgbClr val="3B0A85"/>
                </a:solidFill>
                <a:latin typeface="Trebuchet MS"/>
                <a:cs typeface="Trebuchet MS"/>
              </a:rPr>
              <a:t>ro</a:t>
            </a:r>
            <a:r>
              <a:rPr sz="6075" b="1" spc="202" baseline="-6858" dirty="0">
                <a:solidFill>
                  <a:srgbClr val="3B0A85"/>
                </a:solidFill>
                <a:latin typeface="Trebuchet MS"/>
                <a:cs typeface="Trebuchet MS"/>
              </a:rPr>
              <a:t>ce</a:t>
            </a:r>
            <a:r>
              <a:rPr sz="6075" b="1" spc="202" baseline="-7544" dirty="0">
                <a:solidFill>
                  <a:srgbClr val="3B0A85"/>
                </a:solidFill>
                <a:latin typeface="Trebuchet MS"/>
                <a:cs typeface="Trebuchet MS"/>
              </a:rPr>
              <a:t>s</a:t>
            </a:r>
            <a:r>
              <a:rPr sz="6075" b="1" spc="202" baseline="-8230" dirty="0">
                <a:solidFill>
                  <a:srgbClr val="3B0A85"/>
                </a:solidFill>
                <a:latin typeface="Trebuchet MS"/>
                <a:cs typeface="Trebuchet MS"/>
              </a:rPr>
              <a:t>s</a:t>
            </a:r>
            <a:endParaRPr sz="6075" baseline="-8230">
              <a:latin typeface="Trebuchet MS"/>
              <a:cs typeface="Trebuchet M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091912" y="1678817"/>
            <a:ext cx="6085840" cy="1490980"/>
          </a:xfrm>
          <a:custGeom>
            <a:avLst/>
            <a:gdLst/>
            <a:ahLst/>
            <a:cxnLst/>
            <a:rect l="l" t="t" r="r" b="b"/>
            <a:pathLst>
              <a:path w="6085840" h="1490980">
                <a:moveTo>
                  <a:pt x="6085654" y="1283060"/>
                </a:moveTo>
                <a:lnTo>
                  <a:pt x="44102" y="1490726"/>
                </a:lnTo>
                <a:lnTo>
                  <a:pt x="0" y="207666"/>
                </a:lnTo>
                <a:lnTo>
                  <a:pt x="6041552" y="0"/>
                </a:lnTo>
                <a:lnTo>
                  <a:pt x="6085654" y="1283060"/>
                </a:lnTo>
                <a:close/>
              </a:path>
            </a:pathLst>
          </a:custGeom>
          <a:solidFill>
            <a:srgbClr val="DAFF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 rot="21540000">
            <a:off x="1432429" y="1979595"/>
            <a:ext cx="5404837" cy="914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834"/>
              </a:lnSpc>
            </a:pPr>
            <a:r>
              <a:rPr sz="10800" spc="82" baseline="-3472" dirty="0">
                <a:solidFill>
                  <a:srgbClr val="3B0A85"/>
                </a:solidFill>
                <a:latin typeface="Arial MT"/>
                <a:cs typeface="Arial MT"/>
              </a:rPr>
              <a:t>I</a:t>
            </a:r>
            <a:r>
              <a:rPr sz="10800" spc="82" baseline="-3086" dirty="0">
                <a:solidFill>
                  <a:srgbClr val="3B0A85"/>
                </a:solidFill>
                <a:latin typeface="Arial MT"/>
                <a:cs typeface="Arial MT"/>
              </a:rPr>
              <a:t>N</a:t>
            </a:r>
            <a:r>
              <a:rPr sz="10800" spc="82" baseline="-2314" dirty="0">
                <a:solidFill>
                  <a:srgbClr val="3B0A85"/>
                </a:solidFill>
                <a:latin typeface="Arial MT"/>
                <a:cs typeface="Arial MT"/>
              </a:rPr>
              <a:t>T</a:t>
            </a:r>
            <a:r>
              <a:rPr sz="10800" spc="82" baseline="-1929" dirty="0">
                <a:solidFill>
                  <a:srgbClr val="3B0A85"/>
                </a:solidFill>
                <a:latin typeface="Arial MT"/>
                <a:cs typeface="Arial MT"/>
              </a:rPr>
              <a:t>E</a:t>
            </a:r>
            <a:r>
              <a:rPr sz="10800" spc="82" baseline="-1157" dirty="0">
                <a:solidFill>
                  <a:srgbClr val="3B0A85"/>
                </a:solidFill>
                <a:latin typeface="Arial MT"/>
                <a:cs typeface="Arial MT"/>
              </a:rPr>
              <a:t>R</a:t>
            </a:r>
            <a:r>
              <a:rPr sz="7200" spc="55" dirty="0">
                <a:solidFill>
                  <a:srgbClr val="3B0A85"/>
                </a:solidFill>
                <a:latin typeface="Arial MT"/>
                <a:cs typeface="Arial MT"/>
              </a:rPr>
              <a:t>VIEW</a:t>
            </a:r>
            <a:endParaRPr sz="7200">
              <a:latin typeface="Arial MT"/>
              <a:cs typeface="Arial MT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844273" y="2753380"/>
            <a:ext cx="2556510" cy="1624965"/>
          </a:xfrm>
          <a:custGeom>
            <a:avLst/>
            <a:gdLst/>
            <a:ahLst/>
            <a:cxnLst/>
            <a:rect l="l" t="t" r="r" b="b"/>
            <a:pathLst>
              <a:path w="2556509" h="1624964">
                <a:moveTo>
                  <a:pt x="1997309" y="1480717"/>
                </a:moveTo>
                <a:lnTo>
                  <a:pt x="1735148" y="1606131"/>
                </a:lnTo>
                <a:lnTo>
                  <a:pt x="1700044" y="1621308"/>
                </a:lnTo>
                <a:lnTo>
                  <a:pt x="1693119" y="1623126"/>
                </a:lnTo>
                <a:lnTo>
                  <a:pt x="1678649" y="1624400"/>
                </a:lnTo>
                <a:lnTo>
                  <a:pt x="1671514" y="1623820"/>
                </a:lnTo>
                <a:lnTo>
                  <a:pt x="1633610" y="1604337"/>
                </a:lnTo>
                <a:lnTo>
                  <a:pt x="1616223" y="1565427"/>
                </a:lnTo>
                <a:lnTo>
                  <a:pt x="1616672" y="1550908"/>
                </a:lnTo>
                <a:lnTo>
                  <a:pt x="1667372" y="1494318"/>
                </a:lnTo>
                <a:lnTo>
                  <a:pt x="1704127" y="1471867"/>
                </a:lnTo>
                <a:lnTo>
                  <a:pt x="1741978" y="1451317"/>
                </a:lnTo>
                <a:lnTo>
                  <a:pt x="1827389" y="1410210"/>
                </a:lnTo>
                <a:lnTo>
                  <a:pt x="1873227" y="1386717"/>
                </a:lnTo>
                <a:lnTo>
                  <a:pt x="1918438" y="1362188"/>
                </a:lnTo>
                <a:lnTo>
                  <a:pt x="1963024" y="1336625"/>
                </a:lnTo>
                <a:lnTo>
                  <a:pt x="2006983" y="1310026"/>
                </a:lnTo>
                <a:lnTo>
                  <a:pt x="2050316" y="1282393"/>
                </a:lnTo>
                <a:lnTo>
                  <a:pt x="2093024" y="1253725"/>
                </a:lnTo>
                <a:lnTo>
                  <a:pt x="2135104" y="1224022"/>
                </a:lnTo>
                <a:lnTo>
                  <a:pt x="2176559" y="1193284"/>
                </a:lnTo>
                <a:lnTo>
                  <a:pt x="2072374" y="1205469"/>
                </a:lnTo>
                <a:lnTo>
                  <a:pt x="1863315" y="1223226"/>
                </a:lnTo>
                <a:lnTo>
                  <a:pt x="1763180" y="1229672"/>
                </a:lnTo>
                <a:lnTo>
                  <a:pt x="1662690" y="1233655"/>
                </a:lnTo>
                <a:lnTo>
                  <a:pt x="1562077" y="1234548"/>
                </a:lnTo>
                <a:lnTo>
                  <a:pt x="1461577" y="1231721"/>
                </a:lnTo>
                <a:lnTo>
                  <a:pt x="1411443" y="1228717"/>
                </a:lnTo>
                <a:lnTo>
                  <a:pt x="1361424" y="1224548"/>
                </a:lnTo>
                <a:lnTo>
                  <a:pt x="1311551" y="1219134"/>
                </a:lnTo>
                <a:lnTo>
                  <a:pt x="1261852" y="1212398"/>
                </a:lnTo>
                <a:lnTo>
                  <a:pt x="1212358" y="1204261"/>
                </a:lnTo>
                <a:lnTo>
                  <a:pt x="1163096" y="1194644"/>
                </a:lnTo>
                <a:lnTo>
                  <a:pt x="1114097" y="1183469"/>
                </a:lnTo>
                <a:lnTo>
                  <a:pt x="1065389" y="1170658"/>
                </a:lnTo>
                <a:lnTo>
                  <a:pt x="1012759" y="1152519"/>
                </a:lnTo>
                <a:lnTo>
                  <a:pt x="960804" y="1132697"/>
                </a:lnTo>
                <a:lnTo>
                  <a:pt x="909522" y="1111191"/>
                </a:lnTo>
                <a:lnTo>
                  <a:pt x="858915" y="1088003"/>
                </a:lnTo>
                <a:lnTo>
                  <a:pt x="809087" y="1063181"/>
                </a:lnTo>
                <a:lnTo>
                  <a:pt x="760147" y="1036778"/>
                </a:lnTo>
                <a:lnTo>
                  <a:pt x="712093" y="1008793"/>
                </a:lnTo>
                <a:lnTo>
                  <a:pt x="664927" y="979227"/>
                </a:lnTo>
                <a:lnTo>
                  <a:pt x="618746" y="948143"/>
                </a:lnTo>
                <a:lnTo>
                  <a:pt x="573650" y="915606"/>
                </a:lnTo>
                <a:lnTo>
                  <a:pt x="529638" y="881617"/>
                </a:lnTo>
                <a:lnTo>
                  <a:pt x="486712" y="846174"/>
                </a:lnTo>
                <a:lnTo>
                  <a:pt x="444960" y="809355"/>
                </a:lnTo>
                <a:lnTo>
                  <a:pt x="404473" y="771236"/>
                </a:lnTo>
                <a:lnTo>
                  <a:pt x="365249" y="731817"/>
                </a:lnTo>
                <a:lnTo>
                  <a:pt x="327291" y="691099"/>
                </a:lnTo>
                <a:lnTo>
                  <a:pt x="296274" y="653260"/>
                </a:lnTo>
                <a:lnTo>
                  <a:pt x="266461" y="614603"/>
                </a:lnTo>
                <a:lnTo>
                  <a:pt x="237853" y="575126"/>
                </a:lnTo>
                <a:lnTo>
                  <a:pt x="210450" y="534830"/>
                </a:lnTo>
                <a:lnTo>
                  <a:pt x="184251" y="493714"/>
                </a:lnTo>
                <a:lnTo>
                  <a:pt x="159256" y="451780"/>
                </a:lnTo>
                <a:lnTo>
                  <a:pt x="135467" y="409027"/>
                </a:lnTo>
                <a:lnTo>
                  <a:pt x="112953" y="365587"/>
                </a:lnTo>
                <a:lnTo>
                  <a:pt x="91787" y="321596"/>
                </a:lnTo>
                <a:lnTo>
                  <a:pt x="71970" y="277053"/>
                </a:lnTo>
                <a:lnTo>
                  <a:pt x="53500" y="231957"/>
                </a:lnTo>
                <a:lnTo>
                  <a:pt x="36379" y="186310"/>
                </a:lnTo>
                <a:lnTo>
                  <a:pt x="20605" y="140110"/>
                </a:lnTo>
                <a:lnTo>
                  <a:pt x="6180" y="93359"/>
                </a:lnTo>
                <a:lnTo>
                  <a:pt x="1752" y="81383"/>
                </a:lnTo>
                <a:lnTo>
                  <a:pt x="9388" y="31830"/>
                </a:lnTo>
                <a:lnTo>
                  <a:pt x="55674" y="350"/>
                </a:lnTo>
                <a:lnTo>
                  <a:pt x="74863" y="0"/>
                </a:lnTo>
                <a:lnTo>
                  <a:pt x="87243" y="3123"/>
                </a:lnTo>
                <a:lnTo>
                  <a:pt x="111979" y="18932"/>
                </a:lnTo>
                <a:lnTo>
                  <a:pt x="126974" y="43251"/>
                </a:lnTo>
                <a:lnTo>
                  <a:pt x="163560" y="146235"/>
                </a:lnTo>
                <a:lnTo>
                  <a:pt x="181816" y="192416"/>
                </a:lnTo>
                <a:lnTo>
                  <a:pt x="201247" y="238078"/>
                </a:lnTo>
                <a:lnTo>
                  <a:pt x="221855" y="283222"/>
                </a:lnTo>
                <a:lnTo>
                  <a:pt x="243639" y="327847"/>
                </a:lnTo>
                <a:lnTo>
                  <a:pt x="266599" y="371953"/>
                </a:lnTo>
                <a:lnTo>
                  <a:pt x="293507" y="415150"/>
                </a:lnTo>
                <a:lnTo>
                  <a:pt x="321806" y="457345"/>
                </a:lnTo>
                <a:lnTo>
                  <a:pt x="351495" y="498538"/>
                </a:lnTo>
                <a:lnTo>
                  <a:pt x="382574" y="538730"/>
                </a:lnTo>
                <a:lnTo>
                  <a:pt x="415044" y="577919"/>
                </a:lnTo>
                <a:lnTo>
                  <a:pt x="448810" y="615996"/>
                </a:lnTo>
                <a:lnTo>
                  <a:pt x="483779" y="652853"/>
                </a:lnTo>
                <a:lnTo>
                  <a:pt x="519950" y="688489"/>
                </a:lnTo>
                <a:lnTo>
                  <a:pt x="557324" y="722904"/>
                </a:lnTo>
                <a:lnTo>
                  <a:pt x="595901" y="756099"/>
                </a:lnTo>
                <a:lnTo>
                  <a:pt x="635570" y="787980"/>
                </a:lnTo>
                <a:lnTo>
                  <a:pt x="676220" y="818457"/>
                </a:lnTo>
                <a:lnTo>
                  <a:pt x="717851" y="847528"/>
                </a:lnTo>
                <a:lnTo>
                  <a:pt x="760463" y="875195"/>
                </a:lnTo>
                <a:lnTo>
                  <a:pt x="804057" y="901456"/>
                </a:lnTo>
                <a:lnTo>
                  <a:pt x="848507" y="926240"/>
                </a:lnTo>
                <a:lnTo>
                  <a:pt x="893689" y="949475"/>
                </a:lnTo>
                <a:lnTo>
                  <a:pt x="939602" y="971160"/>
                </a:lnTo>
                <a:lnTo>
                  <a:pt x="986248" y="991295"/>
                </a:lnTo>
                <a:lnTo>
                  <a:pt x="1033625" y="1009881"/>
                </a:lnTo>
                <a:lnTo>
                  <a:pt x="1080060" y="1024955"/>
                </a:lnTo>
                <a:lnTo>
                  <a:pt x="1126784" y="1038232"/>
                </a:lnTo>
                <a:lnTo>
                  <a:pt x="1173788" y="1049798"/>
                </a:lnTo>
                <a:lnTo>
                  <a:pt x="1221065" y="1059738"/>
                </a:lnTo>
                <a:lnTo>
                  <a:pt x="1268605" y="1068137"/>
                </a:lnTo>
                <a:lnTo>
                  <a:pt x="1316402" y="1075078"/>
                </a:lnTo>
                <a:lnTo>
                  <a:pt x="1364445" y="1080649"/>
                </a:lnTo>
                <a:lnTo>
                  <a:pt x="1412727" y="1084933"/>
                </a:lnTo>
                <a:lnTo>
                  <a:pt x="1461240" y="1088015"/>
                </a:lnTo>
                <a:lnTo>
                  <a:pt x="1558923" y="1090914"/>
                </a:lnTo>
                <a:lnTo>
                  <a:pt x="1657429" y="1090026"/>
                </a:lnTo>
                <a:lnTo>
                  <a:pt x="1756688" y="1086030"/>
                </a:lnTo>
                <a:lnTo>
                  <a:pt x="1906847" y="1075696"/>
                </a:lnTo>
                <a:lnTo>
                  <a:pt x="2104285" y="1057909"/>
                </a:lnTo>
                <a:lnTo>
                  <a:pt x="2309296" y="1035187"/>
                </a:lnTo>
                <a:lnTo>
                  <a:pt x="2330952" y="1034605"/>
                </a:lnTo>
                <a:lnTo>
                  <a:pt x="2236636" y="1001988"/>
                </a:lnTo>
                <a:lnTo>
                  <a:pt x="1903925" y="895639"/>
                </a:lnTo>
                <a:lnTo>
                  <a:pt x="1809634" y="863170"/>
                </a:lnTo>
                <a:lnTo>
                  <a:pt x="1716357" y="827858"/>
                </a:lnTo>
                <a:lnTo>
                  <a:pt x="1670214" y="808810"/>
                </a:lnTo>
                <a:lnTo>
                  <a:pt x="1616851" y="785795"/>
                </a:lnTo>
                <a:lnTo>
                  <a:pt x="1584059" y="751142"/>
                </a:lnTo>
                <a:lnTo>
                  <a:pt x="1577919" y="719670"/>
                </a:lnTo>
                <a:lnTo>
                  <a:pt x="1580298" y="703581"/>
                </a:lnTo>
                <a:lnTo>
                  <a:pt x="1607238" y="664205"/>
                </a:lnTo>
                <a:lnTo>
                  <a:pt x="1644815" y="651015"/>
                </a:lnTo>
                <a:lnTo>
                  <a:pt x="1687928" y="663649"/>
                </a:lnTo>
                <a:lnTo>
                  <a:pt x="1731973" y="678871"/>
                </a:lnTo>
                <a:lnTo>
                  <a:pt x="1916374" y="750699"/>
                </a:lnTo>
                <a:lnTo>
                  <a:pt x="1964255" y="767651"/>
                </a:lnTo>
                <a:lnTo>
                  <a:pt x="2012738" y="782706"/>
                </a:lnTo>
                <a:lnTo>
                  <a:pt x="2061768" y="795116"/>
                </a:lnTo>
                <a:lnTo>
                  <a:pt x="2158629" y="824403"/>
                </a:lnTo>
                <a:lnTo>
                  <a:pt x="2302736" y="872159"/>
                </a:lnTo>
                <a:lnTo>
                  <a:pt x="2445389" y="924066"/>
                </a:lnTo>
                <a:lnTo>
                  <a:pt x="2492610" y="942205"/>
                </a:lnTo>
                <a:lnTo>
                  <a:pt x="2534753" y="971733"/>
                </a:lnTo>
                <a:lnTo>
                  <a:pt x="2555594" y="1007525"/>
                </a:lnTo>
                <a:lnTo>
                  <a:pt x="2556136" y="1046271"/>
                </a:lnTo>
                <a:lnTo>
                  <a:pt x="2537382" y="1084663"/>
                </a:lnTo>
                <a:lnTo>
                  <a:pt x="2500334" y="1119389"/>
                </a:lnTo>
                <a:lnTo>
                  <a:pt x="2426211" y="1182595"/>
                </a:lnTo>
                <a:lnTo>
                  <a:pt x="2350369" y="1243450"/>
                </a:lnTo>
                <a:lnTo>
                  <a:pt x="2272810" y="1301955"/>
                </a:lnTo>
                <a:lnTo>
                  <a:pt x="2193531" y="1358110"/>
                </a:lnTo>
                <a:lnTo>
                  <a:pt x="2112535" y="1411914"/>
                </a:lnTo>
                <a:lnTo>
                  <a:pt x="2029820" y="1463368"/>
                </a:lnTo>
                <a:lnTo>
                  <a:pt x="1997309" y="1480717"/>
                </a:lnTo>
                <a:close/>
              </a:path>
            </a:pathLst>
          </a:custGeom>
          <a:solidFill>
            <a:srgbClr val="D0C2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054297" y="8092700"/>
            <a:ext cx="3452495" cy="1101090"/>
          </a:xfrm>
          <a:custGeom>
            <a:avLst/>
            <a:gdLst/>
            <a:ahLst/>
            <a:cxnLst/>
            <a:rect l="l" t="t" r="r" b="b"/>
            <a:pathLst>
              <a:path w="3452495" h="1101090">
                <a:moveTo>
                  <a:pt x="3393997" y="1100991"/>
                </a:moveTo>
                <a:lnTo>
                  <a:pt x="0" y="875198"/>
                </a:lnTo>
                <a:lnTo>
                  <a:pt x="58224" y="0"/>
                </a:lnTo>
                <a:lnTo>
                  <a:pt x="3452222" y="225792"/>
                </a:lnTo>
                <a:lnTo>
                  <a:pt x="3393997" y="1100991"/>
                </a:lnTo>
                <a:close/>
              </a:path>
            </a:pathLst>
          </a:custGeom>
          <a:solidFill>
            <a:srgbClr val="D0C2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 rot="180000">
            <a:off x="8256830" y="8430601"/>
            <a:ext cx="3042998" cy="514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729"/>
              </a:lnSpc>
            </a:pPr>
            <a:r>
              <a:rPr sz="4050" b="1" spc="-60" dirty="0">
                <a:solidFill>
                  <a:srgbClr val="3B0A85"/>
                </a:solidFill>
                <a:latin typeface="Trebuchet MS"/>
                <a:cs typeface="Trebuchet MS"/>
              </a:rPr>
              <a:t>Pilot</a:t>
            </a:r>
            <a:r>
              <a:rPr sz="4050" b="1" spc="-29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4050" b="1" spc="45" dirty="0">
                <a:solidFill>
                  <a:srgbClr val="3B0A85"/>
                </a:solidFill>
                <a:latin typeface="Trebuchet MS"/>
                <a:cs typeface="Trebuchet MS"/>
              </a:rPr>
              <a:t>t</a:t>
            </a:r>
            <a:r>
              <a:rPr sz="6075" b="1" spc="67" baseline="-1371" dirty="0">
                <a:solidFill>
                  <a:srgbClr val="3B0A85"/>
                </a:solidFill>
                <a:latin typeface="Trebuchet MS"/>
                <a:cs typeface="Trebuchet MS"/>
              </a:rPr>
              <a:t>e</a:t>
            </a:r>
            <a:r>
              <a:rPr sz="6075" b="1" spc="67" baseline="-2057" dirty="0">
                <a:solidFill>
                  <a:srgbClr val="3B0A85"/>
                </a:solidFill>
                <a:latin typeface="Trebuchet MS"/>
                <a:cs typeface="Trebuchet MS"/>
              </a:rPr>
              <a:t>st</a:t>
            </a:r>
            <a:r>
              <a:rPr sz="6075" b="1" spc="67" baseline="-2743" dirty="0">
                <a:solidFill>
                  <a:srgbClr val="3B0A85"/>
                </a:solidFill>
                <a:latin typeface="Trebuchet MS"/>
                <a:cs typeface="Trebuchet MS"/>
              </a:rPr>
              <a:t>in</a:t>
            </a:r>
            <a:r>
              <a:rPr sz="6075" b="1" spc="67" baseline="-3429" dirty="0">
                <a:solidFill>
                  <a:srgbClr val="3B0A85"/>
                </a:solidFill>
                <a:latin typeface="Trebuchet MS"/>
                <a:cs typeface="Trebuchet MS"/>
              </a:rPr>
              <a:t>g</a:t>
            </a:r>
            <a:endParaRPr sz="6075" baseline="-3429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37625" y="980990"/>
            <a:ext cx="7313295" cy="2939415"/>
            <a:chOff x="1137625" y="980990"/>
            <a:chExt cx="7313295" cy="2939415"/>
          </a:xfrm>
        </p:grpSpPr>
        <p:sp>
          <p:nvSpPr>
            <p:cNvPr id="3" name="object 3"/>
            <p:cNvSpPr/>
            <p:nvPr/>
          </p:nvSpPr>
          <p:spPr>
            <a:xfrm>
              <a:off x="1137625" y="2295179"/>
              <a:ext cx="5158740" cy="1624965"/>
            </a:xfrm>
            <a:custGeom>
              <a:avLst/>
              <a:gdLst/>
              <a:ahLst/>
              <a:cxnLst/>
              <a:rect l="l" t="t" r="r" b="b"/>
              <a:pathLst>
                <a:path w="5158740" h="1624964">
                  <a:moveTo>
                    <a:pt x="4286965" y="1624698"/>
                  </a:moveTo>
                  <a:lnTo>
                    <a:pt x="4017787" y="1624593"/>
                  </a:lnTo>
                  <a:lnTo>
                    <a:pt x="3686391" y="1520286"/>
                  </a:lnTo>
                  <a:lnTo>
                    <a:pt x="3388696" y="1226576"/>
                  </a:lnTo>
                  <a:lnTo>
                    <a:pt x="3368354" y="1195087"/>
                  </a:lnTo>
                  <a:lnTo>
                    <a:pt x="3347159" y="1167216"/>
                  </a:lnTo>
                  <a:lnTo>
                    <a:pt x="3302305" y="1121786"/>
                  </a:lnTo>
                  <a:lnTo>
                    <a:pt x="3254315" y="1089192"/>
                  </a:lnTo>
                  <a:lnTo>
                    <a:pt x="3203367" y="1068337"/>
                  </a:lnTo>
                  <a:lnTo>
                    <a:pt x="3149642" y="1058128"/>
                  </a:lnTo>
                  <a:lnTo>
                    <a:pt x="3121794" y="1056673"/>
                  </a:lnTo>
                  <a:lnTo>
                    <a:pt x="3093320" y="1057470"/>
                  </a:lnTo>
                  <a:lnTo>
                    <a:pt x="3034580" y="1065268"/>
                  </a:lnTo>
                  <a:lnTo>
                    <a:pt x="2973601" y="1080427"/>
                  </a:lnTo>
                  <a:lnTo>
                    <a:pt x="2910565" y="1101853"/>
                  </a:lnTo>
                  <a:lnTo>
                    <a:pt x="2845649" y="1128451"/>
                  </a:lnTo>
                  <a:lnTo>
                    <a:pt x="2779035" y="1159125"/>
                  </a:lnTo>
                  <a:lnTo>
                    <a:pt x="2710902" y="1192783"/>
                  </a:lnTo>
                  <a:lnTo>
                    <a:pt x="2570796" y="1264665"/>
                  </a:lnTo>
                  <a:lnTo>
                    <a:pt x="2535100" y="1282790"/>
                  </a:lnTo>
                  <a:lnTo>
                    <a:pt x="2499183" y="1300701"/>
                  </a:lnTo>
                  <a:lnTo>
                    <a:pt x="2463065" y="1318264"/>
                  </a:lnTo>
                  <a:lnTo>
                    <a:pt x="2426769" y="1335341"/>
                  </a:lnTo>
                  <a:lnTo>
                    <a:pt x="2390319" y="1351795"/>
                  </a:lnTo>
                  <a:lnTo>
                    <a:pt x="2353735" y="1367489"/>
                  </a:lnTo>
                  <a:lnTo>
                    <a:pt x="2317042" y="1382286"/>
                  </a:lnTo>
                  <a:lnTo>
                    <a:pt x="2280260" y="1396051"/>
                  </a:lnTo>
                  <a:lnTo>
                    <a:pt x="2243414" y="1408645"/>
                  </a:lnTo>
                  <a:lnTo>
                    <a:pt x="2206524" y="1419932"/>
                  </a:lnTo>
                  <a:lnTo>
                    <a:pt x="2169614" y="1429775"/>
                  </a:lnTo>
                  <a:lnTo>
                    <a:pt x="2095823" y="1444582"/>
                  </a:lnTo>
                  <a:lnTo>
                    <a:pt x="2022220" y="1451972"/>
                  </a:lnTo>
                  <a:lnTo>
                    <a:pt x="1985545" y="1452543"/>
                  </a:lnTo>
                  <a:lnTo>
                    <a:pt x="1948985" y="1450849"/>
                  </a:lnTo>
                  <a:lnTo>
                    <a:pt x="1876297" y="1440119"/>
                  </a:lnTo>
                  <a:lnTo>
                    <a:pt x="1804336" y="1418688"/>
                  </a:lnTo>
                  <a:lnTo>
                    <a:pt x="1768685" y="1403616"/>
                  </a:lnTo>
                  <a:lnTo>
                    <a:pt x="1708985" y="1375532"/>
                  </a:lnTo>
                  <a:lnTo>
                    <a:pt x="1497797" y="1274534"/>
                  </a:lnTo>
                  <a:lnTo>
                    <a:pt x="1450830" y="1252392"/>
                  </a:lnTo>
                  <a:lnTo>
                    <a:pt x="1405765" y="1231602"/>
                  </a:lnTo>
                  <a:lnTo>
                    <a:pt x="1362388" y="1212218"/>
                  </a:lnTo>
                  <a:lnTo>
                    <a:pt x="1320484" y="1194296"/>
                  </a:lnTo>
                  <a:lnTo>
                    <a:pt x="1279838" y="1177888"/>
                  </a:lnTo>
                  <a:lnTo>
                    <a:pt x="1240236" y="1163051"/>
                  </a:lnTo>
                  <a:lnTo>
                    <a:pt x="1201463" y="1149838"/>
                  </a:lnTo>
                  <a:lnTo>
                    <a:pt x="1163304" y="1138304"/>
                  </a:lnTo>
                  <a:lnTo>
                    <a:pt x="1125545" y="1128504"/>
                  </a:lnTo>
                  <a:lnTo>
                    <a:pt x="1087971" y="1120491"/>
                  </a:lnTo>
                  <a:lnTo>
                    <a:pt x="1050367" y="1114321"/>
                  </a:lnTo>
                  <a:lnTo>
                    <a:pt x="974210" y="1107727"/>
                  </a:lnTo>
                  <a:lnTo>
                    <a:pt x="935228" y="1107411"/>
                  </a:lnTo>
                  <a:lnTo>
                    <a:pt x="895358" y="1109156"/>
                  </a:lnTo>
                  <a:lnTo>
                    <a:pt x="854385" y="1113016"/>
                  </a:lnTo>
                  <a:lnTo>
                    <a:pt x="812093" y="1119046"/>
                  </a:lnTo>
                  <a:lnTo>
                    <a:pt x="768269" y="1127299"/>
                  </a:lnTo>
                  <a:lnTo>
                    <a:pt x="722697" y="1137831"/>
                  </a:lnTo>
                  <a:lnTo>
                    <a:pt x="675163" y="1150696"/>
                  </a:lnTo>
                  <a:lnTo>
                    <a:pt x="625453" y="1165948"/>
                  </a:lnTo>
                  <a:lnTo>
                    <a:pt x="573351" y="1183643"/>
                  </a:lnTo>
                  <a:lnTo>
                    <a:pt x="518643" y="1203834"/>
                  </a:lnTo>
                  <a:lnTo>
                    <a:pt x="461114" y="1226576"/>
                  </a:lnTo>
                  <a:lnTo>
                    <a:pt x="416108" y="1243193"/>
                  </a:lnTo>
                  <a:lnTo>
                    <a:pt x="373575" y="1255485"/>
                  </a:lnTo>
                  <a:lnTo>
                    <a:pt x="333489" y="1263631"/>
                  </a:lnTo>
                  <a:lnTo>
                    <a:pt x="295824" y="1267806"/>
                  </a:lnTo>
                  <a:lnTo>
                    <a:pt x="260551" y="1268191"/>
                  </a:lnTo>
                  <a:lnTo>
                    <a:pt x="227646" y="1264962"/>
                  </a:lnTo>
                  <a:lnTo>
                    <a:pt x="168830" y="1248373"/>
                  </a:lnTo>
                  <a:lnTo>
                    <a:pt x="119163" y="1219463"/>
                  </a:lnTo>
                  <a:lnTo>
                    <a:pt x="78431" y="1179654"/>
                  </a:lnTo>
                  <a:lnTo>
                    <a:pt x="46421" y="1130369"/>
                  </a:lnTo>
                  <a:lnTo>
                    <a:pt x="22920" y="1073028"/>
                  </a:lnTo>
                  <a:lnTo>
                    <a:pt x="7716" y="1009056"/>
                  </a:lnTo>
                  <a:lnTo>
                    <a:pt x="595" y="939874"/>
                  </a:lnTo>
                  <a:lnTo>
                    <a:pt x="0" y="903773"/>
                  </a:lnTo>
                  <a:lnTo>
                    <a:pt x="1345" y="866903"/>
                  </a:lnTo>
                  <a:lnTo>
                    <a:pt x="9751" y="791568"/>
                  </a:lnTo>
                  <a:lnTo>
                    <a:pt x="16759" y="753458"/>
                  </a:lnTo>
                  <a:lnTo>
                    <a:pt x="25602" y="715289"/>
                  </a:lnTo>
                  <a:lnTo>
                    <a:pt x="36253" y="677241"/>
                  </a:lnTo>
                  <a:lnTo>
                    <a:pt x="48684" y="639490"/>
                  </a:lnTo>
                  <a:lnTo>
                    <a:pt x="62870" y="602214"/>
                  </a:lnTo>
                  <a:lnTo>
                    <a:pt x="78785" y="565592"/>
                  </a:lnTo>
                  <a:lnTo>
                    <a:pt x="96400" y="529801"/>
                  </a:lnTo>
                  <a:lnTo>
                    <a:pt x="115690" y="495018"/>
                  </a:lnTo>
                  <a:lnTo>
                    <a:pt x="136628" y="461422"/>
                  </a:lnTo>
                  <a:lnTo>
                    <a:pt x="159188" y="429190"/>
                  </a:lnTo>
                  <a:lnTo>
                    <a:pt x="183342" y="398500"/>
                  </a:lnTo>
                  <a:lnTo>
                    <a:pt x="209065" y="369530"/>
                  </a:lnTo>
                  <a:lnTo>
                    <a:pt x="236329" y="342458"/>
                  </a:lnTo>
                  <a:lnTo>
                    <a:pt x="356464" y="243622"/>
                  </a:lnTo>
                  <a:lnTo>
                    <a:pt x="674459" y="72847"/>
                  </a:lnTo>
                  <a:lnTo>
                    <a:pt x="1126701" y="18731"/>
                  </a:lnTo>
                  <a:lnTo>
                    <a:pt x="1649577" y="269870"/>
                  </a:lnTo>
                  <a:lnTo>
                    <a:pt x="1686858" y="300978"/>
                  </a:lnTo>
                  <a:lnTo>
                    <a:pt x="1723355" y="328881"/>
                  </a:lnTo>
                  <a:lnTo>
                    <a:pt x="1759093" y="353686"/>
                  </a:lnTo>
                  <a:lnTo>
                    <a:pt x="1794098" y="375500"/>
                  </a:lnTo>
                  <a:lnTo>
                    <a:pt x="1828397" y="394430"/>
                  </a:lnTo>
                  <a:lnTo>
                    <a:pt x="1894982" y="424069"/>
                  </a:lnTo>
                  <a:lnTo>
                    <a:pt x="1959058" y="443460"/>
                  </a:lnTo>
                  <a:lnTo>
                    <a:pt x="2020835" y="453461"/>
                  </a:lnTo>
                  <a:lnTo>
                    <a:pt x="2050928" y="455208"/>
                  </a:lnTo>
                  <a:lnTo>
                    <a:pt x="2080525" y="454930"/>
                  </a:lnTo>
                  <a:lnTo>
                    <a:pt x="2138338" y="448723"/>
                  </a:lnTo>
                  <a:lnTo>
                    <a:pt x="2194484" y="435699"/>
                  </a:lnTo>
                  <a:lnTo>
                    <a:pt x="2249175" y="416716"/>
                  </a:lnTo>
                  <a:lnTo>
                    <a:pt x="2302621" y="392631"/>
                  </a:lnTo>
                  <a:lnTo>
                    <a:pt x="2355033" y="364301"/>
                  </a:lnTo>
                  <a:lnTo>
                    <a:pt x="2406621" y="332585"/>
                  </a:lnTo>
                  <a:lnTo>
                    <a:pt x="2457596" y="298339"/>
                  </a:lnTo>
                  <a:lnTo>
                    <a:pt x="2533370" y="244105"/>
                  </a:lnTo>
                  <a:lnTo>
                    <a:pt x="2608950" y="189004"/>
                  </a:lnTo>
                  <a:lnTo>
                    <a:pt x="2634223" y="170945"/>
                  </a:lnTo>
                  <a:lnTo>
                    <a:pt x="2685047" y="135931"/>
                  </a:lnTo>
                  <a:lnTo>
                    <a:pt x="2736416" y="103106"/>
                  </a:lnTo>
                  <a:lnTo>
                    <a:pt x="2788542" y="73326"/>
                  </a:lnTo>
                  <a:lnTo>
                    <a:pt x="2841634" y="47449"/>
                  </a:lnTo>
                  <a:lnTo>
                    <a:pt x="2895904" y="26333"/>
                  </a:lnTo>
                  <a:lnTo>
                    <a:pt x="2951562" y="10835"/>
                  </a:lnTo>
                  <a:lnTo>
                    <a:pt x="3008820" y="1814"/>
                  </a:lnTo>
                  <a:lnTo>
                    <a:pt x="3038114" y="0"/>
                  </a:lnTo>
                  <a:lnTo>
                    <a:pt x="3067887" y="126"/>
                  </a:lnTo>
                  <a:lnTo>
                    <a:pt x="3128974" y="6629"/>
                  </a:lnTo>
                  <a:lnTo>
                    <a:pt x="3192292" y="22181"/>
                  </a:lnTo>
                  <a:lnTo>
                    <a:pt x="3258052" y="47640"/>
                  </a:lnTo>
                  <a:lnTo>
                    <a:pt x="3356910" y="99535"/>
                  </a:lnTo>
                  <a:lnTo>
                    <a:pt x="3417621" y="133880"/>
                  </a:lnTo>
                  <a:lnTo>
                    <a:pt x="3474298" y="167278"/>
                  </a:lnTo>
                  <a:lnTo>
                    <a:pt x="3527193" y="199620"/>
                  </a:lnTo>
                  <a:lnTo>
                    <a:pt x="3576557" y="230794"/>
                  </a:lnTo>
                  <a:lnTo>
                    <a:pt x="3622642" y="260692"/>
                  </a:lnTo>
                  <a:lnTo>
                    <a:pt x="3665700" y="289202"/>
                  </a:lnTo>
                  <a:lnTo>
                    <a:pt x="3779227" y="365306"/>
                  </a:lnTo>
                  <a:lnTo>
                    <a:pt x="3812693" y="387164"/>
                  </a:lnTo>
                  <a:lnTo>
                    <a:pt x="3874571" y="424958"/>
                  </a:lnTo>
                  <a:lnTo>
                    <a:pt x="3931387" y="454117"/>
                  </a:lnTo>
                  <a:lnTo>
                    <a:pt x="3985155" y="473761"/>
                  </a:lnTo>
                  <a:lnTo>
                    <a:pt x="4037890" y="483009"/>
                  </a:lnTo>
                  <a:lnTo>
                    <a:pt x="4064498" y="483459"/>
                  </a:lnTo>
                  <a:lnTo>
                    <a:pt x="4091604" y="480979"/>
                  </a:lnTo>
                  <a:lnTo>
                    <a:pt x="4148311" y="466790"/>
                  </a:lnTo>
                  <a:lnTo>
                    <a:pt x="4210025" y="439561"/>
                  </a:lnTo>
                  <a:lnTo>
                    <a:pt x="4243389" y="420781"/>
                  </a:lnTo>
                  <a:lnTo>
                    <a:pt x="4278760" y="398411"/>
                  </a:lnTo>
                  <a:lnTo>
                    <a:pt x="4316389" y="372340"/>
                  </a:lnTo>
                  <a:lnTo>
                    <a:pt x="4356528" y="342458"/>
                  </a:lnTo>
                  <a:lnTo>
                    <a:pt x="4408044" y="304457"/>
                  </a:lnTo>
                  <a:lnTo>
                    <a:pt x="4457999" y="270686"/>
                  </a:lnTo>
                  <a:lnTo>
                    <a:pt x="4506399" y="241114"/>
                  </a:lnTo>
                  <a:lnTo>
                    <a:pt x="4553252" y="215710"/>
                  </a:lnTo>
                  <a:lnTo>
                    <a:pt x="4598563" y="194443"/>
                  </a:lnTo>
                  <a:lnTo>
                    <a:pt x="4642341" y="177281"/>
                  </a:lnTo>
                  <a:lnTo>
                    <a:pt x="4684591" y="164194"/>
                  </a:lnTo>
                  <a:lnTo>
                    <a:pt x="4725320" y="155150"/>
                  </a:lnTo>
                  <a:lnTo>
                    <a:pt x="4764536" y="150119"/>
                  </a:lnTo>
                  <a:lnTo>
                    <a:pt x="4802245" y="149070"/>
                  </a:lnTo>
                  <a:lnTo>
                    <a:pt x="4838455" y="151971"/>
                  </a:lnTo>
                  <a:lnTo>
                    <a:pt x="4906400" y="169501"/>
                  </a:lnTo>
                  <a:lnTo>
                    <a:pt x="4968428" y="202461"/>
                  </a:lnTo>
                  <a:lnTo>
                    <a:pt x="5024591" y="250601"/>
                  </a:lnTo>
                  <a:lnTo>
                    <a:pt x="5050491" y="280287"/>
                  </a:lnTo>
                  <a:lnTo>
                    <a:pt x="5074946" y="313675"/>
                  </a:lnTo>
                  <a:lnTo>
                    <a:pt x="5097962" y="350735"/>
                  </a:lnTo>
                  <a:lnTo>
                    <a:pt x="5119546" y="391434"/>
                  </a:lnTo>
                  <a:lnTo>
                    <a:pt x="5139705" y="435742"/>
                  </a:lnTo>
                  <a:lnTo>
                    <a:pt x="5158446" y="483629"/>
                  </a:lnTo>
                  <a:lnTo>
                    <a:pt x="5097957" y="819604"/>
                  </a:lnTo>
                  <a:lnTo>
                    <a:pt x="4830075" y="1187502"/>
                  </a:lnTo>
                  <a:lnTo>
                    <a:pt x="4536268" y="1484006"/>
                  </a:lnTo>
                  <a:lnTo>
                    <a:pt x="4398007" y="1605800"/>
                  </a:lnTo>
                  <a:lnTo>
                    <a:pt x="4286965" y="1624698"/>
                  </a:lnTo>
                  <a:close/>
                </a:path>
              </a:pathLst>
            </a:custGeom>
            <a:solidFill>
              <a:srgbClr val="DAFF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097211" y="980990"/>
              <a:ext cx="6353810" cy="2483485"/>
            </a:xfrm>
            <a:custGeom>
              <a:avLst/>
              <a:gdLst/>
              <a:ahLst/>
              <a:cxnLst/>
              <a:rect l="l" t="t" r="r" b="b"/>
              <a:pathLst>
                <a:path w="6353809" h="2483485">
                  <a:moveTo>
                    <a:pt x="6353647" y="2267595"/>
                  </a:moveTo>
                  <a:lnTo>
                    <a:pt x="77944" y="2483310"/>
                  </a:lnTo>
                  <a:lnTo>
                    <a:pt x="0" y="215714"/>
                  </a:lnTo>
                  <a:lnTo>
                    <a:pt x="6275703" y="0"/>
                  </a:lnTo>
                  <a:lnTo>
                    <a:pt x="6353647" y="2267595"/>
                  </a:lnTo>
                  <a:close/>
                </a:path>
              </a:pathLst>
            </a:custGeom>
            <a:solidFill>
              <a:srgbClr val="D0C2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 rot="21540000">
            <a:off x="2427904" y="1289102"/>
            <a:ext cx="5587041" cy="882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480"/>
              </a:lnSpc>
            </a:pPr>
            <a:r>
              <a:rPr sz="10425" spc="195" baseline="-4396" dirty="0">
                <a:solidFill>
                  <a:srgbClr val="3B0A85"/>
                </a:solidFill>
                <a:latin typeface="Arial MT"/>
                <a:cs typeface="Arial MT"/>
              </a:rPr>
              <a:t>W</a:t>
            </a:r>
            <a:r>
              <a:rPr sz="10425" spc="195" baseline="-3597" dirty="0">
                <a:solidFill>
                  <a:srgbClr val="3B0A85"/>
                </a:solidFill>
                <a:latin typeface="Arial MT"/>
                <a:cs typeface="Arial MT"/>
              </a:rPr>
              <a:t>H</a:t>
            </a:r>
            <a:r>
              <a:rPr sz="10425" spc="195" baseline="-2797" dirty="0">
                <a:solidFill>
                  <a:srgbClr val="3B0A85"/>
                </a:solidFill>
                <a:latin typeface="Arial MT"/>
                <a:cs typeface="Arial MT"/>
              </a:rPr>
              <a:t>A</a:t>
            </a:r>
            <a:r>
              <a:rPr sz="10425" spc="195" baseline="-1998" dirty="0">
                <a:solidFill>
                  <a:srgbClr val="3B0A85"/>
                </a:solidFill>
                <a:latin typeface="Arial MT"/>
                <a:cs typeface="Arial MT"/>
              </a:rPr>
              <a:t>T</a:t>
            </a:r>
            <a:r>
              <a:rPr sz="10425" spc="307" baseline="-1998" dirty="0">
                <a:solidFill>
                  <a:srgbClr val="3B0A85"/>
                </a:solidFill>
                <a:latin typeface="Arial MT"/>
                <a:cs typeface="Arial MT"/>
              </a:rPr>
              <a:t> </a:t>
            </a:r>
            <a:r>
              <a:rPr sz="10425" baseline="-1199" dirty="0">
                <a:solidFill>
                  <a:srgbClr val="3B0A85"/>
                </a:solidFill>
                <a:latin typeface="Arial MT"/>
                <a:cs typeface="Arial MT"/>
              </a:rPr>
              <a:t>I</a:t>
            </a:r>
            <a:r>
              <a:rPr sz="6950" dirty="0">
                <a:solidFill>
                  <a:srgbClr val="3B0A85"/>
                </a:solidFill>
                <a:latin typeface="Arial MT"/>
                <a:cs typeface="Arial MT"/>
              </a:rPr>
              <a:t>S</a:t>
            </a:r>
            <a:r>
              <a:rPr sz="6950" spc="204" dirty="0">
                <a:solidFill>
                  <a:srgbClr val="3B0A85"/>
                </a:solidFill>
                <a:latin typeface="Arial MT"/>
                <a:cs typeface="Arial MT"/>
              </a:rPr>
              <a:t> </a:t>
            </a:r>
            <a:r>
              <a:rPr sz="6950" spc="340" dirty="0">
                <a:solidFill>
                  <a:srgbClr val="3B0A85"/>
                </a:solidFill>
                <a:latin typeface="Arial MT"/>
                <a:cs typeface="Arial MT"/>
              </a:rPr>
              <a:t>AN</a:t>
            </a:r>
            <a:endParaRPr sz="695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 rot="21540000">
            <a:off x="2463745" y="2318505"/>
            <a:ext cx="5656652" cy="882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600"/>
              </a:lnSpc>
            </a:pPr>
            <a:r>
              <a:rPr sz="10425" spc="-15" baseline="-3597" dirty="0">
                <a:solidFill>
                  <a:srgbClr val="3B0A85"/>
                </a:solidFill>
                <a:latin typeface="Arial MT"/>
                <a:cs typeface="Arial MT"/>
              </a:rPr>
              <a:t>I</a:t>
            </a:r>
            <a:r>
              <a:rPr sz="10425" spc="-15" baseline="-3197" dirty="0">
                <a:solidFill>
                  <a:srgbClr val="3B0A85"/>
                </a:solidFill>
                <a:latin typeface="Arial MT"/>
                <a:cs typeface="Arial MT"/>
              </a:rPr>
              <a:t>N</a:t>
            </a:r>
            <a:r>
              <a:rPr sz="10425" spc="-15" baseline="-2398" dirty="0">
                <a:solidFill>
                  <a:srgbClr val="3B0A85"/>
                </a:solidFill>
                <a:latin typeface="Arial MT"/>
                <a:cs typeface="Arial MT"/>
              </a:rPr>
              <a:t>T</a:t>
            </a:r>
            <a:r>
              <a:rPr sz="10425" spc="-15" baseline="-1998" dirty="0">
                <a:solidFill>
                  <a:srgbClr val="3B0A85"/>
                </a:solidFill>
                <a:latin typeface="Arial MT"/>
                <a:cs typeface="Arial MT"/>
              </a:rPr>
              <a:t>E</a:t>
            </a:r>
            <a:r>
              <a:rPr sz="10425" spc="-15" baseline="-1199" dirty="0">
                <a:solidFill>
                  <a:srgbClr val="3B0A85"/>
                </a:solidFill>
                <a:latin typeface="Arial MT"/>
                <a:cs typeface="Arial MT"/>
              </a:rPr>
              <a:t>R</a:t>
            </a:r>
            <a:r>
              <a:rPr sz="6950" spc="-10" dirty="0">
                <a:solidFill>
                  <a:srgbClr val="3B0A85"/>
                </a:solidFill>
                <a:latin typeface="Arial MT"/>
                <a:cs typeface="Arial MT"/>
              </a:rPr>
              <a:t>VIEW</a:t>
            </a:r>
            <a:r>
              <a:rPr sz="10425" spc="-15" baseline="1998" dirty="0">
                <a:solidFill>
                  <a:srgbClr val="3B0A85"/>
                </a:solidFill>
                <a:latin typeface="Arial MT"/>
                <a:cs typeface="Arial MT"/>
              </a:rPr>
              <a:t>?</a:t>
            </a:r>
            <a:endParaRPr sz="10425" baseline="1998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778801" y="1671560"/>
            <a:ext cx="3169285" cy="1659889"/>
          </a:xfrm>
          <a:custGeom>
            <a:avLst/>
            <a:gdLst/>
            <a:ahLst/>
            <a:cxnLst/>
            <a:rect l="l" t="t" r="r" b="b"/>
            <a:pathLst>
              <a:path w="3169284" h="1659889">
                <a:moveTo>
                  <a:pt x="3169208" y="1510626"/>
                </a:moveTo>
                <a:lnTo>
                  <a:pt x="3168650" y="1506004"/>
                </a:lnTo>
                <a:lnTo>
                  <a:pt x="3166999" y="1492123"/>
                </a:lnTo>
                <a:lnTo>
                  <a:pt x="3166808" y="1490573"/>
                </a:lnTo>
                <a:lnTo>
                  <a:pt x="3162211" y="1452029"/>
                </a:lnTo>
                <a:lnTo>
                  <a:pt x="3157969" y="1420888"/>
                </a:lnTo>
                <a:lnTo>
                  <a:pt x="3156915" y="1413103"/>
                </a:lnTo>
                <a:lnTo>
                  <a:pt x="3151098" y="1375359"/>
                </a:lnTo>
                <a:lnTo>
                  <a:pt x="3146247" y="1336675"/>
                </a:lnTo>
                <a:lnTo>
                  <a:pt x="3142030" y="1298321"/>
                </a:lnTo>
                <a:lnTo>
                  <a:pt x="3136227" y="1247571"/>
                </a:lnTo>
                <a:lnTo>
                  <a:pt x="3129318" y="1196238"/>
                </a:lnTo>
                <a:lnTo>
                  <a:pt x="3119640" y="1146352"/>
                </a:lnTo>
                <a:lnTo>
                  <a:pt x="3106737" y="1097673"/>
                </a:lnTo>
                <a:lnTo>
                  <a:pt x="3090126" y="1049947"/>
                </a:lnTo>
                <a:lnTo>
                  <a:pt x="3068751" y="1004049"/>
                </a:lnTo>
                <a:lnTo>
                  <a:pt x="3042132" y="959751"/>
                </a:lnTo>
                <a:lnTo>
                  <a:pt x="3009798" y="916800"/>
                </a:lnTo>
                <a:lnTo>
                  <a:pt x="2969971" y="940777"/>
                </a:lnTo>
                <a:lnTo>
                  <a:pt x="2944761" y="973848"/>
                </a:lnTo>
                <a:lnTo>
                  <a:pt x="2934906" y="1014958"/>
                </a:lnTo>
                <a:lnTo>
                  <a:pt x="2940583" y="1064196"/>
                </a:lnTo>
                <a:lnTo>
                  <a:pt x="2939008" y="1089393"/>
                </a:lnTo>
                <a:lnTo>
                  <a:pt x="2940278" y="1114640"/>
                </a:lnTo>
                <a:lnTo>
                  <a:pt x="2943936" y="1139685"/>
                </a:lnTo>
                <a:lnTo>
                  <a:pt x="2949498" y="1164285"/>
                </a:lnTo>
                <a:lnTo>
                  <a:pt x="2957868" y="1200480"/>
                </a:lnTo>
                <a:lnTo>
                  <a:pt x="2965005" y="1236014"/>
                </a:lnTo>
                <a:lnTo>
                  <a:pt x="2969171" y="1272895"/>
                </a:lnTo>
                <a:lnTo>
                  <a:pt x="2969806" y="1310817"/>
                </a:lnTo>
                <a:lnTo>
                  <a:pt x="2972841" y="1313853"/>
                </a:lnTo>
                <a:lnTo>
                  <a:pt x="2972625" y="1319530"/>
                </a:lnTo>
                <a:lnTo>
                  <a:pt x="2968142" y="1320076"/>
                </a:lnTo>
                <a:lnTo>
                  <a:pt x="2963456" y="1319072"/>
                </a:lnTo>
                <a:lnTo>
                  <a:pt x="2958490" y="1315021"/>
                </a:lnTo>
                <a:lnTo>
                  <a:pt x="2953499" y="1312405"/>
                </a:lnTo>
                <a:lnTo>
                  <a:pt x="2952445" y="1307515"/>
                </a:lnTo>
                <a:lnTo>
                  <a:pt x="2951505" y="1302689"/>
                </a:lnTo>
                <a:lnTo>
                  <a:pt x="2950451" y="1297800"/>
                </a:lnTo>
                <a:lnTo>
                  <a:pt x="2867329" y="1180553"/>
                </a:lnTo>
                <a:lnTo>
                  <a:pt x="2839034" y="1142606"/>
                </a:lnTo>
                <a:lnTo>
                  <a:pt x="2811246" y="1103477"/>
                </a:lnTo>
                <a:lnTo>
                  <a:pt x="2725064" y="988961"/>
                </a:lnTo>
                <a:lnTo>
                  <a:pt x="2662999" y="910209"/>
                </a:lnTo>
                <a:lnTo>
                  <a:pt x="2599118" y="833399"/>
                </a:lnTo>
                <a:lnTo>
                  <a:pt x="2554516" y="782574"/>
                </a:lnTo>
                <a:lnTo>
                  <a:pt x="2465324" y="685279"/>
                </a:lnTo>
                <a:lnTo>
                  <a:pt x="2430361" y="649630"/>
                </a:lnTo>
                <a:lnTo>
                  <a:pt x="2394508" y="614959"/>
                </a:lnTo>
                <a:lnTo>
                  <a:pt x="2357755" y="581253"/>
                </a:lnTo>
                <a:lnTo>
                  <a:pt x="2282050" y="515607"/>
                </a:lnTo>
                <a:lnTo>
                  <a:pt x="2241613" y="482866"/>
                </a:lnTo>
                <a:lnTo>
                  <a:pt x="2200656" y="451307"/>
                </a:lnTo>
                <a:lnTo>
                  <a:pt x="2159203" y="420941"/>
                </a:lnTo>
                <a:lnTo>
                  <a:pt x="2075357" y="362585"/>
                </a:lnTo>
                <a:lnTo>
                  <a:pt x="2032965" y="334606"/>
                </a:lnTo>
                <a:lnTo>
                  <a:pt x="1989467" y="308952"/>
                </a:lnTo>
                <a:lnTo>
                  <a:pt x="1946656" y="282206"/>
                </a:lnTo>
                <a:lnTo>
                  <a:pt x="1902752" y="257771"/>
                </a:lnTo>
                <a:lnTo>
                  <a:pt x="1858327" y="234518"/>
                </a:lnTo>
                <a:lnTo>
                  <a:pt x="1768576" y="190436"/>
                </a:lnTo>
                <a:lnTo>
                  <a:pt x="1723250" y="169595"/>
                </a:lnTo>
                <a:lnTo>
                  <a:pt x="1630476" y="132600"/>
                </a:lnTo>
                <a:lnTo>
                  <a:pt x="1583639" y="115303"/>
                </a:lnTo>
                <a:lnTo>
                  <a:pt x="1536293" y="99199"/>
                </a:lnTo>
                <a:lnTo>
                  <a:pt x="1488465" y="84277"/>
                </a:lnTo>
                <a:lnTo>
                  <a:pt x="1440129" y="70535"/>
                </a:lnTo>
                <a:lnTo>
                  <a:pt x="1341361" y="47752"/>
                </a:lnTo>
                <a:lnTo>
                  <a:pt x="1291526" y="37579"/>
                </a:lnTo>
                <a:lnTo>
                  <a:pt x="1241209" y="28587"/>
                </a:lnTo>
                <a:lnTo>
                  <a:pt x="1190383" y="20777"/>
                </a:lnTo>
                <a:lnTo>
                  <a:pt x="1139075" y="14160"/>
                </a:lnTo>
                <a:lnTo>
                  <a:pt x="1087259" y="8724"/>
                </a:lnTo>
                <a:lnTo>
                  <a:pt x="1034961" y="4470"/>
                </a:lnTo>
                <a:lnTo>
                  <a:pt x="933310" y="419"/>
                </a:lnTo>
                <a:lnTo>
                  <a:pt x="882789" y="0"/>
                </a:lnTo>
                <a:lnTo>
                  <a:pt x="782396" y="2387"/>
                </a:lnTo>
                <a:lnTo>
                  <a:pt x="731939" y="6337"/>
                </a:lnTo>
                <a:lnTo>
                  <a:pt x="682688" y="9474"/>
                </a:lnTo>
                <a:lnTo>
                  <a:pt x="632891" y="15214"/>
                </a:lnTo>
                <a:lnTo>
                  <a:pt x="594741" y="20739"/>
                </a:lnTo>
                <a:lnTo>
                  <a:pt x="594741" y="119583"/>
                </a:lnTo>
                <a:lnTo>
                  <a:pt x="593344" y="120307"/>
                </a:lnTo>
                <a:lnTo>
                  <a:pt x="591172" y="120611"/>
                </a:lnTo>
                <a:lnTo>
                  <a:pt x="592556" y="119888"/>
                </a:lnTo>
                <a:lnTo>
                  <a:pt x="594741" y="119583"/>
                </a:lnTo>
                <a:lnTo>
                  <a:pt x="594741" y="20739"/>
                </a:lnTo>
                <a:lnTo>
                  <a:pt x="586447" y="21945"/>
                </a:lnTo>
                <a:lnTo>
                  <a:pt x="586447" y="121043"/>
                </a:lnTo>
                <a:lnTo>
                  <a:pt x="585393" y="121691"/>
                </a:lnTo>
                <a:lnTo>
                  <a:pt x="586003" y="120802"/>
                </a:lnTo>
                <a:lnTo>
                  <a:pt x="586447" y="121043"/>
                </a:lnTo>
                <a:lnTo>
                  <a:pt x="586447" y="21945"/>
                </a:lnTo>
                <a:lnTo>
                  <a:pt x="584949" y="22161"/>
                </a:lnTo>
                <a:lnTo>
                  <a:pt x="584949" y="121704"/>
                </a:lnTo>
                <a:lnTo>
                  <a:pt x="584136" y="122707"/>
                </a:lnTo>
                <a:lnTo>
                  <a:pt x="584835" y="121653"/>
                </a:lnTo>
                <a:lnTo>
                  <a:pt x="584949" y="22161"/>
                </a:lnTo>
                <a:lnTo>
                  <a:pt x="583819" y="22326"/>
                </a:lnTo>
                <a:lnTo>
                  <a:pt x="583819" y="121107"/>
                </a:lnTo>
                <a:lnTo>
                  <a:pt x="582663" y="121932"/>
                </a:lnTo>
                <a:lnTo>
                  <a:pt x="583387" y="122326"/>
                </a:lnTo>
                <a:lnTo>
                  <a:pt x="582320" y="121754"/>
                </a:lnTo>
                <a:lnTo>
                  <a:pt x="581901" y="120091"/>
                </a:lnTo>
                <a:lnTo>
                  <a:pt x="583819" y="121107"/>
                </a:lnTo>
                <a:lnTo>
                  <a:pt x="583819" y="22326"/>
                </a:lnTo>
                <a:lnTo>
                  <a:pt x="533996" y="29959"/>
                </a:lnTo>
                <a:lnTo>
                  <a:pt x="484924" y="38963"/>
                </a:lnTo>
                <a:lnTo>
                  <a:pt x="435902" y="49453"/>
                </a:lnTo>
                <a:lnTo>
                  <a:pt x="386930" y="61404"/>
                </a:lnTo>
                <a:lnTo>
                  <a:pt x="338632" y="73710"/>
                </a:lnTo>
                <a:lnTo>
                  <a:pt x="299618" y="85636"/>
                </a:lnTo>
                <a:lnTo>
                  <a:pt x="299618" y="213791"/>
                </a:lnTo>
                <a:lnTo>
                  <a:pt x="297700" y="212775"/>
                </a:lnTo>
                <a:lnTo>
                  <a:pt x="298640" y="211823"/>
                </a:lnTo>
                <a:lnTo>
                  <a:pt x="299440" y="212242"/>
                </a:lnTo>
                <a:lnTo>
                  <a:pt x="299618" y="213791"/>
                </a:lnTo>
                <a:lnTo>
                  <a:pt x="299618" y="85636"/>
                </a:lnTo>
                <a:lnTo>
                  <a:pt x="289801" y="88633"/>
                </a:lnTo>
                <a:lnTo>
                  <a:pt x="267042" y="95859"/>
                </a:lnTo>
                <a:lnTo>
                  <a:pt x="267042" y="228536"/>
                </a:lnTo>
                <a:lnTo>
                  <a:pt x="265315" y="229082"/>
                </a:lnTo>
                <a:lnTo>
                  <a:pt x="263931" y="229793"/>
                </a:lnTo>
                <a:lnTo>
                  <a:pt x="262064" y="231711"/>
                </a:lnTo>
                <a:lnTo>
                  <a:pt x="263702" y="229679"/>
                </a:lnTo>
                <a:lnTo>
                  <a:pt x="265201" y="229019"/>
                </a:lnTo>
                <a:lnTo>
                  <a:pt x="267042" y="228536"/>
                </a:lnTo>
                <a:lnTo>
                  <a:pt x="267042" y="95859"/>
                </a:lnTo>
                <a:lnTo>
                  <a:pt x="187896" y="123494"/>
                </a:lnTo>
                <a:lnTo>
                  <a:pt x="135293" y="145110"/>
                </a:lnTo>
                <a:lnTo>
                  <a:pt x="84315" y="169024"/>
                </a:lnTo>
                <a:lnTo>
                  <a:pt x="34315" y="197789"/>
                </a:lnTo>
                <a:lnTo>
                  <a:pt x="0" y="239115"/>
                </a:lnTo>
                <a:lnTo>
                  <a:pt x="2806" y="259372"/>
                </a:lnTo>
                <a:lnTo>
                  <a:pt x="2908" y="268109"/>
                </a:lnTo>
                <a:lnTo>
                  <a:pt x="7340" y="274764"/>
                </a:lnTo>
                <a:lnTo>
                  <a:pt x="13665" y="279514"/>
                </a:lnTo>
                <a:lnTo>
                  <a:pt x="17665" y="285953"/>
                </a:lnTo>
                <a:lnTo>
                  <a:pt x="15455" y="287680"/>
                </a:lnTo>
                <a:lnTo>
                  <a:pt x="14414" y="290029"/>
                </a:lnTo>
                <a:lnTo>
                  <a:pt x="13893" y="291211"/>
                </a:lnTo>
                <a:lnTo>
                  <a:pt x="14897" y="293166"/>
                </a:lnTo>
                <a:lnTo>
                  <a:pt x="14325" y="304444"/>
                </a:lnTo>
                <a:lnTo>
                  <a:pt x="18872" y="314058"/>
                </a:lnTo>
                <a:lnTo>
                  <a:pt x="25400" y="323253"/>
                </a:lnTo>
                <a:lnTo>
                  <a:pt x="30759" y="333286"/>
                </a:lnTo>
                <a:lnTo>
                  <a:pt x="60452" y="314134"/>
                </a:lnTo>
                <a:lnTo>
                  <a:pt x="92227" y="297510"/>
                </a:lnTo>
                <a:lnTo>
                  <a:pt x="123863" y="283718"/>
                </a:lnTo>
                <a:lnTo>
                  <a:pt x="155498" y="268452"/>
                </a:lnTo>
                <a:lnTo>
                  <a:pt x="162382" y="267728"/>
                </a:lnTo>
                <a:lnTo>
                  <a:pt x="169722" y="267233"/>
                </a:lnTo>
                <a:lnTo>
                  <a:pt x="173316" y="263334"/>
                </a:lnTo>
                <a:lnTo>
                  <a:pt x="174205" y="262356"/>
                </a:lnTo>
                <a:lnTo>
                  <a:pt x="175107" y="261378"/>
                </a:lnTo>
                <a:lnTo>
                  <a:pt x="184188" y="260350"/>
                </a:lnTo>
                <a:lnTo>
                  <a:pt x="192735" y="257594"/>
                </a:lnTo>
                <a:lnTo>
                  <a:pt x="200558" y="254457"/>
                </a:lnTo>
                <a:lnTo>
                  <a:pt x="208661" y="250024"/>
                </a:lnTo>
                <a:lnTo>
                  <a:pt x="220535" y="249008"/>
                </a:lnTo>
                <a:lnTo>
                  <a:pt x="232689" y="245249"/>
                </a:lnTo>
                <a:lnTo>
                  <a:pt x="243967" y="241033"/>
                </a:lnTo>
                <a:lnTo>
                  <a:pt x="255003" y="235242"/>
                </a:lnTo>
                <a:lnTo>
                  <a:pt x="258089" y="235419"/>
                </a:lnTo>
                <a:lnTo>
                  <a:pt x="259930" y="234937"/>
                </a:lnTo>
                <a:lnTo>
                  <a:pt x="261810" y="233019"/>
                </a:lnTo>
                <a:lnTo>
                  <a:pt x="267728" y="234683"/>
                </a:lnTo>
                <a:lnTo>
                  <a:pt x="272237" y="232702"/>
                </a:lnTo>
                <a:lnTo>
                  <a:pt x="273342" y="231838"/>
                </a:lnTo>
                <a:lnTo>
                  <a:pt x="276656" y="229235"/>
                </a:lnTo>
                <a:lnTo>
                  <a:pt x="281762" y="231902"/>
                </a:lnTo>
                <a:lnTo>
                  <a:pt x="286042" y="229806"/>
                </a:lnTo>
                <a:lnTo>
                  <a:pt x="289217" y="225679"/>
                </a:lnTo>
                <a:lnTo>
                  <a:pt x="297218" y="226974"/>
                </a:lnTo>
                <a:lnTo>
                  <a:pt x="304241" y="224878"/>
                </a:lnTo>
                <a:lnTo>
                  <a:pt x="308978" y="218681"/>
                </a:lnTo>
                <a:lnTo>
                  <a:pt x="309765" y="217639"/>
                </a:lnTo>
                <a:lnTo>
                  <a:pt x="314502" y="221564"/>
                </a:lnTo>
                <a:lnTo>
                  <a:pt x="319125" y="219646"/>
                </a:lnTo>
                <a:lnTo>
                  <a:pt x="323989" y="216420"/>
                </a:lnTo>
                <a:lnTo>
                  <a:pt x="318719" y="216547"/>
                </a:lnTo>
                <a:lnTo>
                  <a:pt x="308394" y="216928"/>
                </a:lnTo>
                <a:lnTo>
                  <a:pt x="313474" y="215252"/>
                </a:lnTo>
                <a:lnTo>
                  <a:pt x="318858" y="215176"/>
                </a:lnTo>
                <a:lnTo>
                  <a:pt x="323989" y="216420"/>
                </a:lnTo>
                <a:lnTo>
                  <a:pt x="336892" y="215938"/>
                </a:lnTo>
                <a:lnTo>
                  <a:pt x="348983" y="213601"/>
                </a:lnTo>
                <a:lnTo>
                  <a:pt x="360845" y="209689"/>
                </a:lnTo>
                <a:lnTo>
                  <a:pt x="372440" y="205625"/>
                </a:lnTo>
                <a:lnTo>
                  <a:pt x="369620" y="202717"/>
                </a:lnTo>
                <a:lnTo>
                  <a:pt x="367728" y="200279"/>
                </a:lnTo>
                <a:lnTo>
                  <a:pt x="366928" y="194068"/>
                </a:lnTo>
                <a:lnTo>
                  <a:pt x="367093" y="191262"/>
                </a:lnTo>
                <a:lnTo>
                  <a:pt x="367715" y="188696"/>
                </a:lnTo>
                <a:lnTo>
                  <a:pt x="383857" y="184137"/>
                </a:lnTo>
                <a:lnTo>
                  <a:pt x="399516" y="180771"/>
                </a:lnTo>
                <a:lnTo>
                  <a:pt x="415975" y="177825"/>
                </a:lnTo>
                <a:lnTo>
                  <a:pt x="432765" y="177939"/>
                </a:lnTo>
                <a:lnTo>
                  <a:pt x="556641" y="153136"/>
                </a:lnTo>
                <a:lnTo>
                  <a:pt x="561632" y="155752"/>
                </a:lnTo>
                <a:lnTo>
                  <a:pt x="566115" y="155206"/>
                </a:lnTo>
                <a:lnTo>
                  <a:pt x="570788" y="150418"/>
                </a:lnTo>
                <a:lnTo>
                  <a:pt x="575183" y="154165"/>
                </a:lnTo>
                <a:lnTo>
                  <a:pt x="577430" y="153898"/>
                </a:lnTo>
                <a:lnTo>
                  <a:pt x="579666" y="153619"/>
                </a:lnTo>
                <a:lnTo>
                  <a:pt x="584111" y="148717"/>
                </a:lnTo>
                <a:lnTo>
                  <a:pt x="589330" y="151460"/>
                </a:lnTo>
                <a:lnTo>
                  <a:pt x="593813" y="150914"/>
                </a:lnTo>
                <a:lnTo>
                  <a:pt x="597662" y="147142"/>
                </a:lnTo>
                <a:lnTo>
                  <a:pt x="602996" y="149936"/>
                </a:lnTo>
                <a:lnTo>
                  <a:pt x="607364" y="149326"/>
                </a:lnTo>
                <a:lnTo>
                  <a:pt x="611327" y="145618"/>
                </a:lnTo>
                <a:lnTo>
                  <a:pt x="616661" y="148412"/>
                </a:lnTo>
                <a:lnTo>
                  <a:pt x="621030" y="147802"/>
                </a:lnTo>
                <a:lnTo>
                  <a:pt x="624992" y="144094"/>
                </a:lnTo>
                <a:lnTo>
                  <a:pt x="625335" y="144272"/>
                </a:lnTo>
                <a:lnTo>
                  <a:pt x="626541" y="144145"/>
                </a:lnTo>
                <a:lnTo>
                  <a:pt x="629767" y="146024"/>
                </a:lnTo>
                <a:lnTo>
                  <a:pt x="634187" y="145592"/>
                </a:lnTo>
                <a:lnTo>
                  <a:pt x="637057" y="142824"/>
                </a:lnTo>
                <a:lnTo>
                  <a:pt x="638644" y="142582"/>
                </a:lnTo>
                <a:lnTo>
                  <a:pt x="643763" y="145249"/>
                </a:lnTo>
                <a:lnTo>
                  <a:pt x="648360" y="144767"/>
                </a:lnTo>
                <a:lnTo>
                  <a:pt x="652437" y="141109"/>
                </a:lnTo>
                <a:lnTo>
                  <a:pt x="657428" y="143725"/>
                </a:lnTo>
                <a:lnTo>
                  <a:pt x="662025" y="143243"/>
                </a:lnTo>
                <a:lnTo>
                  <a:pt x="666102" y="139585"/>
                </a:lnTo>
                <a:lnTo>
                  <a:pt x="671093" y="142201"/>
                </a:lnTo>
                <a:lnTo>
                  <a:pt x="675690" y="141719"/>
                </a:lnTo>
                <a:lnTo>
                  <a:pt x="679881" y="138125"/>
                </a:lnTo>
                <a:lnTo>
                  <a:pt x="684276" y="141871"/>
                </a:lnTo>
                <a:lnTo>
                  <a:pt x="686625" y="141668"/>
                </a:lnTo>
                <a:lnTo>
                  <a:pt x="688987" y="141452"/>
                </a:lnTo>
                <a:lnTo>
                  <a:pt x="693178" y="137858"/>
                </a:lnTo>
                <a:lnTo>
                  <a:pt x="698055" y="140411"/>
                </a:lnTo>
                <a:lnTo>
                  <a:pt x="702767" y="139992"/>
                </a:lnTo>
                <a:lnTo>
                  <a:pt x="707072" y="136461"/>
                </a:lnTo>
                <a:lnTo>
                  <a:pt x="711835" y="138950"/>
                </a:lnTo>
                <a:lnTo>
                  <a:pt x="716534" y="138518"/>
                </a:lnTo>
                <a:lnTo>
                  <a:pt x="720953" y="135051"/>
                </a:lnTo>
                <a:lnTo>
                  <a:pt x="726173" y="137782"/>
                </a:lnTo>
                <a:lnTo>
                  <a:pt x="729043" y="137845"/>
                </a:lnTo>
                <a:lnTo>
                  <a:pt x="732040" y="136525"/>
                </a:lnTo>
                <a:lnTo>
                  <a:pt x="734479" y="134899"/>
                </a:lnTo>
                <a:lnTo>
                  <a:pt x="733577" y="134429"/>
                </a:lnTo>
                <a:lnTo>
                  <a:pt x="733513" y="131508"/>
                </a:lnTo>
                <a:lnTo>
                  <a:pt x="733945" y="133172"/>
                </a:lnTo>
                <a:lnTo>
                  <a:pt x="734288" y="133350"/>
                </a:lnTo>
                <a:lnTo>
                  <a:pt x="733806" y="134543"/>
                </a:lnTo>
                <a:lnTo>
                  <a:pt x="734479" y="134899"/>
                </a:lnTo>
                <a:lnTo>
                  <a:pt x="739927" y="134861"/>
                </a:lnTo>
                <a:lnTo>
                  <a:pt x="783450" y="134518"/>
                </a:lnTo>
                <a:lnTo>
                  <a:pt x="978204" y="135255"/>
                </a:lnTo>
                <a:lnTo>
                  <a:pt x="1019238" y="135051"/>
                </a:lnTo>
                <a:lnTo>
                  <a:pt x="1116025" y="145224"/>
                </a:lnTo>
                <a:lnTo>
                  <a:pt x="1163561" y="152755"/>
                </a:lnTo>
                <a:lnTo>
                  <a:pt x="1211935" y="159283"/>
                </a:lnTo>
                <a:lnTo>
                  <a:pt x="1307109" y="177304"/>
                </a:lnTo>
                <a:lnTo>
                  <a:pt x="1354531" y="187667"/>
                </a:lnTo>
                <a:lnTo>
                  <a:pt x="1401673" y="199326"/>
                </a:lnTo>
                <a:lnTo>
                  <a:pt x="1448549" y="212305"/>
                </a:lnTo>
                <a:lnTo>
                  <a:pt x="1450759" y="216357"/>
                </a:lnTo>
                <a:lnTo>
                  <a:pt x="1454823" y="219925"/>
                </a:lnTo>
                <a:lnTo>
                  <a:pt x="1455902" y="223380"/>
                </a:lnTo>
                <a:lnTo>
                  <a:pt x="1457325" y="227012"/>
                </a:lnTo>
                <a:lnTo>
                  <a:pt x="1454975" y="230124"/>
                </a:lnTo>
                <a:lnTo>
                  <a:pt x="1443659" y="228536"/>
                </a:lnTo>
                <a:lnTo>
                  <a:pt x="1434896" y="229743"/>
                </a:lnTo>
                <a:lnTo>
                  <a:pt x="1434376" y="230911"/>
                </a:lnTo>
                <a:lnTo>
                  <a:pt x="1433868" y="232092"/>
                </a:lnTo>
                <a:lnTo>
                  <a:pt x="1436179" y="236194"/>
                </a:lnTo>
                <a:lnTo>
                  <a:pt x="1438630" y="240360"/>
                </a:lnTo>
                <a:lnTo>
                  <a:pt x="1472196" y="249262"/>
                </a:lnTo>
                <a:lnTo>
                  <a:pt x="1504988" y="260642"/>
                </a:lnTo>
                <a:lnTo>
                  <a:pt x="1569554" y="285775"/>
                </a:lnTo>
                <a:lnTo>
                  <a:pt x="1576387" y="287896"/>
                </a:lnTo>
                <a:lnTo>
                  <a:pt x="1582699" y="291198"/>
                </a:lnTo>
                <a:lnTo>
                  <a:pt x="1589417" y="293281"/>
                </a:lnTo>
                <a:lnTo>
                  <a:pt x="1596923" y="292874"/>
                </a:lnTo>
                <a:lnTo>
                  <a:pt x="1598345" y="296506"/>
                </a:lnTo>
                <a:lnTo>
                  <a:pt x="1604518" y="296849"/>
                </a:lnTo>
                <a:lnTo>
                  <a:pt x="1609420" y="300850"/>
                </a:lnTo>
                <a:lnTo>
                  <a:pt x="1614779" y="303657"/>
                </a:lnTo>
                <a:lnTo>
                  <a:pt x="1620558" y="305231"/>
                </a:lnTo>
                <a:lnTo>
                  <a:pt x="1626704" y="305574"/>
                </a:lnTo>
                <a:lnTo>
                  <a:pt x="1634553" y="311124"/>
                </a:lnTo>
                <a:lnTo>
                  <a:pt x="1642935" y="315506"/>
                </a:lnTo>
                <a:lnTo>
                  <a:pt x="1651749" y="318681"/>
                </a:lnTo>
                <a:lnTo>
                  <a:pt x="1661515" y="319455"/>
                </a:lnTo>
                <a:lnTo>
                  <a:pt x="1678254" y="331101"/>
                </a:lnTo>
                <a:lnTo>
                  <a:pt x="1687664" y="334581"/>
                </a:lnTo>
                <a:lnTo>
                  <a:pt x="1691144" y="334962"/>
                </a:lnTo>
                <a:lnTo>
                  <a:pt x="1698117" y="335724"/>
                </a:lnTo>
                <a:lnTo>
                  <a:pt x="1706346" y="342925"/>
                </a:lnTo>
                <a:lnTo>
                  <a:pt x="1724990" y="352679"/>
                </a:lnTo>
                <a:lnTo>
                  <a:pt x="1732280" y="353606"/>
                </a:lnTo>
                <a:lnTo>
                  <a:pt x="1735937" y="354063"/>
                </a:lnTo>
                <a:lnTo>
                  <a:pt x="1783346" y="380326"/>
                </a:lnTo>
                <a:lnTo>
                  <a:pt x="1831352" y="405460"/>
                </a:lnTo>
                <a:lnTo>
                  <a:pt x="1878164" y="432854"/>
                </a:lnTo>
                <a:lnTo>
                  <a:pt x="1925574" y="459130"/>
                </a:lnTo>
                <a:lnTo>
                  <a:pt x="1969084" y="484797"/>
                </a:lnTo>
                <a:lnTo>
                  <a:pt x="2011819" y="511492"/>
                </a:lnTo>
                <a:lnTo>
                  <a:pt x="2053755" y="539242"/>
                </a:lnTo>
                <a:lnTo>
                  <a:pt x="2094915" y="568020"/>
                </a:lnTo>
                <a:lnTo>
                  <a:pt x="2135301" y="597827"/>
                </a:lnTo>
                <a:lnTo>
                  <a:pt x="2174900" y="628675"/>
                </a:lnTo>
                <a:lnTo>
                  <a:pt x="2252383" y="692365"/>
                </a:lnTo>
                <a:lnTo>
                  <a:pt x="2326767" y="760222"/>
                </a:lnTo>
                <a:lnTo>
                  <a:pt x="2363101" y="795147"/>
                </a:lnTo>
                <a:lnTo>
                  <a:pt x="2410079" y="841425"/>
                </a:lnTo>
                <a:lnTo>
                  <a:pt x="2421598" y="851789"/>
                </a:lnTo>
                <a:lnTo>
                  <a:pt x="2432583" y="863333"/>
                </a:lnTo>
                <a:lnTo>
                  <a:pt x="2444178" y="873734"/>
                </a:lnTo>
                <a:lnTo>
                  <a:pt x="2474366" y="909777"/>
                </a:lnTo>
                <a:lnTo>
                  <a:pt x="2503982" y="946975"/>
                </a:lnTo>
                <a:lnTo>
                  <a:pt x="2564269" y="1019009"/>
                </a:lnTo>
                <a:lnTo>
                  <a:pt x="2593644" y="1056081"/>
                </a:lnTo>
                <a:lnTo>
                  <a:pt x="2752306" y="1262024"/>
                </a:lnTo>
                <a:lnTo>
                  <a:pt x="2756878" y="1268755"/>
                </a:lnTo>
                <a:lnTo>
                  <a:pt x="2764028" y="1272501"/>
                </a:lnTo>
                <a:lnTo>
                  <a:pt x="2769641" y="1278331"/>
                </a:lnTo>
                <a:lnTo>
                  <a:pt x="2771432" y="1286497"/>
                </a:lnTo>
                <a:lnTo>
                  <a:pt x="2774975" y="1294142"/>
                </a:lnTo>
                <a:lnTo>
                  <a:pt x="2781185" y="1298829"/>
                </a:lnTo>
                <a:lnTo>
                  <a:pt x="2787967" y="1303832"/>
                </a:lnTo>
                <a:lnTo>
                  <a:pt x="2787573" y="1306512"/>
                </a:lnTo>
                <a:lnTo>
                  <a:pt x="2788678" y="1308544"/>
                </a:lnTo>
                <a:lnTo>
                  <a:pt x="2791879" y="1308773"/>
                </a:lnTo>
                <a:lnTo>
                  <a:pt x="2793161" y="1318120"/>
                </a:lnTo>
                <a:lnTo>
                  <a:pt x="2797632" y="1324787"/>
                </a:lnTo>
                <a:lnTo>
                  <a:pt x="2803664" y="1330845"/>
                </a:lnTo>
                <a:lnTo>
                  <a:pt x="2810853" y="1336052"/>
                </a:lnTo>
                <a:lnTo>
                  <a:pt x="2812338" y="1344053"/>
                </a:lnTo>
                <a:lnTo>
                  <a:pt x="2815526" y="1351508"/>
                </a:lnTo>
                <a:lnTo>
                  <a:pt x="2821051" y="1357287"/>
                </a:lnTo>
                <a:lnTo>
                  <a:pt x="2828950" y="1361427"/>
                </a:lnTo>
                <a:lnTo>
                  <a:pt x="2829293" y="1368831"/>
                </a:lnTo>
                <a:lnTo>
                  <a:pt x="2827147" y="1376387"/>
                </a:lnTo>
                <a:lnTo>
                  <a:pt x="2823260" y="1380134"/>
                </a:lnTo>
                <a:lnTo>
                  <a:pt x="2815386" y="1381798"/>
                </a:lnTo>
                <a:lnTo>
                  <a:pt x="2807258" y="1380439"/>
                </a:lnTo>
                <a:lnTo>
                  <a:pt x="2798788" y="1378889"/>
                </a:lnTo>
                <a:lnTo>
                  <a:pt x="2782773" y="1373403"/>
                </a:lnTo>
                <a:lnTo>
                  <a:pt x="2730246" y="1360360"/>
                </a:lnTo>
                <a:lnTo>
                  <a:pt x="2677642" y="1348727"/>
                </a:lnTo>
                <a:lnTo>
                  <a:pt x="2625013" y="1338529"/>
                </a:lnTo>
                <a:lnTo>
                  <a:pt x="2571839" y="1330934"/>
                </a:lnTo>
                <a:lnTo>
                  <a:pt x="2518143" y="1325968"/>
                </a:lnTo>
                <a:lnTo>
                  <a:pt x="2463990" y="1323644"/>
                </a:lnTo>
                <a:lnTo>
                  <a:pt x="2410041" y="1322870"/>
                </a:lnTo>
                <a:lnTo>
                  <a:pt x="2397569" y="1323568"/>
                </a:lnTo>
                <a:lnTo>
                  <a:pt x="2340508" y="1344307"/>
                </a:lnTo>
                <a:lnTo>
                  <a:pt x="2319388" y="1362163"/>
                </a:lnTo>
                <a:lnTo>
                  <a:pt x="2298344" y="1378623"/>
                </a:lnTo>
                <a:lnTo>
                  <a:pt x="2274100" y="1391958"/>
                </a:lnTo>
                <a:lnTo>
                  <a:pt x="2268690" y="1394904"/>
                </a:lnTo>
                <a:lnTo>
                  <a:pt x="2263711" y="1400975"/>
                </a:lnTo>
                <a:lnTo>
                  <a:pt x="2260739" y="1408087"/>
                </a:lnTo>
                <a:lnTo>
                  <a:pt x="2260727" y="1415313"/>
                </a:lnTo>
                <a:lnTo>
                  <a:pt x="2264486" y="1423073"/>
                </a:lnTo>
                <a:lnTo>
                  <a:pt x="2270823" y="1427822"/>
                </a:lnTo>
                <a:lnTo>
                  <a:pt x="2287701" y="1430883"/>
                </a:lnTo>
                <a:lnTo>
                  <a:pt x="2316289" y="1434274"/>
                </a:lnTo>
                <a:lnTo>
                  <a:pt x="2364333" y="1437741"/>
                </a:lnTo>
                <a:lnTo>
                  <a:pt x="2411653" y="1443710"/>
                </a:lnTo>
                <a:lnTo>
                  <a:pt x="2458809" y="1451051"/>
                </a:lnTo>
                <a:lnTo>
                  <a:pt x="2505799" y="1459738"/>
                </a:lnTo>
                <a:lnTo>
                  <a:pt x="2551988" y="1470914"/>
                </a:lnTo>
                <a:lnTo>
                  <a:pt x="2597962" y="1483410"/>
                </a:lnTo>
                <a:lnTo>
                  <a:pt x="2643708" y="1497241"/>
                </a:lnTo>
                <a:lnTo>
                  <a:pt x="2688615" y="1513509"/>
                </a:lnTo>
                <a:lnTo>
                  <a:pt x="2695524" y="1515681"/>
                </a:lnTo>
                <a:lnTo>
                  <a:pt x="2701899" y="1519021"/>
                </a:lnTo>
                <a:lnTo>
                  <a:pt x="2708681" y="1521129"/>
                </a:lnTo>
                <a:lnTo>
                  <a:pt x="2716199" y="1520736"/>
                </a:lnTo>
                <a:lnTo>
                  <a:pt x="2733027" y="1532432"/>
                </a:lnTo>
                <a:lnTo>
                  <a:pt x="2742488" y="1535938"/>
                </a:lnTo>
                <a:lnTo>
                  <a:pt x="2745968" y="1536306"/>
                </a:lnTo>
                <a:lnTo>
                  <a:pt x="2752915" y="1537055"/>
                </a:lnTo>
                <a:lnTo>
                  <a:pt x="2769717" y="1548739"/>
                </a:lnTo>
                <a:lnTo>
                  <a:pt x="2779191" y="1552257"/>
                </a:lnTo>
                <a:lnTo>
                  <a:pt x="2782709" y="1552651"/>
                </a:lnTo>
                <a:lnTo>
                  <a:pt x="2789732" y="1553438"/>
                </a:lnTo>
                <a:lnTo>
                  <a:pt x="2870797" y="1600212"/>
                </a:lnTo>
                <a:lnTo>
                  <a:pt x="2911017" y="1624152"/>
                </a:lnTo>
                <a:lnTo>
                  <a:pt x="2951861" y="1646986"/>
                </a:lnTo>
                <a:lnTo>
                  <a:pt x="2965754" y="1654251"/>
                </a:lnTo>
                <a:lnTo>
                  <a:pt x="2980144" y="1658899"/>
                </a:lnTo>
                <a:lnTo>
                  <a:pt x="2991815" y="1659216"/>
                </a:lnTo>
                <a:lnTo>
                  <a:pt x="2994736" y="1659305"/>
                </a:lnTo>
                <a:lnTo>
                  <a:pt x="3009849" y="1652752"/>
                </a:lnTo>
                <a:lnTo>
                  <a:pt x="3017685" y="1656854"/>
                </a:lnTo>
                <a:lnTo>
                  <a:pt x="3025165" y="1654987"/>
                </a:lnTo>
                <a:lnTo>
                  <a:pt x="3063938" y="1639138"/>
                </a:lnTo>
                <a:lnTo>
                  <a:pt x="3131362" y="1590586"/>
                </a:lnTo>
                <a:lnTo>
                  <a:pt x="3164306" y="1552879"/>
                </a:lnTo>
                <a:lnTo>
                  <a:pt x="3167837" y="1546059"/>
                </a:lnTo>
                <a:lnTo>
                  <a:pt x="3169208" y="1510626"/>
                </a:lnTo>
                <a:close/>
              </a:path>
            </a:pathLst>
          </a:custGeom>
          <a:solidFill>
            <a:srgbClr val="DAFF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275013" y="4277544"/>
            <a:ext cx="3601085" cy="679450"/>
          </a:xfrm>
          <a:custGeom>
            <a:avLst/>
            <a:gdLst/>
            <a:ahLst/>
            <a:cxnLst/>
            <a:rect l="l" t="t" r="r" b="b"/>
            <a:pathLst>
              <a:path w="3601084" h="679450">
                <a:moveTo>
                  <a:pt x="0" y="0"/>
                </a:moveTo>
                <a:lnTo>
                  <a:pt x="3600933" y="0"/>
                </a:lnTo>
                <a:lnTo>
                  <a:pt x="3600933" y="679450"/>
                </a:lnTo>
                <a:lnTo>
                  <a:pt x="0" y="679450"/>
                </a:lnTo>
                <a:lnTo>
                  <a:pt x="0" y="0"/>
                </a:lnTo>
                <a:close/>
              </a:path>
            </a:pathLst>
          </a:custGeom>
          <a:solidFill>
            <a:srgbClr val="A2BE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421880" y="4338015"/>
            <a:ext cx="3307715" cy="5041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150" b="1" spc="200" dirty="0">
                <a:solidFill>
                  <a:srgbClr val="3B0A85"/>
                </a:solidFill>
                <a:latin typeface="Trebuchet MS"/>
                <a:cs typeface="Trebuchet MS"/>
              </a:rPr>
              <a:t>A</a:t>
            </a:r>
            <a:r>
              <a:rPr sz="3150" b="1" spc="-204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50" b="1" spc="135" dirty="0">
                <a:solidFill>
                  <a:srgbClr val="3B0A85"/>
                </a:solidFill>
                <a:latin typeface="Trebuchet MS"/>
                <a:cs typeface="Trebuchet MS"/>
              </a:rPr>
              <a:t>data</a:t>
            </a:r>
            <a:r>
              <a:rPr sz="3150" b="1" spc="-204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50" b="1" spc="40" dirty="0">
                <a:solidFill>
                  <a:srgbClr val="3B0A85"/>
                </a:solidFill>
                <a:latin typeface="Trebuchet MS"/>
                <a:cs typeface="Trebuchet MS"/>
              </a:rPr>
              <a:t>collection</a:t>
            </a:r>
            <a:endParaRPr sz="315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275013" y="4956994"/>
            <a:ext cx="1844039" cy="438150"/>
          </a:xfrm>
          <a:prstGeom prst="rect">
            <a:avLst/>
          </a:prstGeom>
          <a:solidFill>
            <a:srgbClr val="A2BEEC"/>
          </a:solidFill>
        </p:spPr>
        <p:txBody>
          <a:bodyPr vert="horz" wrap="square" lIns="0" tIns="0" rIns="0" bIns="0" rtlCol="0">
            <a:spAutoFit/>
          </a:bodyPr>
          <a:lstStyle/>
          <a:p>
            <a:pPr marL="159385">
              <a:lnSpc>
                <a:spcPts val="2445"/>
              </a:lnSpc>
            </a:pPr>
            <a:r>
              <a:rPr sz="3150" b="1" spc="100" dirty="0">
                <a:solidFill>
                  <a:srgbClr val="3B0A85"/>
                </a:solidFill>
                <a:latin typeface="Trebuchet MS"/>
                <a:cs typeface="Trebuchet MS"/>
              </a:rPr>
              <a:t>method</a:t>
            </a:r>
            <a:endParaRPr sz="3150">
              <a:latin typeface="Trebuchet MS"/>
              <a:cs typeface="Trebuchet M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1921713" y="3518478"/>
            <a:ext cx="4853940" cy="679450"/>
          </a:xfrm>
          <a:custGeom>
            <a:avLst/>
            <a:gdLst/>
            <a:ahLst/>
            <a:cxnLst/>
            <a:rect l="l" t="t" r="r" b="b"/>
            <a:pathLst>
              <a:path w="4853940" h="679450">
                <a:moveTo>
                  <a:pt x="0" y="0"/>
                </a:moveTo>
                <a:lnTo>
                  <a:pt x="4853810" y="0"/>
                </a:lnTo>
                <a:lnTo>
                  <a:pt x="4853810" y="679449"/>
                </a:lnTo>
                <a:lnTo>
                  <a:pt x="0" y="679449"/>
                </a:lnTo>
                <a:lnTo>
                  <a:pt x="0" y="0"/>
                </a:lnTo>
                <a:close/>
              </a:path>
            </a:pathLst>
          </a:custGeom>
          <a:solidFill>
            <a:srgbClr val="A2BE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2068580" y="3578949"/>
            <a:ext cx="4560570" cy="5041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150" b="1" spc="200" dirty="0">
                <a:solidFill>
                  <a:srgbClr val="3B0A85"/>
                </a:solidFill>
                <a:latin typeface="Trebuchet MS"/>
                <a:cs typeface="Trebuchet MS"/>
              </a:rPr>
              <a:t>A</a:t>
            </a:r>
            <a:r>
              <a:rPr sz="3150" b="1" spc="-13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50" b="1" dirty="0">
                <a:solidFill>
                  <a:srgbClr val="3B0A85"/>
                </a:solidFill>
                <a:latin typeface="Trebuchet MS"/>
                <a:cs typeface="Trebuchet MS"/>
              </a:rPr>
              <a:t>form</a:t>
            </a:r>
            <a:r>
              <a:rPr sz="3150" b="1" spc="-13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50" b="1" dirty="0">
                <a:solidFill>
                  <a:srgbClr val="3B0A85"/>
                </a:solidFill>
                <a:latin typeface="Trebuchet MS"/>
                <a:cs typeface="Trebuchet MS"/>
              </a:rPr>
              <a:t>of</a:t>
            </a:r>
            <a:r>
              <a:rPr sz="3150" b="1" spc="-13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50" b="1" spc="85" dirty="0">
                <a:solidFill>
                  <a:srgbClr val="3B0A85"/>
                </a:solidFill>
                <a:latin typeface="Trebuchet MS"/>
                <a:cs typeface="Trebuchet MS"/>
              </a:rPr>
              <a:t>asymmetrical</a:t>
            </a:r>
            <a:endParaRPr sz="315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921713" y="4197928"/>
            <a:ext cx="3367404" cy="438150"/>
          </a:xfrm>
          <a:prstGeom prst="rect">
            <a:avLst/>
          </a:prstGeom>
          <a:solidFill>
            <a:srgbClr val="A2BEEC"/>
          </a:solidFill>
        </p:spPr>
        <p:txBody>
          <a:bodyPr vert="horz" wrap="square" lIns="0" tIns="0" rIns="0" bIns="0" rtlCol="0">
            <a:spAutoFit/>
          </a:bodyPr>
          <a:lstStyle/>
          <a:p>
            <a:pPr marL="159385">
              <a:lnSpc>
                <a:spcPts val="2445"/>
              </a:lnSpc>
            </a:pPr>
            <a:r>
              <a:rPr sz="3150" b="1" spc="80" dirty="0">
                <a:solidFill>
                  <a:srgbClr val="3B0A85"/>
                </a:solidFill>
                <a:latin typeface="Trebuchet MS"/>
                <a:cs typeface="Trebuchet MS"/>
              </a:rPr>
              <a:t>communication</a:t>
            </a:r>
            <a:endParaRPr sz="315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472707" y="5902793"/>
            <a:ext cx="3048000" cy="438150"/>
          </a:xfrm>
          <a:prstGeom prst="rect">
            <a:avLst/>
          </a:prstGeom>
          <a:solidFill>
            <a:srgbClr val="A2BEEC"/>
          </a:solidFill>
        </p:spPr>
        <p:txBody>
          <a:bodyPr vert="horz" wrap="square" lIns="0" tIns="71755" rIns="0" bIns="0" rtlCol="0">
            <a:spAutoFit/>
          </a:bodyPr>
          <a:lstStyle/>
          <a:p>
            <a:pPr marL="159385">
              <a:lnSpc>
                <a:spcPts val="2885"/>
              </a:lnSpc>
              <a:spcBef>
                <a:spcPts val="565"/>
              </a:spcBef>
            </a:pPr>
            <a:r>
              <a:rPr sz="3150" b="1" dirty="0">
                <a:solidFill>
                  <a:srgbClr val="3B0A85"/>
                </a:solidFill>
                <a:latin typeface="Trebuchet MS"/>
                <a:cs typeface="Trebuchet MS"/>
              </a:rPr>
              <a:t>Interviews</a:t>
            </a:r>
            <a:r>
              <a:rPr sz="3150" b="1" spc="12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50" b="1" spc="-25" dirty="0">
                <a:solidFill>
                  <a:srgbClr val="3B0A85"/>
                </a:solidFill>
                <a:latin typeface="Trebuchet MS"/>
                <a:cs typeface="Trebuchet MS"/>
              </a:rPr>
              <a:t>are</a:t>
            </a:r>
            <a:endParaRPr sz="315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472707" y="6340943"/>
            <a:ext cx="3834129" cy="1117600"/>
          </a:xfrm>
          <a:prstGeom prst="rect">
            <a:avLst/>
          </a:prstGeom>
          <a:solidFill>
            <a:srgbClr val="A2BEEC"/>
          </a:solidFill>
        </p:spPr>
        <p:txBody>
          <a:bodyPr vert="horz" wrap="square" lIns="0" tIns="121285" rIns="0" bIns="0" rtlCol="0">
            <a:spAutoFit/>
          </a:bodyPr>
          <a:lstStyle/>
          <a:p>
            <a:pPr marL="159385" marR="151765">
              <a:lnSpc>
                <a:spcPts val="3450"/>
              </a:lnSpc>
              <a:spcBef>
                <a:spcPts val="955"/>
              </a:spcBef>
            </a:pPr>
            <a:r>
              <a:rPr sz="3150" b="1" spc="135" dirty="0">
                <a:solidFill>
                  <a:srgbClr val="3B0A85"/>
                </a:solidFill>
                <a:latin typeface="Trebuchet MS"/>
                <a:cs typeface="Trebuchet MS"/>
              </a:rPr>
              <a:t>data</a:t>
            </a:r>
            <a:r>
              <a:rPr sz="3150" b="1" spc="-204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50" b="1" spc="80" dirty="0">
                <a:solidFill>
                  <a:srgbClr val="3B0A85"/>
                </a:solidFill>
                <a:latin typeface="Trebuchet MS"/>
                <a:cs typeface="Trebuchet MS"/>
              </a:rPr>
              <a:t>gathered</a:t>
            </a:r>
            <a:r>
              <a:rPr sz="3150" b="1" spc="-20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50" b="1" spc="-35" dirty="0">
                <a:solidFill>
                  <a:srgbClr val="3B0A85"/>
                </a:solidFill>
                <a:latin typeface="Trebuchet MS"/>
                <a:cs typeface="Trebuchet MS"/>
              </a:rPr>
              <a:t>in</a:t>
            </a:r>
            <a:r>
              <a:rPr sz="3150" b="1" spc="-20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50" b="1" spc="80" dirty="0">
                <a:solidFill>
                  <a:srgbClr val="3B0A85"/>
                </a:solidFill>
                <a:latin typeface="Trebuchet MS"/>
                <a:cs typeface="Trebuchet MS"/>
              </a:rPr>
              <a:t>a standardized</a:t>
            </a:r>
            <a:r>
              <a:rPr sz="3150" b="1" spc="-20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50" b="1" spc="90" dirty="0">
                <a:solidFill>
                  <a:srgbClr val="3B0A85"/>
                </a:solidFill>
                <a:latin typeface="Trebuchet MS"/>
                <a:cs typeface="Trebuchet MS"/>
              </a:rPr>
              <a:t>way</a:t>
            </a:r>
            <a:endParaRPr sz="3150">
              <a:latin typeface="Trebuchet MS"/>
              <a:cs typeface="Trebuchet MS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463449" y="7799260"/>
            <a:ext cx="4989195" cy="1555750"/>
          </a:xfrm>
          <a:custGeom>
            <a:avLst/>
            <a:gdLst/>
            <a:ahLst/>
            <a:cxnLst/>
            <a:rect l="l" t="t" r="r" b="b"/>
            <a:pathLst>
              <a:path w="4989195" h="1555750">
                <a:moveTo>
                  <a:pt x="4988674" y="876300"/>
                </a:moveTo>
                <a:lnTo>
                  <a:pt x="4265511" y="876300"/>
                </a:lnTo>
                <a:lnTo>
                  <a:pt x="4265511" y="679450"/>
                </a:lnTo>
                <a:lnTo>
                  <a:pt x="4625302" y="679450"/>
                </a:lnTo>
                <a:lnTo>
                  <a:pt x="4625302" y="0"/>
                </a:lnTo>
                <a:lnTo>
                  <a:pt x="0" y="0"/>
                </a:lnTo>
                <a:lnTo>
                  <a:pt x="0" y="679450"/>
                </a:lnTo>
                <a:lnTo>
                  <a:pt x="0" y="876300"/>
                </a:lnTo>
                <a:lnTo>
                  <a:pt x="0" y="1555750"/>
                </a:lnTo>
                <a:lnTo>
                  <a:pt x="4988674" y="1555750"/>
                </a:lnTo>
                <a:lnTo>
                  <a:pt x="4988674" y="876300"/>
                </a:lnTo>
                <a:close/>
              </a:path>
            </a:pathLst>
          </a:custGeom>
          <a:solidFill>
            <a:srgbClr val="A2BE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6610327" y="7859722"/>
            <a:ext cx="4695190" cy="138049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 marR="5080">
              <a:lnSpc>
                <a:spcPts val="3450"/>
              </a:lnSpc>
              <a:spcBef>
                <a:spcPts val="480"/>
              </a:spcBef>
            </a:pPr>
            <a:r>
              <a:rPr sz="3150" b="1" spc="110" dirty="0">
                <a:solidFill>
                  <a:srgbClr val="3B0A85"/>
                </a:solidFill>
                <a:latin typeface="Trebuchet MS"/>
                <a:cs typeface="Trebuchet MS"/>
              </a:rPr>
              <a:t>Considered</a:t>
            </a:r>
            <a:r>
              <a:rPr sz="3150" b="1" spc="-12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50" b="1" dirty="0">
                <a:solidFill>
                  <a:srgbClr val="3B0A85"/>
                </a:solidFill>
                <a:latin typeface="Trebuchet MS"/>
                <a:cs typeface="Trebuchet MS"/>
              </a:rPr>
              <a:t>the</a:t>
            </a:r>
            <a:r>
              <a:rPr sz="3150" b="1" spc="-12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50" b="1" spc="-10" dirty="0">
                <a:solidFill>
                  <a:srgbClr val="3B0A85"/>
                </a:solidFill>
                <a:latin typeface="Trebuchet MS"/>
                <a:cs typeface="Trebuchet MS"/>
              </a:rPr>
              <a:t>“silver </a:t>
            </a:r>
            <a:r>
              <a:rPr sz="3150" b="1" spc="-50" dirty="0">
                <a:solidFill>
                  <a:srgbClr val="3B0A85"/>
                </a:solidFill>
                <a:latin typeface="Trebuchet MS"/>
                <a:cs typeface="Trebuchet MS"/>
              </a:rPr>
              <a:t>bullet”</a:t>
            </a:r>
            <a:r>
              <a:rPr sz="3150" b="1" spc="-16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50" b="1" dirty="0">
                <a:solidFill>
                  <a:srgbClr val="3B0A85"/>
                </a:solidFill>
                <a:latin typeface="Trebuchet MS"/>
                <a:cs typeface="Trebuchet MS"/>
              </a:rPr>
              <a:t>of</a:t>
            </a:r>
            <a:r>
              <a:rPr sz="3150" b="1" spc="-16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50" b="1" spc="-10" dirty="0">
                <a:solidFill>
                  <a:srgbClr val="3B0A85"/>
                </a:solidFill>
                <a:latin typeface="Trebuchet MS"/>
                <a:cs typeface="Trebuchet MS"/>
              </a:rPr>
              <a:t>qualitative </a:t>
            </a:r>
            <a:r>
              <a:rPr sz="3150" b="1" spc="70" dirty="0">
                <a:solidFill>
                  <a:srgbClr val="3B0A85"/>
                </a:solidFill>
                <a:latin typeface="Trebuchet MS"/>
                <a:cs typeface="Trebuchet MS"/>
              </a:rPr>
              <a:t>research</a:t>
            </a:r>
            <a:r>
              <a:rPr sz="3150" b="1" spc="-18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50" b="1" spc="125" dirty="0">
                <a:solidFill>
                  <a:srgbClr val="3B0A85"/>
                </a:solidFill>
                <a:latin typeface="Trebuchet MS"/>
                <a:cs typeface="Trebuchet MS"/>
              </a:rPr>
              <a:t>and</a:t>
            </a:r>
            <a:r>
              <a:rPr sz="3150" b="1" spc="-18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50" b="1" spc="-10" dirty="0">
                <a:solidFill>
                  <a:srgbClr val="3B0A85"/>
                </a:solidFill>
                <a:latin typeface="Trebuchet MS"/>
                <a:cs typeface="Trebuchet MS"/>
              </a:rPr>
              <a:t>frequently</a:t>
            </a:r>
            <a:endParaRPr sz="315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463460" y="9355001"/>
            <a:ext cx="1270000" cy="438150"/>
          </a:xfrm>
          <a:prstGeom prst="rect">
            <a:avLst/>
          </a:prstGeom>
          <a:solidFill>
            <a:srgbClr val="A2BEEC"/>
          </a:solidFill>
        </p:spPr>
        <p:txBody>
          <a:bodyPr vert="horz" wrap="square" lIns="0" tIns="0" rIns="0" bIns="0" rtlCol="0">
            <a:spAutoFit/>
          </a:bodyPr>
          <a:lstStyle/>
          <a:p>
            <a:pPr marL="159385">
              <a:lnSpc>
                <a:spcPts val="2440"/>
              </a:lnSpc>
            </a:pPr>
            <a:r>
              <a:rPr sz="3150" b="1" spc="125" dirty="0">
                <a:solidFill>
                  <a:srgbClr val="3B0A85"/>
                </a:solidFill>
                <a:latin typeface="Trebuchet MS"/>
                <a:cs typeface="Trebuchet MS"/>
              </a:rPr>
              <a:t>used</a:t>
            </a:r>
            <a:endParaRPr sz="3150">
              <a:latin typeface="Trebuchet MS"/>
              <a:cs typeface="Trebuchet MS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0364978" y="5193270"/>
            <a:ext cx="6697345" cy="1117600"/>
          </a:xfrm>
          <a:custGeom>
            <a:avLst/>
            <a:gdLst/>
            <a:ahLst/>
            <a:cxnLst/>
            <a:rect l="l" t="t" r="r" b="b"/>
            <a:pathLst>
              <a:path w="6697344" h="1117600">
                <a:moveTo>
                  <a:pt x="6696989" y="0"/>
                </a:moveTo>
                <a:lnTo>
                  <a:pt x="0" y="0"/>
                </a:lnTo>
                <a:lnTo>
                  <a:pt x="0" y="679450"/>
                </a:lnTo>
                <a:lnTo>
                  <a:pt x="0" y="1117600"/>
                </a:lnTo>
                <a:lnTo>
                  <a:pt x="4723803" y="1117600"/>
                </a:lnTo>
                <a:lnTo>
                  <a:pt x="4723803" y="679450"/>
                </a:lnTo>
                <a:lnTo>
                  <a:pt x="6696989" y="679450"/>
                </a:lnTo>
                <a:lnTo>
                  <a:pt x="6696989" y="0"/>
                </a:lnTo>
                <a:close/>
              </a:path>
            </a:pathLst>
          </a:custGeom>
          <a:solidFill>
            <a:srgbClr val="A2BE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10511853" y="5253737"/>
            <a:ext cx="6403340" cy="5041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150" b="1" spc="65" dirty="0">
                <a:solidFill>
                  <a:srgbClr val="3B0A85"/>
                </a:solidFill>
                <a:latin typeface="Trebuchet MS"/>
                <a:cs typeface="Trebuchet MS"/>
              </a:rPr>
              <a:t>Reactive</a:t>
            </a:r>
            <a:r>
              <a:rPr sz="3150" b="1" spc="-19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50" b="1" spc="70" dirty="0">
                <a:solidFill>
                  <a:srgbClr val="3B0A85"/>
                </a:solidFill>
                <a:latin typeface="Trebuchet MS"/>
                <a:cs typeface="Trebuchet MS"/>
              </a:rPr>
              <a:t>research</a:t>
            </a:r>
            <a:r>
              <a:rPr sz="3150" b="1" spc="-18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50" b="1" spc="110" dirty="0">
                <a:solidFill>
                  <a:srgbClr val="3B0A85"/>
                </a:solidFill>
                <a:latin typeface="Trebuchet MS"/>
                <a:cs typeface="Trebuchet MS"/>
              </a:rPr>
              <a:t>method</a:t>
            </a:r>
            <a:r>
              <a:rPr sz="3150" b="1" spc="-19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50" b="1" spc="484" dirty="0">
                <a:solidFill>
                  <a:srgbClr val="3B0A85"/>
                </a:solidFill>
                <a:latin typeface="Trebuchet MS"/>
                <a:cs typeface="Trebuchet MS"/>
              </a:rPr>
              <a:t>--</a:t>
            </a:r>
            <a:r>
              <a:rPr sz="3150" b="1" spc="-18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50" b="1" spc="-25" dirty="0">
                <a:solidFill>
                  <a:srgbClr val="3B0A85"/>
                </a:solidFill>
                <a:latin typeface="Trebuchet MS"/>
                <a:cs typeface="Trebuchet MS"/>
              </a:rPr>
              <a:t>the</a:t>
            </a:r>
            <a:endParaRPr sz="3150">
              <a:latin typeface="Trebuchet MS"/>
              <a:cs typeface="Trebuchet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0511853" y="5691653"/>
            <a:ext cx="4335145" cy="5041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150" b="1" spc="45" dirty="0">
                <a:solidFill>
                  <a:srgbClr val="3B0A85"/>
                </a:solidFill>
                <a:latin typeface="Trebuchet MS"/>
                <a:cs typeface="Trebuchet MS"/>
              </a:rPr>
              <a:t>interacting</a:t>
            </a:r>
            <a:r>
              <a:rPr sz="3150" b="1" spc="-18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50" b="1" spc="40" dirty="0">
                <a:solidFill>
                  <a:srgbClr val="3B0A85"/>
                </a:solidFill>
                <a:latin typeface="Trebuchet MS"/>
                <a:cs typeface="Trebuchet MS"/>
              </a:rPr>
              <a:t>individuals</a:t>
            </a:r>
            <a:endParaRPr sz="315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0364986" y="6310867"/>
            <a:ext cx="4142104" cy="438150"/>
          </a:xfrm>
          <a:prstGeom prst="rect">
            <a:avLst/>
          </a:prstGeom>
          <a:solidFill>
            <a:srgbClr val="A2BEEC"/>
          </a:solidFill>
        </p:spPr>
        <p:txBody>
          <a:bodyPr vert="horz" wrap="square" lIns="0" tIns="0" rIns="0" bIns="0" rtlCol="0">
            <a:spAutoFit/>
          </a:bodyPr>
          <a:lstStyle/>
          <a:p>
            <a:pPr marL="254000">
              <a:lnSpc>
                <a:spcPts val="2445"/>
              </a:lnSpc>
            </a:pPr>
            <a:r>
              <a:rPr sz="3150" b="1" spc="75" dirty="0">
                <a:solidFill>
                  <a:srgbClr val="3B0A85"/>
                </a:solidFill>
                <a:latin typeface="Trebuchet MS"/>
                <a:cs typeface="Trebuchet MS"/>
              </a:rPr>
              <a:t>react</a:t>
            </a:r>
            <a:r>
              <a:rPr sz="3150" b="1" spc="-19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50" b="1" spc="80" dirty="0">
                <a:solidFill>
                  <a:srgbClr val="3B0A85"/>
                </a:solidFill>
                <a:latin typeface="Trebuchet MS"/>
                <a:cs typeface="Trebuchet MS"/>
              </a:rPr>
              <a:t>to</a:t>
            </a:r>
            <a:r>
              <a:rPr sz="3150" b="1" spc="-19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50" b="1" spc="114" dirty="0">
                <a:solidFill>
                  <a:srgbClr val="3B0A85"/>
                </a:solidFill>
                <a:latin typeface="Trebuchet MS"/>
                <a:cs typeface="Trebuchet MS"/>
              </a:rPr>
              <a:t>each</a:t>
            </a:r>
            <a:r>
              <a:rPr sz="3150" b="1" spc="-19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50" b="1" spc="-10" dirty="0">
                <a:solidFill>
                  <a:srgbClr val="3B0A85"/>
                </a:solidFill>
                <a:latin typeface="Trebuchet MS"/>
                <a:cs typeface="Trebuchet MS"/>
              </a:rPr>
              <a:t>other</a:t>
            </a:r>
            <a:endParaRPr sz="31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D0C2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407553" y="977988"/>
            <a:ext cx="6122670" cy="2576195"/>
          </a:xfrm>
          <a:custGeom>
            <a:avLst/>
            <a:gdLst/>
            <a:ahLst/>
            <a:cxnLst/>
            <a:rect l="l" t="t" r="r" b="b"/>
            <a:pathLst>
              <a:path w="6122670" h="2576195">
                <a:moveTo>
                  <a:pt x="6122657" y="1292098"/>
                </a:moveTo>
                <a:lnTo>
                  <a:pt x="6078245" y="0"/>
                </a:lnTo>
                <a:lnTo>
                  <a:pt x="0" y="208927"/>
                </a:lnTo>
                <a:lnTo>
                  <a:pt x="44411" y="1501025"/>
                </a:lnTo>
                <a:lnTo>
                  <a:pt x="81368" y="2576080"/>
                </a:lnTo>
                <a:lnTo>
                  <a:pt x="5303913" y="2396566"/>
                </a:lnTo>
                <a:lnTo>
                  <a:pt x="5266956" y="1321511"/>
                </a:lnTo>
                <a:lnTo>
                  <a:pt x="6122657" y="1292098"/>
                </a:lnTo>
                <a:close/>
              </a:path>
            </a:pathLst>
          </a:custGeom>
          <a:solidFill>
            <a:srgbClr val="3B0A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 rot="21540000">
            <a:off x="1750468" y="1288568"/>
            <a:ext cx="5437722" cy="9207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880"/>
              </a:lnSpc>
            </a:pPr>
            <a:r>
              <a:rPr sz="10875" spc="82" baseline="-3448" dirty="0">
                <a:solidFill>
                  <a:srgbClr val="DAFF6B"/>
                </a:solidFill>
                <a:latin typeface="Arial MT"/>
                <a:cs typeface="Arial MT"/>
              </a:rPr>
              <a:t>I</a:t>
            </a:r>
            <a:r>
              <a:rPr sz="10875" spc="82" baseline="-3065" dirty="0">
                <a:solidFill>
                  <a:srgbClr val="DAFF6B"/>
                </a:solidFill>
                <a:latin typeface="Arial MT"/>
                <a:cs typeface="Arial MT"/>
              </a:rPr>
              <a:t>N</a:t>
            </a:r>
            <a:r>
              <a:rPr sz="10875" spc="82" baseline="-2298" dirty="0">
                <a:solidFill>
                  <a:srgbClr val="DAFF6B"/>
                </a:solidFill>
                <a:latin typeface="Arial MT"/>
                <a:cs typeface="Arial MT"/>
              </a:rPr>
              <a:t>T</a:t>
            </a:r>
            <a:r>
              <a:rPr sz="10875" spc="82" baseline="-1915" dirty="0">
                <a:solidFill>
                  <a:srgbClr val="DAFF6B"/>
                </a:solidFill>
                <a:latin typeface="Arial MT"/>
                <a:cs typeface="Arial MT"/>
              </a:rPr>
              <a:t>E</a:t>
            </a:r>
            <a:r>
              <a:rPr sz="10875" spc="82" baseline="-1149" dirty="0">
                <a:solidFill>
                  <a:srgbClr val="DAFF6B"/>
                </a:solidFill>
                <a:latin typeface="Arial MT"/>
                <a:cs typeface="Arial MT"/>
              </a:rPr>
              <a:t>R</a:t>
            </a:r>
            <a:r>
              <a:rPr sz="7250" spc="55" dirty="0">
                <a:solidFill>
                  <a:srgbClr val="DAFF6B"/>
                </a:solidFill>
                <a:latin typeface="Arial MT"/>
                <a:cs typeface="Arial MT"/>
              </a:rPr>
              <a:t>VIEW</a:t>
            </a:r>
            <a:endParaRPr sz="725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 rot="21540000">
            <a:off x="1780207" y="2375346"/>
            <a:ext cx="4596470" cy="9207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875"/>
              </a:lnSpc>
            </a:pPr>
            <a:r>
              <a:rPr sz="10875" spc="-427" baseline="-3448" dirty="0">
                <a:solidFill>
                  <a:srgbClr val="DAFF6B"/>
                </a:solidFill>
                <a:latin typeface="Arial MT"/>
                <a:cs typeface="Arial MT"/>
              </a:rPr>
              <a:t>M</a:t>
            </a:r>
            <a:r>
              <a:rPr sz="10875" spc="-427" baseline="-2681" dirty="0">
                <a:solidFill>
                  <a:srgbClr val="DAFF6B"/>
                </a:solidFill>
                <a:latin typeface="Arial MT"/>
                <a:cs typeface="Arial MT"/>
              </a:rPr>
              <a:t>E</a:t>
            </a:r>
            <a:r>
              <a:rPr sz="10875" spc="-427" baseline="-1915" dirty="0">
                <a:solidFill>
                  <a:srgbClr val="DAFF6B"/>
                </a:solidFill>
                <a:latin typeface="Arial MT"/>
                <a:cs typeface="Arial MT"/>
              </a:rPr>
              <a:t>T</a:t>
            </a:r>
            <a:r>
              <a:rPr sz="10875" spc="-427" baseline="-1532" dirty="0">
                <a:solidFill>
                  <a:srgbClr val="DAFF6B"/>
                </a:solidFill>
                <a:latin typeface="Arial MT"/>
                <a:cs typeface="Arial MT"/>
              </a:rPr>
              <a:t>H</a:t>
            </a:r>
            <a:r>
              <a:rPr sz="7250" spc="-285" dirty="0">
                <a:solidFill>
                  <a:srgbClr val="DAFF6B"/>
                </a:solidFill>
                <a:latin typeface="Arial MT"/>
                <a:cs typeface="Arial MT"/>
              </a:rPr>
              <a:t>ODS</a:t>
            </a:r>
            <a:endParaRPr sz="725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966199" y="3617346"/>
            <a:ext cx="6817359" cy="749300"/>
          </a:xfrm>
          <a:prstGeom prst="rect">
            <a:avLst/>
          </a:prstGeom>
          <a:solidFill>
            <a:srgbClr val="DAFF6B"/>
          </a:solidFill>
        </p:spPr>
        <p:txBody>
          <a:bodyPr vert="horz" wrap="square" lIns="0" tIns="73025" rIns="0" bIns="0" rtlCol="0">
            <a:spAutoFit/>
          </a:bodyPr>
          <a:lstStyle/>
          <a:p>
            <a:pPr marL="177800">
              <a:lnSpc>
                <a:spcPct val="100000"/>
              </a:lnSpc>
              <a:spcBef>
                <a:spcPts val="575"/>
              </a:spcBef>
            </a:pPr>
            <a:r>
              <a:rPr sz="3500" b="1" spc="175" dirty="0">
                <a:solidFill>
                  <a:srgbClr val="3B0A85"/>
                </a:solidFill>
                <a:latin typeface="Trebuchet MS"/>
                <a:cs typeface="Trebuchet MS"/>
              </a:rPr>
              <a:t>SEMI</a:t>
            </a:r>
            <a:r>
              <a:rPr sz="3500" b="1" spc="-21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500" b="1" spc="80" dirty="0">
                <a:solidFill>
                  <a:srgbClr val="3B0A85"/>
                </a:solidFill>
                <a:latin typeface="Trebuchet MS"/>
                <a:cs typeface="Trebuchet MS"/>
              </a:rPr>
              <a:t>STRUCTURED</a:t>
            </a:r>
            <a:r>
              <a:rPr sz="3500" b="1" spc="-21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500" b="1" spc="65" dirty="0">
                <a:solidFill>
                  <a:srgbClr val="3B0A85"/>
                </a:solidFill>
                <a:latin typeface="Trebuchet MS"/>
                <a:cs typeface="Trebuchet MS"/>
              </a:rPr>
              <a:t>INTERVIEW</a:t>
            </a:r>
            <a:endParaRPr sz="35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974756" y="2033586"/>
            <a:ext cx="6161405" cy="1044575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 marR="5080">
              <a:lnSpc>
                <a:spcPts val="3829"/>
              </a:lnSpc>
              <a:spcBef>
                <a:spcPts val="535"/>
              </a:spcBef>
            </a:pPr>
            <a:r>
              <a:rPr sz="3500" b="1" spc="85" dirty="0">
                <a:solidFill>
                  <a:srgbClr val="3B0A85"/>
                </a:solidFill>
                <a:latin typeface="Trebuchet MS"/>
                <a:cs typeface="Trebuchet MS"/>
              </a:rPr>
              <a:t>NARRATIVE</a:t>
            </a:r>
            <a:r>
              <a:rPr sz="3500" b="1" spc="-204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500" b="1" spc="75" dirty="0">
                <a:solidFill>
                  <a:srgbClr val="3B0A85"/>
                </a:solidFill>
                <a:latin typeface="Trebuchet MS"/>
                <a:cs typeface="Trebuchet MS"/>
              </a:rPr>
              <a:t>INTERVIEW</a:t>
            </a:r>
            <a:r>
              <a:rPr sz="3500" b="1" spc="-20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500" b="1" spc="95" dirty="0">
                <a:solidFill>
                  <a:srgbClr val="3B0A85"/>
                </a:solidFill>
                <a:latin typeface="Trebuchet MS"/>
                <a:cs typeface="Trebuchet MS"/>
              </a:rPr>
              <a:t>(NOT </a:t>
            </a:r>
            <a:r>
              <a:rPr sz="3500" b="1" spc="70" dirty="0">
                <a:solidFill>
                  <a:srgbClr val="3B0A85"/>
                </a:solidFill>
                <a:latin typeface="Trebuchet MS"/>
                <a:cs typeface="Trebuchet MS"/>
              </a:rPr>
              <a:t>STRUCTURED)</a:t>
            </a:r>
            <a:endParaRPr sz="35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131300" y="4836109"/>
            <a:ext cx="5349240" cy="4397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00" b="1" spc="80" dirty="0">
                <a:solidFill>
                  <a:srgbClr val="3B0A85"/>
                </a:solidFill>
                <a:latin typeface="Trebuchet MS"/>
                <a:cs typeface="Trebuchet MS"/>
              </a:rPr>
              <a:t>STRUCTURED</a:t>
            </a:r>
            <a:r>
              <a:rPr sz="3500" b="1" spc="-20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500" b="1" spc="65" dirty="0">
                <a:solidFill>
                  <a:srgbClr val="3B0A85"/>
                </a:solidFill>
                <a:latin typeface="Trebuchet MS"/>
                <a:cs typeface="Trebuchet MS"/>
              </a:rPr>
              <a:t>INTERVIEW</a:t>
            </a:r>
            <a:endParaRPr sz="3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575"/>
              </a:spcBef>
            </a:pPr>
            <a:r>
              <a:rPr sz="3500" b="1" dirty="0">
                <a:solidFill>
                  <a:srgbClr val="3B0A85"/>
                </a:solidFill>
                <a:latin typeface="Trebuchet MS"/>
                <a:cs typeface="Trebuchet MS"/>
              </a:rPr>
              <a:t>EXPERT</a:t>
            </a:r>
            <a:r>
              <a:rPr sz="3500" b="1" spc="-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500" b="1" spc="65" dirty="0">
                <a:solidFill>
                  <a:srgbClr val="3B0A85"/>
                </a:solidFill>
                <a:latin typeface="Trebuchet MS"/>
                <a:cs typeface="Trebuchet MS"/>
              </a:rPr>
              <a:t>INTERVIEW</a:t>
            </a:r>
            <a:endParaRPr sz="3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830"/>
              </a:spcBef>
            </a:pPr>
            <a:endParaRPr sz="3500">
              <a:latin typeface="Trebuchet MS"/>
              <a:cs typeface="Trebuchet MS"/>
            </a:endParaRPr>
          </a:p>
          <a:p>
            <a:pPr marL="12700" marR="1131570">
              <a:lnSpc>
                <a:spcPct val="185100"/>
              </a:lnSpc>
            </a:pPr>
            <a:r>
              <a:rPr sz="3500" b="1" spc="170" dirty="0">
                <a:solidFill>
                  <a:srgbClr val="3B0A85"/>
                </a:solidFill>
                <a:latin typeface="Trebuchet MS"/>
                <a:cs typeface="Trebuchet MS"/>
              </a:rPr>
              <a:t>FOCUS</a:t>
            </a:r>
            <a:r>
              <a:rPr sz="3500" b="1" spc="-21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500" b="1" spc="135" dirty="0">
                <a:solidFill>
                  <a:srgbClr val="3B0A85"/>
                </a:solidFill>
                <a:latin typeface="Trebuchet MS"/>
                <a:cs typeface="Trebuchet MS"/>
              </a:rPr>
              <a:t>GROUP </a:t>
            </a:r>
            <a:r>
              <a:rPr sz="3500" b="1" spc="80" dirty="0">
                <a:solidFill>
                  <a:srgbClr val="3B0A85"/>
                </a:solidFill>
                <a:latin typeface="Trebuchet MS"/>
                <a:cs typeface="Trebuchet MS"/>
              </a:rPr>
              <a:t>LISTENING</a:t>
            </a:r>
            <a:r>
              <a:rPr sz="3500" b="1" spc="-22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500" b="1" spc="165" dirty="0">
                <a:solidFill>
                  <a:srgbClr val="3B0A85"/>
                </a:solidFill>
                <a:latin typeface="Trebuchet MS"/>
                <a:cs typeface="Trebuchet MS"/>
              </a:rPr>
              <a:t>SESSION</a:t>
            </a:r>
            <a:endParaRPr sz="3500">
              <a:latin typeface="Trebuchet MS"/>
              <a:cs typeface="Trebuchet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158572" y="2941031"/>
            <a:ext cx="2712085" cy="2089150"/>
          </a:xfrm>
          <a:custGeom>
            <a:avLst/>
            <a:gdLst/>
            <a:ahLst/>
            <a:cxnLst/>
            <a:rect l="l" t="t" r="r" b="b"/>
            <a:pathLst>
              <a:path w="2712084" h="2089150">
                <a:moveTo>
                  <a:pt x="1854958" y="2030479"/>
                </a:moveTo>
                <a:lnTo>
                  <a:pt x="1757603" y="2059423"/>
                </a:lnTo>
                <a:lnTo>
                  <a:pt x="1651578" y="2088201"/>
                </a:lnTo>
                <a:lnTo>
                  <a:pt x="1643513" y="2089102"/>
                </a:lnTo>
                <a:lnTo>
                  <a:pt x="1627076" y="2088152"/>
                </a:lnTo>
                <a:lnTo>
                  <a:pt x="1584889" y="2064618"/>
                </a:lnTo>
                <a:lnTo>
                  <a:pt x="1566695" y="2019868"/>
                </a:lnTo>
                <a:lnTo>
                  <a:pt x="1566755" y="2011753"/>
                </a:lnTo>
                <a:lnTo>
                  <a:pt x="1580492" y="1973573"/>
                </a:lnTo>
                <a:lnTo>
                  <a:pt x="1635807" y="1940409"/>
                </a:lnTo>
                <a:lnTo>
                  <a:pt x="1680719" y="1921270"/>
                </a:lnTo>
                <a:lnTo>
                  <a:pt x="1726547" y="1904444"/>
                </a:lnTo>
                <a:lnTo>
                  <a:pt x="1823537" y="1874192"/>
                </a:lnTo>
                <a:lnTo>
                  <a:pt x="1922735" y="1839642"/>
                </a:lnTo>
                <a:lnTo>
                  <a:pt x="2020208" y="1800999"/>
                </a:lnTo>
                <a:lnTo>
                  <a:pt x="2115958" y="1758262"/>
                </a:lnTo>
                <a:lnTo>
                  <a:pt x="2209983" y="1711431"/>
                </a:lnTo>
                <a:lnTo>
                  <a:pt x="2256349" y="1686480"/>
                </a:lnTo>
                <a:lnTo>
                  <a:pt x="2154476" y="1683740"/>
                </a:lnTo>
                <a:lnTo>
                  <a:pt x="1900117" y="1668577"/>
                </a:lnTo>
                <a:lnTo>
                  <a:pt x="1748950" y="1655679"/>
                </a:lnTo>
                <a:lnTo>
                  <a:pt x="1648244" y="1644173"/>
                </a:lnTo>
                <a:lnTo>
                  <a:pt x="1547896" y="1629795"/>
                </a:lnTo>
                <a:lnTo>
                  <a:pt x="1448163" y="1612078"/>
                </a:lnTo>
                <a:lnTo>
                  <a:pt x="1349302" y="1590553"/>
                </a:lnTo>
                <a:lnTo>
                  <a:pt x="1251569" y="1564753"/>
                </a:lnTo>
                <a:lnTo>
                  <a:pt x="1203207" y="1550104"/>
                </a:lnTo>
                <a:lnTo>
                  <a:pt x="1155223" y="1534210"/>
                </a:lnTo>
                <a:lnTo>
                  <a:pt x="1107650" y="1517013"/>
                </a:lnTo>
                <a:lnTo>
                  <a:pt x="1060520" y="1498456"/>
                </a:lnTo>
                <a:lnTo>
                  <a:pt x="1013865" y="1478478"/>
                </a:lnTo>
                <a:lnTo>
                  <a:pt x="968947" y="1455426"/>
                </a:lnTo>
                <a:lnTo>
                  <a:pt x="924690" y="1431236"/>
                </a:lnTo>
                <a:lnTo>
                  <a:pt x="881094" y="1405909"/>
                </a:lnTo>
                <a:lnTo>
                  <a:pt x="838158" y="1379445"/>
                </a:lnTo>
                <a:lnTo>
                  <a:pt x="795884" y="1351843"/>
                </a:lnTo>
                <a:lnTo>
                  <a:pt x="754341" y="1323152"/>
                </a:lnTo>
                <a:lnTo>
                  <a:pt x="713601" y="1293418"/>
                </a:lnTo>
                <a:lnTo>
                  <a:pt x="673665" y="1262643"/>
                </a:lnTo>
                <a:lnTo>
                  <a:pt x="634531" y="1230825"/>
                </a:lnTo>
                <a:lnTo>
                  <a:pt x="596200" y="1197966"/>
                </a:lnTo>
                <a:lnTo>
                  <a:pt x="558736" y="1164121"/>
                </a:lnTo>
                <a:lnTo>
                  <a:pt x="522204" y="1129348"/>
                </a:lnTo>
                <a:lnTo>
                  <a:pt x="486603" y="1093645"/>
                </a:lnTo>
                <a:lnTo>
                  <a:pt x="451934" y="1057014"/>
                </a:lnTo>
                <a:lnTo>
                  <a:pt x="418196" y="1019454"/>
                </a:lnTo>
                <a:lnTo>
                  <a:pt x="385446" y="981029"/>
                </a:lnTo>
                <a:lnTo>
                  <a:pt x="353740" y="941805"/>
                </a:lnTo>
                <a:lnTo>
                  <a:pt x="323079" y="901781"/>
                </a:lnTo>
                <a:lnTo>
                  <a:pt x="293462" y="860956"/>
                </a:lnTo>
                <a:lnTo>
                  <a:pt x="264889" y="819332"/>
                </a:lnTo>
                <a:lnTo>
                  <a:pt x="239811" y="777778"/>
                </a:lnTo>
                <a:lnTo>
                  <a:pt x="215871" y="735673"/>
                </a:lnTo>
                <a:lnTo>
                  <a:pt x="193068" y="693016"/>
                </a:lnTo>
                <a:lnTo>
                  <a:pt x="171402" y="649807"/>
                </a:lnTo>
                <a:lnTo>
                  <a:pt x="150874" y="606047"/>
                </a:lnTo>
                <a:lnTo>
                  <a:pt x="131483" y="561734"/>
                </a:lnTo>
                <a:lnTo>
                  <a:pt x="113229" y="516870"/>
                </a:lnTo>
                <a:lnTo>
                  <a:pt x="96113" y="471454"/>
                </a:lnTo>
                <a:lnTo>
                  <a:pt x="80179" y="425610"/>
                </a:lnTo>
                <a:lnTo>
                  <a:pt x="65472" y="379461"/>
                </a:lnTo>
                <a:lnTo>
                  <a:pt x="51992" y="333008"/>
                </a:lnTo>
                <a:lnTo>
                  <a:pt x="39739" y="286251"/>
                </a:lnTo>
                <a:lnTo>
                  <a:pt x="28713" y="239189"/>
                </a:lnTo>
                <a:lnTo>
                  <a:pt x="18914" y="191823"/>
                </a:lnTo>
                <a:lnTo>
                  <a:pt x="10342" y="144152"/>
                </a:lnTo>
                <a:lnTo>
                  <a:pt x="2997" y="96177"/>
                </a:lnTo>
                <a:lnTo>
                  <a:pt x="0" y="82018"/>
                </a:lnTo>
                <a:lnTo>
                  <a:pt x="16707" y="27698"/>
                </a:lnTo>
                <a:lnTo>
                  <a:pt x="52324" y="3513"/>
                </a:lnTo>
                <a:lnTo>
                  <a:pt x="73792" y="0"/>
                </a:lnTo>
                <a:lnTo>
                  <a:pt x="95370" y="2760"/>
                </a:lnTo>
                <a:lnTo>
                  <a:pt x="108742" y="8298"/>
                </a:lnTo>
                <a:lnTo>
                  <a:pt x="133886" y="30094"/>
                </a:lnTo>
                <a:lnTo>
                  <a:pt x="146706" y="59833"/>
                </a:lnTo>
                <a:lnTo>
                  <a:pt x="169086" y="173485"/>
                </a:lnTo>
                <a:lnTo>
                  <a:pt x="191689" y="267274"/>
                </a:lnTo>
                <a:lnTo>
                  <a:pt x="218418" y="359922"/>
                </a:lnTo>
                <a:lnTo>
                  <a:pt x="249274" y="451428"/>
                </a:lnTo>
                <a:lnTo>
                  <a:pt x="268387" y="495548"/>
                </a:lnTo>
                <a:lnTo>
                  <a:pt x="288697" y="539046"/>
                </a:lnTo>
                <a:lnTo>
                  <a:pt x="310204" y="581922"/>
                </a:lnTo>
                <a:lnTo>
                  <a:pt x="332908" y="624176"/>
                </a:lnTo>
                <a:lnTo>
                  <a:pt x="356809" y="665809"/>
                </a:lnTo>
                <a:lnTo>
                  <a:pt x="381908" y="706820"/>
                </a:lnTo>
                <a:lnTo>
                  <a:pt x="408143" y="747114"/>
                </a:lnTo>
                <a:lnTo>
                  <a:pt x="435454" y="786594"/>
                </a:lnTo>
                <a:lnTo>
                  <a:pt x="463841" y="825260"/>
                </a:lnTo>
                <a:lnTo>
                  <a:pt x="493304" y="863113"/>
                </a:lnTo>
                <a:lnTo>
                  <a:pt x="523843" y="900152"/>
                </a:lnTo>
                <a:lnTo>
                  <a:pt x="555458" y="936378"/>
                </a:lnTo>
                <a:lnTo>
                  <a:pt x="588074" y="971706"/>
                </a:lnTo>
                <a:lnTo>
                  <a:pt x="621614" y="1006052"/>
                </a:lnTo>
                <a:lnTo>
                  <a:pt x="656079" y="1039415"/>
                </a:lnTo>
                <a:lnTo>
                  <a:pt x="691468" y="1071796"/>
                </a:lnTo>
                <a:lnTo>
                  <a:pt x="727781" y="1103195"/>
                </a:lnTo>
                <a:lnTo>
                  <a:pt x="765019" y="1133611"/>
                </a:lnTo>
                <a:lnTo>
                  <a:pt x="803093" y="1162975"/>
                </a:lnTo>
                <a:lnTo>
                  <a:pt x="841914" y="1191215"/>
                </a:lnTo>
                <a:lnTo>
                  <a:pt x="881481" y="1218332"/>
                </a:lnTo>
                <a:lnTo>
                  <a:pt x="921796" y="1244326"/>
                </a:lnTo>
                <a:lnTo>
                  <a:pt x="962857" y="1269196"/>
                </a:lnTo>
                <a:lnTo>
                  <a:pt x="1004665" y="1292943"/>
                </a:lnTo>
                <a:lnTo>
                  <a:pt x="1049928" y="1315426"/>
                </a:lnTo>
                <a:lnTo>
                  <a:pt x="1095708" y="1336262"/>
                </a:lnTo>
                <a:lnTo>
                  <a:pt x="1141988" y="1355523"/>
                </a:lnTo>
                <a:lnTo>
                  <a:pt x="1188751" y="1373281"/>
                </a:lnTo>
                <a:lnTo>
                  <a:pt x="1235979" y="1389606"/>
                </a:lnTo>
                <a:lnTo>
                  <a:pt x="1283654" y="1404571"/>
                </a:lnTo>
                <a:lnTo>
                  <a:pt x="1331757" y="1418246"/>
                </a:lnTo>
                <a:lnTo>
                  <a:pt x="1380273" y="1430704"/>
                </a:lnTo>
                <a:lnTo>
                  <a:pt x="1478466" y="1452251"/>
                </a:lnTo>
                <a:lnTo>
                  <a:pt x="1578093" y="1469785"/>
                </a:lnTo>
                <a:lnTo>
                  <a:pt x="1679010" y="1483877"/>
                </a:lnTo>
                <a:lnTo>
                  <a:pt x="1781075" y="1495098"/>
                </a:lnTo>
                <a:lnTo>
                  <a:pt x="1936015" y="1507800"/>
                </a:lnTo>
                <a:lnTo>
                  <a:pt x="2197541" y="1522775"/>
                </a:lnTo>
                <a:lnTo>
                  <a:pt x="2431200" y="1530986"/>
                </a:lnTo>
                <a:lnTo>
                  <a:pt x="2455583" y="1533893"/>
                </a:lnTo>
                <a:lnTo>
                  <a:pt x="2322432" y="1465440"/>
                </a:lnTo>
                <a:lnTo>
                  <a:pt x="2008420" y="1312328"/>
                </a:lnTo>
                <a:lnTo>
                  <a:pt x="1875674" y="1243331"/>
                </a:lnTo>
                <a:lnTo>
                  <a:pt x="1788789" y="1194297"/>
                </a:lnTo>
                <a:lnTo>
                  <a:pt x="1692292" y="1134338"/>
                </a:lnTo>
                <a:lnTo>
                  <a:pt x="1667989" y="1101764"/>
                </a:lnTo>
                <a:lnTo>
                  <a:pt x="1662632" y="1061478"/>
                </a:lnTo>
                <a:lnTo>
                  <a:pt x="1667711" y="1041605"/>
                </a:lnTo>
                <a:lnTo>
                  <a:pt x="1691684" y="1008848"/>
                </a:lnTo>
                <a:lnTo>
                  <a:pt x="1728672" y="991892"/>
                </a:lnTo>
                <a:lnTo>
                  <a:pt x="1749110" y="990918"/>
                </a:lnTo>
                <a:lnTo>
                  <a:pt x="1790731" y="1009896"/>
                </a:lnTo>
                <a:lnTo>
                  <a:pt x="1832850" y="1031418"/>
                </a:lnTo>
                <a:lnTo>
                  <a:pt x="2052460" y="1155575"/>
                </a:lnTo>
                <a:lnTo>
                  <a:pt x="2098498" y="1179390"/>
                </a:lnTo>
                <a:lnTo>
                  <a:pt x="2145346" y="1201424"/>
                </a:lnTo>
                <a:lnTo>
                  <a:pt x="2193049" y="1221059"/>
                </a:lnTo>
                <a:lnTo>
                  <a:pt x="2332955" y="1287423"/>
                </a:lnTo>
                <a:lnTo>
                  <a:pt x="2470965" y="1357714"/>
                </a:lnTo>
                <a:lnTo>
                  <a:pt x="2607104" y="1431521"/>
                </a:lnTo>
                <a:lnTo>
                  <a:pt x="2652073" y="1456833"/>
                </a:lnTo>
                <a:lnTo>
                  <a:pt x="2689191" y="1489862"/>
                </a:lnTo>
                <a:lnTo>
                  <a:pt x="2708811" y="1525748"/>
                </a:lnTo>
                <a:lnTo>
                  <a:pt x="2711897" y="1562439"/>
                </a:lnTo>
                <a:lnTo>
                  <a:pt x="2699416" y="1597883"/>
                </a:lnTo>
                <a:lnTo>
                  <a:pt x="2672333" y="1630027"/>
                </a:lnTo>
                <a:lnTo>
                  <a:pt x="2631614" y="1656818"/>
                </a:lnTo>
                <a:lnTo>
                  <a:pt x="2545344" y="1711111"/>
                </a:lnTo>
                <a:lnTo>
                  <a:pt x="2457761" y="1762916"/>
                </a:lnTo>
                <a:lnTo>
                  <a:pt x="2368864" y="1812235"/>
                </a:lnTo>
                <a:lnTo>
                  <a:pt x="2278655" y="1859067"/>
                </a:lnTo>
                <a:lnTo>
                  <a:pt x="2187133" y="1903412"/>
                </a:lnTo>
                <a:lnTo>
                  <a:pt x="2094298" y="1945271"/>
                </a:lnTo>
                <a:lnTo>
                  <a:pt x="2047388" y="1965268"/>
                </a:lnTo>
                <a:lnTo>
                  <a:pt x="1951553" y="1999094"/>
                </a:lnTo>
                <a:lnTo>
                  <a:pt x="1854958" y="2030479"/>
                </a:lnTo>
                <a:close/>
              </a:path>
            </a:pathLst>
          </a:custGeom>
          <a:solidFill>
            <a:srgbClr val="DAFF6B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D0C2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98308" y="735405"/>
            <a:ext cx="9391650" cy="2688590"/>
          </a:xfrm>
          <a:custGeom>
            <a:avLst/>
            <a:gdLst/>
            <a:ahLst/>
            <a:cxnLst/>
            <a:rect l="l" t="t" r="r" b="b"/>
            <a:pathLst>
              <a:path w="9391650" h="2688590">
                <a:moveTo>
                  <a:pt x="9391371" y="1292098"/>
                </a:moveTo>
                <a:lnTo>
                  <a:pt x="9346959" y="0"/>
                </a:lnTo>
                <a:lnTo>
                  <a:pt x="0" y="321284"/>
                </a:lnTo>
                <a:lnTo>
                  <a:pt x="44411" y="1613382"/>
                </a:lnTo>
                <a:lnTo>
                  <a:pt x="81368" y="2688437"/>
                </a:lnTo>
                <a:lnTo>
                  <a:pt x="6717525" y="2460333"/>
                </a:lnTo>
                <a:lnTo>
                  <a:pt x="6680581" y="1385277"/>
                </a:lnTo>
                <a:lnTo>
                  <a:pt x="9391371" y="1292098"/>
                </a:lnTo>
                <a:close/>
              </a:path>
            </a:pathLst>
          </a:custGeom>
          <a:solidFill>
            <a:srgbClr val="3B0A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 rot="21540000">
            <a:off x="1355578" y="1115995"/>
            <a:ext cx="8678269" cy="9207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555"/>
              </a:lnSpc>
            </a:pPr>
            <a:r>
              <a:rPr sz="10875" baseline="-6896" dirty="0">
                <a:solidFill>
                  <a:srgbClr val="DAFF6B"/>
                </a:solidFill>
                <a:latin typeface="Arial MT"/>
                <a:cs typeface="Arial MT"/>
              </a:rPr>
              <a:t>S</a:t>
            </a:r>
            <a:r>
              <a:rPr sz="10875" baseline="-6130" dirty="0">
                <a:solidFill>
                  <a:srgbClr val="DAFF6B"/>
                </a:solidFill>
                <a:latin typeface="Arial MT"/>
                <a:cs typeface="Arial MT"/>
              </a:rPr>
              <a:t>E</a:t>
            </a:r>
            <a:r>
              <a:rPr sz="10875" baseline="-5747" dirty="0">
                <a:solidFill>
                  <a:srgbClr val="DAFF6B"/>
                </a:solidFill>
                <a:latin typeface="Arial MT"/>
                <a:cs typeface="Arial MT"/>
              </a:rPr>
              <a:t>M</a:t>
            </a:r>
            <a:r>
              <a:rPr sz="10875" baseline="-4980" dirty="0">
                <a:solidFill>
                  <a:srgbClr val="DAFF6B"/>
                </a:solidFill>
                <a:latin typeface="Arial MT"/>
                <a:cs typeface="Arial MT"/>
              </a:rPr>
              <a:t>I</a:t>
            </a:r>
            <a:r>
              <a:rPr sz="10875" spc="262" baseline="-4980" dirty="0">
                <a:solidFill>
                  <a:srgbClr val="DAFF6B"/>
                </a:solidFill>
                <a:latin typeface="Arial MT"/>
                <a:cs typeface="Arial MT"/>
              </a:rPr>
              <a:t> </a:t>
            </a:r>
            <a:r>
              <a:rPr sz="10875" spc="-630" baseline="-4214" dirty="0">
                <a:solidFill>
                  <a:srgbClr val="DAFF6B"/>
                </a:solidFill>
                <a:latin typeface="Arial MT"/>
                <a:cs typeface="Arial MT"/>
              </a:rPr>
              <a:t>S</a:t>
            </a:r>
            <a:r>
              <a:rPr sz="10875" spc="-630" baseline="-3448" dirty="0">
                <a:solidFill>
                  <a:srgbClr val="DAFF6B"/>
                </a:solidFill>
                <a:latin typeface="Arial MT"/>
                <a:cs typeface="Arial MT"/>
              </a:rPr>
              <a:t>T</a:t>
            </a:r>
            <a:r>
              <a:rPr sz="10875" spc="-630" baseline="-3065" dirty="0">
                <a:solidFill>
                  <a:srgbClr val="DAFF6B"/>
                </a:solidFill>
                <a:latin typeface="Arial MT"/>
                <a:cs typeface="Arial MT"/>
              </a:rPr>
              <a:t>R</a:t>
            </a:r>
            <a:r>
              <a:rPr sz="10875" spc="-630" baseline="-2298" dirty="0">
                <a:solidFill>
                  <a:srgbClr val="DAFF6B"/>
                </a:solidFill>
                <a:latin typeface="Arial MT"/>
                <a:cs typeface="Arial MT"/>
              </a:rPr>
              <a:t>U</a:t>
            </a:r>
            <a:r>
              <a:rPr sz="10875" spc="-630" baseline="-1915" dirty="0">
                <a:solidFill>
                  <a:srgbClr val="DAFF6B"/>
                </a:solidFill>
                <a:latin typeface="Arial MT"/>
                <a:cs typeface="Arial MT"/>
              </a:rPr>
              <a:t>C</a:t>
            </a:r>
            <a:r>
              <a:rPr sz="10875" spc="-630" baseline="-1149" dirty="0">
                <a:solidFill>
                  <a:srgbClr val="DAFF6B"/>
                </a:solidFill>
                <a:latin typeface="Arial MT"/>
                <a:cs typeface="Arial MT"/>
              </a:rPr>
              <a:t>T</a:t>
            </a:r>
            <a:r>
              <a:rPr sz="7250" spc="-420" dirty="0">
                <a:solidFill>
                  <a:srgbClr val="DAFF6B"/>
                </a:solidFill>
                <a:latin typeface="Arial MT"/>
                <a:cs typeface="Arial MT"/>
              </a:rPr>
              <a:t>URE</a:t>
            </a:r>
            <a:r>
              <a:rPr sz="10875" spc="-630" baseline="1149" dirty="0">
                <a:solidFill>
                  <a:srgbClr val="DAFF6B"/>
                </a:solidFill>
                <a:latin typeface="Arial MT"/>
                <a:cs typeface="Arial MT"/>
              </a:rPr>
              <a:t>D</a:t>
            </a:r>
            <a:endParaRPr sz="10875" baseline="1149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 rot="21540000">
            <a:off x="1381786" y="2226812"/>
            <a:ext cx="5988532" cy="9207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900"/>
              </a:lnSpc>
            </a:pPr>
            <a:r>
              <a:rPr sz="10875" spc="-15" baseline="-3448" dirty="0">
                <a:solidFill>
                  <a:srgbClr val="DAFF6B"/>
                </a:solidFill>
                <a:latin typeface="Arial MT"/>
                <a:cs typeface="Arial MT"/>
              </a:rPr>
              <a:t>I</a:t>
            </a:r>
            <a:r>
              <a:rPr sz="10875" spc="-15" baseline="-3065" dirty="0">
                <a:solidFill>
                  <a:srgbClr val="DAFF6B"/>
                </a:solidFill>
                <a:latin typeface="Arial MT"/>
                <a:cs typeface="Arial MT"/>
              </a:rPr>
              <a:t>N</a:t>
            </a:r>
            <a:r>
              <a:rPr sz="10875" spc="-15" baseline="-2298" dirty="0">
                <a:solidFill>
                  <a:srgbClr val="DAFF6B"/>
                </a:solidFill>
                <a:latin typeface="Arial MT"/>
                <a:cs typeface="Arial MT"/>
              </a:rPr>
              <a:t>T</a:t>
            </a:r>
            <a:r>
              <a:rPr sz="10875" spc="-15" baseline="-1915" dirty="0">
                <a:solidFill>
                  <a:srgbClr val="DAFF6B"/>
                </a:solidFill>
                <a:latin typeface="Arial MT"/>
                <a:cs typeface="Arial MT"/>
              </a:rPr>
              <a:t>E</a:t>
            </a:r>
            <a:r>
              <a:rPr sz="10875" spc="-15" baseline="-1149" dirty="0">
                <a:solidFill>
                  <a:srgbClr val="DAFF6B"/>
                </a:solidFill>
                <a:latin typeface="Arial MT"/>
                <a:cs typeface="Arial MT"/>
              </a:rPr>
              <a:t>R</a:t>
            </a:r>
            <a:r>
              <a:rPr sz="7250" spc="-10" dirty="0">
                <a:solidFill>
                  <a:srgbClr val="DAFF6B"/>
                </a:solidFill>
                <a:latin typeface="Arial MT"/>
                <a:cs typeface="Arial MT"/>
              </a:rPr>
              <a:t>VIEW</a:t>
            </a:r>
            <a:r>
              <a:rPr sz="10875" spc="-15" baseline="1915" dirty="0">
                <a:solidFill>
                  <a:srgbClr val="DAFF6B"/>
                </a:solidFill>
                <a:latin typeface="Arial MT"/>
                <a:cs typeface="Arial MT"/>
              </a:rPr>
              <a:t>S</a:t>
            </a:r>
            <a:endParaRPr sz="10875" baseline="1915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14853" y="3489064"/>
            <a:ext cx="133350" cy="13334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14853" y="5203564"/>
            <a:ext cx="133350" cy="13334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14853" y="6060815"/>
            <a:ext cx="133350" cy="13334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114853" y="6918064"/>
            <a:ext cx="133350" cy="13334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14853" y="8203939"/>
            <a:ext cx="133350" cy="133349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9428533" y="3273197"/>
            <a:ext cx="7444105" cy="6069965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2700" marR="5080">
              <a:lnSpc>
                <a:spcPts val="3370"/>
              </a:lnSpc>
              <a:spcBef>
                <a:spcPts val="500"/>
              </a:spcBef>
            </a:pPr>
            <a:r>
              <a:rPr sz="3100" b="1" dirty="0">
                <a:solidFill>
                  <a:srgbClr val="3B0A85"/>
                </a:solidFill>
                <a:latin typeface="Trebuchet MS"/>
                <a:cs typeface="Trebuchet MS"/>
              </a:rPr>
              <a:t>The</a:t>
            </a:r>
            <a:r>
              <a:rPr sz="3100" b="1" spc="-18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b="1" spc="110" dirty="0">
                <a:solidFill>
                  <a:srgbClr val="3B0A85"/>
                </a:solidFill>
                <a:latin typeface="Trebuchet MS"/>
                <a:cs typeface="Trebuchet MS"/>
              </a:rPr>
              <a:t>semi</a:t>
            </a:r>
            <a:r>
              <a:rPr sz="3100" b="1" spc="-19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b="1" spc="75" dirty="0">
                <a:solidFill>
                  <a:srgbClr val="3B0A85"/>
                </a:solidFill>
                <a:latin typeface="Trebuchet MS"/>
                <a:cs typeface="Trebuchet MS"/>
              </a:rPr>
              <a:t>structured</a:t>
            </a:r>
            <a:r>
              <a:rPr sz="3100" b="1" spc="-18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b="1" dirty="0">
                <a:solidFill>
                  <a:srgbClr val="3B0A85"/>
                </a:solidFill>
                <a:latin typeface="Trebuchet MS"/>
                <a:cs typeface="Trebuchet MS"/>
              </a:rPr>
              <a:t>interview</a:t>
            </a:r>
            <a:r>
              <a:rPr sz="3100" b="1" spc="-18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b="1" spc="85" dirty="0">
                <a:solidFill>
                  <a:srgbClr val="3B0A85"/>
                </a:solidFill>
                <a:latin typeface="Trebuchet MS"/>
                <a:cs typeface="Trebuchet MS"/>
              </a:rPr>
              <a:t>is</a:t>
            </a:r>
            <a:r>
              <a:rPr sz="3100" b="1" spc="-18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b="1" spc="165" dirty="0">
                <a:solidFill>
                  <a:srgbClr val="3B0A85"/>
                </a:solidFill>
                <a:latin typeface="Trebuchet MS"/>
                <a:cs typeface="Trebuchet MS"/>
              </a:rPr>
              <a:t>based </a:t>
            </a:r>
            <a:r>
              <a:rPr sz="3100" b="1" spc="85" dirty="0">
                <a:solidFill>
                  <a:srgbClr val="3B0A85"/>
                </a:solidFill>
                <a:latin typeface="Trebuchet MS"/>
                <a:cs typeface="Trebuchet MS"/>
              </a:rPr>
              <a:t>on</a:t>
            </a:r>
            <a:r>
              <a:rPr sz="3100" b="1" spc="-17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b="1" spc="50" dirty="0">
                <a:solidFill>
                  <a:srgbClr val="3B0A85"/>
                </a:solidFill>
                <a:latin typeface="Trebuchet MS"/>
                <a:cs typeface="Trebuchet MS"/>
              </a:rPr>
              <a:t>guidelines</a:t>
            </a:r>
            <a:r>
              <a:rPr sz="3100" b="1" spc="-17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b="1" spc="75" dirty="0">
                <a:solidFill>
                  <a:srgbClr val="3B0A85"/>
                </a:solidFill>
                <a:latin typeface="Trebuchet MS"/>
                <a:cs typeface="Trebuchet MS"/>
              </a:rPr>
              <a:t>that</a:t>
            </a:r>
            <a:r>
              <a:rPr sz="3100" b="1" spc="-17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b="1" dirty="0">
                <a:solidFill>
                  <a:srgbClr val="3B0A85"/>
                </a:solidFill>
                <a:latin typeface="Trebuchet MS"/>
                <a:cs typeface="Trebuchet MS"/>
              </a:rPr>
              <a:t>are</a:t>
            </a:r>
            <a:r>
              <a:rPr sz="3100" b="1" spc="-17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b="1" spc="140" dirty="0">
                <a:solidFill>
                  <a:srgbClr val="3B0A85"/>
                </a:solidFill>
                <a:latin typeface="Trebuchet MS"/>
                <a:cs typeface="Trebuchet MS"/>
              </a:rPr>
              <a:t>used</a:t>
            </a:r>
            <a:r>
              <a:rPr sz="3100" b="1" spc="-17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b="1" dirty="0">
                <a:solidFill>
                  <a:srgbClr val="3B0A85"/>
                </a:solidFill>
                <a:latin typeface="Trebuchet MS"/>
                <a:cs typeface="Trebuchet MS"/>
              </a:rPr>
              <a:t>with</a:t>
            </a:r>
            <a:r>
              <a:rPr sz="3100" b="1" spc="-17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b="1" spc="150" dirty="0">
                <a:solidFill>
                  <a:srgbClr val="3B0A85"/>
                </a:solidFill>
                <a:latin typeface="Trebuchet MS"/>
                <a:cs typeface="Trebuchet MS"/>
              </a:rPr>
              <a:t>some </a:t>
            </a:r>
            <a:r>
              <a:rPr sz="3100" b="1" spc="-10" dirty="0">
                <a:solidFill>
                  <a:srgbClr val="3B0A85"/>
                </a:solidFill>
                <a:latin typeface="Trebuchet MS"/>
                <a:cs typeface="Trebuchet MS"/>
              </a:rPr>
              <a:t>flexibility</a:t>
            </a:r>
            <a:endParaRPr sz="3100">
              <a:latin typeface="Trebuchet MS"/>
              <a:cs typeface="Trebuchet MS"/>
            </a:endParaRPr>
          </a:p>
          <a:p>
            <a:pPr marL="12700" marR="844550">
              <a:lnSpc>
                <a:spcPts val="6750"/>
              </a:lnSpc>
              <a:spcBef>
                <a:spcPts val="690"/>
              </a:spcBef>
            </a:pPr>
            <a:r>
              <a:rPr sz="3100" b="1" spc="55" dirty="0">
                <a:solidFill>
                  <a:srgbClr val="3B0A85"/>
                </a:solidFill>
                <a:latin typeface="Trebuchet MS"/>
                <a:cs typeface="Trebuchet MS"/>
              </a:rPr>
              <a:t>Order</a:t>
            </a:r>
            <a:r>
              <a:rPr sz="3100" b="1" spc="-17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b="1" dirty="0">
                <a:solidFill>
                  <a:srgbClr val="3B0A85"/>
                </a:solidFill>
                <a:latin typeface="Trebuchet MS"/>
                <a:cs typeface="Trebuchet MS"/>
              </a:rPr>
              <a:t>of</a:t>
            </a:r>
            <a:r>
              <a:rPr sz="3100" b="1" spc="-17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b="1" spc="105" dirty="0">
                <a:solidFill>
                  <a:srgbClr val="3B0A85"/>
                </a:solidFill>
                <a:latin typeface="Trebuchet MS"/>
                <a:cs typeface="Trebuchet MS"/>
              </a:rPr>
              <a:t>questions</a:t>
            </a:r>
            <a:r>
              <a:rPr sz="3100" b="1" spc="-17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b="1" spc="145" dirty="0">
                <a:solidFill>
                  <a:srgbClr val="3B0A85"/>
                </a:solidFill>
                <a:latin typeface="Trebuchet MS"/>
                <a:cs typeface="Trebuchet MS"/>
              </a:rPr>
              <a:t>can</a:t>
            </a:r>
            <a:r>
              <a:rPr sz="3100" b="1" spc="-17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b="1" spc="130" dirty="0">
                <a:solidFill>
                  <a:srgbClr val="3B0A85"/>
                </a:solidFill>
                <a:latin typeface="Trebuchet MS"/>
                <a:cs typeface="Trebuchet MS"/>
              </a:rPr>
              <a:t>be</a:t>
            </a:r>
            <a:r>
              <a:rPr sz="3100" b="1" spc="-17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b="1" spc="-10" dirty="0">
                <a:solidFill>
                  <a:srgbClr val="3B0A85"/>
                </a:solidFill>
                <a:latin typeface="Trebuchet MS"/>
                <a:cs typeface="Trebuchet MS"/>
              </a:rPr>
              <a:t>variable </a:t>
            </a:r>
            <a:r>
              <a:rPr sz="3100" b="1" spc="125" dirty="0">
                <a:solidFill>
                  <a:srgbClr val="3B0A85"/>
                </a:solidFill>
                <a:latin typeface="Trebuchet MS"/>
                <a:cs typeface="Trebuchet MS"/>
              </a:rPr>
              <a:t>Respondents</a:t>
            </a:r>
            <a:r>
              <a:rPr sz="3100" b="1" spc="-19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b="1" spc="145" dirty="0">
                <a:solidFill>
                  <a:srgbClr val="3B0A85"/>
                </a:solidFill>
                <a:latin typeface="Trebuchet MS"/>
                <a:cs typeface="Trebuchet MS"/>
              </a:rPr>
              <a:t>can</a:t>
            </a:r>
            <a:r>
              <a:rPr sz="3100" b="1" spc="-18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b="1" spc="130" dirty="0">
                <a:solidFill>
                  <a:srgbClr val="3B0A85"/>
                </a:solidFill>
                <a:latin typeface="Trebuchet MS"/>
                <a:cs typeface="Trebuchet MS"/>
              </a:rPr>
              <a:t>set</a:t>
            </a:r>
            <a:r>
              <a:rPr sz="3100" b="1" spc="-19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b="1" spc="-10" dirty="0">
                <a:solidFill>
                  <a:srgbClr val="3B0A85"/>
                </a:solidFill>
                <a:latin typeface="Trebuchet MS"/>
                <a:cs typeface="Trebuchet MS"/>
              </a:rPr>
              <a:t>priorities</a:t>
            </a:r>
            <a:endParaRPr sz="3100">
              <a:latin typeface="Trebuchet MS"/>
              <a:cs typeface="Trebuchet MS"/>
            </a:endParaRPr>
          </a:p>
          <a:p>
            <a:pPr marL="12700" marR="224154">
              <a:lnSpc>
                <a:spcPts val="3379"/>
              </a:lnSpc>
              <a:spcBef>
                <a:spcPts val="2695"/>
              </a:spcBef>
            </a:pPr>
            <a:r>
              <a:rPr sz="3100" b="1" dirty="0">
                <a:solidFill>
                  <a:srgbClr val="3B0A85"/>
                </a:solidFill>
                <a:latin typeface="Trebuchet MS"/>
                <a:cs typeface="Trebuchet MS"/>
              </a:rPr>
              <a:t>The</a:t>
            </a:r>
            <a:r>
              <a:rPr sz="3100" b="1" spc="-19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b="1" spc="-10" dirty="0">
                <a:solidFill>
                  <a:srgbClr val="3B0A85"/>
                </a:solidFill>
                <a:latin typeface="Trebuchet MS"/>
                <a:cs typeface="Trebuchet MS"/>
              </a:rPr>
              <a:t>interviewer</a:t>
            </a:r>
            <a:r>
              <a:rPr sz="3100" b="1" spc="-18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b="1" spc="145" dirty="0">
                <a:solidFill>
                  <a:srgbClr val="3B0A85"/>
                </a:solidFill>
                <a:latin typeface="Trebuchet MS"/>
                <a:cs typeface="Trebuchet MS"/>
              </a:rPr>
              <a:t>can</a:t>
            </a:r>
            <a:r>
              <a:rPr sz="3100" b="1" spc="-18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b="1" dirty="0">
                <a:solidFill>
                  <a:srgbClr val="3B0A85"/>
                </a:solidFill>
                <a:latin typeface="Trebuchet MS"/>
                <a:cs typeface="Trebuchet MS"/>
              </a:rPr>
              <a:t>follow</a:t>
            </a:r>
            <a:r>
              <a:rPr sz="3100" b="1" spc="-18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b="1" spc="120" dirty="0">
                <a:solidFill>
                  <a:srgbClr val="3B0A85"/>
                </a:solidFill>
                <a:latin typeface="Trebuchet MS"/>
                <a:cs typeface="Trebuchet MS"/>
              </a:rPr>
              <a:t>up</a:t>
            </a:r>
            <a:r>
              <a:rPr sz="3100" b="1" spc="-19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b="1" spc="85" dirty="0">
                <a:solidFill>
                  <a:srgbClr val="3B0A85"/>
                </a:solidFill>
                <a:latin typeface="Trebuchet MS"/>
                <a:cs typeface="Trebuchet MS"/>
              </a:rPr>
              <a:t>on</a:t>
            </a:r>
            <a:r>
              <a:rPr sz="3100" b="1" spc="-18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b="1" spc="45" dirty="0">
                <a:solidFill>
                  <a:srgbClr val="3B0A85"/>
                </a:solidFill>
                <a:latin typeface="Trebuchet MS"/>
                <a:cs typeface="Trebuchet MS"/>
              </a:rPr>
              <a:t>what </a:t>
            </a:r>
            <a:r>
              <a:rPr sz="3100" b="1" spc="145" dirty="0">
                <a:solidFill>
                  <a:srgbClr val="3B0A85"/>
                </a:solidFill>
                <a:latin typeface="Trebuchet MS"/>
                <a:cs typeface="Trebuchet MS"/>
              </a:rPr>
              <a:t>has</a:t>
            </a:r>
            <a:r>
              <a:rPr sz="3100" b="1" spc="-19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b="1" spc="90" dirty="0">
                <a:solidFill>
                  <a:srgbClr val="3B0A85"/>
                </a:solidFill>
                <a:latin typeface="Trebuchet MS"/>
                <a:cs typeface="Trebuchet MS"/>
              </a:rPr>
              <a:t>been</a:t>
            </a:r>
            <a:r>
              <a:rPr sz="3100" b="1" spc="-19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b="1" spc="125" dirty="0">
                <a:solidFill>
                  <a:srgbClr val="3B0A85"/>
                </a:solidFill>
                <a:latin typeface="Trebuchet MS"/>
                <a:cs typeface="Trebuchet MS"/>
              </a:rPr>
              <a:t>said</a:t>
            </a:r>
            <a:r>
              <a:rPr sz="3100" b="1" spc="-19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b="1" spc="95" dirty="0">
                <a:solidFill>
                  <a:srgbClr val="3B0A85"/>
                </a:solidFill>
                <a:latin typeface="Trebuchet MS"/>
                <a:cs typeface="Trebuchet MS"/>
              </a:rPr>
              <a:t>to</a:t>
            </a:r>
            <a:r>
              <a:rPr sz="3100" b="1" spc="-19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b="1" spc="95" dirty="0">
                <a:solidFill>
                  <a:srgbClr val="3B0A85"/>
                </a:solidFill>
                <a:latin typeface="Trebuchet MS"/>
                <a:cs typeface="Trebuchet MS"/>
              </a:rPr>
              <a:t>understand</a:t>
            </a:r>
            <a:r>
              <a:rPr sz="3100" b="1" spc="-19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b="1" spc="45" dirty="0">
                <a:solidFill>
                  <a:srgbClr val="3B0A85"/>
                </a:solidFill>
                <a:latin typeface="Trebuchet MS"/>
                <a:cs typeface="Trebuchet MS"/>
              </a:rPr>
              <a:t>better</a:t>
            </a:r>
            <a:endParaRPr sz="3100">
              <a:latin typeface="Trebuchet MS"/>
              <a:cs typeface="Trebuchet MS"/>
            </a:endParaRPr>
          </a:p>
          <a:p>
            <a:pPr marL="12700" marR="586105">
              <a:lnSpc>
                <a:spcPts val="3370"/>
              </a:lnSpc>
              <a:spcBef>
                <a:spcPts val="3370"/>
              </a:spcBef>
            </a:pPr>
            <a:r>
              <a:rPr sz="3100" b="1" dirty="0">
                <a:solidFill>
                  <a:srgbClr val="3B0A85"/>
                </a:solidFill>
                <a:latin typeface="Trebuchet MS"/>
                <a:cs typeface="Trebuchet MS"/>
              </a:rPr>
              <a:t>In</a:t>
            </a:r>
            <a:r>
              <a:rPr sz="3100" b="1" spc="-3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b="1" dirty="0">
                <a:solidFill>
                  <a:srgbClr val="3B0A85"/>
                </a:solidFill>
                <a:latin typeface="Trebuchet MS"/>
                <a:cs typeface="Trebuchet MS"/>
              </a:rPr>
              <a:t>analysis,</a:t>
            </a:r>
            <a:r>
              <a:rPr sz="3100" b="1" spc="-3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b="1" spc="100" dirty="0">
                <a:solidFill>
                  <a:srgbClr val="3B0A85"/>
                </a:solidFill>
                <a:latin typeface="Trebuchet MS"/>
                <a:cs typeface="Trebuchet MS"/>
              </a:rPr>
              <a:t>guided</a:t>
            </a:r>
            <a:r>
              <a:rPr sz="3100" b="1" spc="-2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b="1" dirty="0">
                <a:solidFill>
                  <a:srgbClr val="3B0A85"/>
                </a:solidFill>
                <a:latin typeface="Trebuchet MS"/>
                <a:cs typeface="Trebuchet MS"/>
              </a:rPr>
              <a:t>interviews</a:t>
            </a:r>
            <a:r>
              <a:rPr sz="3100" b="1" spc="-3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b="1" spc="-10" dirty="0">
                <a:solidFill>
                  <a:srgbClr val="3B0A85"/>
                </a:solidFill>
                <a:latin typeface="Trebuchet MS"/>
                <a:cs typeface="Trebuchet MS"/>
              </a:rPr>
              <a:t>allow </a:t>
            </a:r>
            <a:r>
              <a:rPr sz="3100" b="1" spc="185" dirty="0">
                <a:solidFill>
                  <a:srgbClr val="3B0A85"/>
                </a:solidFill>
                <a:latin typeface="Trebuchet MS"/>
                <a:cs typeface="Trebuchet MS"/>
              </a:rPr>
              <a:t>space</a:t>
            </a:r>
            <a:r>
              <a:rPr sz="3100" b="1" spc="-17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b="1" spc="-10" dirty="0">
                <a:solidFill>
                  <a:srgbClr val="3B0A85"/>
                </a:solidFill>
                <a:latin typeface="Trebuchet MS"/>
                <a:cs typeface="Trebuchet MS"/>
              </a:rPr>
              <a:t>for</a:t>
            </a:r>
            <a:r>
              <a:rPr sz="3100" b="1" spc="-16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b="1" dirty="0">
                <a:solidFill>
                  <a:srgbClr val="3B0A85"/>
                </a:solidFill>
                <a:latin typeface="Trebuchet MS"/>
                <a:cs typeface="Trebuchet MS"/>
              </a:rPr>
              <a:t>new</a:t>
            </a:r>
            <a:r>
              <a:rPr sz="3100" b="1" spc="-16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b="1" spc="105" dirty="0">
                <a:solidFill>
                  <a:srgbClr val="3B0A85"/>
                </a:solidFill>
                <a:latin typeface="Trebuchet MS"/>
                <a:cs typeface="Trebuchet MS"/>
              </a:rPr>
              <a:t>discovery</a:t>
            </a:r>
            <a:r>
              <a:rPr sz="3100" b="1" spc="-16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b="1" spc="130" dirty="0">
                <a:solidFill>
                  <a:srgbClr val="3B0A85"/>
                </a:solidFill>
                <a:latin typeface="Trebuchet MS"/>
                <a:cs typeface="Trebuchet MS"/>
              </a:rPr>
              <a:t>and</a:t>
            </a:r>
            <a:r>
              <a:rPr sz="3100" b="1" spc="-16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b="1" spc="45" dirty="0">
                <a:solidFill>
                  <a:srgbClr val="3B0A85"/>
                </a:solidFill>
                <a:latin typeface="Trebuchet MS"/>
                <a:cs typeface="Trebuchet MS"/>
              </a:rPr>
              <a:t>theory </a:t>
            </a:r>
            <a:r>
              <a:rPr sz="3100" b="1" spc="35" dirty="0">
                <a:solidFill>
                  <a:srgbClr val="3B0A85"/>
                </a:solidFill>
                <a:latin typeface="Trebuchet MS"/>
                <a:cs typeface="Trebuchet MS"/>
              </a:rPr>
              <a:t>building</a:t>
            </a:r>
            <a:endParaRPr sz="31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DBC2F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72757" y="591870"/>
            <a:ext cx="8983980" cy="2574290"/>
          </a:xfrm>
          <a:custGeom>
            <a:avLst/>
            <a:gdLst/>
            <a:ahLst/>
            <a:cxnLst/>
            <a:rect l="l" t="t" r="r" b="b"/>
            <a:pathLst>
              <a:path w="8983980" h="2574290">
                <a:moveTo>
                  <a:pt x="8983637" y="1237526"/>
                </a:moveTo>
                <a:lnTo>
                  <a:pt x="8941105" y="0"/>
                </a:lnTo>
                <a:lnTo>
                  <a:pt x="0" y="307340"/>
                </a:lnTo>
                <a:lnTo>
                  <a:pt x="42532" y="1544853"/>
                </a:lnTo>
                <a:lnTo>
                  <a:pt x="77914" y="2574213"/>
                </a:lnTo>
                <a:lnTo>
                  <a:pt x="6425844" y="2356015"/>
                </a:lnTo>
                <a:lnTo>
                  <a:pt x="6390462" y="1326667"/>
                </a:lnTo>
                <a:lnTo>
                  <a:pt x="8983637" y="1237526"/>
                </a:lnTo>
                <a:close/>
              </a:path>
            </a:pathLst>
          </a:custGeom>
          <a:solidFill>
            <a:srgbClr val="3B0A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 rot="21540000">
            <a:off x="1014587" y="956011"/>
            <a:ext cx="8301422" cy="882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275"/>
              </a:lnSpc>
            </a:pPr>
            <a:r>
              <a:rPr sz="10425" baseline="-6794" dirty="0">
                <a:solidFill>
                  <a:srgbClr val="DAFF6B"/>
                </a:solidFill>
                <a:latin typeface="Arial MT"/>
                <a:cs typeface="Arial MT"/>
              </a:rPr>
              <a:t>S</a:t>
            </a:r>
            <a:r>
              <a:rPr sz="10425" baseline="-6394" dirty="0">
                <a:solidFill>
                  <a:srgbClr val="DAFF6B"/>
                </a:solidFill>
                <a:latin typeface="Arial MT"/>
                <a:cs typeface="Arial MT"/>
              </a:rPr>
              <a:t>E</a:t>
            </a:r>
            <a:r>
              <a:rPr sz="10425" baseline="-5595" dirty="0">
                <a:solidFill>
                  <a:srgbClr val="DAFF6B"/>
                </a:solidFill>
                <a:latin typeface="Arial MT"/>
                <a:cs typeface="Arial MT"/>
              </a:rPr>
              <a:t>M</a:t>
            </a:r>
            <a:r>
              <a:rPr sz="10425" baseline="-4796" dirty="0">
                <a:solidFill>
                  <a:srgbClr val="DAFF6B"/>
                </a:solidFill>
                <a:latin typeface="Arial MT"/>
                <a:cs typeface="Arial MT"/>
              </a:rPr>
              <a:t>I</a:t>
            </a:r>
            <a:r>
              <a:rPr sz="10425" spc="232" baseline="-4796" dirty="0">
                <a:solidFill>
                  <a:srgbClr val="DAFF6B"/>
                </a:solidFill>
                <a:latin typeface="Arial MT"/>
                <a:cs typeface="Arial MT"/>
              </a:rPr>
              <a:t> </a:t>
            </a:r>
            <a:r>
              <a:rPr sz="10425" spc="-615" baseline="-3996" dirty="0">
                <a:solidFill>
                  <a:srgbClr val="DAFF6B"/>
                </a:solidFill>
                <a:latin typeface="Arial MT"/>
                <a:cs typeface="Arial MT"/>
              </a:rPr>
              <a:t>S</a:t>
            </a:r>
            <a:r>
              <a:rPr sz="10425" spc="-615" baseline="-3597" dirty="0">
                <a:solidFill>
                  <a:srgbClr val="DAFF6B"/>
                </a:solidFill>
                <a:latin typeface="Arial MT"/>
                <a:cs typeface="Arial MT"/>
              </a:rPr>
              <a:t>T</a:t>
            </a:r>
            <a:r>
              <a:rPr sz="10425" spc="-615" baseline="-3197" dirty="0">
                <a:solidFill>
                  <a:srgbClr val="DAFF6B"/>
                </a:solidFill>
                <a:latin typeface="Arial MT"/>
                <a:cs typeface="Arial MT"/>
              </a:rPr>
              <a:t>R</a:t>
            </a:r>
            <a:r>
              <a:rPr sz="10425" spc="-615" baseline="-2398" dirty="0">
                <a:solidFill>
                  <a:srgbClr val="DAFF6B"/>
                </a:solidFill>
                <a:latin typeface="Arial MT"/>
                <a:cs typeface="Arial MT"/>
              </a:rPr>
              <a:t>U</a:t>
            </a:r>
            <a:r>
              <a:rPr sz="10425" spc="-615" baseline="-1598" dirty="0">
                <a:solidFill>
                  <a:srgbClr val="DAFF6B"/>
                </a:solidFill>
                <a:latin typeface="Arial MT"/>
                <a:cs typeface="Arial MT"/>
              </a:rPr>
              <a:t>C</a:t>
            </a:r>
            <a:r>
              <a:rPr sz="10425" spc="-615" baseline="-1199" dirty="0">
                <a:solidFill>
                  <a:srgbClr val="DAFF6B"/>
                </a:solidFill>
                <a:latin typeface="Arial MT"/>
                <a:cs typeface="Arial MT"/>
              </a:rPr>
              <a:t>T</a:t>
            </a:r>
            <a:r>
              <a:rPr sz="6950" spc="-409" dirty="0">
                <a:solidFill>
                  <a:srgbClr val="DAFF6B"/>
                </a:solidFill>
                <a:latin typeface="Arial MT"/>
                <a:cs typeface="Arial MT"/>
              </a:rPr>
              <a:t>URE</a:t>
            </a:r>
            <a:r>
              <a:rPr sz="10425" spc="-615" baseline="1199" dirty="0">
                <a:solidFill>
                  <a:srgbClr val="DAFF6B"/>
                </a:solidFill>
                <a:latin typeface="Arial MT"/>
                <a:cs typeface="Arial MT"/>
              </a:rPr>
              <a:t>D</a:t>
            </a:r>
            <a:endParaRPr sz="10425" baseline="1199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 rot="21540000">
            <a:off x="1039714" y="2019931"/>
            <a:ext cx="5728167" cy="882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600"/>
              </a:lnSpc>
            </a:pPr>
            <a:r>
              <a:rPr sz="10425" spc="-15" baseline="-3597" dirty="0">
                <a:solidFill>
                  <a:srgbClr val="DAFF6B"/>
                </a:solidFill>
                <a:latin typeface="Arial MT"/>
                <a:cs typeface="Arial MT"/>
              </a:rPr>
              <a:t>I</a:t>
            </a:r>
            <a:r>
              <a:rPr sz="10425" spc="-15" baseline="-3197" dirty="0">
                <a:solidFill>
                  <a:srgbClr val="DAFF6B"/>
                </a:solidFill>
                <a:latin typeface="Arial MT"/>
                <a:cs typeface="Arial MT"/>
              </a:rPr>
              <a:t>N</a:t>
            </a:r>
            <a:r>
              <a:rPr sz="10425" spc="-15" baseline="-2398" dirty="0">
                <a:solidFill>
                  <a:srgbClr val="DAFF6B"/>
                </a:solidFill>
                <a:latin typeface="Arial MT"/>
                <a:cs typeface="Arial MT"/>
              </a:rPr>
              <a:t>T</a:t>
            </a:r>
            <a:r>
              <a:rPr sz="10425" spc="-15" baseline="-1998" dirty="0">
                <a:solidFill>
                  <a:srgbClr val="DAFF6B"/>
                </a:solidFill>
                <a:latin typeface="Arial MT"/>
                <a:cs typeface="Arial MT"/>
              </a:rPr>
              <a:t>E</a:t>
            </a:r>
            <a:r>
              <a:rPr sz="10425" spc="-15" baseline="-1199" dirty="0">
                <a:solidFill>
                  <a:srgbClr val="DAFF6B"/>
                </a:solidFill>
                <a:latin typeface="Arial MT"/>
                <a:cs typeface="Arial MT"/>
              </a:rPr>
              <a:t>R</a:t>
            </a:r>
            <a:r>
              <a:rPr sz="6950" spc="-10" dirty="0">
                <a:solidFill>
                  <a:srgbClr val="DAFF6B"/>
                </a:solidFill>
                <a:latin typeface="Arial MT"/>
                <a:cs typeface="Arial MT"/>
              </a:rPr>
              <a:t>VIEW</a:t>
            </a:r>
            <a:r>
              <a:rPr sz="10425" spc="-15" baseline="1998" dirty="0">
                <a:solidFill>
                  <a:srgbClr val="DAFF6B"/>
                </a:solidFill>
                <a:latin typeface="Arial MT"/>
                <a:cs typeface="Arial MT"/>
              </a:rPr>
              <a:t>S</a:t>
            </a:r>
            <a:endParaRPr sz="10425" baseline="1998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87305" y="2823803"/>
            <a:ext cx="109119" cy="10911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87305" y="3379318"/>
            <a:ext cx="109119" cy="10911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87305" y="3934833"/>
            <a:ext cx="109119" cy="10911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87305" y="4490349"/>
            <a:ext cx="109119" cy="10911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87305" y="5045863"/>
            <a:ext cx="109119" cy="10911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87305" y="5601379"/>
            <a:ext cx="109119" cy="109118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87305" y="6156893"/>
            <a:ext cx="109119" cy="109118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87305" y="6712408"/>
            <a:ext cx="109119" cy="109118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87305" y="7267923"/>
            <a:ext cx="109119" cy="109119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87305" y="7823438"/>
            <a:ext cx="109119" cy="109119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87305" y="8378953"/>
            <a:ext cx="109119" cy="109119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87305" y="9489983"/>
            <a:ext cx="109119" cy="109118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8061507" y="2483072"/>
            <a:ext cx="9139555" cy="7247255"/>
          </a:xfrm>
          <a:prstGeom prst="rect">
            <a:avLst/>
          </a:prstGeom>
        </p:spPr>
        <p:txBody>
          <a:bodyPr vert="horz" wrap="square" lIns="0" tIns="1562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30"/>
              </a:spcBef>
            </a:pPr>
            <a:r>
              <a:rPr sz="2700" dirty="0">
                <a:solidFill>
                  <a:srgbClr val="3B0A85"/>
                </a:solidFill>
                <a:latin typeface="Trebuchet MS"/>
                <a:cs typeface="Trebuchet MS"/>
              </a:rPr>
              <a:t>Setting</a:t>
            </a:r>
            <a:r>
              <a:rPr sz="2700" spc="4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spc="60" dirty="0">
                <a:solidFill>
                  <a:srgbClr val="3B0A85"/>
                </a:solidFill>
                <a:latin typeface="Trebuchet MS"/>
                <a:cs typeface="Trebuchet MS"/>
              </a:rPr>
              <a:t>is</a:t>
            </a:r>
            <a:r>
              <a:rPr sz="2700" spc="4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spc="-10" dirty="0">
                <a:solidFill>
                  <a:srgbClr val="3B0A85"/>
                </a:solidFill>
                <a:latin typeface="Trebuchet MS"/>
                <a:cs typeface="Trebuchet MS"/>
              </a:rPr>
              <a:t>important</a:t>
            </a:r>
            <a:endParaRPr sz="2700">
              <a:latin typeface="Trebuchet MS"/>
              <a:cs typeface="Trebuchet MS"/>
            </a:endParaRPr>
          </a:p>
          <a:p>
            <a:pPr marL="12700" marR="1305560">
              <a:lnSpc>
                <a:spcPct val="135000"/>
              </a:lnSpc>
            </a:pPr>
            <a:r>
              <a:rPr sz="2700" spc="105" dirty="0">
                <a:solidFill>
                  <a:srgbClr val="3B0A85"/>
                </a:solidFill>
                <a:latin typeface="Trebuchet MS"/>
                <a:cs typeface="Trebuchet MS"/>
              </a:rPr>
              <a:t>Questions</a:t>
            </a:r>
            <a:r>
              <a:rPr sz="2700" spc="-4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spc="95" dirty="0">
                <a:solidFill>
                  <a:srgbClr val="3B0A85"/>
                </a:solidFill>
                <a:latin typeface="Trebuchet MS"/>
                <a:cs typeface="Trebuchet MS"/>
              </a:rPr>
              <a:t>and</a:t>
            </a:r>
            <a:r>
              <a:rPr sz="2700" spc="-4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spc="70" dirty="0">
                <a:solidFill>
                  <a:srgbClr val="3B0A85"/>
                </a:solidFill>
                <a:latin typeface="Trebuchet MS"/>
                <a:cs typeface="Trebuchet MS"/>
              </a:rPr>
              <a:t>question</a:t>
            </a:r>
            <a:r>
              <a:rPr sz="2700" spc="-4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dirty="0">
                <a:solidFill>
                  <a:srgbClr val="3B0A85"/>
                </a:solidFill>
                <a:latin typeface="Trebuchet MS"/>
                <a:cs typeface="Trebuchet MS"/>
              </a:rPr>
              <a:t>order</a:t>
            </a:r>
            <a:r>
              <a:rPr sz="2700" spc="-4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dirty="0">
                <a:solidFill>
                  <a:srgbClr val="3B0A85"/>
                </a:solidFill>
                <a:latin typeface="Trebuchet MS"/>
                <a:cs typeface="Trebuchet MS"/>
              </a:rPr>
              <a:t>are</a:t>
            </a:r>
            <a:r>
              <a:rPr sz="2700" spc="-4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spc="-10" dirty="0">
                <a:solidFill>
                  <a:srgbClr val="3B0A85"/>
                </a:solidFill>
                <a:latin typeface="Trebuchet MS"/>
                <a:cs typeface="Trebuchet MS"/>
              </a:rPr>
              <a:t>important </a:t>
            </a:r>
            <a:r>
              <a:rPr sz="2700" spc="55" dirty="0">
                <a:solidFill>
                  <a:srgbClr val="3B0A85"/>
                </a:solidFill>
                <a:latin typeface="Trebuchet MS"/>
                <a:cs typeface="Trebuchet MS"/>
              </a:rPr>
              <a:t>Create</a:t>
            </a:r>
            <a:r>
              <a:rPr sz="2700" spc="-8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dirty="0">
                <a:solidFill>
                  <a:srgbClr val="3B0A85"/>
                </a:solidFill>
                <a:latin typeface="Trebuchet MS"/>
                <a:cs typeface="Trebuchet MS"/>
              </a:rPr>
              <a:t>a</a:t>
            </a:r>
            <a:r>
              <a:rPr sz="2700" spc="-8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spc="45" dirty="0">
                <a:solidFill>
                  <a:srgbClr val="3B0A85"/>
                </a:solidFill>
                <a:latin typeface="Trebuchet MS"/>
                <a:cs typeface="Trebuchet MS"/>
              </a:rPr>
              <a:t>pleasant</a:t>
            </a:r>
            <a:r>
              <a:rPr sz="2700" spc="-8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spc="80" dirty="0">
                <a:solidFill>
                  <a:srgbClr val="3B0A85"/>
                </a:solidFill>
                <a:latin typeface="Trebuchet MS"/>
                <a:cs typeface="Trebuchet MS"/>
              </a:rPr>
              <a:t>atmosphere</a:t>
            </a:r>
            <a:r>
              <a:rPr sz="2700" spc="-8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dirty="0">
                <a:solidFill>
                  <a:srgbClr val="3B0A85"/>
                </a:solidFill>
                <a:latin typeface="Trebuchet MS"/>
                <a:cs typeface="Trebuchet MS"/>
              </a:rPr>
              <a:t>for</a:t>
            </a:r>
            <a:r>
              <a:rPr sz="2700" spc="-7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spc="50" dirty="0">
                <a:solidFill>
                  <a:srgbClr val="3B0A85"/>
                </a:solidFill>
                <a:latin typeface="Trebuchet MS"/>
                <a:cs typeface="Trebuchet MS"/>
              </a:rPr>
              <a:t>conversation </a:t>
            </a:r>
            <a:r>
              <a:rPr sz="2700" dirty="0">
                <a:solidFill>
                  <a:srgbClr val="3B0A85"/>
                </a:solidFill>
                <a:latin typeface="Trebuchet MS"/>
                <a:cs typeface="Trebuchet MS"/>
              </a:rPr>
              <a:t>Explain</a:t>
            </a:r>
            <a:r>
              <a:rPr sz="2700" spc="-9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spc="70" dirty="0">
                <a:solidFill>
                  <a:srgbClr val="3B0A85"/>
                </a:solidFill>
                <a:latin typeface="Trebuchet MS"/>
                <a:cs typeface="Trebuchet MS"/>
              </a:rPr>
              <a:t>how</a:t>
            </a:r>
            <a:r>
              <a:rPr sz="2700" spc="-9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dirty="0">
                <a:solidFill>
                  <a:srgbClr val="3B0A85"/>
                </a:solidFill>
                <a:latin typeface="Trebuchet MS"/>
                <a:cs typeface="Trebuchet MS"/>
              </a:rPr>
              <a:t>the</a:t>
            </a:r>
            <a:r>
              <a:rPr sz="2700" spc="-8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spc="-10" dirty="0">
                <a:solidFill>
                  <a:srgbClr val="3B0A85"/>
                </a:solidFill>
                <a:latin typeface="Trebuchet MS"/>
                <a:cs typeface="Trebuchet MS"/>
              </a:rPr>
              <a:t>interview</a:t>
            </a:r>
            <a:r>
              <a:rPr sz="2700" spc="-9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spc="-140" dirty="0">
                <a:solidFill>
                  <a:srgbClr val="3B0A85"/>
                </a:solidFill>
                <a:latin typeface="Trebuchet MS"/>
                <a:cs typeface="Trebuchet MS"/>
              </a:rPr>
              <a:t>will</a:t>
            </a:r>
            <a:r>
              <a:rPr sz="2700" spc="-8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spc="120" dirty="0">
                <a:solidFill>
                  <a:srgbClr val="3B0A85"/>
                </a:solidFill>
                <a:latin typeface="Trebuchet MS"/>
                <a:cs typeface="Trebuchet MS"/>
              </a:rPr>
              <a:t>be</a:t>
            </a:r>
            <a:r>
              <a:rPr sz="2700" spc="-9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spc="105" dirty="0">
                <a:solidFill>
                  <a:srgbClr val="3B0A85"/>
                </a:solidFill>
                <a:latin typeface="Trebuchet MS"/>
                <a:cs typeface="Trebuchet MS"/>
              </a:rPr>
              <a:t>conducted </a:t>
            </a:r>
            <a:r>
              <a:rPr sz="2700" spc="130" dirty="0">
                <a:solidFill>
                  <a:srgbClr val="3B0A85"/>
                </a:solidFill>
                <a:latin typeface="Trebuchet MS"/>
                <a:cs typeface="Trebuchet MS"/>
              </a:rPr>
              <a:t>Focus</a:t>
            </a:r>
            <a:r>
              <a:rPr sz="2700" spc="-7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spc="95" dirty="0">
                <a:solidFill>
                  <a:srgbClr val="3B0A85"/>
                </a:solidFill>
                <a:latin typeface="Trebuchet MS"/>
                <a:cs typeface="Trebuchet MS"/>
              </a:rPr>
              <a:t>on</a:t>
            </a:r>
            <a:r>
              <a:rPr sz="2700" spc="-7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dirty="0">
                <a:solidFill>
                  <a:srgbClr val="3B0A85"/>
                </a:solidFill>
                <a:latin typeface="Trebuchet MS"/>
                <a:cs typeface="Trebuchet MS"/>
              </a:rPr>
              <a:t>the</a:t>
            </a:r>
            <a:r>
              <a:rPr sz="2700" spc="-7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spc="85" dirty="0">
                <a:solidFill>
                  <a:srgbClr val="3B0A85"/>
                </a:solidFill>
                <a:latin typeface="Trebuchet MS"/>
                <a:cs typeface="Trebuchet MS"/>
              </a:rPr>
              <a:t>respondent(s)</a:t>
            </a:r>
            <a:r>
              <a:rPr sz="2700" spc="-6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spc="95" dirty="0">
                <a:solidFill>
                  <a:srgbClr val="3B0A85"/>
                </a:solidFill>
                <a:latin typeface="Trebuchet MS"/>
                <a:cs typeface="Trebuchet MS"/>
              </a:rPr>
              <a:t>and</a:t>
            </a:r>
            <a:r>
              <a:rPr sz="2700" spc="-7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dirty="0">
                <a:solidFill>
                  <a:srgbClr val="3B0A85"/>
                </a:solidFill>
                <a:latin typeface="Trebuchet MS"/>
                <a:cs typeface="Trebuchet MS"/>
              </a:rPr>
              <a:t>take</a:t>
            </a:r>
            <a:r>
              <a:rPr sz="2700" spc="-7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dirty="0">
                <a:solidFill>
                  <a:srgbClr val="3B0A85"/>
                </a:solidFill>
                <a:latin typeface="Trebuchet MS"/>
                <a:cs typeface="Trebuchet MS"/>
              </a:rPr>
              <a:t>a</a:t>
            </a:r>
            <a:r>
              <a:rPr sz="2700" spc="-6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spc="105" dirty="0">
                <a:solidFill>
                  <a:srgbClr val="3B0A85"/>
                </a:solidFill>
                <a:latin typeface="Trebuchet MS"/>
                <a:cs typeface="Trebuchet MS"/>
              </a:rPr>
              <a:t>back</a:t>
            </a:r>
            <a:r>
              <a:rPr sz="2700" spc="-7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spc="55" dirty="0">
                <a:solidFill>
                  <a:srgbClr val="3B0A85"/>
                </a:solidFill>
                <a:latin typeface="Trebuchet MS"/>
                <a:cs typeface="Trebuchet MS"/>
              </a:rPr>
              <a:t>seat </a:t>
            </a:r>
            <a:r>
              <a:rPr sz="2700" spc="70" dirty="0">
                <a:solidFill>
                  <a:srgbClr val="3B0A85"/>
                </a:solidFill>
                <a:latin typeface="Trebuchet MS"/>
                <a:cs typeface="Trebuchet MS"/>
              </a:rPr>
              <a:t>Be</a:t>
            </a:r>
            <a:r>
              <a:rPr sz="2700" spc="-9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spc="65" dirty="0">
                <a:solidFill>
                  <a:srgbClr val="3B0A85"/>
                </a:solidFill>
                <a:latin typeface="Trebuchet MS"/>
                <a:cs typeface="Trebuchet MS"/>
              </a:rPr>
              <a:t>curious</a:t>
            </a:r>
            <a:r>
              <a:rPr sz="2700" spc="-8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spc="70" dirty="0">
                <a:solidFill>
                  <a:srgbClr val="3B0A85"/>
                </a:solidFill>
                <a:latin typeface="Trebuchet MS"/>
                <a:cs typeface="Trebuchet MS"/>
              </a:rPr>
              <a:t>but</a:t>
            </a:r>
            <a:r>
              <a:rPr sz="2700" spc="-8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spc="50" dirty="0">
                <a:solidFill>
                  <a:srgbClr val="3B0A85"/>
                </a:solidFill>
                <a:latin typeface="Trebuchet MS"/>
                <a:cs typeface="Trebuchet MS"/>
              </a:rPr>
              <a:t>not</a:t>
            </a:r>
            <a:r>
              <a:rPr sz="2700" spc="-9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spc="-10" dirty="0">
                <a:solidFill>
                  <a:srgbClr val="3B0A85"/>
                </a:solidFill>
                <a:latin typeface="Trebuchet MS"/>
                <a:cs typeface="Trebuchet MS"/>
              </a:rPr>
              <a:t>knowledgeable</a:t>
            </a:r>
            <a:endParaRPr sz="2700">
              <a:latin typeface="Trebuchet MS"/>
              <a:cs typeface="Trebuchet MS"/>
            </a:endParaRPr>
          </a:p>
          <a:p>
            <a:pPr marL="12700" marR="2614295">
              <a:lnSpc>
                <a:spcPct val="135000"/>
              </a:lnSpc>
            </a:pPr>
            <a:r>
              <a:rPr sz="2700" spc="150" dirty="0">
                <a:solidFill>
                  <a:srgbClr val="3B0A85"/>
                </a:solidFill>
                <a:latin typeface="Trebuchet MS"/>
                <a:cs typeface="Trebuchet MS"/>
              </a:rPr>
              <a:t>Ask</a:t>
            </a:r>
            <a:r>
              <a:rPr sz="2700" spc="-4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dirty="0">
                <a:solidFill>
                  <a:srgbClr val="3B0A85"/>
                </a:solidFill>
                <a:latin typeface="Trebuchet MS"/>
                <a:cs typeface="Trebuchet MS"/>
              </a:rPr>
              <a:t>questions,</a:t>
            </a:r>
            <a:r>
              <a:rPr sz="2700" spc="-4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spc="120" dirty="0">
                <a:solidFill>
                  <a:srgbClr val="3B0A85"/>
                </a:solidFill>
                <a:latin typeface="Trebuchet MS"/>
                <a:cs typeface="Trebuchet MS"/>
              </a:rPr>
              <a:t>be</a:t>
            </a:r>
            <a:r>
              <a:rPr sz="2700" spc="-4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spc="70" dirty="0">
                <a:solidFill>
                  <a:srgbClr val="3B0A85"/>
                </a:solidFill>
                <a:latin typeface="Trebuchet MS"/>
                <a:cs typeface="Trebuchet MS"/>
              </a:rPr>
              <a:t>ready</a:t>
            </a:r>
            <a:r>
              <a:rPr sz="2700" spc="-4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spc="50" dirty="0">
                <a:solidFill>
                  <a:srgbClr val="3B0A85"/>
                </a:solidFill>
                <a:latin typeface="Trebuchet MS"/>
                <a:cs typeface="Trebuchet MS"/>
              </a:rPr>
              <a:t>to</a:t>
            </a:r>
            <a:r>
              <a:rPr sz="2700" spc="-4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dirty="0">
                <a:solidFill>
                  <a:srgbClr val="3B0A85"/>
                </a:solidFill>
                <a:latin typeface="Trebuchet MS"/>
                <a:cs typeface="Trebuchet MS"/>
              </a:rPr>
              <a:t>explain</a:t>
            </a:r>
            <a:r>
              <a:rPr sz="2700" spc="-4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spc="40" dirty="0">
                <a:solidFill>
                  <a:srgbClr val="3B0A85"/>
                </a:solidFill>
                <a:latin typeface="Trebuchet MS"/>
                <a:cs typeface="Trebuchet MS"/>
              </a:rPr>
              <a:t>things </a:t>
            </a:r>
            <a:r>
              <a:rPr sz="2700" spc="135" dirty="0">
                <a:solidFill>
                  <a:srgbClr val="3B0A85"/>
                </a:solidFill>
                <a:latin typeface="Trebuchet MS"/>
                <a:cs typeface="Trebuchet MS"/>
              </a:rPr>
              <a:t>No</a:t>
            </a:r>
            <a:r>
              <a:rPr sz="2700" spc="2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spc="100" dirty="0">
                <a:solidFill>
                  <a:srgbClr val="3B0A85"/>
                </a:solidFill>
                <a:latin typeface="Trebuchet MS"/>
                <a:cs typeface="Trebuchet MS"/>
              </a:rPr>
              <a:t>ambiguous</a:t>
            </a:r>
            <a:r>
              <a:rPr sz="2700" spc="2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dirty="0">
                <a:solidFill>
                  <a:srgbClr val="3B0A85"/>
                </a:solidFill>
                <a:latin typeface="Trebuchet MS"/>
                <a:cs typeface="Trebuchet MS"/>
              </a:rPr>
              <a:t>or</a:t>
            </a:r>
            <a:r>
              <a:rPr sz="2700" spc="2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dirty="0">
                <a:solidFill>
                  <a:srgbClr val="3B0A85"/>
                </a:solidFill>
                <a:latin typeface="Trebuchet MS"/>
                <a:cs typeface="Trebuchet MS"/>
              </a:rPr>
              <a:t>misleading</a:t>
            </a:r>
            <a:r>
              <a:rPr sz="2700" spc="2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spc="80" dirty="0">
                <a:solidFill>
                  <a:srgbClr val="3B0A85"/>
                </a:solidFill>
                <a:latin typeface="Trebuchet MS"/>
                <a:cs typeface="Trebuchet MS"/>
              </a:rPr>
              <a:t>questions</a:t>
            </a:r>
            <a:endParaRPr sz="2700">
              <a:latin typeface="Trebuchet MS"/>
              <a:cs typeface="Trebuchet MS"/>
            </a:endParaRPr>
          </a:p>
          <a:p>
            <a:pPr marL="12700" marR="538480">
              <a:lnSpc>
                <a:spcPct val="135000"/>
              </a:lnSpc>
            </a:pPr>
            <a:r>
              <a:rPr sz="2700" spc="185" dirty="0">
                <a:solidFill>
                  <a:srgbClr val="3B0A85"/>
                </a:solidFill>
                <a:latin typeface="Trebuchet MS"/>
                <a:cs typeface="Trebuchet MS"/>
              </a:rPr>
              <a:t>Do</a:t>
            </a:r>
            <a:r>
              <a:rPr sz="2700" spc="-10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spc="50" dirty="0">
                <a:solidFill>
                  <a:srgbClr val="3B0A85"/>
                </a:solidFill>
                <a:latin typeface="Trebuchet MS"/>
                <a:cs typeface="Trebuchet MS"/>
              </a:rPr>
              <a:t>not</a:t>
            </a:r>
            <a:r>
              <a:rPr sz="2700" spc="-10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spc="95" dirty="0">
                <a:solidFill>
                  <a:srgbClr val="3B0A85"/>
                </a:solidFill>
                <a:latin typeface="Trebuchet MS"/>
                <a:cs typeface="Trebuchet MS"/>
              </a:rPr>
              <a:t>ask</a:t>
            </a:r>
            <a:r>
              <a:rPr sz="2700" spc="-9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spc="-10" dirty="0">
                <a:solidFill>
                  <a:srgbClr val="3B0A85"/>
                </a:solidFill>
                <a:latin typeface="Trebuchet MS"/>
                <a:cs typeface="Trebuchet MS"/>
              </a:rPr>
              <a:t>alternative</a:t>
            </a:r>
            <a:r>
              <a:rPr sz="2700" spc="-10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spc="90" dirty="0">
                <a:solidFill>
                  <a:srgbClr val="3B0A85"/>
                </a:solidFill>
                <a:latin typeface="Trebuchet MS"/>
                <a:cs typeface="Trebuchet MS"/>
              </a:rPr>
              <a:t>questions</a:t>
            </a:r>
            <a:r>
              <a:rPr sz="2700" spc="-9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dirty="0">
                <a:solidFill>
                  <a:srgbClr val="3B0A85"/>
                </a:solidFill>
                <a:latin typeface="Trebuchet MS"/>
                <a:cs typeface="Trebuchet MS"/>
              </a:rPr>
              <a:t>or</a:t>
            </a:r>
            <a:r>
              <a:rPr sz="2700" spc="-10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spc="-10" dirty="0">
                <a:solidFill>
                  <a:srgbClr val="3B0A85"/>
                </a:solidFill>
                <a:latin typeface="Trebuchet MS"/>
                <a:cs typeface="Trebuchet MS"/>
              </a:rPr>
              <a:t>multiple</a:t>
            </a:r>
            <a:r>
              <a:rPr sz="2700" spc="-9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spc="80" dirty="0">
                <a:solidFill>
                  <a:srgbClr val="3B0A85"/>
                </a:solidFill>
                <a:latin typeface="Trebuchet MS"/>
                <a:cs typeface="Trebuchet MS"/>
              </a:rPr>
              <a:t>questions </a:t>
            </a:r>
            <a:r>
              <a:rPr sz="2700" spc="55" dirty="0">
                <a:solidFill>
                  <a:srgbClr val="3B0A85"/>
                </a:solidFill>
                <a:latin typeface="Trebuchet MS"/>
                <a:cs typeface="Trebuchet MS"/>
              </a:rPr>
              <a:t>Simple</a:t>
            </a:r>
            <a:r>
              <a:rPr sz="2700" spc="-8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spc="80" dirty="0">
                <a:solidFill>
                  <a:srgbClr val="3B0A85"/>
                </a:solidFill>
                <a:latin typeface="Trebuchet MS"/>
                <a:cs typeface="Trebuchet MS"/>
              </a:rPr>
              <a:t>choice</a:t>
            </a:r>
            <a:r>
              <a:rPr sz="2700" spc="-7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dirty="0">
                <a:solidFill>
                  <a:srgbClr val="3B0A85"/>
                </a:solidFill>
                <a:latin typeface="Trebuchet MS"/>
                <a:cs typeface="Trebuchet MS"/>
              </a:rPr>
              <a:t>of</a:t>
            </a:r>
            <a:r>
              <a:rPr sz="2700" spc="-7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spc="95" dirty="0">
                <a:solidFill>
                  <a:srgbClr val="3B0A85"/>
                </a:solidFill>
                <a:latin typeface="Trebuchet MS"/>
                <a:cs typeface="Trebuchet MS"/>
              </a:rPr>
              <a:t>words</a:t>
            </a:r>
            <a:endParaRPr sz="2700">
              <a:latin typeface="Trebuchet MS"/>
              <a:cs typeface="Trebuchet MS"/>
            </a:endParaRPr>
          </a:p>
          <a:p>
            <a:pPr marL="12700" marR="5080">
              <a:lnSpc>
                <a:spcPct val="135000"/>
              </a:lnSpc>
            </a:pPr>
            <a:r>
              <a:rPr sz="2700" spc="90" dirty="0">
                <a:solidFill>
                  <a:srgbClr val="3B0A85"/>
                </a:solidFill>
                <a:latin typeface="Trebuchet MS"/>
                <a:cs typeface="Trebuchet MS"/>
              </a:rPr>
              <a:t>Set</a:t>
            </a:r>
            <a:r>
              <a:rPr sz="2700" spc="-9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spc="120" dirty="0">
                <a:solidFill>
                  <a:srgbClr val="3B0A85"/>
                </a:solidFill>
                <a:latin typeface="Trebuchet MS"/>
                <a:cs typeface="Trebuchet MS"/>
              </a:rPr>
              <a:t>up</a:t>
            </a:r>
            <a:r>
              <a:rPr sz="2700" spc="-9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spc="95" dirty="0">
                <a:solidFill>
                  <a:srgbClr val="3B0A85"/>
                </a:solidFill>
                <a:latin typeface="Trebuchet MS"/>
                <a:cs typeface="Trebuchet MS"/>
              </a:rPr>
              <a:t>and</a:t>
            </a:r>
            <a:r>
              <a:rPr sz="2700" spc="-9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spc="70" dirty="0">
                <a:solidFill>
                  <a:srgbClr val="3B0A85"/>
                </a:solidFill>
                <a:latin typeface="Trebuchet MS"/>
                <a:cs typeface="Trebuchet MS"/>
              </a:rPr>
              <a:t>double</a:t>
            </a:r>
            <a:r>
              <a:rPr sz="2700" spc="-8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spc="95" dirty="0">
                <a:solidFill>
                  <a:srgbClr val="3B0A85"/>
                </a:solidFill>
                <a:latin typeface="Trebuchet MS"/>
                <a:cs typeface="Trebuchet MS"/>
              </a:rPr>
              <a:t>check</a:t>
            </a:r>
            <a:r>
              <a:rPr sz="2700" spc="-9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spc="70" dirty="0">
                <a:solidFill>
                  <a:srgbClr val="3B0A85"/>
                </a:solidFill>
                <a:latin typeface="Trebuchet MS"/>
                <a:cs typeface="Trebuchet MS"/>
              </a:rPr>
              <a:t>(and</a:t>
            </a:r>
            <a:r>
              <a:rPr sz="2700" spc="-9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spc="-25" dirty="0">
                <a:solidFill>
                  <a:srgbClr val="3B0A85"/>
                </a:solidFill>
                <a:latin typeface="Trebuchet MS"/>
                <a:cs typeface="Trebuchet MS"/>
              </a:rPr>
              <a:t>triple</a:t>
            </a:r>
            <a:r>
              <a:rPr sz="2700" spc="-9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spc="80" dirty="0">
                <a:solidFill>
                  <a:srgbClr val="3B0A85"/>
                </a:solidFill>
                <a:latin typeface="Trebuchet MS"/>
                <a:cs typeface="Trebuchet MS"/>
              </a:rPr>
              <a:t>check)</a:t>
            </a:r>
            <a:r>
              <a:rPr sz="2700" spc="-8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dirty="0">
                <a:solidFill>
                  <a:srgbClr val="3B0A85"/>
                </a:solidFill>
                <a:latin typeface="Trebuchet MS"/>
                <a:cs typeface="Trebuchet MS"/>
              </a:rPr>
              <a:t>the</a:t>
            </a:r>
            <a:r>
              <a:rPr sz="2700" spc="-9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spc="40" dirty="0">
                <a:solidFill>
                  <a:srgbClr val="3B0A85"/>
                </a:solidFill>
                <a:latin typeface="Trebuchet MS"/>
                <a:cs typeface="Trebuchet MS"/>
              </a:rPr>
              <a:t>recording </a:t>
            </a:r>
            <a:r>
              <a:rPr sz="2700" spc="70" dirty="0">
                <a:solidFill>
                  <a:srgbClr val="3B0A85"/>
                </a:solidFill>
                <a:latin typeface="Trebuchet MS"/>
                <a:cs typeface="Trebuchet MS"/>
              </a:rPr>
              <a:t>device</a:t>
            </a:r>
            <a:r>
              <a:rPr sz="2700" spc="-13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dirty="0">
                <a:solidFill>
                  <a:srgbClr val="3B0A85"/>
                </a:solidFill>
                <a:latin typeface="Trebuchet MS"/>
                <a:cs typeface="Trebuchet MS"/>
              </a:rPr>
              <a:t>in</a:t>
            </a:r>
            <a:r>
              <a:rPr sz="2700" spc="-13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spc="80" dirty="0">
                <a:solidFill>
                  <a:srgbClr val="3B0A85"/>
                </a:solidFill>
                <a:latin typeface="Trebuchet MS"/>
                <a:cs typeface="Trebuchet MS"/>
              </a:rPr>
              <a:t>advance</a:t>
            </a:r>
            <a:endParaRPr sz="2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135"/>
              </a:spcBef>
            </a:pPr>
            <a:r>
              <a:rPr sz="2700" dirty="0">
                <a:solidFill>
                  <a:srgbClr val="3B0A85"/>
                </a:solidFill>
                <a:latin typeface="Trebuchet MS"/>
                <a:cs typeface="Trebuchet MS"/>
              </a:rPr>
              <a:t>Take</a:t>
            </a:r>
            <a:r>
              <a:rPr sz="2700" spc="-1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spc="90" dirty="0">
                <a:solidFill>
                  <a:srgbClr val="3B0A85"/>
                </a:solidFill>
                <a:latin typeface="Trebuchet MS"/>
                <a:cs typeface="Trebuchet MS"/>
              </a:rPr>
              <a:t>notes</a:t>
            </a:r>
            <a:r>
              <a:rPr sz="2700" spc="-1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dirty="0">
                <a:solidFill>
                  <a:srgbClr val="3B0A85"/>
                </a:solidFill>
                <a:latin typeface="Trebuchet MS"/>
                <a:cs typeface="Trebuchet MS"/>
              </a:rPr>
              <a:t>during</a:t>
            </a:r>
            <a:r>
              <a:rPr sz="2700" spc="-1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dirty="0">
                <a:solidFill>
                  <a:srgbClr val="3B0A85"/>
                </a:solidFill>
                <a:latin typeface="Trebuchet MS"/>
                <a:cs typeface="Trebuchet MS"/>
              </a:rPr>
              <a:t>the</a:t>
            </a:r>
            <a:r>
              <a:rPr sz="2700" spc="-1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spc="-10" dirty="0">
                <a:solidFill>
                  <a:srgbClr val="3B0A85"/>
                </a:solidFill>
                <a:latin typeface="Trebuchet MS"/>
                <a:cs typeface="Trebuchet MS"/>
              </a:rPr>
              <a:t>interview</a:t>
            </a:r>
            <a:endParaRPr sz="27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83493" y="4391686"/>
            <a:ext cx="12004675" cy="3492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00"/>
              </a:lnSpc>
              <a:spcBef>
                <a:spcPts val="100"/>
              </a:spcBef>
              <a:tabLst>
                <a:tab pos="431165" algn="l"/>
              </a:tabLst>
            </a:pPr>
            <a:r>
              <a:rPr sz="2800" b="1" spc="12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2800" b="1" dirty="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sz="2800" b="1" spc="60" dirty="0">
                <a:solidFill>
                  <a:srgbClr val="FFFFFF"/>
                </a:solidFill>
                <a:latin typeface="Trebuchet MS"/>
                <a:cs typeface="Trebuchet MS"/>
              </a:rPr>
              <a:t>moderator</a:t>
            </a:r>
            <a:r>
              <a:rPr sz="2800" b="1" spc="-1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b="1" dirty="0">
                <a:solidFill>
                  <a:srgbClr val="FFFFFF"/>
                </a:solidFill>
                <a:latin typeface="Trebuchet MS"/>
                <a:cs typeface="Trebuchet MS"/>
              </a:rPr>
              <a:t>of</a:t>
            </a:r>
            <a:r>
              <a:rPr sz="2800" b="1" spc="-1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b="1" spc="114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2800" b="1" spc="-1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b="1" dirty="0">
                <a:solidFill>
                  <a:srgbClr val="FFFFFF"/>
                </a:solidFill>
                <a:latin typeface="Trebuchet MS"/>
                <a:cs typeface="Trebuchet MS"/>
              </a:rPr>
              <a:t>listening</a:t>
            </a:r>
            <a:r>
              <a:rPr sz="2800" b="1" spc="-1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b="1" spc="120" dirty="0">
                <a:solidFill>
                  <a:srgbClr val="FFFFFF"/>
                </a:solidFill>
                <a:latin typeface="Trebuchet MS"/>
                <a:cs typeface="Trebuchet MS"/>
              </a:rPr>
              <a:t>session</a:t>
            </a:r>
            <a:r>
              <a:rPr sz="2800" b="1" spc="-1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b="1" spc="135" dirty="0">
                <a:solidFill>
                  <a:srgbClr val="FFFFFF"/>
                </a:solidFill>
                <a:latin typeface="Trebuchet MS"/>
                <a:cs typeface="Trebuchet MS"/>
              </a:rPr>
              <a:t>must</a:t>
            </a:r>
            <a:r>
              <a:rPr sz="2800" b="1" spc="-1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b="1" spc="114" dirty="0">
                <a:solidFill>
                  <a:srgbClr val="FFFFFF"/>
                </a:solidFill>
                <a:latin typeface="Trebuchet MS"/>
                <a:cs typeface="Trebuchet MS"/>
              </a:rPr>
              <a:t>be</a:t>
            </a:r>
            <a:r>
              <a:rPr sz="2800" b="1" spc="-1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b="1" spc="70" dirty="0">
                <a:solidFill>
                  <a:srgbClr val="FFFFFF"/>
                </a:solidFill>
                <a:latin typeface="Trebuchet MS"/>
                <a:cs typeface="Trebuchet MS"/>
              </a:rPr>
              <a:t>prepared</a:t>
            </a:r>
            <a:r>
              <a:rPr sz="2800" b="1" spc="-1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b="1" spc="70" dirty="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sz="2800" b="1" spc="-1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b="1" dirty="0">
                <a:solidFill>
                  <a:srgbClr val="FFFFFF"/>
                </a:solidFill>
                <a:latin typeface="Trebuchet MS"/>
                <a:cs typeface="Trebuchet MS"/>
              </a:rPr>
              <a:t>intervene</a:t>
            </a:r>
            <a:r>
              <a:rPr sz="2800" b="1" spc="-1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b="1" spc="-20" dirty="0">
                <a:solidFill>
                  <a:srgbClr val="FFFFFF"/>
                </a:solidFill>
                <a:latin typeface="Trebuchet MS"/>
                <a:cs typeface="Trebuchet MS"/>
              </a:rPr>
              <a:t>in</a:t>
            </a:r>
            <a:r>
              <a:rPr sz="2800" b="1" spc="-1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b="1" spc="65" dirty="0">
                <a:solidFill>
                  <a:srgbClr val="FFFFFF"/>
                </a:solidFill>
                <a:latin typeface="Trebuchet MS"/>
                <a:cs typeface="Trebuchet MS"/>
              </a:rPr>
              <a:t>a number</a:t>
            </a:r>
            <a:r>
              <a:rPr sz="2800" b="1" spc="-1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b="1" dirty="0">
                <a:solidFill>
                  <a:srgbClr val="FFFFFF"/>
                </a:solidFill>
                <a:latin typeface="Trebuchet MS"/>
                <a:cs typeface="Trebuchet MS"/>
              </a:rPr>
              <a:t>of</a:t>
            </a:r>
            <a:r>
              <a:rPr sz="2800" b="1" spc="-1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b="1" spc="80" dirty="0">
                <a:solidFill>
                  <a:srgbClr val="FFFFFF"/>
                </a:solidFill>
                <a:latin typeface="Trebuchet MS"/>
                <a:cs typeface="Trebuchet MS"/>
              </a:rPr>
              <a:t>cases:</a:t>
            </a:r>
            <a:endParaRPr sz="2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2800" spc="125" dirty="0">
                <a:solidFill>
                  <a:srgbClr val="FFFFFF"/>
                </a:solidFill>
                <a:latin typeface="Trebuchet MS"/>
                <a:cs typeface="Trebuchet MS"/>
              </a:rPr>
              <a:t>Someone</a:t>
            </a:r>
            <a:r>
              <a:rPr sz="2800" spc="-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spc="60" dirty="0">
                <a:solidFill>
                  <a:srgbClr val="FFFFFF"/>
                </a:solidFill>
                <a:latin typeface="Trebuchet MS"/>
                <a:cs typeface="Trebuchet MS"/>
              </a:rPr>
              <a:t>is</a:t>
            </a:r>
            <a:r>
              <a:rPr sz="2800" spc="-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spc="45" dirty="0">
                <a:solidFill>
                  <a:srgbClr val="FFFFFF"/>
                </a:solidFill>
                <a:latin typeface="Trebuchet MS"/>
                <a:cs typeface="Trebuchet MS"/>
              </a:rPr>
              <a:t>dominating</a:t>
            </a:r>
            <a:r>
              <a:rPr sz="2800" spc="-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sz="2800" spc="-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spc="55" dirty="0">
                <a:solidFill>
                  <a:srgbClr val="FFFFFF"/>
                </a:solidFill>
                <a:latin typeface="Trebuchet MS"/>
                <a:cs typeface="Trebuchet MS"/>
              </a:rPr>
              <a:t>conversation</a:t>
            </a:r>
            <a:endParaRPr sz="2800">
              <a:latin typeface="Trebuchet MS"/>
              <a:cs typeface="Trebuchet MS"/>
            </a:endParaRPr>
          </a:p>
          <a:p>
            <a:pPr marL="12700" marR="2658745">
              <a:lnSpc>
                <a:spcPct val="116100"/>
              </a:lnSpc>
            </a:pPr>
            <a:r>
              <a:rPr sz="2800" dirty="0">
                <a:solidFill>
                  <a:srgbClr val="FFFFFF"/>
                </a:solidFill>
                <a:latin typeface="Trebuchet MS"/>
                <a:cs typeface="Trebuchet MS"/>
              </a:rPr>
              <a:t>People</a:t>
            </a:r>
            <a:r>
              <a:rPr sz="28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FFFFFF"/>
                </a:solidFill>
                <a:latin typeface="Trebuchet MS"/>
                <a:cs typeface="Trebuchet MS"/>
              </a:rPr>
              <a:t>are</a:t>
            </a:r>
            <a:r>
              <a:rPr sz="28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spc="60" dirty="0">
                <a:solidFill>
                  <a:srgbClr val="FFFFFF"/>
                </a:solidFill>
                <a:latin typeface="Trebuchet MS"/>
                <a:cs typeface="Trebuchet MS"/>
              </a:rPr>
              <a:t>not</a:t>
            </a:r>
            <a:r>
              <a:rPr sz="28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spc="85" dirty="0">
                <a:solidFill>
                  <a:srgbClr val="FFFFFF"/>
                </a:solidFill>
                <a:latin typeface="Trebuchet MS"/>
                <a:cs typeface="Trebuchet MS"/>
              </a:rPr>
              <a:t>responding</a:t>
            </a:r>
            <a:r>
              <a:rPr sz="28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FFFFFF"/>
                </a:solidFill>
                <a:latin typeface="Trebuchet MS"/>
                <a:cs typeface="Trebuchet MS"/>
              </a:rPr>
              <a:t>or</a:t>
            </a:r>
            <a:r>
              <a:rPr sz="28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spc="85" dirty="0">
                <a:solidFill>
                  <a:srgbClr val="FFFFFF"/>
                </a:solidFill>
                <a:latin typeface="Trebuchet MS"/>
                <a:cs typeface="Trebuchet MS"/>
              </a:rPr>
              <a:t>responding</a:t>
            </a:r>
            <a:r>
              <a:rPr sz="28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Trebuchet MS"/>
                <a:cs typeface="Trebuchet MS"/>
              </a:rPr>
              <a:t>inappropriately </a:t>
            </a:r>
            <a:r>
              <a:rPr sz="2800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sz="2800" spc="-1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spc="65" dirty="0">
                <a:solidFill>
                  <a:srgbClr val="FFFFFF"/>
                </a:solidFill>
                <a:latin typeface="Trebuchet MS"/>
                <a:cs typeface="Trebuchet MS"/>
              </a:rPr>
              <a:t>conversation</a:t>
            </a:r>
            <a:r>
              <a:rPr sz="2800" spc="-1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spc="100" dirty="0">
                <a:solidFill>
                  <a:srgbClr val="FFFFFF"/>
                </a:solidFill>
                <a:latin typeface="Trebuchet MS"/>
                <a:cs typeface="Trebuchet MS"/>
              </a:rPr>
              <a:t>strays</a:t>
            </a:r>
            <a:r>
              <a:rPr sz="2800" spc="-11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spc="-40" dirty="0">
                <a:solidFill>
                  <a:srgbClr val="FFFFFF"/>
                </a:solidFill>
                <a:latin typeface="Trebuchet MS"/>
                <a:cs typeface="Trebuchet MS"/>
              </a:rPr>
              <a:t>far</a:t>
            </a:r>
            <a:r>
              <a:rPr sz="2800" spc="-1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FFFFFF"/>
                </a:solidFill>
                <a:latin typeface="Trebuchet MS"/>
                <a:cs typeface="Trebuchet MS"/>
              </a:rPr>
              <a:t>off</a:t>
            </a:r>
            <a:r>
              <a:rPr sz="2800" spc="-1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spc="50" dirty="0">
                <a:solidFill>
                  <a:srgbClr val="FFFFFF"/>
                </a:solidFill>
                <a:latin typeface="Trebuchet MS"/>
                <a:cs typeface="Trebuchet MS"/>
              </a:rPr>
              <a:t>topic</a:t>
            </a:r>
            <a:endParaRPr sz="2800">
              <a:latin typeface="Trebuchet MS"/>
              <a:cs typeface="Trebuchet MS"/>
            </a:endParaRPr>
          </a:p>
          <a:p>
            <a:pPr marL="12700" marR="5949950">
              <a:lnSpc>
                <a:spcPct val="116100"/>
              </a:lnSpc>
            </a:pPr>
            <a:r>
              <a:rPr sz="2800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sz="2800" spc="-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spc="65" dirty="0">
                <a:solidFill>
                  <a:srgbClr val="FFFFFF"/>
                </a:solidFill>
                <a:latin typeface="Trebuchet MS"/>
                <a:cs typeface="Trebuchet MS"/>
              </a:rPr>
              <a:t>conversation</a:t>
            </a:r>
            <a:r>
              <a:rPr sz="2800" spc="-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spc="50" dirty="0">
                <a:solidFill>
                  <a:srgbClr val="FFFFFF"/>
                </a:solidFill>
                <a:latin typeface="Trebuchet MS"/>
                <a:cs typeface="Trebuchet MS"/>
              </a:rPr>
              <a:t>remains</a:t>
            </a:r>
            <a:r>
              <a:rPr sz="2800" spc="-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Trebuchet MS"/>
                <a:cs typeface="Trebuchet MS"/>
              </a:rPr>
              <a:t>superficial </a:t>
            </a:r>
            <a:r>
              <a:rPr sz="2800" spc="150" dirty="0">
                <a:solidFill>
                  <a:srgbClr val="FFFFFF"/>
                </a:solidFill>
                <a:latin typeface="Trebuchet MS"/>
                <a:cs typeface="Trebuchet MS"/>
              </a:rPr>
              <a:t>Some</a:t>
            </a:r>
            <a:r>
              <a:rPr sz="2800" spc="-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spc="90" dirty="0">
                <a:solidFill>
                  <a:srgbClr val="FFFFFF"/>
                </a:solidFill>
                <a:latin typeface="Trebuchet MS"/>
                <a:cs typeface="Trebuchet MS"/>
              </a:rPr>
              <a:t>group</a:t>
            </a:r>
            <a:r>
              <a:rPr sz="2800" spc="-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spc="110" dirty="0">
                <a:solidFill>
                  <a:srgbClr val="FFFFFF"/>
                </a:solidFill>
                <a:latin typeface="Trebuchet MS"/>
                <a:cs typeface="Trebuchet MS"/>
              </a:rPr>
              <a:t>members</a:t>
            </a:r>
            <a:r>
              <a:rPr sz="2800" spc="-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spc="165" dirty="0">
                <a:solidFill>
                  <a:srgbClr val="FFFFFF"/>
                </a:solidFill>
                <a:latin typeface="Trebuchet MS"/>
                <a:cs typeface="Trebuchet MS"/>
              </a:rPr>
              <a:t>do</a:t>
            </a:r>
            <a:r>
              <a:rPr sz="2800" spc="-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spc="60" dirty="0">
                <a:solidFill>
                  <a:srgbClr val="FFFFFF"/>
                </a:solidFill>
                <a:latin typeface="Trebuchet MS"/>
                <a:cs typeface="Trebuchet MS"/>
              </a:rPr>
              <a:t>not</a:t>
            </a:r>
            <a:r>
              <a:rPr sz="2800" spc="-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spc="90" dirty="0">
                <a:solidFill>
                  <a:srgbClr val="FFFFFF"/>
                </a:solidFill>
                <a:latin typeface="Trebuchet MS"/>
                <a:cs typeface="Trebuchet MS"/>
              </a:rPr>
              <a:t>speak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383493" y="2223799"/>
            <a:ext cx="12749530" cy="1473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0" b="0" dirty="0">
                <a:solidFill>
                  <a:srgbClr val="DBC2FD"/>
                </a:solidFill>
                <a:latin typeface="Arial MT"/>
                <a:cs typeface="Arial MT"/>
              </a:rPr>
              <a:t>LISTENING</a:t>
            </a:r>
            <a:r>
              <a:rPr sz="9500" b="0" spc="345" dirty="0">
                <a:solidFill>
                  <a:srgbClr val="DBC2FD"/>
                </a:solidFill>
                <a:latin typeface="Arial MT"/>
                <a:cs typeface="Arial MT"/>
              </a:rPr>
              <a:t> </a:t>
            </a:r>
            <a:r>
              <a:rPr sz="9500" b="0" spc="-270" dirty="0">
                <a:solidFill>
                  <a:srgbClr val="DBC2FD"/>
                </a:solidFill>
                <a:latin typeface="Arial MT"/>
                <a:cs typeface="Arial MT"/>
              </a:rPr>
              <a:t>SESSIONS</a:t>
            </a:r>
            <a:endParaRPr sz="95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196554" y="557605"/>
            <a:ext cx="9778365" cy="3287395"/>
          </a:xfrm>
          <a:custGeom>
            <a:avLst/>
            <a:gdLst/>
            <a:ahLst/>
            <a:cxnLst/>
            <a:rect l="l" t="t" r="r" b="b"/>
            <a:pathLst>
              <a:path w="9778365" h="3287395">
                <a:moveTo>
                  <a:pt x="9778086" y="749935"/>
                </a:moveTo>
                <a:lnTo>
                  <a:pt x="110197" y="0"/>
                </a:lnTo>
                <a:lnTo>
                  <a:pt x="0" y="1420672"/>
                </a:lnTo>
                <a:lnTo>
                  <a:pt x="1865566" y="1565389"/>
                </a:lnTo>
                <a:lnTo>
                  <a:pt x="1778939" y="2682176"/>
                </a:lnTo>
                <a:lnTo>
                  <a:pt x="9581261" y="3287395"/>
                </a:lnTo>
                <a:lnTo>
                  <a:pt x="9667888" y="2170607"/>
                </a:lnTo>
                <a:lnTo>
                  <a:pt x="9778086" y="749935"/>
                </a:lnTo>
                <a:close/>
              </a:path>
            </a:pathLst>
          </a:custGeom>
          <a:solidFill>
            <a:srgbClr val="DAFF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 rot="240000">
            <a:off x="8456635" y="1071802"/>
            <a:ext cx="9257239" cy="1162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785"/>
              </a:lnSpc>
            </a:pPr>
            <a:r>
              <a:rPr sz="9150" dirty="0">
                <a:solidFill>
                  <a:srgbClr val="3B0A85"/>
                </a:solidFill>
                <a:latin typeface="Arial MT"/>
                <a:cs typeface="Arial MT"/>
              </a:rPr>
              <a:t>FIELD</a:t>
            </a:r>
            <a:r>
              <a:rPr sz="9150" spc="-170" dirty="0">
                <a:solidFill>
                  <a:srgbClr val="3B0A85"/>
                </a:solidFill>
                <a:latin typeface="Arial MT"/>
                <a:cs typeface="Arial MT"/>
              </a:rPr>
              <a:t> </a:t>
            </a:r>
            <a:r>
              <a:rPr sz="9150" spc="40" dirty="0">
                <a:solidFill>
                  <a:srgbClr val="3B0A85"/>
                </a:solidFill>
                <a:latin typeface="Arial MT"/>
                <a:cs typeface="Arial MT"/>
              </a:rPr>
              <a:t>TES</a:t>
            </a:r>
            <a:r>
              <a:rPr sz="13725" spc="60" baseline="-1214" dirty="0">
                <a:solidFill>
                  <a:srgbClr val="3B0A85"/>
                </a:solidFill>
                <a:latin typeface="Arial MT"/>
                <a:cs typeface="Arial MT"/>
              </a:rPr>
              <a:t>T</a:t>
            </a:r>
            <a:r>
              <a:rPr sz="13725" spc="60" baseline="-1517" dirty="0">
                <a:solidFill>
                  <a:srgbClr val="3B0A85"/>
                </a:solidFill>
                <a:latin typeface="Arial MT"/>
                <a:cs typeface="Arial MT"/>
              </a:rPr>
              <a:t>IN</a:t>
            </a:r>
            <a:r>
              <a:rPr sz="13725" spc="60" baseline="-1821" dirty="0">
                <a:solidFill>
                  <a:srgbClr val="3B0A85"/>
                </a:solidFill>
                <a:latin typeface="Arial MT"/>
                <a:cs typeface="Arial MT"/>
              </a:rPr>
              <a:t>G</a:t>
            </a:r>
            <a:r>
              <a:rPr sz="13725" spc="60" baseline="-2125" dirty="0">
                <a:solidFill>
                  <a:srgbClr val="3B0A85"/>
                </a:solidFill>
                <a:latin typeface="Arial MT"/>
                <a:cs typeface="Arial MT"/>
              </a:rPr>
              <a:t>/</a:t>
            </a:r>
            <a:endParaRPr sz="13725" baseline="-2125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 rot="240000">
            <a:off x="10229257" y="2257282"/>
            <a:ext cx="7404586" cy="1162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865"/>
              </a:lnSpc>
            </a:pPr>
            <a:r>
              <a:rPr sz="9150" spc="-100" dirty="0">
                <a:solidFill>
                  <a:srgbClr val="3B0A85"/>
                </a:solidFill>
                <a:latin typeface="Arial MT"/>
                <a:cs typeface="Arial MT"/>
              </a:rPr>
              <a:t>PRETESTI</a:t>
            </a:r>
            <a:r>
              <a:rPr sz="13725" spc="-150" baseline="-1214" dirty="0">
                <a:solidFill>
                  <a:srgbClr val="3B0A85"/>
                </a:solidFill>
                <a:latin typeface="Arial MT"/>
                <a:cs typeface="Arial MT"/>
              </a:rPr>
              <a:t>N</a:t>
            </a:r>
            <a:r>
              <a:rPr sz="13725" spc="-150" baseline="-1517" dirty="0">
                <a:solidFill>
                  <a:srgbClr val="3B0A85"/>
                </a:solidFill>
                <a:latin typeface="Arial MT"/>
                <a:cs typeface="Arial MT"/>
              </a:rPr>
              <a:t>G</a:t>
            </a:r>
            <a:endParaRPr sz="13725" baseline="-1517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83728" y="7890071"/>
            <a:ext cx="8258809" cy="686435"/>
          </a:xfrm>
          <a:prstGeom prst="rect">
            <a:avLst/>
          </a:prstGeom>
          <a:solidFill>
            <a:srgbClr val="D0C2F5"/>
          </a:solidFill>
        </p:spPr>
        <p:txBody>
          <a:bodyPr vert="horz" wrap="square" lIns="0" tIns="65405" rIns="0" bIns="0" rtlCol="0">
            <a:spAutoFit/>
          </a:bodyPr>
          <a:lstStyle/>
          <a:p>
            <a:pPr marL="162560">
              <a:lnSpc>
                <a:spcPct val="100000"/>
              </a:lnSpc>
              <a:spcBef>
                <a:spcPts val="515"/>
              </a:spcBef>
            </a:pPr>
            <a:r>
              <a:rPr sz="3200" b="1" spc="155" dirty="0">
                <a:solidFill>
                  <a:srgbClr val="3B0A85"/>
                </a:solidFill>
                <a:latin typeface="Trebuchet MS"/>
                <a:cs typeface="Trebuchet MS"/>
              </a:rPr>
              <a:t>Do</a:t>
            </a:r>
            <a:r>
              <a:rPr sz="3200" b="1" spc="-20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200" b="1" spc="135" dirty="0">
                <a:solidFill>
                  <a:srgbClr val="3B0A85"/>
                </a:solidFill>
                <a:latin typeface="Trebuchet MS"/>
                <a:cs typeface="Trebuchet MS"/>
              </a:rPr>
              <a:t>a</a:t>
            </a:r>
            <a:r>
              <a:rPr sz="3200" b="1" spc="-20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200" b="1" spc="120" dirty="0">
                <a:solidFill>
                  <a:srgbClr val="3B0A85"/>
                </a:solidFill>
                <a:latin typeface="Trebuchet MS"/>
                <a:cs typeface="Trebuchet MS"/>
              </a:rPr>
              <a:t>test</a:t>
            </a:r>
            <a:r>
              <a:rPr sz="3200" b="1" spc="-20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200" b="1" dirty="0">
                <a:solidFill>
                  <a:srgbClr val="3B0A85"/>
                </a:solidFill>
                <a:latin typeface="Trebuchet MS"/>
                <a:cs typeface="Trebuchet MS"/>
              </a:rPr>
              <a:t>run</a:t>
            </a:r>
            <a:r>
              <a:rPr sz="3200" b="1" spc="-20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200" b="1" spc="50" dirty="0">
                <a:solidFill>
                  <a:srgbClr val="3B0A85"/>
                </a:solidFill>
                <a:latin typeface="Trebuchet MS"/>
                <a:cs typeface="Trebuchet MS"/>
              </a:rPr>
              <a:t>before</a:t>
            </a:r>
            <a:r>
              <a:rPr sz="3200" b="1" spc="-20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200" b="1" spc="55" dirty="0">
                <a:solidFill>
                  <a:srgbClr val="3B0A85"/>
                </a:solidFill>
                <a:latin typeface="Trebuchet MS"/>
                <a:cs typeface="Trebuchet MS"/>
              </a:rPr>
              <a:t>the</a:t>
            </a:r>
            <a:r>
              <a:rPr sz="3200" b="1" spc="-19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200" b="1" spc="85" dirty="0">
                <a:solidFill>
                  <a:srgbClr val="3B0A85"/>
                </a:solidFill>
                <a:latin typeface="Trebuchet MS"/>
                <a:cs typeface="Trebuchet MS"/>
              </a:rPr>
              <a:t>actual</a:t>
            </a:r>
            <a:r>
              <a:rPr sz="3200" b="1" spc="-20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200" b="1" spc="-10" dirty="0">
                <a:solidFill>
                  <a:srgbClr val="3B0A85"/>
                </a:solidFill>
                <a:latin typeface="Trebuchet MS"/>
                <a:cs typeface="Trebuchet MS"/>
              </a:rPr>
              <a:t>interview</a:t>
            </a:r>
            <a:endParaRPr sz="3200">
              <a:latin typeface="Trebuchet MS"/>
              <a:cs typeface="Trebuchet MS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27198" y="4714459"/>
            <a:ext cx="133350" cy="13334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27198" y="5152609"/>
            <a:ext cx="133350" cy="13334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27198" y="5590759"/>
            <a:ext cx="133350" cy="13334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27198" y="6028909"/>
            <a:ext cx="133350" cy="13334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27198" y="6467059"/>
            <a:ext cx="133350" cy="13334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27198" y="7343359"/>
            <a:ext cx="133350" cy="133349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2533883" y="4485923"/>
            <a:ext cx="7895590" cy="3141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645"/>
              </a:lnSpc>
              <a:spcBef>
                <a:spcPts val="100"/>
              </a:spcBef>
            </a:pPr>
            <a:r>
              <a:rPr sz="3200" spc="-35" dirty="0">
                <a:solidFill>
                  <a:srgbClr val="FFFFFF"/>
                </a:solidFill>
                <a:latin typeface="Trebuchet MS"/>
                <a:cs typeface="Trebuchet MS"/>
              </a:rPr>
              <a:t>Train</a:t>
            </a:r>
            <a:r>
              <a:rPr sz="3200" spc="-1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rebuchet MS"/>
                <a:cs typeface="Trebuchet MS"/>
              </a:rPr>
              <a:t>interviewers</a:t>
            </a:r>
            <a:endParaRPr sz="3200">
              <a:latin typeface="Trebuchet MS"/>
              <a:cs typeface="Trebuchet MS"/>
            </a:endParaRPr>
          </a:p>
          <a:p>
            <a:pPr marL="12700" marR="391160">
              <a:lnSpc>
                <a:spcPts val="3450"/>
              </a:lnSpc>
              <a:spcBef>
                <a:spcPts val="244"/>
              </a:spcBef>
            </a:pPr>
            <a:r>
              <a:rPr sz="3200" dirty="0">
                <a:solidFill>
                  <a:srgbClr val="FFFFFF"/>
                </a:solidFill>
                <a:latin typeface="Trebuchet MS"/>
                <a:cs typeface="Trebuchet MS"/>
              </a:rPr>
              <a:t>Review</a:t>
            </a:r>
            <a:r>
              <a:rPr sz="3200" spc="-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100" dirty="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sz="3200" spc="-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60" dirty="0">
                <a:solidFill>
                  <a:srgbClr val="FFFFFF"/>
                </a:solidFill>
                <a:latin typeface="Trebuchet MS"/>
                <a:cs typeface="Trebuchet MS"/>
              </a:rPr>
              <a:t>improve</a:t>
            </a:r>
            <a:r>
              <a:rPr sz="3200" spc="-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sz="3200" spc="-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rebuchet MS"/>
                <a:cs typeface="Trebuchet MS"/>
              </a:rPr>
              <a:t>interview</a:t>
            </a:r>
            <a:r>
              <a:rPr sz="3200" spc="-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50" dirty="0">
                <a:solidFill>
                  <a:srgbClr val="FFFFFF"/>
                </a:solidFill>
                <a:latin typeface="Trebuchet MS"/>
                <a:cs typeface="Trebuchet MS"/>
              </a:rPr>
              <a:t>guide </a:t>
            </a:r>
            <a:r>
              <a:rPr sz="3200" spc="70" dirty="0">
                <a:solidFill>
                  <a:srgbClr val="FFFFFF"/>
                </a:solidFill>
                <a:latin typeface="Trebuchet MS"/>
                <a:cs typeface="Trebuchet MS"/>
              </a:rPr>
              <a:t>Is</a:t>
            </a:r>
            <a:r>
              <a:rPr sz="3200" spc="-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sz="3200" spc="-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60" dirty="0">
                <a:solidFill>
                  <a:srgbClr val="FFFFFF"/>
                </a:solidFill>
                <a:latin typeface="Trebuchet MS"/>
                <a:cs typeface="Trebuchet MS"/>
              </a:rPr>
              <a:t>guide</a:t>
            </a:r>
            <a:r>
              <a:rPr sz="3200" spc="-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140" dirty="0">
                <a:solidFill>
                  <a:srgbClr val="FFFFFF"/>
                </a:solidFill>
                <a:latin typeface="Trebuchet MS"/>
                <a:cs typeface="Trebuchet MS"/>
              </a:rPr>
              <a:t>easy</a:t>
            </a:r>
            <a:r>
              <a:rPr sz="3200" spc="-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60" dirty="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sz="3200" spc="-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200" dirty="0">
                <a:solidFill>
                  <a:srgbClr val="FFFFFF"/>
                </a:solidFill>
                <a:latin typeface="Trebuchet MS"/>
                <a:cs typeface="Trebuchet MS"/>
              </a:rPr>
              <a:t>use?</a:t>
            </a:r>
            <a:endParaRPr sz="3200">
              <a:latin typeface="Trebuchet MS"/>
              <a:cs typeface="Trebuchet MS"/>
            </a:endParaRPr>
          </a:p>
          <a:p>
            <a:pPr marL="12700">
              <a:lnSpc>
                <a:spcPts val="3204"/>
              </a:lnSpc>
            </a:pPr>
            <a:r>
              <a:rPr sz="3200" spc="70" dirty="0">
                <a:solidFill>
                  <a:srgbClr val="FFFFFF"/>
                </a:solidFill>
                <a:latin typeface="Trebuchet MS"/>
                <a:cs typeface="Trebuchet MS"/>
              </a:rPr>
              <a:t>Is</a:t>
            </a:r>
            <a:r>
              <a:rPr sz="3200" spc="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dirty="0">
                <a:solidFill>
                  <a:srgbClr val="FFFFFF"/>
                </a:solidFill>
                <a:latin typeface="Trebuchet MS"/>
                <a:cs typeface="Trebuchet MS"/>
              </a:rPr>
              <a:t>everything</a:t>
            </a:r>
            <a:r>
              <a:rPr sz="3200" spc="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120" dirty="0">
                <a:solidFill>
                  <a:srgbClr val="FFFFFF"/>
                </a:solidFill>
                <a:latin typeface="Trebuchet MS"/>
                <a:cs typeface="Trebuchet MS"/>
              </a:rPr>
              <a:t>recorded?</a:t>
            </a:r>
            <a:endParaRPr sz="3200">
              <a:latin typeface="Trebuchet MS"/>
              <a:cs typeface="Trebuchet MS"/>
            </a:endParaRPr>
          </a:p>
          <a:p>
            <a:pPr marL="12700" marR="5080">
              <a:lnSpc>
                <a:spcPts val="3450"/>
              </a:lnSpc>
              <a:spcBef>
                <a:spcPts val="244"/>
              </a:spcBef>
            </a:pPr>
            <a:r>
              <a:rPr sz="3200" spc="210" dirty="0">
                <a:solidFill>
                  <a:srgbClr val="FFFFFF"/>
                </a:solidFill>
                <a:latin typeface="Trebuchet MS"/>
                <a:cs typeface="Trebuchet MS"/>
              </a:rPr>
              <a:t>Do</a:t>
            </a:r>
            <a:r>
              <a:rPr sz="3200" spc="-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dirty="0">
                <a:solidFill>
                  <a:srgbClr val="FFFFFF"/>
                </a:solidFill>
                <a:latin typeface="Trebuchet MS"/>
                <a:cs typeface="Trebuchet MS"/>
              </a:rPr>
              <a:t>we</a:t>
            </a:r>
            <a:r>
              <a:rPr sz="3200" spc="-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60" dirty="0">
                <a:solidFill>
                  <a:srgbClr val="FFFFFF"/>
                </a:solidFill>
                <a:latin typeface="Trebuchet MS"/>
                <a:cs typeface="Trebuchet MS"/>
              </a:rPr>
              <a:t>have</a:t>
            </a:r>
            <a:r>
              <a:rPr sz="3200" spc="-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dirty="0">
                <a:solidFill>
                  <a:srgbClr val="FFFFFF"/>
                </a:solidFill>
                <a:latin typeface="Trebuchet MS"/>
                <a:cs typeface="Trebuchet MS"/>
              </a:rPr>
              <a:t>catagories,</a:t>
            </a:r>
            <a:r>
              <a:rPr sz="3200" spc="-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dirty="0">
                <a:solidFill>
                  <a:srgbClr val="FFFFFF"/>
                </a:solidFill>
                <a:latin typeface="Trebuchet MS"/>
                <a:cs typeface="Trebuchet MS"/>
              </a:rPr>
              <a:t>that</a:t>
            </a:r>
            <a:r>
              <a:rPr sz="3200" spc="-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55" dirty="0">
                <a:solidFill>
                  <a:srgbClr val="FFFFFF"/>
                </a:solidFill>
                <a:latin typeface="Trebuchet MS"/>
                <a:cs typeface="Trebuchet MS"/>
              </a:rPr>
              <a:t>represent</a:t>
            </a:r>
            <a:r>
              <a:rPr sz="3200" spc="-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-25" dirty="0">
                <a:solidFill>
                  <a:srgbClr val="FFFFFF"/>
                </a:solidFill>
                <a:latin typeface="Trebuchet MS"/>
                <a:cs typeface="Trebuchet MS"/>
              </a:rPr>
              <a:t>our </a:t>
            </a:r>
            <a:r>
              <a:rPr sz="3200" spc="45" dirty="0">
                <a:solidFill>
                  <a:srgbClr val="FFFFFF"/>
                </a:solidFill>
                <a:latin typeface="Trebuchet MS"/>
                <a:cs typeface="Trebuchet MS"/>
              </a:rPr>
              <a:t>interests</a:t>
            </a:r>
            <a:r>
              <a:rPr sz="3200" spc="-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100" dirty="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sz="3200" spc="-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sz="3200" spc="-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65" dirty="0">
                <a:solidFill>
                  <a:srgbClr val="FFFFFF"/>
                </a:solidFill>
                <a:latin typeface="Trebuchet MS"/>
                <a:cs typeface="Trebuchet MS"/>
              </a:rPr>
              <a:t>research</a:t>
            </a:r>
            <a:r>
              <a:rPr sz="3200" spc="-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114" dirty="0">
                <a:solidFill>
                  <a:srgbClr val="FFFFFF"/>
                </a:solidFill>
                <a:latin typeface="Trebuchet MS"/>
                <a:cs typeface="Trebuchet MS"/>
              </a:rPr>
              <a:t>question?</a:t>
            </a:r>
            <a:endParaRPr sz="3200">
              <a:latin typeface="Trebuchet MS"/>
              <a:cs typeface="Trebuchet MS"/>
            </a:endParaRPr>
          </a:p>
          <a:p>
            <a:pPr marL="12700">
              <a:lnSpc>
                <a:spcPts val="3400"/>
              </a:lnSpc>
            </a:pPr>
            <a:r>
              <a:rPr sz="3200" spc="90" dirty="0">
                <a:solidFill>
                  <a:srgbClr val="FFFFFF"/>
                </a:solidFill>
                <a:latin typeface="Trebuchet MS"/>
                <a:cs typeface="Trebuchet MS"/>
              </a:rPr>
              <a:t>Were</a:t>
            </a:r>
            <a:r>
              <a:rPr sz="3200" spc="-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dirty="0">
                <a:solidFill>
                  <a:srgbClr val="FFFFFF"/>
                </a:solidFill>
                <a:latin typeface="Trebuchet MS"/>
                <a:cs typeface="Trebuchet MS"/>
              </a:rPr>
              <a:t>important</a:t>
            </a:r>
            <a:r>
              <a:rPr sz="3200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150" dirty="0">
                <a:solidFill>
                  <a:srgbClr val="FFFFFF"/>
                </a:solidFill>
                <a:latin typeface="Trebuchet MS"/>
                <a:cs typeface="Trebuchet MS"/>
              </a:rPr>
              <a:t>aspects</a:t>
            </a:r>
            <a:r>
              <a:rPr sz="3200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80" dirty="0">
                <a:solidFill>
                  <a:srgbClr val="FFFFFF"/>
                </a:solidFill>
                <a:latin typeface="Trebuchet MS"/>
                <a:cs typeface="Trebuchet MS"/>
              </a:rPr>
              <a:t>overlooked?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850742" y="3707727"/>
            <a:ext cx="1438910" cy="686435"/>
          </a:xfrm>
          <a:prstGeom prst="rect">
            <a:avLst/>
          </a:prstGeom>
          <a:solidFill>
            <a:srgbClr val="A2BEEC"/>
          </a:solidFill>
        </p:spPr>
        <p:txBody>
          <a:bodyPr vert="horz" wrap="square" lIns="0" tIns="65404" rIns="0" bIns="0" rtlCol="0">
            <a:spAutoFit/>
          </a:bodyPr>
          <a:lstStyle/>
          <a:p>
            <a:pPr marL="162560">
              <a:lnSpc>
                <a:spcPct val="100000"/>
              </a:lnSpc>
              <a:spcBef>
                <a:spcPts val="515"/>
              </a:spcBef>
            </a:pPr>
            <a:r>
              <a:rPr sz="3200" b="1" spc="135" dirty="0">
                <a:solidFill>
                  <a:srgbClr val="3B0A85"/>
                </a:solidFill>
                <a:latin typeface="Trebuchet MS"/>
                <a:cs typeface="Trebuchet MS"/>
              </a:rPr>
              <a:t>Goals</a:t>
            </a:r>
            <a:endParaRPr sz="3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846287" y="2649794"/>
            <a:ext cx="6185535" cy="2303145"/>
            <a:chOff x="8846287" y="2649794"/>
            <a:chExt cx="6185535" cy="2303145"/>
          </a:xfrm>
        </p:grpSpPr>
        <p:sp>
          <p:nvSpPr>
            <p:cNvPr id="3" name="object 3"/>
            <p:cNvSpPr/>
            <p:nvPr/>
          </p:nvSpPr>
          <p:spPr>
            <a:xfrm>
              <a:off x="8846287" y="2649794"/>
              <a:ext cx="6185535" cy="1282700"/>
            </a:xfrm>
            <a:custGeom>
              <a:avLst/>
              <a:gdLst/>
              <a:ahLst/>
              <a:cxnLst/>
              <a:rect l="l" t="t" r="r" b="b"/>
              <a:pathLst>
                <a:path w="6185534" h="1282700">
                  <a:moveTo>
                    <a:pt x="6126815" y="1282337"/>
                  </a:moveTo>
                  <a:lnTo>
                    <a:pt x="0" y="874738"/>
                  </a:lnTo>
                  <a:lnTo>
                    <a:pt x="58193" y="0"/>
                  </a:lnTo>
                  <a:lnTo>
                    <a:pt x="6185009" y="407599"/>
                  </a:lnTo>
                  <a:lnTo>
                    <a:pt x="6126815" y="1282337"/>
                  </a:lnTo>
                  <a:close/>
                </a:path>
              </a:pathLst>
            </a:custGeom>
            <a:solidFill>
              <a:srgbClr val="D0C2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871182" y="3820625"/>
              <a:ext cx="3288665" cy="1132205"/>
            </a:xfrm>
            <a:custGeom>
              <a:avLst/>
              <a:gdLst/>
              <a:ahLst/>
              <a:cxnLst/>
              <a:rect l="l" t="t" r="r" b="b"/>
              <a:pathLst>
                <a:path w="3288665" h="1132204">
                  <a:moveTo>
                    <a:pt x="3227018" y="1131951"/>
                  </a:moveTo>
                  <a:lnTo>
                    <a:pt x="0" y="917267"/>
                  </a:lnTo>
                  <a:lnTo>
                    <a:pt x="61023" y="0"/>
                  </a:lnTo>
                  <a:lnTo>
                    <a:pt x="3288041" y="214683"/>
                  </a:lnTo>
                  <a:lnTo>
                    <a:pt x="3227018" y="1131951"/>
                  </a:lnTo>
                  <a:close/>
                </a:path>
              </a:pathLst>
            </a:custGeom>
            <a:solidFill>
              <a:srgbClr val="DAFF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 rot="180000">
            <a:off x="9055850" y="3087685"/>
            <a:ext cx="5760924" cy="514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604"/>
              </a:lnSpc>
            </a:pPr>
            <a:r>
              <a:rPr sz="6075" b="1" spc="89" baseline="2057" dirty="0">
                <a:solidFill>
                  <a:srgbClr val="3B0A85"/>
                </a:solidFill>
                <a:latin typeface="Trebuchet MS"/>
                <a:cs typeface="Trebuchet MS"/>
              </a:rPr>
              <a:t>O</a:t>
            </a:r>
            <a:r>
              <a:rPr sz="6075" b="1" spc="89" baseline="1371" dirty="0">
                <a:solidFill>
                  <a:srgbClr val="3B0A85"/>
                </a:solidFill>
                <a:latin typeface="Trebuchet MS"/>
                <a:cs typeface="Trebuchet MS"/>
              </a:rPr>
              <a:t>bs</a:t>
            </a:r>
            <a:r>
              <a:rPr sz="4050" b="1" spc="60" dirty="0">
                <a:solidFill>
                  <a:srgbClr val="3B0A85"/>
                </a:solidFill>
                <a:latin typeface="Trebuchet MS"/>
                <a:cs typeface="Trebuchet MS"/>
              </a:rPr>
              <a:t>ervat</a:t>
            </a:r>
            <a:r>
              <a:rPr sz="6075" b="1" spc="89" baseline="-1371" dirty="0">
                <a:solidFill>
                  <a:srgbClr val="3B0A85"/>
                </a:solidFill>
                <a:latin typeface="Trebuchet MS"/>
                <a:cs typeface="Trebuchet MS"/>
              </a:rPr>
              <a:t>io</a:t>
            </a:r>
            <a:r>
              <a:rPr sz="6075" b="1" spc="89" baseline="-2057" dirty="0">
                <a:solidFill>
                  <a:srgbClr val="3B0A85"/>
                </a:solidFill>
                <a:latin typeface="Trebuchet MS"/>
                <a:cs typeface="Trebuchet MS"/>
              </a:rPr>
              <a:t>n</a:t>
            </a:r>
            <a:r>
              <a:rPr sz="6075" b="1" spc="-494" baseline="-2057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6075" b="1" spc="75" baseline="-2743" dirty="0">
                <a:solidFill>
                  <a:srgbClr val="3B0A85"/>
                </a:solidFill>
                <a:latin typeface="Trebuchet MS"/>
                <a:cs typeface="Trebuchet MS"/>
              </a:rPr>
              <a:t>st</a:t>
            </a:r>
            <a:r>
              <a:rPr sz="6075" b="1" spc="75" baseline="-3429" dirty="0">
                <a:solidFill>
                  <a:srgbClr val="3B0A85"/>
                </a:solidFill>
                <a:latin typeface="Trebuchet MS"/>
                <a:cs typeface="Trebuchet MS"/>
              </a:rPr>
              <a:t>ra</a:t>
            </a:r>
            <a:r>
              <a:rPr sz="6075" b="1" spc="75" baseline="-4115" dirty="0">
                <a:solidFill>
                  <a:srgbClr val="3B0A85"/>
                </a:solidFill>
                <a:latin typeface="Trebuchet MS"/>
                <a:cs typeface="Trebuchet MS"/>
              </a:rPr>
              <a:t>te</a:t>
            </a:r>
            <a:r>
              <a:rPr sz="6075" b="1" spc="75" baseline="-4801" dirty="0">
                <a:solidFill>
                  <a:srgbClr val="3B0A85"/>
                </a:solidFill>
                <a:latin typeface="Trebuchet MS"/>
                <a:cs typeface="Trebuchet MS"/>
              </a:rPr>
              <a:t>g</a:t>
            </a:r>
            <a:r>
              <a:rPr sz="6075" b="1" spc="75" baseline="-5486" dirty="0">
                <a:solidFill>
                  <a:srgbClr val="3B0A85"/>
                </a:solidFill>
                <a:latin typeface="Trebuchet MS"/>
                <a:cs typeface="Trebuchet MS"/>
              </a:rPr>
              <a:t>ie</a:t>
            </a:r>
            <a:r>
              <a:rPr sz="6075" b="1" spc="75" baseline="-6172" dirty="0">
                <a:solidFill>
                  <a:srgbClr val="3B0A85"/>
                </a:solidFill>
                <a:latin typeface="Trebuchet MS"/>
                <a:cs typeface="Trebuchet MS"/>
              </a:rPr>
              <a:t>s</a:t>
            </a:r>
            <a:endParaRPr sz="6075" baseline="-6172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 rot="180000">
            <a:off x="10110143" y="4178608"/>
            <a:ext cx="2804852" cy="514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860"/>
              </a:lnSpc>
            </a:pPr>
            <a:r>
              <a:rPr sz="6075" b="1" spc="75" baseline="2057" dirty="0">
                <a:solidFill>
                  <a:srgbClr val="3B0A85"/>
                </a:solidFill>
                <a:latin typeface="Trebuchet MS"/>
                <a:cs typeface="Trebuchet MS"/>
              </a:rPr>
              <a:t>Ch</a:t>
            </a:r>
            <a:r>
              <a:rPr sz="6075" b="1" spc="75" baseline="1371" dirty="0">
                <a:solidFill>
                  <a:srgbClr val="3B0A85"/>
                </a:solidFill>
                <a:latin typeface="Trebuchet MS"/>
                <a:cs typeface="Trebuchet MS"/>
              </a:rPr>
              <a:t>a</a:t>
            </a:r>
            <a:r>
              <a:rPr sz="4050" b="1" spc="50" dirty="0">
                <a:solidFill>
                  <a:srgbClr val="3B0A85"/>
                </a:solidFill>
                <a:latin typeface="Trebuchet MS"/>
                <a:cs typeface="Trebuchet MS"/>
              </a:rPr>
              <a:t>llenge</a:t>
            </a:r>
            <a:r>
              <a:rPr sz="6075" b="1" spc="75" baseline="-1371" dirty="0">
                <a:solidFill>
                  <a:srgbClr val="3B0A85"/>
                </a:solidFill>
                <a:latin typeface="Trebuchet MS"/>
                <a:cs typeface="Trebuchet MS"/>
              </a:rPr>
              <a:t>s</a:t>
            </a:r>
            <a:endParaRPr sz="6075" baseline="-1371">
              <a:latin typeface="Trebuchet MS"/>
              <a:cs typeface="Trebuchet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054454" y="8078203"/>
            <a:ext cx="3042920" cy="1073785"/>
          </a:xfrm>
          <a:custGeom>
            <a:avLst/>
            <a:gdLst/>
            <a:ahLst/>
            <a:cxnLst/>
            <a:rect l="l" t="t" r="r" b="b"/>
            <a:pathLst>
              <a:path w="3042920" h="1073784">
                <a:moveTo>
                  <a:pt x="2984612" y="1073756"/>
                </a:moveTo>
                <a:lnTo>
                  <a:pt x="0" y="875198"/>
                </a:lnTo>
                <a:lnTo>
                  <a:pt x="58224" y="0"/>
                </a:lnTo>
                <a:lnTo>
                  <a:pt x="3042836" y="198557"/>
                </a:lnTo>
                <a:lnTo>
                  <a:pt x="2984612" y="1073756"/>
                </a:lnTo>
                <a:close/>
              </a:path>
            </a:pathLst>
          </a:custGeom>
          <a:solidFill>
            <a:srgbClr val="DAFF6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8579301" y="5398788"/>
            <a:ext cx="6324600" cy="2187575"/>
            <a:chOff x="8579301" y="5398788"/>
            <a:chExt cx="6324600" cy="2187575"/>
          </a:xfrm>
        </p:grpSpPr>
        <p:sp>
          <p:nvSpPr>
            <p:cNvPr id="9" name="object 9"/>
            <p:cNvSpPr/>
            <p:nvPr/>
          </p:nvSpPr>
          <p:spPr>
            <a:xfrm>
              <a:off x="8579301" y="5398788"/>
              <a:ext cx="6324600" cy="1292225"/>
            </a:xfrm>
            <a:custGeom>
              <a:avLst/>
              <a:gdLst/>
              <a:ahLst/>
              <a:cxnLst/>
              <a:rect l="l" t="t" r="r" b="b"/>
              <a:pathLst>
                <a:path w="6324600" h="1292225">
                  <a:moveTo>
                    <a:pt x="6265755" y="1292040"/>
                  </a:moveTo>
                  <a:lnTo>
                    <a:pt x="0" y="875198"/>
                  </a:lnTo>
                  <a:lnTo>
                    <a:pt x="58224" y="0"/>
                  </a:lnTo>
                  <a:lnTo>
                    <a:pt x="6323979" y="416842"/>
                  </a:lnTo>
                  <a:lnTo>
                    <a:pt x="6265755" y="1292040"/>
                  </a:lnTo>
                  <a:close/>
                </a:path>
              </a:pathLst>
            </a:custGeom>
            <a:solidFill>
              <a:srgbClr val="A2BE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846287" y="6525818"/>
              <a:ext cx="2845435" cy="1060450"/>
            </a:xfrm>
            <a:custGeom>
              <a:avLst/>
              <a:gdLst/>
              <a:ahLst/>
              <a:cxnLst/>
              <a:rect l="l" t="t" r="r" b="b"/>
              <a:pathLst>
                <a:path w="2845434" h="1060450">
                  <a:moveTo>
                    <a:pt x="2786941" y="1060145"/>
                  </a:moveTo>
                  <a:lnTo>
                    <a:pt x="0" y="874738"/>
                  </a:lnTo>
                  <a:lnTo>
                    <a:pt x="58193" y="0"/>
                  </a:lnTo>
                  <a:lnTo>
                    <a:pt x="2845134" y="185406"/>
                  </a:lnTo>
                  <a:lnTo>
                    <a:pt x="2786941" y="1060145"/>
                  </a:lnTo>
                  <a:close/>
                </a:path>
              </a:pathLst>
            </a:custGeom>
            <a:solidFill>
              <a:srgbClr val="D0C2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 rot="180000">
            <a:off x="8254079" y="8401045"/>
            <a:ext cx="2639618" cy="514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850"/>
              </a:lnSpc>
            </a:pPr>
            <a:r>
              <a:rPr sz="6075" b="1" spc="-15" baseline="2057" dirty="0">
                <a:solidFill>
                  <a:srgbClr val="3B0A85"/>
                </a:solidFill>
                <a:latin typeface="Trebuchet MS"/>
                <a:cs typeface="Trebuchet MS"/>
              </a:rPr>
              <a:t>P</a:t>
            </a:r>
            <a:r>
              <a:rPr sz="6075" b="1" spc="-15" baseline="1371" dirty="0">
                <a:solidFill>
                  <a:srgbClr val="3B0A85"/>
                </a:solidFill>
                <a:latin typeface="Trebuchet MS"/>
                <a:cs typeface="Trebuchet MS"/>
              </a:rPr>
              <a:t>re</a:t>
            </a:r>
            <a:r>
              <a:rPr sz="4050" b="1" spc="-10" dirty="0">
                <a:solidFill>
                  <a:srgbClr val="3B0A85"/>
                </a:solidFill>
                <a:latin typeface="Trebuchet MS"/>
                <a:cs typeface="Trebuchet MS"/>
              </a:rPr>
              <a:t>testin</a:t>
            </a:r>
            <a:r>
              <a:rPr sz="6075" b="1" spc="-15" baseline="-1371" dirty="0">
                <a:solidFill>
                  <a:srgbClr val="3B0A85"/>
                </a:solidFill>
                <a:latin typeface="Trebuchet MS"/>
                <a:cs typeface="Trebuchet MS"/>
              </a:rPr>
              <a:t>g</a:t>
            </a:r>
            <a:endParaRPr sz="6075" baseline="-1371">
              <a:latin typeface="Trebuchet MS"/>
              <a:cs typeface="Trebuchet M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24574" y="935429"/>
            <a:ext cx="7427595" cy="1537335"/>
          </a:xfrm>
          <a:custGeom>
            <a:avLst/>
            <a:gdLst/>
            <a:ahLst/>
            <a:cxnLst/>
            <a:rect l="l" t="t" r="r" b="b"/>
            <a:pathLst>
              <a:path w="7427595" h="1537335">
                <a:moveTo>
                  <a:pt x="7427247" y="1283060"/>
                </a:moveTo>
                <a:lnTo>
                  <a:pt x="44102" y="1536840"/>
                </a:lnTo>
                <a:lnTo>
                  <a:pt x="0" y="253780"/>
                </a:lnTo>
                <a:lnTo>
                  <a:pt x="7383145" y="0"/>
                </a:lnTo>
                <a:lnTo>
                  <a:pt x="7427247" y="1283060"/>
                </a:lnTo>
                <a:close/>
              </a:path>
            </a:pathLst>
          </a:custGeom>
          <a:solidFill>
            <a:srgbClr val="DAFF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 rot="21540000">
            <a:off x="972703" y="1264935"/>
            <a:ext cx="6731599" cy="914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680"/>
              </a:lnSpc>
            </a:pPr>
            <a:r>
              <a:rPr sz="10800" spc="-15" baseline="-5015" dirty="0">
                <a:solidFill>
                  <a:srgbClr val="3B0A85"/>
                </a:solidFill>
                <a:latin typeface="Arial MT"/>
                <a:cs typeface="Arial MT"/>
              </a:rPr>
              <a:t>O</a:t>
            </a:r>
            <a:r>
              <a:rPr sz="10800" spc="-15" baseline="-4243" dirty="0">
                <a:solidFill>
                  <a:srgbClr val="3B0A85"/>
                </a:solidFill>
                <a:latin typeface="Arial MT"/>
                <a:cs typeface="Arial MT"/>
              </a:rPr>
              <a:t>B</a:t>
            </a:r>
            <a:r>
              <a:rPr sz="10800" spc="-15" baseline="-3858" dirty="0">
                <a:solidFill>
                  <a:srgbClr val="3B0A85"/>
                </a:solidFill>
                <a:latin typeface="Arial MT"/>
                <a:cs typeface="Arial MT"/>
              </a:rPr>
              <a:t>S</a:t>
            </a:r>
            <a:r>
              <a:rPr sz="10800" spc="-15" baseline="-3086" dirty="0">
                <a:solidFill>
                  <a:srgbClr val="3B0A85"/>
                </a:solidFill>
                <a:latin typeface="Arial MT"/>
                <a:cs typeface="Arial MT"/>
              </a:rPr>
              <a:t>E</a:t>
            </a:r>
            <a:r>
              <a:rPr sz="10800" spc="-15" baseline="-2700" dirty="0">
                <a:solidFill>
                  <a:srgbClr val="3B0A85"/>
                </a:solidFill>
                <a:latin typeface="Arial MT"/>
                <a:cs typeface="Arial MT"/>
              </a:rPr>
              <a:t>R</a:t>
            </a:r>
            <a:r>
              <a:rPr sz="10800" spc="-15" baseline="-1929" dirty="0">
                <a:solidFill>
                  <a:srgbClr val="3B0A85"/>
                </a:solidFill>
                <a:latin typeface="Arial MT"/>
                <a:cs typeface="Arial MT"/>
              </a:rPr>
              <a:t>V</a:t>
            </a:r>
            <a:r>
              <a:rPr sz="10800" spc="-15" baseline="-1157" dirty="0">
                <a:solidFill>
                  <a:srgbClr val="3B0A85"/>
                </a:solidFill>
                <a:latin typeface="Arial MT"/>
                <a:cs typeface="Arial MT"/>
              </a:rPr>
              <a:t>A</a:t>
            </a:r>
            <a:r>
              <a:rPr sz="7200" spc="-10" dirty="0">
                <a:solidFill>
                  <a:srgbClr val="3B0A85"/>
                </a:solidFill>
                <a:latin typeface="Arial MT"/>
                <a:cs typeface="Arial MT"/>
              </a:rPr>
              <a:t>TIO</a:t>
            </a:r>
            <a:r>
              <a:rPr sz="10800" spc="-15" baseline="1157" dirty="0">
                <a:solidFill>
                  <a:srgbClr val="3B0A85"/>
                </a:solidFill>
                <a:latin typeface="Arial MT"/>
                <a:cs typeface="Arial MT"/>
              </a:rPr>
              <a:t>N</a:t>
            </a:r>
            <a:endParaRPr sz="10800" baseline="1157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 rot="180000">
            <a:off x="8788958" y="5842327"/>
            <a:ext cx="5899445" cy="514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579"/>
              </a:lnSpc>
            </a:pPr>
            <a:r>
              <a:rPr sz="6075" b="1" baseline="2057" dirty="0">
                <a:solidFill>
                  <a:srgbClr val="3B0A85"/>
                </a:solidFill>
                <a:latin typeface="Trebuchet MS"/>
                <a:cs typeface="Trebuchet MS"/>
              </a:rPr>
              <a:t>P</a:t>
            </a:r>
            <a:r>
              <a:rPr sz="6075" b="1" baseline="1371" dirty="0">
                <a:solidFill>
                  <a:srgbClr val="3B0A85"/>
                </a:solidFill>
                <a:latin typeface="Trebuchet MS"/>
                <a:cs typeface="Trebuchet MS"/>
              </a:rPr>
              <a:t>os</a:t>
            </a:r>
            <a:r>
              <a:rPr sz="4050" b="1" dirty="0">
                <a:solidFill>
                  <a:srgbClr val="3B0A85"/>
                </a:solidFill>
                <a:latin typeface="Trebuchet MS"/>
                <a:cs typeface="Trebuchet MS"/>
              </a:rPr>
              <a:t>itives</a:t>
            </a:r>
            <a:r>
              <a:rPr sz="4050" b="1" spc="-14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6075" b="1" spc="187" baseline="-1371" dirty="0">
                <a:solidFill>
                  <a:srgbClr val="3B0A85"/>
                </a:solidFill>
                <a:latin typeface="Trebuchet MS"/>
                <a:cs typeface="Trebuchet MS"/>
              </a:rPr>
              <a:t>a</a:t>
            </a:r>
            <a:r>
              <a:rPr sz="6075" b="1" spc="187" baseline="-2057" dirty="0">
                <a:solidFill>
                  <a:srgbClr val="3B0A85"/>
                </a:solidFill>
                <a:latin typeface="Trebuchet MS"/>
                <a:cs typeface="Trebuchet MS"/>
              </a:rPr>
              <a:t>n</a:t>
            </a:r>
            <a:r>
              <a:rPr sz="6075" b="1" spc="187" baseline="-2743" dirty="0">
                <a:solidFill>
                  <a:srgbClr val="3B0A85"/>
                </a:solidFill>
                <a:latin typeface="Trebuchet MS"/>
                <a:cs typeface="Trebuchet MS"/>
              </a:rPr>
              <a:t>d</a:t>
            </a:r>
            <a:r>
              <a:rPr sz="6075" b="1" spc="-209" baseline="-2743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6075" b="1" spc="67" baseline="-3429" dirty="0">
                <a:solidFill>
                  <a:srgbClr val="3B0A85"/>
                </a:solidFill>
                <a:latin typeface="Trebuchet MS"/>
                <a:cs typeface="Trebuchet MS"/>
              </a:rPr>
              <a:t>ne</a:t>
            </a:r>
            <a:r>
              <a:rPr sz="6075" b="1" spc="67" baseline="-4115" dirty="0">
                <a:solidFill>
                  <a:srgbClr val="3B0A85"/>
                </a:solidFill>
                <a:latin typeface="Trebuchet MS"/>
                <a:cs typeface="Trebuchet MS"/>
              </a:rPr>
              <a:t>g</a:t>
            </a:r>
            <a:r>
              <a:rPr sz="6075" b="1" spc="67" baseline="-4801" dirty="0">
                <a:solidFill>
                  <a:srgbClr val="3B0A85"/>
                </a:solidFill>
                <a:latin typeface="Trebuchet MS"/>
                <a:cs typeface="Trebuchet MS"/>
              </a:rPr>
              <a:t>at</a:t>
            </a:r>
            <a:r>
              <a:rPr sz="6075" b="1" spc="67" baseline="-5486" dirty="0">
                <a:solidFill>
                  <a:srgbClr val="3B0A85"/>
                </a:solidFill>
                <a:latin typeface="Trebuchet MS"/>
                <a:cs typeface="Trebuchet MS"/>
              </a:rPr>
              <a:t>iv</a:t>
            </a:r>
            <a:r>
              <a:rPr sz="6075" b="1" spc="67" baseline="-6172" dirty="0">
                <a:solidFill>
                  <a:srgbClr val="3B0A85"/>
                </a:solidFill>
                <a:latin typeface="Trebuchet MS"/>
                <a:cs typeface="Trebuchet MS"/>
              </a:rPr>
              <a:t>es</a:t>
            </a:r>
            <a:endParaRPr sz="6075" baseline="-6172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 rot="180000">
            <a:off x="9044105" y="6840856"/>
            <a:ext cx="2445611" cy="514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829"/>
              </a:lnSpc>
            </a:pPr>
            <a:r>
              <a:rPr sz="6075" b="1" spc="60" baseline="1371" dirty="0">
                <a:solidFill>
                  <a:srgbClr val="3B0A85"/>
                </a:solidFill>
                <a:latin typeface="Trebuchet MS"/>
                <a:cs typeface="Trebuchet MS"/>
              </a:rPr>
              <a:t>Pr</a:t>
            </a:r>
            <a:r>
              <a:rPr sz="4050" b="1" spc="40" dirty="0">
                <a:solidFill>
                  <a:srgbClr val="3B0A85"/>
                </a:solidFill>
                <a:latin typeface="Trebuchet MS"/>
                <a:cs typeface="Trebuchet MS"/>
              </a:rPr>
              <a:t>otoco</a:t>
            </a:r>
            <a:r>
              <a:rPr sz="6075" b="1" spc="60" baseline="-1371" dirty="0">
                <a:solidFill>
                  <a:srgbClr val="3B0A85"/>
                </a:solidFill>
                <a:latin typeface="Trebuchet MS"/>
                <a:cs typeface="Trebuchet MS"/>
              </a:rPr>
              <a:t>ls</a:t>
            </a:r>
            <a:endParaRPr sz="6075" baseline="-1371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D0C2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407544" y="931061"/>
            <a:ext cx="7472680" cy="1548130"/>
          </a:xfrm>
          <a:custGeom>
            <a:avLst/>
            <a:gdLst/>
            <a:ahLst/>
            <a:cxnLst/>
            <a:rect l="l" t="t" r="r" b="b"/>
            <a:pathLst>
              <a:path w="7472680" h="1548130">
                <a:moveTo>
                  <a:pt x="7472477" y="1292240"/>
                </a:moveTo>
                <a:lnTo>
                  <a:pt x="44418" y="1547565"/>
                </a:lnTo>
                <a:lnTo>
                  <a:pt x="0" y="255324"/>
                </a:lnTo>
                <a:lnTo>
                  <a:pt x="7428059" y="0"/>
                </a:lnTo>
                <a:lnTo>
                  <a:pt x="7472477" y="1292240"/>
                </a:lnTo>
                <a:close/>
              </a:path>
            </a:pathLst>
          </a:custGeom>
          <a:solidFill>
            <a:srgbClr val="3B0A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 rot="21540000">
            <a:off x="1758129" y="1271075"/>
            <a:ext cx="6772639" cy="9207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720"/>
              </a:lnSpc>
            </a:pPr>
            <a:r>
              <a:rPr sz="10875" spc="-15" baseline="-4980" dirty="0">
                <a:solidFill>
                  <a:srgbClr val="DAFF6B"/>
                </a:solidFill>
                <a:latin typeface="Arial MT"/>
                <a:cs typeface="Arial MT"/>
              </a:rPr>
              <a:t>O</a:t>
            </a:r>
            <a:r>
              <a:rPr sz="10875" spc="-15" baseline="-4214" dirty="0">
                <a:solidFill>
                  <a:srgbClr val="DAFF6B"/>
                </a:solidFill>
                <a:latin typeface="Arial MT"/>
                <a:cs typeface="Arial MT"/>
              </a:rPr>
              <a:t>B</a:t>
            </a:r>
            <a:r>
              <a:rPr sz="10875" spc="-15" baseline="-3831" dirty="0">
                <a:solidFill>
                  <a:srgbClr val="DAFF6B"/>
                </a:solidFill>
                <a:latin typeface="Arial MT"/>
                <a:cs typeface="Arial MT"/>
              </a:rPr>
              <a:t>S</a:t>
            </a:r>
            <a:r>
              <a:rPr sz="10875" spc="-15" baseline="-3065" dirty="0">
                <a:solidFill>
                  <a:srgbClr val="DAFF6B"/>
                </a:solidFill>
                <a:latin typeface="Arial MT"/>
                <a:cs typeface="Arial MT"/>
              </a:rPr>
              <a:t>E</a:t>
            </a:r>
            <a:r>
              <a:rPr sz="10875" spc="-15" baseline="-2681" dirty="0">
                <a:solidFill>
                  <a:srgbClr val="DAFF6B"/>
                </a:solidFill>
                <a:latin typeface="Arial MT"/>
                <a:cs typeface="Arial MT"/>
              </a:rPr>
              <a:t>R</a:t>
            </a:r>
            <a:r>
              <a:rPr sz="10875" spc="-15" baseline="-1915" dirty="0">
                <a:solidFill>
                  <a:srgbClr val="DAFF6B"/>
                </a:solidFill>
                <a:latin typeface="Arial MT"/>
                <a:cs typeface="Arial MT"/>
              </a:rPr>
              <a:t>V</a:t>
            </a:r>
            <a:r>
              <a:rPr sz="10875" spc="-15" baseline="-1149" dirty="0">
                <a:solidFill>
                  <a:srgbClr val="DAFF6B"/>
                </a:solidFill>
                <a:latin typeface="Arial MT"/>
                <a:cs typeface="Arial MT"/>
              </a:rPr>
              <a:t>A</a:t>
            </a:r>
            <a:r>
              <a:rPr sz="7250" spc="-10" dirty="0">
                <a:solidFill>
                  <a:srgbClr val="DAFF6B"/>
                </a:solidFill>
                <a:latin typeface="Arial MT"/>
                <a:cs typeface="Arial MT"/>
              </a:rPr>
              <a:t>TIO</a:t>
            </a:r>
            <a:r>
              <a:rPr sz="10875" spc="-15" baseline="1149" dirty="0">
                <a:solidFill>
                  <a:srgbClr val="DAFF6B"/>
                </a:solidFill>
                <a:latin typeface="Arial MT"/>
                <a:cs typeface="Arial MT"/>
              </a:rPr>
              <a:t>N</a:t>
            </a:r>
            <a:endParaRPr sz="10875" baseline="1149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86899" y="2132838"/>
            <a:ext cx="133350" cy="13334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86899" y="3418713"/>
            <a:ext cx="133350" cy="13334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86899" y="4704588"/>
            <a:ext cx="133350" cy="13334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86899" y="5561838"/>
            <a:ext cx="133350" cy="13334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86899" y="7276338"/>
            <a:ext cx="133350" cy="13334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9800579" y="1916970"/>
            <a:ext cx="7194550" cy="6498590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12700" marR="5080">
              <a:lnSpc>
                <a:spcPts val="3379"/>
              </a:lnSpc>
              <a:spcBef>
                <a:spcPts val="495"/>
              </a:spcBef>
            </a:pPr>
            <a:r>
              <a:rPr sz="3100" b="1" spc="105" dirty="0">
                <a:solidFill>
                  <a:srgbClr val="3B0A85"/>
                </a:solidFill>
                <a:latin typeface="Trebuchet MS"/>
                <a:cs typeface="Trebuchet MS"/>
              </a:rPr>
              <a:t>Observations</a:t>
            </a:r>
            <a:r>
              <a:rPr sz="3100" b="1" spc="-18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b="1" dirty="0">
                <a:solidFill>
                  <a:srgbClr val="3B0A85"/>
                </a:solidFill>
                <a:latin typeface="Trebuchet MS"/>
                <a:cs typeface="Trebuchet MS"/>
              </a:rPr>
              <a:t>are</a:t>
            </a:r>
            <a:r>
              <a:rPr sz="3100" b="1" spc="-17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b="1" spc="175" dirty="0">
                <a:solidFill>
                  <a:srgbClr val="3B0A85"/>
                </a:solidFill>
                <a:latin typeface="Trebuchet MS"/>
                <a:cs typeface="Trebuchet MS"/>
              </a:rPr>
              <a:t>based</a:t>
            </a:r>
            <a:r>
              <a:rPr sz="3100" b="1" spc="-17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b="1" spc="85" dirty="0">
                <a:solidFill>
                  <a:srgbClr val="3B0A85"/>
                </a:solidFill>
                <a:latin typeface="Trebuchet MS"/>
                <a:cs typeface="Trebuchet MS"/>
              </a:rPr>
              <a:t>on</a:t>
            </a:r>
            <a:r>
              <a:rPr sz="3100" b="1" spc="-17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b="1" spc="40" dirty="0">
                <a:solidFill>
                  <a:srgbClr val="3B0A85"/>
                </a:solidFill>
                <a:latin typeface="Trebuchet MS"/>
                <a:cs typeface="Trebuchet MS"/>
              </a:rPr>
              <a:t>guidelines </a:t>
            </a:r>
            <a:r>
              <a:rPr sz="3100" b="1" spc="90" dirty="0">
                <a:solidFill>
                  <a:srgbClr val="3B0A85"/>
                </a:solidFill>
                <a:latin typeface="Trebuchet MS"/>
                <a:cs typeface="Trebuchet MS"/>
              </a:rPr>
              <a:t>developed</a:t>
            </a:r>
            <a:r>
              <a:rPr sz="3100" b="1" spc="-18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b="1" spc="200" dirty="0">
                <a:solidFill>
                  <a:srgbClr val="3B0A85"/>
                </a:solidFill>
                <a:latin typeface="Trebuchet MS"/>
                <a:cs typeface="Trebuchet MS"/>
              </a:rPr>
              <a:t>by</a:t>
            </a:r>
            <a:r>
              <a:rPr sz="3100" b="1" spc="-18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b="1" spc="60" dirty="0">
                <a:solidFill>
                  <a:srgbClr val="3B0A85"/>
                </a:solidFill>
                <a:latin typeface="Trebuchet MS"/>
                <a:cs typeface="Trebuchet MS"/>
              </a:rPr>
              <a:t>researchers</a:t>
            </a:r>
            <a:endParaRPr sz="3100">
              <a:latin typeface="Trebuchet MS"/>
              <a:cs typeface="Trebuchet MS"/>
            </a:endParaRPr>
          </a:p>
          <a:p>
            <a:pPr marL="12700" marR="751840">
              <a:lnSpc>
                <a:spcPts val="3379"/>
              </a:lnSpc>
              <a:spcBef>
                <a:spcPts val="3365"/>
              </a:spcBef>
            </a:pPr>
            <a:r>
              <a:rPr sz="3100" b="1" spc="85" dirty="0">
                <a:solidFill>
                  <a:srgbClr val="3B0A85"/>
                </a:solidFill>
                <a:latin typeface="Trebuchet MS"/>
                <a:cs typeface="Trebuchet MS"/>
              </a:rPr>
              <a:t>Researchers</a:t>
            </a:r>
            <a:r>
              <a:rPr sz="3100" b="1" spc="-18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b="1" spc="55" dirty="0">
                <a:solidFill>
                  <a:srgbClr val="3B0A85"/>
                </a:solidFill>
                <a:latin typeface="Trebuchet MS"/>
                <a:cs typeface="Trebuchet MS"/>
              </a:rPr>
              <a:t>directly</a:t>
            </a:r>
            <a:r>
              <a:rPr sz="3100" b="1" spc="-18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b="1" spc="90" dirty="0">
                <a:solidFill>
                  <a:srgbClr val="3B0A85"/>
                </a:solidFill>
                <a:latin typeface="Trebuchet MS"/>
                <a:cs typeface="Trebuchet MS"/>
              </a:rPr>
              <a:t>observe</a:t>
            </a:r>
            <a:r>
              <a:rPr sz="3100" b="1" spc="-18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b="1" spc="105" dirty="0">
                <a:solidFill>
                  <a:srgbClr val="3B0A85"/>
                </a:solidFill>
                <a:latin typeface="Trebuchet MS"/>
                <a:cs typeface="Trebuchet MS"/>
              </a:rPr>
              <a:t>and </a:t>
            </a:r>
            <a:r>
              <a:rPr sz="3100" b="1" spc="70" dirty="0">
                <a:solidFill>
                  <a:srgbClr val="3B0A85"/>
                </a:solidFill>
                <a:latin typeface="Trebuchet MS"/>
                <a:cs typeface="Trebuchet MS"/>
              </a:rPr>
              <a:t>record</a:t>
            </a:r>
            <a:r>
              <a:rPr sz="3100" b="1" spc="-19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b="1" spc="45" dirty="0">
                <a:solidFill>
                  <a:srgbClr val="3B0A85"/>
                </a:solidFill>
                <a:latin typeface="Trebuchet MS"/>
                <a:cs typeface="Trebuchet MS"/>
              </a:rPr>
              <a:t>behavior</a:t>
            </a:r>
            <a:r>
              <a:rPr sz="3100" b="1" spc="-19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b="1" spc="130" dirty="0">
                <a:solidFill>
                  <a:srgbClr val="3B0A85"/>
                </a:solidFill>
                <a:latin typeface="Trebuchet MS"/>
                <a:cs typeface="Trebuchet MS"/>
              </a:rPr>
              <a:t>and</a:t>
            </a:r>
            <a:r>
              <a:rPr sz="3100" b="1" spc="-18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b="1" spc="35" dirty="0">
                <a:solidFill>
                  <a:srgbClr val="3B0A85"/>
                </a:solidFill>
                <a:latin typeface="Trebuchet MS"/>
                <a:cs typeface="Trebuchet MS"/>
              </a:rPr>
              <a:t>environment</a:t>
            </a:r>
            <a:endParaRPr sz="31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970"/>
              </a:spcBef>
            </a:pPr>
            <a:r>
              <a:rPr sz="3100" b="1" spc="90" dirty="0">
                <a:solidFill>
                  <a:srgbClr val="3B0A85"/>
                </a:solidFill>
                <a:latin typeface="Trebuchet MS"/>
                <a:cs typeface="Trebuchet MS"/>
              </a:rPr>
              <a:t>Observation</a:t>
            </a:r>
            <a:r>
              <a:rPr sz="3100" b="1" spc="-19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b="1" spc="85" dirty="0">
                <a:solidFill>
                  <a:srgbClr val="3B0A85"/>
                </a:solidFill>
                <a:latin typeface="Trebuchet MS"/>
                <a:cs typeface="Trebuchet MS"/>
              </a:rPr>
              <a:t>is</a:t>
            </a:r>
            <a:r>
              <a:rPr sz="3100" b="1" spc="-18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b="1" spc="175" dirty="0">
                <a:solidFill>
                  <a:srgbClr val="3B0A85"/>
                </a:solidFill>
                <a:latin typeface="Trebuchet MS"/>
                <a:cs typeface="Trebuchet MS"/>
              </a:rPr>
              <a:t>non-</a:t>
            </a:r>
            <a:r>
              <a:rPr sz="3100" b="1" spc="-10" dirty="0">
                <a:solidFill>
                  <a:srgbClr val="3B0A85"/>
                </a:solidFill>
                <a:latin typeface="Trebuchet MS"/>
                <a:cs typeface="Trebuchet MS"/>
              </a:rPr>
              <a:t>interventional</a:t>
            </a:r>
            <a:endParaRPr sz="3100">
              <a:latin typeface="Trebuchet MS"/>
              <a:cs typeface="Trebuchet MS"/>
            </a:endParaRPr>
          </a:p>
          <a:p>
            <a:pPr marL="12700" marR="452120">
              <a:lnSpc>
                <a:spcPts val="3379"/>
              </a:lnSpc>
              <a:spcBef>
                <a:spcPts val="3425"/>
              </a:spcBef>
            </a:pPr>
            <a:r>
              <a:rPr sz="3100" b="1" dirty="0">
                <a:solidFill>
                  <a:srgbClr val="3B0A85"/>
                </a:solidFill>
                <a:latin typeface="Trebuchet MS"/>
                <a:cs typeface="Trebuchet MS"/>
              </a:rPr>
              <a:t>It</a:t>
            </a:r>
            <a:r>
              <a:rPr sz="3100" b="1" spc="-12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b="1" spc="85" dirty="0">
                <a:solidFill>
                  <a:srgbClr val="3B0A85"/>
                </a:solidFill>
                <a:latin typeface="Trebuchet MS"/>
                <a:cs typeface="Trebuchet MS"/>
              </a:rPr>
              <a:t>is</a:t>
            </a:r>
            <a:r>
              <a:rPr sz="3100" b="1" spc="-12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b="1" spc="114" dirty="0">
                <a:solidFill>
                  <a:srgbClr val="3B0A85"/>
                </a:solidFill>
                <a:latin typeface="Trebuchet MS"/>
                <a:cs typeface="Trebuchet MS"/>
              </a:rPr>
              <a:t>possible</a:t>
            </a:r>
            <a:r>
              <a:rPr sz="3100" b="1" spc="-12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b="1" spc="95" dirty="0">
                <a:solidFill>
                  <a:srgbClr val="3B0A85"/>
                </a:solidFill>
                <a:latin typeface="Trebuchet MS"/>
                <a:cs typeface="Trebuchet MS"/>
              </a:rPr>
              <a:t>to</a:t>
            </a:r>
            <a:r>
              <a:rPr sz="3100" b="1" spc="-12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b="1" spc="65" dirty="0">
                <a:solidFill>
                  <a:srgbClr val="3B0A85"/>
                </a:solidFill>
                <a:latin typeface="Trebuchet MS"/>
                <a:cs typeface="Trebuchet MS"/>
              </a:rPr>
              <a:t>gain</a:t>
            </a:r>
            <a:r>
              <a:rPr sz="3100" b="1" spc="-12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b="1" dirty="0">
                <a:solidFill>
                  <a:srgbClr val="3B0A85"/>
                </a:solidFill>
                <a:latin typeface="Trebuchet MS"/>
                <a:cs typeface="Trebuchet MS"/>
              </a:rPr>
              <a:t>qualitative</a:t>
            </a:r>
            <a:r>
              <a:rPr sz="3100" b="1" spc="-12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b="1" spc="105" dirty="0">
                <a:solidFill>
                  <a:srgbClr val="3B0A85"/>
                </a:solidFill>
                <a:latin typeface="Trebuchet MS"/>
                <a:cs typeface="Trebuchet MS"/>
              </a:rPr>
              <a:t>and </a:t>
            </a:r>
            <a:r>
              <a:rPr sz="3100" b="1" spc="50" dirty="0">
                <a:solidFill>
                  <a:srgbClr val="3B0A85"/>
                </a:solidFill>
                <a:latin typeface="Trebuchet MS"/>
                <a:cs typeface="Trebuchet MS"/>
              </a:rPr>
              <a:t>quantitative</a:t>
            </a:r>
            <a:r>
              <a:rPr sz="3100" b="1" spc="2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b="1" dirty="0">
                <a:solidFill>
                  <a:srgbClr val="3B0A85"/>
                </a:solidFill>
                <a:latin typeface="Trebuchet MS"/>
                <a:cs typeface="Trebuchet MS"/>
              </a:rPr>
              <a:t>information</a:t>
            </a:r>
            <a:r>
              <a:rPr sz="3100" b="1" spc="2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b="1" spc="40" dirty="0">
                <a:solidFill>
                  <a:srgbClr val="3B0A85"/>
                </a:solidFill>
                <a:latin typeface="Trebuchet MS"/>
                <a:cs typeface="Trebuchet MS"/>
              </a:rPr>
              <a:t>through </a:t>
            </a:r>
            <a:r>
              <a:rPr sz="3100" b="1" spc="65" dirty="0">
                <a:solidFill>
                  <a:srgbClr val="3B0A85"/>
                </a:solidFill>
                <a:latin typeface="Trebuchet MS"/>
                <a:cs typeface="Trebuchet MS"/>
              </a:rPr>
              <a:t>observation</a:t>
            </a:r>
            <a:endParaRPr sz="3100">
              <a:latin typeface="Trebuchet MS"/>
              <a:cs typeface="Trebuchet MS"/>
            </a:endParaRPr>
          </a:p>
          <a:p>
            <a:pPr marL="12700" marR="673100">
              <a:lnSpc>
                <a:spcPts val="3379"/>
              </a:lnSpc>
              <a:spcBef>
                <a:spcPts val="3360"/>
              </a:spcBef>
            </a:pPr>
            <a:r>
              <a:rPr sz="3100" b="1" spc="75" dirty="0">
                <a:solidFill>
                  <a:srgbClr val="3B0A85"/>
                </a:solidFill>
                <a:latin typeface="Trebuchet MS"/>
                <a:cs typeface="Trebuchet MS"/>
              </a:rPr>
              <a:t>Structured</a:t>
            </a:r>
            <a:r>
              <a:rPr sz="3100" b="1" spc="-17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b="1" spc="75" dirty="0">
                <a:solidFill>
                  <a:srgbClr val="3B0A85"/>
                </a:solidFill>
                <a:latin typeface="Trebuchet MS"/>
                <a:cs typeface="Trebuchet MS"/>
              </a:rPr>
              <a:t>observation</a:t>
            </a:r>
            <a:r>
              <a:rPr sz="3100" b="1" spc="-17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b="1" spc="80" dirty="0">
                <a:solidFill>
                  <a:srgbClr val="3B0A85"/>
                </a:solidFill>
                <a:latin typeface="Trebuchet MS"/>
                <a:cs typeface="Trebuchet MS"/>
              </a:rPr>
              <a:t>includes</a:t>
            </a:r>
            <a:r>
              <a:rPr sz="3100" b="1" spc="-17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b="1" spc="80" dirty="0">
                <a:solidFill>
                  <a:srgbClr val="3B0A85"/>
                </a:solidFill>
                <a:latin typeface="Trebuchet MS"/>
                <a:cs typeface="Trebuchet MS"/>
              </a:rPr>
              <a:t>a </a:t>
            </a:r>
            <a:r>
              <a:rPr sz="3100" b="1" spc="65" dirty="0">
                <a:solidFill>
                  <a:srgbClr val="3B0A85"/>
                </a:solidFill>
                <a:latin typeface="Trebuchet MS"/>
                <a:cs typeface="Trebuchet MS"/>
              </a:rPr>
              <a:t>predetermined</a:t>
            </a:r>
            <a:r>
              <a:rPr sz="3100" b="1" spc="-18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b="1" spc="85" dirty="0">
                <a:solidFill>
                  <a:srgbClr val="3B0A85"/>
                </a:solidFill>
                <a:latin typeface="Trebuchet MS"/>
                <a:cs typeface="Trebuchet MS"/>
              </a:rPr>
              <a:t>checklist</a:t>
            </a:r>
            <a:r>
              <a:rPr sz="3100" b="1" spc="-18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b="1" spc="105" dirty="0">
                <a:solidFill>
                  <a:srgbClr val="3B0A85"/>
                </a:solidFill>
                <a:latin typeface="Trebuchet MS"/>
                <a:cs typeface="Trebuchet MS"/>
              </a:rPr>
              <a:t>and </a:t>
            </a:r>
            <a:r>
              <a:rPr sz="3100" b="1" spc="50" dirty="0">
                <a:solidFill>
                  <a:srgbClr val="3B0A85"/>
                </a:solidFill>
                <a:latin typeface="Trebuchet MS"/>
                <a:cs typeface="Trebuchet MS"/>
              </a:rPr>
              <a:t>questionnaire</a:t>
            </a:r>
            <a:r>
              <a:rPr sz="3100" b="1" spc="-18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b="1" spc="-10" dirty="0">
                <a:solidFill>
                  <a:srgbClr val="3B0A85"/>
                </a:solidFill>
                <a:latin typeface="Trebuchet MS"/>
                <a:cs typeface="Trebuchet MS"/>
              </a:rPr>
              <a:t>for</a:t>
            </a:r>
            <a:r>
              <a:rPr sz="3100" b="1" spc="-18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b="1" spc="50" dirty="0">
                <a:solidFill>
                  <a:srgbClr val="3B0A85"/>
                </a:solidFill>
                <a:latin typeface="Trebuchet MS"/>
                <a:cs typeface="Trebuchet MS"/>
              </a:rPr>
              <a:t>the</a:t>
            </a:r>
            <a:r>
              <a:rPr sz="3100" b="1" spc="-18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b="1" spc="40" dirty="0">
                <a:solidFill>
                  <a:srgbClr val="3B0A85"/>
                </a:solidFill>
                <a:latin typeface="Trebuchet MS"/>
                <a:cs typeface="Trebuchet MS"/>
              </a:rPr>
              <a:t>researcher</a:t>
            </a:r>
            <a:endParaRPr sz="31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D0C2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83620" y="823832"/>
            <a:ext cx="8071484" cy="2624455"/>
          </a:xfrm>
          <a:custGeom>
            <a:avLst/>
            <a:gdLst/>
            <a:ahLst/>
            <a:cxnLst/>
            <a:rect l="l" t="t" r="r" b="b"/>
            <a:pathLst>
              <a:path w="8071484" h="2624454">
                <a:moveTo>
                  <a:pt x="8071317" y="2349648"/>
                </a:moveTo>
                <a:lnTo>
                  <a:pt x="80764" y="2624307"/>
                </a:lnTo>
                <a:lnTo>
                  <a:pt x="0" y="274659"/>
                </a:lnTo>
                <a:lnTo>
                  <a:pt x="7990553" y="0"/>
                </a:lnTo>
                <a:lnTo>
                  <a:pt x="8071317" y="2349648"/>
                </a:lnTo>
                <a:close/>
              </a:path>
            </a:pathLst>
          </a:custGeom>
          <a:solidFill>
            <a:srgbClr val="3B0A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 rot="21540000">
            <a:off x="1134254" y="1175413"/>
            <a:ext cx="7334561" cy="914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525"/>
              </a:lnSpc>
            </a:pPr>
            <a:r>
              <a:rPr sz="10800" spc="-472" baseline="-6558" dirty="0">
                <a:solidFill>
                  <a:srgbClr val="DAFF6B"/>
                </a:solidFill>
                <a:latin typeface="Arial MT"/>
                <a:cs typeface="Arial MT"/>
              </a:rPr>
              <a:t>C</a:t>
            </a:r>
            <a:r>
              <a:rPr sz="10800" spc="-472" baseline="-5787" dirty="0">
                <a:solidFill>
                  <a:srgbClr val="DAFF6B"/>
                </a:solidFill>
                <a:latin typeface="Arial MT"/>
                <a:cs typeface="Arial MT"/>
              </a:rPr>
              <a:t>H</a:t>
            </a:r>
            <a:r>
              <a:rPr sz="10800" spc="-472" baseline="-5015" dirty="0">
                <a:solidFill>
                  <a:srgbClr val="DAFF6B"/>
                </a:solidFill>
                <a:latin typeface="Arial MT"/>
                <a:cs typeface="Arial MT"/>
              </a:rPr>
              <a:t>A</a:t>
            </a:r>
            <a:r>
              <a:rPr sz="10800" spc="-472" baseline="-4243" dirty="0">
                <a:solidFill>
                  <a:srgbClr val="DAFF6B"/>
                </a:solidFill>
                <a:latin typeface="Arial MT"/>
                <a:cs typeface="Arial MT"/>
              </a:rPr>
              <a:t>L</a:t>
            </a:r>
            <a:r>
              <a:rPr sz="10800" spc="-472" baseline="-3858" dirty="0">
                <a:solidFill>
                  <a:srgbClr val="DAFF6B"/>
                </a:solidFill>
                <a:latin typeface="Arial MT"/>
                <a:cs typeface="Arial MT"/>
              </a:rPr>
              <a:t>L</a:t>
            </a:r>
            <a:r>
              <a:rPr sz="10800" spc="-472" baseline="-3472" dirty="0">
                <a:solidFill>
                  <a:srgbClr val="DAFF6B"/>
                </a:solidFill>
                <a:latin typeface="Arial MT"/>
                <a:cs typeface="Arial MT"/>
              </a:rPr>
              <a:t>E</a:t>
            </a:r>
            <a:r>
              <a:rPr sz="10800" spc="-472" baseline="-2700" dirty="0">
                <a:solidFill>
                  <a:srgbClr val="DAFF6B"/>
                </a:solidFill>
                <a:latin typeface="Arial MT"/>
                <a:cs typeface="Arial MT"/>
              </a:rPr>
              <a:t>N</a:t>
            </a:r>
            <a:r>
              <a:rPr sz="10800" spc="-472" baseline="-2314" dirty="0">
                <a:solidFill>
                  <a:srgbClr val="DAFF6B"/>
                </a:solidFill>
                <a:latin typeface="Arial MT"/>
                <a:cs typeface="Arial MT"/>
              </a:rPr>
              <a:t>G</a:t>
            </a:r>
            <a:r>
              <a:rPr sz="10800" spc="-472" baseline="-1543" dirty="0">
                <a:solidFill>
                  <a:srgbClr val="DAFF6B"/>
                </a:solidFill>
                <a:latin typeface="Arial MT"/>
                <a:cs typeface="Arial MT"/>
              </a:rPr>
              <a:t>E</a:t>
            </a:r>
            <a:r>
              <a:rPr sz="7200" spc="-315" dirty="0">
                <a:solidFill>
                  <a:srgbClr val="DAFF6B"/>
                </a:solidFill>
                <a:latin typeface="Arial MT"/>
                <a:cs typeface="Arial MT"/>
              </a:rPr>
              <a:t>S</a:t>
            </a:r>
            <a:r>
              <a:rPr sz="7200" spc="210" dirty="0">
                <a:solidFill>
                  <a:srgbClr val="DAFF6B"/>
                </a:solidFill>
                <a:latin typeface="Arial MT"/>
                <a:cs typeface="Arial MT"/>
              </a:rPr>
              <a:t> </a:t>
            </a:r>
            <a:r>
              <a:rPr sz="7200" spc="420" dirty="0">
                <a:solidFill>
                  <a:srgbClr val="DAFF6B"/>
                </a:solidFill>
                <a:latin typeface="Arial MT"/>
                <a:cs typeface="Arial MT"/>
              </a:rPr>
              <a:t>IN</a:t>
            </a:r>
            <a:endParaRPr sz="72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 rot="21540000">
            <a:off x="1170726" y="2244255"/>
            <a:ext cx="7272193" cy="914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559"/>
              </a:lnSpc>
            </a:pPr>
            <a:r>
              <a:rPr sz="10800" spc="-75" baseline="-6172" dirty="0">
                <a:solidFill>
                  <a:srgbClr val="DAFF6B"/>
                </a:solidFill>
                <a:latin typeface="Arial MT"/>
                <a:cs typeface="Arial MT"/>
              </a:rPr>
              <a:t>O</a:t>
            </a:r>
            <a:r>
              <a:rPr sz="10800" spc="-75" baseline="-5401" dirty="0">
                <a:solidFill>
                  <a:srgbClr val="DAFF6B"/>
                </a:solidFill>
                <a:latin typeface="Arial MT"/>
                <a:cs typeface="Arial MT"/>
              </a:rPr>
              <a:t>B</a:t>
            </a:r>
            <a:r>
              <a:rPr sz="10800" spc="-75" baseline="-4629" dirty="0">
                <a:solidFill>
                  <a:srgbClr val="DAFF6B"/>
                </a:solidFill>
                <a:latin typeface="Arial MT"/>
                <a:cs typeface="Arial MT"/>
              </a:rPr>
              <a:t>S</a:t>
            </a:r>
            <a:r>
              <a:rPr sz="10800" spc="-75" baseline="-4243" dirty="0">
                <a:solidFill>
                  <a:srgbClr val="DAFF6B"/>
                </a:solidFill>
                <a:latin typeface="Arial MT"/>
                <a:cs typeface="Arial MT"/>
              </a:rPr>
              <a:t>E</a:t>
            </a:r>
            <a:r>
              <a:rPr sz="10800" spc="-75" baseline="-3472" dirty="0">
                <a:solidFill>
                  <a:srgbClr val="DAFF6B"/>
                </a:solidFill>
                <a:latin typeface="Arial MT"/>
                <a:cs typeface="Arial MT"/>
              </a:rPr>
              <a:t>R</a:t>
            </a:r>
            <a:r>
              <a:rPr sz="10800" spc="-75" baseline="-3086" dirty="0">
                <a:solidFill>
                  <a:srgbClr val="DAFF6B"/>
                </a:solidFill>
                <a:latin typeface="Arial MT"/>
                <a:cs typeface="Arial MT"/>
              </a:rPr>
              <a:t>V</a:t>
            </a:r>
            <a:r>
              <a:rPr sz="10800" spc="-75" baseline="-2314" dirty="0">
                <a:solidFill>
                  <a:srgbClr val="DAFF6B"/>
                </a:solidFill>
                <a:latin typeface="Arial MT"/>
                <a:cs typeface="Arial MT"/>
              </a:rPr>
              <a:t>A</a:t>
            </a:r>
            <a:r>
              <a:rPr sz="10800" spc="-75" baseline="-1543" dirty="0">
                <a:solidFill>
                  <a:srgbClr val="DAFF6B"/>
                </a:solidFill>
                <a:latin typeface="Arial MT"/>
                <a:cs typeface="Arial MT"/>
              </a:rPr>
              <a:t>T</a:t>
            </a:r>
            <a:r>
              <a:rPr sz="10800" spc="-75" baseline="-1157" dirty="0">
                <a:solidFill>
                  <a:srgbClr val="DAFF6B"/>
                </a:solidFill>
                <a:latin typeface="Arial MT"/>
                <a:cs typeface="Arial MT"/>
              </a:rPr>
              <a:t>I</a:t>
            </a:r>
            <a:r>
              <a:rPr sz="7200" spc="-50" dirty="0">
                <a:solidFill>
                  <a:srgbClr val="DAFF6B"/>
                </a:solidFill>
                <a:latin typeface="Arial MT"/>
                <a:cs typeface="Arial MT"/>
              </a:rPr>
              <a:t>ONS</a:t>
            </a:r>
            <a:endParaRPr sz="7200">
              <a:latin typeface="Arial MT"/>
              <a:cs typeface="Arial MT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419444" y="3912980"/>
            <a:ext cx="2914650" cy="709930"/>
          </a:xfrm>
          <a:prstGeom prst="rect">
            <a:avLst/>
          </a:prstGeom>
          <a:solidFill>
            <a:srgbClr val="A2BEEC"/>
          </a:solidFill>
        </p:spPr>
        <p:txBody>
          <a:bodyPr vert="horz" wrap="square" lIns="0" tIns="80010" rIns="0" bIns="0" rtlCol="0">
            <a:spAutoFit/>
          </a:bodyPr>
          <a:lstStyle/>
          <a:p>
            <a:pPr marL="166370">
              <a:lnSpc>
                <a:spcPct val="100000"/>
              </a:lnSpc>
              <a:spcBef>
                <a:spcPts val="630"/>
              </a:spcBef>
            </a:pPr>
            <a:r>
              <a:rPr sz="3250" spc="125" dirty="0"/>
              <a:t>Going</a:t>
            </a:r>
            <a:r>
              <a:rPr sz="3250" spc="-185" dirty="0"/>
              <a:t> </a:t>
            </a:r>
            <a:r>
              <a:rPr sz="3250" spc="65" dirty="0"/>
              <a:t>Native</a:t>
            </a:r>
            <a:endParaRPr sz="3250"/>
          </a:p>
        </p:txBody>
      </p:sp>
      <p:sp>
        <p:nvSpPr>
          <p:cNvPr id="7" name="object 7"/>
          <p:cNvSpPr txBox="1"/>
          <p:nvPr/>
        </p:nvSpPr>
        <p:spPr>
          <a:xfrm>
            <a:off x="7369227" y="6258137"/>
            <a:ext cx="6198235" cy="1167130"/>
          </a:xfrm>
          <a:prstGeom prst="rect">
            <a:avLst/>
          </a:prstGeom>
          <a:solidFill>
            <a:srgbClr val="A2BEEC"/>
          </a:solidFill>
        </p:spPr>
        <p:txBody>
          <a:bodyPr vert="horz" wrap="square" lIns="0" tIns="127000" rIns="0" bIns="0" rtlCol="0">
            <a:spAutoFit/>
          </a:bodyPr>
          <a:lstStyle/>
          <a:p>
            <a:pPr marL="166370" marR="158750">
              <a:lnSpc>
                <a:spcPts val="3600"/>
              </a:lnSpc>
              <a:spcBef>
                <a:spcPts val="1000"/>
              </a:spcBef>
            </a:pPr>
            <a:r>
              <a:rPr sz="3250" b="1" dirty="0">
                <a:solidFill>
                  <a:srgbClr val="3B0A85"/>
                </a:solidFill>
                <a:latin typeface="Trebuchet MS"/>
                <a:cs typeface="Trebuchet MS"/>
              </a:rPr>
              <a:t>The</a:t>
            </a:r>
            <a:r>
              <a:rPr sz="3250" b="1" spc="-15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250" b="1" spc="75" dirty="0">
                <a:solidFill>
                  <a:srgbClr val="3B0A85"/>
                </a:solidFill>
                <a:latin typeface="Trebuchet MS"/>
                <a:cs typeface="Trebuchet MS"/>
              </a:rPr>
              <a:t>researcher</a:t>
            </a:r>
            <a:r>
              <a:rPr sz="3250" b="1" spc="-15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250" b="1" spc="55" dirty="0">
                <a:solidFill>
                  <a:srgbClr val="3B0A85"/>
                </a:solidFill>
                <a:latin typeface="Trebuchet MS"/>
                <a:cs typeface="Trebuchet MS"/>
              </a:rPr>
              <a:t>unknowingly </a:t>
            </a:r>
            <a:r>
              <a:rPr sz="3250" b="1" spc="70" dirty="0">
                <a:solidFill>
                  <a:srgbClr val="3B0A85"/>
                </a:solidFill>
                <a:latin typeface="Trebuchet MS"/>
                <a:cs typeface="Trebuchet MS"/>
              </a:rPr>
              <a:t>influences</a:t>
            </a:r>
            <a:r>
              <a:rPr sz="3250" b="1" spc="-19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250" b="1" spc="85" dirty="0">
                <a:solidFill>
                  <a:srgbClr val="3B0A85"/>
                </a:solidFill>
                <a:latin typeface="Trebuchet MS"/>
                <a:cs typeface="Trebuchet MS"/>
              </a:rPr>
              <a:t>what</a:t>
            </a:r>
            <a:r>
              <a:rPr sz="3250" b="1" spc="-19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250" b="1" spc="100" dirty="0">
                <a:solidFill>
                  <a:srgbClr val="3B0A85"/>
                </a:solidFill>
                <a:latin typeface="Trebuchet MS"/>
                <a:cs typeface="Trebuchet MS"/>
              </a:rPr>
              <a:t>is</a:t>
            </a:r>
            <a:r>
              <a:rPr sz="3250" b="1" spc="-18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250" b="1" spc="100" dirty="0">
                <a:solidFill>
                  <a:srgbClr val="3B0A85"/>
                </a:solidFill>
                <a:latin typeface="Trebuchet MS"/>
                <a:cs typeface="Trebuchet MS"/>
              </a:rPr>
              <a:t>happening</a:t>
            </a:r>
            <a:endParaRPr sz="325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369227" y="7890853"/>
            <a:ext cx="3923665" cy="709930"/>
          </a:xfrm>
          <a:prstGeom prst="rect">
            <a:avLst/>
          </a:prstGeom>
          <a:solidFill>
            <a:srgbClr val="A2BEEC"/>
          </a:solidFill>
        </p:spPr>
        <p:txBody>
          <a:bodyPr vert="horz" wrap="square" lIns="0" tIns="80010" rIns="0" bIns="0" rtlCol="0">
            <a:spAutoFit/>
          </a:bodyPr>
          <a:lstStyle/>
          <a:p>
            <a:pPr marL="166370">
              <a:lnSpc>
                <a:spcPct val="100000"/>
              </a:lnSpc>
              <a:spcBef>
                <a:spcPts val="630"/>
              </a:spcBef>
            </a:pPr>
            <a:r>
              <a:rPr sz="3250" b="1" spc="100" dirty="0">
                <a:solidFill>
                  <a:srgbClr val="3B0A85"/>
                </a:solidFill>
                <a:latin typeface="Trebuchet MS"/>
                <a:cs typeface="Trebuchet MS"/>
              </a:rPr>
              <a:t>Social</a:t>
            </a:r>
            <a:r>
              <a:rPr sz="3250" b="1" spc="-17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250" b="1" spc="50" dirty="0">
                <a:solidFill>
                  <a:srgbClr val="3B0A85"/>
                </a:solidFill>
                <a:latin typeface="Trebuchet MS"/>
                <a:cs typeface="Trebuchet MS"/>
              </a:rPr>
              <a:t>desirability</a:t>
            </a:r>
            <a:endParaRPr sz="325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419444" y="5083405"/>
            <a:ext cx="4550410" cy="709930"/>
          </a:xfrm>
          <a:prstGeom prst="rect">
            <a:avLst/>
          </a:prstGeom>
          <a:solidFill>
            <a:srgbClr val="A2BEEC"/>
          </a:solidFill>
        </p:spPr>
        <p:txBody>
          <a:bodyPr vert="horz" wrap="square" lIns="0" tIns="80010" rIns="0" bIns="0" rtlCol="0">
            <a:spAutoFit/>
          </a:bodyPr>
          <a:lstStyle/>
          <a:p>
            <a:pPr marL="166370">
              <a:lnSpc>
                <a:spcPct val="100000"/>
              </a:lnSpc>
              <a:spcBef>
                <a:spcPts val="630"/>
              </a:spcBef>
            </a:pPr>
            <a:r>
              <a:rPr sz="3250" b="1" spc="85" dirty="0">
                <a:solidFill>
                  <a:srgbClr val="3B0A85"/>
                </a:solidFill>
                <a:latin typeface="Trebuchet MS"/>
                <a:cs typeface="Trebuchet MS"/>
              </a:rPr>
              <a:t>Selective</a:t>
            </a:r>
            <a:r>
              <a:rPr sz="3250" b="1" spc="-17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250" b="1" spc="95" dirty="0">
                <a:solidFill>
                  <a:srgbClr val="3B0A85"/>
                </a:solidFill>
                <a:latin typeface="Trebuchet MS"/>
                <a:cs typeface="Trebuchet MS"/>
              </a:rPr>
              <a:t>perception</a:t>
            </a:r>
            <a:endParaRPr sz="32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844153" y="2535087"/>
            <a:ext cx="5638800" cy="1496060"/>
          </a:xfrm>
          <a:custGeom>
            <a:avLst/>
            <a:gdLst/>
            <a:ahLst/>
            <a:cxnLst/>
            <a:rect l="l" t="t" r="r" b="b"/>
            <a:pathLst>
              <a:path w="5638800" h="1496060">
                <a:moveTo>
                  <a:pt x="5638256" y="1303521"/>
                </a:moveTo>
                <a:lnTo>
                  <a:pt x="44805" y="1495785"/>
                </a:lnTo>
                <a:lnTo>
                  <a:pt x="0" y="192263"/>
                </a:lnTo>
                <a:lnTo>
                  <a:pt x="5593450" y="0"/>
                </a:lnTo>
                <a:lnTo>
                  <a:pt x="5638256" y="1303521"/>
                </a:lnTo>
                <a:close/>
              </a:path>
            </a:pathLst>
          </a:custGeom>
          <a:solidFill>
            <a:srgbClr val="A2BE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 rot="21540000">
            <a:off x="2184941" y="2841487"/>
            <a:ext cx="4957902" cy="927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950"/>
              </a:lnSpc>
            </a:pPr>
            <a:r>
              <a:rPr sz="10950" spc="-75" baseline="-3044" dirty="0">
                <a:solidFill>
                  <a:srgbClr val="3B0A85"/>
                </a:solidFill>
                <a:latin typeface="Arial MT"/>
                <a:cs typeface="Arial MT"/>
              </a:rPr>
              <a:t>P</a:t>
            </a:r>
            <a:r>
              <a:rPr sz="10950" spc="-75" baseline="-2283" dirty="0">
                <a:solidFill>
                  <a:srgbClr val="3B0A85"/>
                </a:solidFill>
                <a:latin typeface="Arial MT"/>
                <a:cs typeface="Arial MT"/>
              </a:rPr>
              <a:t>O</a:t>
            </a:r>
            <a:r>
              <a:rPr sz="10950" spc="-75" baseline="-1902" dirty="0">
                <a:solidFill>
                  <a:srgbClr val="3B0A85"/>
                </a:solidFill>
                <a:latin typeface="Arial MT"/>
                <a:cs typeface="Arial MT"/>
              </a:rPr>
              <a:t>S</a:t>
            </a:r>
            <a:r>
              <a:rPr sz="10950" spc="-75" baseline="-1141" dirty="0">
                <a:solidFill>
                  <a:srgbClr val="3B0A85"/>
                </a:solidFill>
                <a:latin typeface="Arial MT"/>
                <a:cs typeface="Arial MT"/>
              </a:rPr>
              <a:t>I</a:t>
            </a:r>
            <a:r>
              <a:rPr sz="7300" spc="-50" dirty="0">
                <a:solidFill>
                  <a:srgbClr val="3B0A85"/>
                </a:solidFill>
                <a:latin typeface="Arial MT"/>
                <a:cs typeface="Arial MT"/>
              </a:rPr>
              <a:t>TIVE</a:t>
            </a:r>
            <a:r>
              <a:rPr sz="10950" spc="-75" baseline="1141" dirty="0">
                <a:solidFill>
                  <a:srgbClr val="3B0A85"/>
                </a:solidFill>
                <a:latin typeface="Arial MT"/>
                <a:cs typeface="Arial MT"/>
              </a:rPr>
              <a:t>S</a:t>
            </a:r>
            <a:endParaRPr sz="10950" baseline="1141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16926" y="3251288"/>
            <a:ext cx="1278890" cy="1278890"/>
          </a:xfrm>
          <a:custGeom>
            <a:avLst/>
            <a:gdLst/>
            <a:ahLst/>
            <a:cxnLst/>
            <a:rect l="l" t="t" r="r" b="b"/>
            <a:pathLst>
              <a:path w="1278889" h="1278889">
                <a:moveTo>
                  <a:pt x="1278369" y="586714"/>
                </a:moveTo>
                <a:lnTo>
                  <a:pt x="1257744" y="544995"/>
                </a:lnTo>
                <a:lnTo>
                  <a:pt x="1220838" y="519734"/>
                </a:lnTo>
                <a:lnTo>
                  <a:pt x="1175550" y="506920"/>
                </a:lnTo>
                <a:lnTo>
                  <a:pt x="1129779" y="502551"/>
                </a:lnTo>
                <a:lnTo>
                  <a:pt x="1079906" y="501307"/>
                </a:lnTo>
                <a:lnTo>
                  <a:pt x="1030033" y="500824"/>
                </a:lnTo>
                <a:lnTo>
                  <a:pt x="980160" y="500900"/>
                </a:lnTo>
                <a:lnTo>
                  <a:pt x="930287" y="501307"/>
                </a:lnTo>
                <a:lnTo>
                  <a:pt x="830541" y="502348"/>
                </a:lnTo>
                <a:lnTo>
                  <a:pt x="780656" y="502551"/>
                </a:lnTo>
                <a:lnTo>
                  <a:pt x="766343" y="502589"/>
                </a:lnTo>
                <a:lnTo>
                  <a:pt x="766203" y="421690"/>
                </a:lnTo>
                <a:lnTo>
                  <a:pt x="766203" y="256654"/>
                </a:lnTo>
                <a:lnTo>
                  <a:pt x="766000" y="214172"/>
                </a:lnTo>
                <a:lnTo>
                  <a:pt x="764641" y="171183"/>
                </a:lnTo>
                <a:lnTo>
                  <a:pt x="759447" y="128701"/>
                </a:lnTo>
                <a:lnTo>
                  <a:pt x="747788" y="87693"/>
                </a:lnTo>
                <a:lnTo>
                  <a:pt x="724560" y="47383"/>
                </a:lnTo>
                <a:lnTo>
                  <a:pt x="691680" y="17081"/>
                </a:lnTo>
                <a:lnTo>
                  <a:pt x="652259" y="165"/>
                </a:lnTo>
                <a:lnTo>
                  <a:pt x="609434" y="0"/>
                </a:lnTo>
                <a:lnTo>
                  <a:pt x="566331" y="19964"/>
                </a:lnTo>
                <a:lnTo>
                  <a:pt x="536689" y="53086"/>
                </a:lnTo>
                <a:lnTo>
                  <a:pt x="519455" y="95948"/>
                </a:lnTo>
                <a:lnTo>
                  <a:pt x="511670" y="144729"/>
                </a:lnTo>
                <a:lnTo>
                  <a:pt x="510413" y="195592"/>
                </a:lnTo>
                <a:lnTo>
                  <a:pt x="512737" y="244703"/>
                </a:lnTo>
                <a:lnTo>
                  <a:pt x="515696" y="288213"/>
                </a:lnTo>
                <a:lnTo>
                  <a:pt x="518160" y="339102"/>
                </a:lnTo>
                <a:lnTo>
                  <a:pt x="519734" y="389991"/>
                </a:lnTo>
                <a:lnTo>
                  <a:pt x="520623" y="440880"/>
                </a:lnTo>
                <a:lnTo>
                  <a:pt x="520992" y="491769"/>
                </a:lnTo>
                <a:lnTo>
                  <a:pt x="520992" y="503034"/>
                </a:lnTo>
                <a:lnTo>
                  <a:pt x="421678" y="503212"/>
                </a:lnTo>
                <a:lnTo>
                  <a:pt x="256654" y="503212"/>
                </a:lnTo>
                <a:lnTo>
                  <a:pt x="214172" y="503021"/>
                </a:lnTo>
                <a:lnTo>
                  <a:pt x="171183" y="504202"/>
                </a:lnTo>
                <a:lnTo>
                  <a:pt x="128701" y="509320"/>
                </a:lnTo>
                <a:lnTo>
                  <a:pt x="87680" y="520966"/>
                </a:lnTo>
                <a:lnTo>
                  <a:pt x="47383" y="544195"/>
                </a:lnTo>
                <a:lnTo>
                  <a:pt x="17081" y="577113"/>
                </a:lnTo>
                <a:lnTo>
                  <a:pt x="165" y="616635"/>
                </a:lnTo>
                <a:lnTo>
                  <a:pt x="0" y="659650"/>
                </a:lnTo>
                <a:lnTo>
                  <a:pt x="19964" y="703084"/>
                </a:lnTo>
                <a:lnTo>
                  <a:pt x="53073" y="732726"/>
                </a:lnTo>
                <a:lnTo>
                  <a:pt x="95935" y="749960"/>
                </a:lnTo>
                <a:lnTo>
                  <a:pt x="144716" y="757732"/>
                </a:lnTo>
                <a:lnTo>
                  <a:pt x="195580" y="758990"/>
                </a:lnTo>
                <a:lnTo>
                  <a:pt x="244690" y="756666"/>
                </a:lnTo>
                <a:lnTo>
                  <a:pt x="288213" y="753706"/>
                </a:lnTo>
                <a:lnTo>
                  <a:pt x="339102" y="751255"/>
                </a:lnTo>
                <a:lnTo>
                  <a:pt x="389991" y="749681"/>
                </a:lnTo>
                <a:lnTo>
                  <a:pt x="440880" y="748792"/>
                </a:lnTo>
                <a:lnTo>
                  <a:pt x="491769" y="748423"/>
                </a:lnTo>
                <a:lnTo>
                  <a:pt x="521766" y="748398"/>
                </a:lnTo>
                <a:lnTo>
                  <a:pt x="524027" y="840105"/>
                </a:lnTo>
                <a:lnTo>
                  <a:pt x="526440" y="926363"/>
                </a:lnTo>
                <a:lnTo>
                  <a:pt x="527532" y="969365"/>
                </a:lnTo>
                <a:lnTo>
                  <a:pt x="529094" y="1060665"/>
                </a:lnTo>
                <a:lnTo>
                  <a:pt x="531698" y="1106474"/>
                </a:lnTo>
                <a:lnTo>
                  <a:pt x="538060" y="1151483"/>
                </a:lnTo>
                <a:lnTo>
                  <a:pt x="550633" y="1191628"/>
                </a:lnTo>
                <a:lnTo>
                  <a:pt x="572122" y="1229182"/>
                </a:lnTo>
                <a:lnTo>
                  <a:pt x="601776" y="1259357"/>
                </a:lnTo>
                <a:lnTo>
                  <a:pt x="638873" y="1277353"/>
                </a:lnTo>
                <a:lnTo>
                  <a:pt x="682701" y="1278369"/>
                </a:lnTo>
                <a:lnTo>
                  <a:pt x="724420" y="1257744"/>
                </a:lnTo>
                <a:lnTo>
                  <a:pt x="749681" y="1220838"/>
                </a:lnTo>
                <a:lnTo>
                  <a:pt x="762495" y="1175562"/>
                </a:lnTo>
                <a:lnTo>
                  <a:pt x="766851" y="1129779"/>
                </a:lnTo>
                <a:lnTo>
                  <a:pt x="768096" y="1079906"/>
                </a:lnTo>
                <a:lnTo>
                  <a:pt x="768578" y="1030033"/>
                </a:lnTo>
                <a:lnTo>
                  <a:pt x="768515" y="980160"/>
                </a:lnTo>
                <a:lnTo>
                  <a:pt x="768096" y="930287"/>
                </a:lnTo>
                <a:lnTo>
                  <a:pt x="767067" y="830541"/>
                </a:lnTo>
                <a:lnTo>
                  <a:pt x="766851" y="780669"/>
                </a:lnTo>
                <a:lnTo>
                  <a:pt x="766787" y="747191"/>
                </a:lnTo>
                <a:lnTo>
                  <a:pt x="840105" y="745388"/>
                </a:lnTo>
                <a:lnTo>
                  <a:pt x="926350" y="742962"/>
                </a:lnTo>
                <a:lnTo>
                  <a:pt x="969352" y="741870"/>
                </a:lnTo>
                <a:lnTo>
                  <a:pt x="1060665" y="740308"/>
                </a:lnTo>
                <a:lnTo>
                  <a:pt x="1106474" y="737717"/>
                </a:lnTo>
                <a:lnTo>
                  <a:pt x="1151470" y="731354"/>
                </a:lnTo>
                <a:lnTo>
                  <a:pt x="1191628" y="718769"/>
                </a:lnTo>
                <a:lnTo>
                  <a:pt x="1229182" y="697293"/>
                </a:lnTo>
                <a:lnTo>
                  <a:pt x="1259357" y="667639"/>
                </a:lnTo>
                <a:lnTo>
                  <a:pt x="1277353" y="630529"/>
                </a:lnTo>
                <a:lnTo>
                  <a:pt x="1278369" y="586714"/>
                </a:lnTo>
                <a:close/>
              </a:path>
            </a:pathLst>
          </a:custGeom>
          <a:solidFill>
            <a:srgbClr val="DAFF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691077" y="2471659"/>
            <a:ext cx="6087110" cy="1511300"/>
          </a:xfrm>
          <a:custGeom>
            <a:avLst/>
            <a:gdLst/>
            <a:ahLst/>
            <a:cxnLst/>
            <a:rect l="l" t="t" r="r" b="b"/>
            <a:pathLst>
              <a:path w="6087109" h="1511300">
                <a:moveTo>
                  <a:pt x="6086708" y="1303521"/>
                </a:moveTo>
                <a:lnTo>
                  <a:pt x="44805" y="1511199"/>
                </a:lnTo>
                <a:lnTo>
                  <a:pt x="0" y="207678"/>
                </a:lnTo>
                <a:lnTo>
                  <a:pt x="6041902" y="0"/>
                </a:lnTo>
                <a:lnTo>
                  <a:pt x="6086708" y="1303521"/>
                </a:lnTo>
                <a:close/>
              </a:path>
            </a:pathLst>
          </a:custGeom>
          <a:solidFill>
            <a:srgbClr val="D0C2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 rot="21540000">
            <a:off x="10035426" y="2787664"/>
            <a:ext cx="5398955" cy="927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905"/>
              </a:lnSpc>
            </a:pPr>
            <a:r>
              <a:rPr sz="10950" spc="-30" baseline="-3424" dirty="0">
                <a:solidFill>
                  <a:srgbClr val="3B0A85"/>
                </a:solidFill>
                <a:latin typeface="Arial MT"/>
                <a:cs typeface="Arial MT"/>
              </a:rPr>
              <a:t>N</a:t>
            </a:r>
            <a:r>
              <a:rPr sz="10950" spc="-30" baseline="-2663" dirty="0">
                <a:solidFill>
                  <a:srgbClr val="3B0A85"/>
                </a:solidFill>
                <a:latin typeface="Arial MT"/>
                <a:cs typeface="Arial MT"/>
              </a:rPr>
              <a:t>E</a:t>
            </a:r>
            <a:r>
              <a:rPr sz="10950" spc="-30" baseline="-2283" dirty="0">
                <a:solidFill>
                  <a:srgbClr val="3B0A85"/>
                </a:solidFill>
                <a:latin typeface="Arial MT"/>
                <a:cs typeface="Arial MT"/>
              </a:rPr>
              <a:t>G</a:t>
            </a:r>
            <a:r>
              <a:rPr sz="10950" spc="-30" baseline="-1522" dirty="0">
                <a:solidFill>
                  <a:srgbClr val="3B0A85"/>
                </a:solidFill>
                <a:latin typeface="Arial MT"/>
                <a:cs typeface="Arial MT"/>
              </a:rPr>
              <a:t>A</a:t>
            </a:r>
            <a:r>
              <a:rPr sz="7300" spc="-20" dirty="0">
                <a:solidFill>
                  <a:srgbClr val="3B0A85"/>
                </a:solidFill>
                <a:latin typeface="Arial MT"/>
                <a:cs typeface="Arial MT"/>
              </a:rPr>
              <a:t>TIVE</a:t>
            </a:r>
            <a:r>
              <a:rPr sz="10950" spc="-30" baseline="1141" dirty="0">
                <a:solidFill>
                  <a:srgbClr val="3B0A85"/>
                </a:solidFill>
                <a:latin typeface="Arial MT"/>
                <a:cs typeface="Arial MT"/>
              </a:rPr>
              <a:t>S</a:t>
            </a:r>
            <a:endParaRPr sz="10950" baseline="1141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146017" y="3625647"/>
            <a:ext cx="1321435" cy="353695"/>
          </a:xfrm>
          <a:custGeom>
            <a:avLst/>
            <a:gdLst/>
            <a:ahLst/>
            <a:cxnLst/>
            <a:rect l="l" t="t" r="r" b="b"/>
            <a:pathLst>
              <a:path w="1321434" h="353695">
                <a:moveTo>
                  <a:pt x="149595" y="353627"/>
                </a:moveTo>
                <a:lnTo>
                  <a:pt x="92510" y="342615"/>
                </a:lnTo>
                <a:lnTo>
                  <a:pt x="43839" y="309787"/>
                </a:lnTo>
                <a:lnTo>
                  <a:pt x="11557" y="261273"/>
                </a:lnTo>
                <a:lnTo>
                  <a:pt x="0" y="204031"/>
                </a:lnTo>
                <a:lnTo>
                  <a:pt x="347" y="188874"/>
                </a:lnTo>
                <a:lnTo>
                  <a:pt x="2623" y="174242"/>
                </a:lnTo>
                <a:lnTo>
                  <a:pt x="6807" y="160117"/>
                </a:lnTo>
                <a:lnTo>
                  <a:pt x="12881" y="146479"/>
                </a:lnTo>
                <a:lnTo>
                  <a:pt x="18215" y="132957"/>
                </a:lnTo>
                <a:lnTo>
                  <a:pt x="43839" y="98276"/>
                </a:lnTo>
                <a:lnTo>
                  <a:pt x="78609" y="72651"/>
                </a:lnTo>
                <a:lnTo>
                  <a:pt x="92042" y="67318"/>
                </a:lnTo>
                <a:lnTo>
                  <a:pt x="105593" y="61243"/>
                </a:lnTo>
                <a:lnTo>
                  <a:pt x="119728" y="57059"/>
                </a:lnTo>
                <a:lnTo>
                  <a:pt x="134408" y="54783"/>
                </a:lnTo>
                <a:lnTo>
                  <a:pt x="149595" y="54436"/>
                </a:lnTo>
                <a:lnTo>
                  <a:pt x="206161" y="49102"/>
                </a:lnTo>
                <a:lnTo>
                  <a:pt x="262727" y="44021"/>
                </a:lnTo>
                <a:lnTo>
                  <a:pt x="319293" y="39213"/>
                </a:lnTo>
                <a:lnTo>
                  <a:pt x="375858" y="34697"/>
                </a:lnTo>
                <a:lnTo>
                  <a:pt x="425536" y="30948"/>
                </a:lnTo>
                <a:lnTo>
                  <a:pt x="475227" y="27412"/>
                </a:lnTo>
                <a:lnTo>
                  <a:pt x="524931" y="24089"/>
                </a:lnTo>
                <a:lnTo>
                  <a:pt x="574647" y="20978"/>
                </a:lnTo>
                <a:lnTo>
                  <a:pt x="624374" y="18079"/>
                </a:lnTo>
                <a:lnTo>
                  <a:pt x="674111" y="15392"/>
                </a:lnTo>
                <a:lnTo>
                  <a:pt x="723857" y="12915"/>
                </a:lnTo>
                <a:lnTo>
                  <a:pt x="773611" y="10648"/>
                </a:lnTo>
                <a:lnTo>
                  <a:pt x="823373" y="8590"/>
                </a:lnTo>
                <a:lnTo>
                  <a:pt x="873141" y="6742"/>
                </a:lnTo>
                <a:lnTo>
                  <a:pt x="922914" y="5101"/>
                </a:lnTo>
                <a:lnTo>
                  <a:pt x="972692" y="3668"/>
                </a:lnTo>
                <a:lnTo>
                  <a:pt x="1022474" y="2442"/>
                </a:lnTo>
                <a:lnTo>
                  <a:pt x="1072258" y="1422"/>
                </a:lnTo>
                <a:lnTo>
                  <a:pt x="1122045" y="608"/>
                </a:lnTo>
                <a:lnTo>
                  <a:pt x="1171832" y="0"/>
                </a:lnTo>
                <a:lnTo>
                  <a:pt x="1201270" y="2905"/>
                </a:lnTo>
                <a:lnTo>
                  <a:pt x="1254460" y="25624"/>
                </a:lnTo>
                <a:lnTo>
                  <a:pt x="1296563" y="66324"/>
                </a:lnTo>
                <a:lnTo>
                  <a:pt x="1317996" y="120566"/>
                </a:lnTo>
                <a:lnTo>
                  <a:pt x="1321427" y="149595"/>
                </a:lnTo>
                <a:lnTo>
                  <a:pt x="1321080" y="164753"/>
                </a:lnTo>
                <a:lnTo>
                  <a:pt x="1318804" y="179384"/>
                </a:lnTo>
                <a:lnTo>
                  <a:pt x="1314620" y="193510"/>
                </a:lnTo>
                <a:lnTo>
                  <a:pt x="1308545" y="207148"/>
                </a:lnTo>
                <a:lnTo>
                  <a:pt x="1303212" y="220669"/>
                </a:lnTo>
                <a:lnTo>
                  <a:pt x="1277587" y="255351"/>
                </a:lnTo>
                <a:lnTo>
                  <a:pt x="1228917" y="287400"/>
                </a:lnTo>
                <a:lnTo>
                  <a:pt x="1171832" y="299191"/>
                </a:lnTo>
                <a:lnTo>
                  <a:pt x="1114990" y="299814"/>
                </a:lnTo>
                <a:lnTo>
                  <a:pt x="1058206" y="300749"/>
                </a:lnTo>
                <a:lnTo>
                  <a:pt x="1001462" y="301996"/>
                </a:lnTo>
                <a:lnTo>
                  <a:pt x="944737" y="303554"/>
                </a:lnTo>
                <a:lnTo>
                  <a:pt x="894953" y="305102"/>
                </a:lnTo>
                <a:lnTo>
                  <a:pt x="845174" y="306864"/>
                </a:lnTo>
                <a:lnTo>
                  <a:pt x="795403" y="308840"/>
                </a:lnTo>
                <a:lnTo>
                  <a:pt x="745640" y="311027"/>
                </a:lnTo>
                <a:lnTo>
                  <a:pt x="695887" y="313427"/>
                </a:lnTo>
                <a:lnTo>
                  <a:pt x="646145" y="316037"/>
                </a:lnTo>
                <a:lnTo>
                  <a:pt x="596415" y="318858"/>
                </a:lnTo>
                <a:lnTo>
                  <a:pt x="546699" y="321890"/>
                </a:lnTo>
                <a:lnTo>
                  <a:pt x="496997" y="325130"/>
                </a:lnTo>
                <a:lnTo>
                  <a:pt x="447311" y="328580"/>
                </a:lnTo>
                <a:lnTo>
                  <a:pt x="397642" y="332237"/>
                </a:lnTo>
                <a:lnTo>
                  <a:pt x="347991" y="336103"/>
                </a:lnTo>
                <a:lnTo>
                  <a:pt x="298360" y="340175"/>
                </a:lnTo>
                <a:lnTo>
                  <a:pt x="248749" y="344453"/>
                </a:lnTo>
                <a:lnTo>
                  <a:pt x="199160" y="348937"/>
                </a:lnTo>
                <a:lnTo>
                  <a:pt x="149595" y="353627"/>
                </a:lnTo>
                <a:close/>
              </a:path>
            </a:pathLst>
          </a:custGeom>
          <a:solidFill>
            <a:srgbClr val="DAFF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454816" y="4607291"/>
            <a:ext cx="5141595" cy="1064260"/>
          </a:xfrm>
          <a:prstGeom prst="rect">
            <a:avLst/>
          </a:prstGeom>
          <a:solidFill>
            <a:srgbClr val="A2BEEC"/>
          </a:solidFill>
        </p:spPr>
        <p:txBody>
          <a:bodyPr vert="horz" wrap="square" lIns="0" tIns="116205" rIns="0" bIns="0" rtlCol="0">
            <a:spAutoFit/>
          </a:bodyPr>
          <a:lstStyle/>
          <a:p>
            <a:pPr marL="151765" marR="144145">
              <a:lnSpc>
                <a:spcPts val="3279"/>
              </a:lnSpc>
              <a:spcBef>
                <a:spcPts val="915"/>
              </a:spcBef>
            </a:pPr>
            <a:r>
              <a:rPr sz="2950" b="1" spc="200" dirty="0">
                <a:solidFill>
                  <a:srgbClr val="3B0A85"/>
                </a:solidFill>
                <a:latin typeface="Trebuchet MS"/>
                <a:cs typeface="Trebuchet MS"/>
              </a:rPr>
              <a:t>Can</a:t>
            </a:r>
            <a:r>
              <a:rPr sz="2950" b="1" spc="-17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950" b="1" spc="125" dirty="0">
                <a:solidFill>
                  <a:srgbClr val="3B0A85"/>
                </a:solidFill>
                <a:latin typeface="Trebuchet MS"/>
                <a:cs typeface="Trebuchet MS"/>
              </a:rPr>
              <a:t>get</a:t>
            </a:r>
            <a:r>
              <a:rPr sz="2950" b="1" spc="-17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950" b="1" spc="55" dirty="0">
                <a:solidFill>
                  <a:srgbClr val="3B0A85"/>
                </a:solidFill>
                <a:latin typeface="Trebuchet MS"/>
                <a:cs typeface="Trebuchet MS"/>
              </a:rPr>
              <a:t>information</a:t>
            </a:r>
            <a:r>
              <a:rPr sz="2950" b="1" spc="-17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950" b="1" spc="114" dirty="0">
                <a:solidFill>
                  <a:srgbClr val="3B0A85"/>
                </a:solidFill>
                <a:latin typeface="Trebuchet MS"/>
                <a:cs typeface="Trebuchet MS"/>
              </a:rPr>
              <a:t>about </a:t>
            </a:r>
            <a:r>
              <a:rPr sz="2950" b="1" spc="85" dirty="0">
                <a:solidFill>
                  <a:srgbClr val="3B0A85"/>
                </a:solidFill>
                <a:latin typeface="Trebuchet MS"/>
                <a:cs typeface="Trebuchet MS"/>
              </a:rPr>
              <a:t>what</a:t>
            </a:r>
            <a:r>
              <a:rPr sz="2950" b="1" spc="-18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950" b="1" spc="105" dirty="0">
                <a:solidFill>
                  <a:srgbClr val="3B0A85"/>
                </a:solidFill>
                <a:latin typeface="Trebuchet MS"/>
                <a:cs typeface="Trebuchet MS"/>
              </a:rPr>
              <a:t>is</a:t>
            </a:r>
            <a:r>
              <a:rPr sz="2950" b="1" spc="-17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950" b="1" spc="85" dirty="0">
                <a:solidFill>
                  <a:srgbClr val="3B0A85"/>
                </a:solidFill>
                <a:latin typeface="Trebuchet MS"/>
                <a:cs typeface="Trebuchet MS"/>
              </a:rPr>
              <a:t>already</a:t>
            </a:r>
            <a:r>
              <a:rPr sz="2950" b="1" spc="-18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950" b="1" spc="75" dirty="0">
                <a:solidFill>
                  <a:srgbClr val="3B0A85"/>
                </a:solidFill>
                <a:latin typeface="Trebuchet MS"/>
                <a:cs typeface="Trebuchet MS"/>
              </a:rPr>
              <a:t>occurring</a:t>
            </a:r>
            <a:endParaRPr sz="2950">
              <a:latin typeface="Trebuchet MS"/>
              <a:cs typeface="Trebuchet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454816" y="6260098"/>
            <a:ext cx="5636260" cy="646430"/>
          </a:xfrm>
          <a:custGeom>
            <a:avLst/>
            <a:gdLst/>
            <a:ahLst/>
            <a:cxnLst/>
            <a:rect l="l" t="t" r="r" b="b"/>
            <a:pathLst>
              <a:path w="5636259" h="646429">
                <a:moveTo>
                  <a:pt x="0" y="0"/>
                </a:moveTo>
                <a:lnTo>
                  <a:pt x="5635718" y="0"/>
                </a:lnTo>
                <a:lnTo>
                  <a:pt x="5635718" y="646429"/>
                </a:lnTo>
                <a:lnTo>
                  <a:pt x="0" y="646429"/>
                </a:lnTo>
                <a:lnTo>
                  <a:pt x="0" y="0"/>
                </a:lnTo>
                <a:close/>
              </a:path>
            </a:pathLst>
          </a:custGeom>
          <a:solidFill>
            <a:srgbClr val="A2BE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594022" y="6317037"/>
            <a:ext cx="5357495" cy="4813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2950" b="1" spc="260" dirty="0">
                <a:solidFill>
                  <a:srgbClr val="3B0A85"/>
                </a:solidFill>
                <a:latin typeface="Trebuchet MS"/>
                <a:cs typeface="Trebuchet MS"/>
              </a:rPr>
              <a:t>May</a:t>
            </a:r>
            <a:r>
              <a:rPr sz="2950" b="1" spc="-18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950" b="1" spc="114" dirty="0">
                <a:solidFill>
                  <a:srgbClr val="3B0A85"/>
                </a:solidFill>
                <a:latin typeface="Trebuchet MS"/>
                <a:cs typeface="Trebuchet MS"/>
              </a:rPr>
              <a:t>discover</a:t>
            </a:r>
            <a:r>
              <a:rPr sz="2950" b="1" spc="-17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950" b="1" spc="190" dirty="0">
                <a:solidFill>
                  <a:srgbClr val="3B0A85"/>
                </a:solidFill>
                <a:latin typeface="Trebuchet MS"/>
                <a:cs typeface="Trebuchet MS"/>
              </a:rPr>
              <a:t>some</a:t>
            </a:r>
            <a:r>
              <a:rPr sz="2950" b="1" spc="-17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950" b="1" spc="65" dirty="0">
                <a:solidFill>
                  <a:srgbClr val="3B0A85"/>
                </a:solidFill>
                <a:latin typeface="Trebuchet MS"/>
                <a:cs typeface="Trebuchet MS"/>
              </a:rPr>
              <a:t>unknown</a:t>
            </a:r>
            <a:endParaRPr sz="295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454816" y="6906528"/>
            <a:ext cx="2450465" cy="417830"/>
          </a:xfrm>
          <a:prstGeom prst="rect">
            <a:avLst/>
          </a:prstGeom>
          <a:solidFill>
            <a:srgbClr val="A2BEEC"/>
          </a:solidFill>
        </p:spPr>
        <p:txBody>
          <a:bodyPr vert="horz" wrap="square" lIns="0" tIns="0" rIns="0" bIns="0" rtlCol="0">
            <a:spAutoFit/>
          </a:bodyPr>
          <a:lstStyle/>
          <a:p>
            <a:pPr marL="151765">
              <a:lnSpc>
                <a:spcPts val="2320"/>
              </a:lnSpc>
            </a:pPr>
            <a:r>
              <a:rPr sz="2950" b="1" spc="45" dirty="0">
                <a:solidFill>
                  <a:srgbClr val="3B0A85"/>
                </a:solidFill>
                <a:latin typeface="Trebuchet MS"/>
                <a:cs typeface="Trebuchet MS"/>
              </a:rPr>
              <a:t>information</a:t>
            </a:r>
            <a:endParaRPr sz="2950">
              <a:latin typeface="Trebuchet MS"/>
              <a:cs typeface="Trebuchet M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0317670" y="4607292"/>
            <a:ext cx="4900295" cy="1480820"/>
          </a:xfrm>
          <a:custGeom>
            <a:avLst/>
            <a:gdLst/>
            <a:ahLst/>
            <a:cxnLst/>
            <a:rect l="l" t="t" r="r" b="b"/>
            <a:pathLst>
              <a:path w="4900294" h="1480820">
                <a:moveTo>
                  <a:pt x="4899914" y="833120"/>
                </a:moveTo>
                <a:lnTo>
                  <a:pt x="3968419" y="833120"/>
                </a:lnTo>
                <a:lnTo>
                  <a:pt x="3968419" y="646430"/>
                </a:lnTo>
                <a:lnTo>
                  <a:pt x="4149191" y="646430"/>
                </a:lnTo>
                <a:lnTo>
                  <a:pt x="4149191" y="0"/>
                </a:lnTo>
                <a:lnTo>
                  <a:pt x="0" y="0"/>
                </a:lnTo>
                <a:lnTo>
                  <a:pt x="0" y="646430"/>
                </a:lnTo>
                <a:lnTo>
                  <a:pt x="0" y="833120"/>
                </a:lnTo>
                <a:lnTo>
                  <a:pt x="0" y="1480820"/>
                </a:lnTo>
                <a:lnTo>
                  <a:pt x="4899914" y="1480820"/>
                </a:lnTo>
                <a:lnTo>
                  <a:pt x="4899914" y="833120"/>
                </a:lnTo>
                <a:close/>
              </a:path>
            </a:pathLst>
          </a:custGeom>
          <a:solidFill>
            <a:srgbClr val="D0C2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0456878" y="4664230"/>
            <a:ext cx="3870960" cy="4813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2950" b="1" spc="85" dirty="0">
                <a:solidFill>
                  <a:srgbClr val="3B0A85"/>
                </a:solidFill>
                <a:latin typeface="Trebuchet MS"/>
                <a:cs typeface="Trebuchet MS"/>
              </a:rPr>
              <a:t>Selective</a:t>
            </a:r>
            <a:r>
              <a:rPr sz="2950" b="1" spc="-15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950" b="1" spc="85" dirty="0">
                <a:solidFill>
                  <a:srgbClr val="3B0A85"/>
                </a:solidFill>
                <a:latin typeface="Trebuchet MS"/>
                <a:cs typeface="Trebuchet MS"/>
              </a:rPr>
              <a:t>perception</a:t>
            </a:r>
            <a:endParaRPr sz="295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547259" y="5081120"/>
            <a:ext cx="3599815" cy="4813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2950" b="1" spc="475" dirty="0">
                <a:solidFill>
                  <a:srgbClr val="3B0A85"/>
                </a:solidFill>
                <a:latin typeface="Trebuchet MS"/>
                <a:cs typeface="Trebuchet MS"/>
              </a:rPr>
              <a:t>-</a:t>
            </a:r>
            <a:r>
              <a:rPr sz="2950" b="1" spc="-16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950" b="1" spc="80" dirty="0">
                <a:solidFill>
                  <a:srgbClr val="3B0A85"/>
                </a:solidFill>
                <a:latin typeface="Trebuchet MS"/>
                <a:cs typeface="Trebuchet MS"/>
              </a:rPr>
              <a:t>Confirmation</a:t>
            </a:r>
            <a:r>
              <a:rPr sz="2950" b="1" spc="-15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950" b="1" spc="120" dirty="0">
                <a:solidFill>
                  <a:srgbClr val="3B0A85"/>
                </a:solidFill>
                <a:latin typeface="Trebuchet MS"/>
                <a:cs typeface="Trebuchet MS"/>
              </a:rPr>
              <a:t>bias</a:t>
            </a:r>
            <a:endParaRPr sz="295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547259" y="5498010"/>
            <a:ext cx="4531360" cy="4813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2950" b="1" spc="475" dirty="0">
                <a:solidFill>
                  <a:srgbClr val="3B0A85"/>
                </a:solidFill>
                <a:latin typeface="Trebuchet MS"/>
                <a:cs typeface="Trebuchet MS"/>
              </a:rPr>
              <a:t>-</a:t>
            </a:r>
            <a:r>
              <a:rPr sz="2950" b="1" spc="-15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950" b="1" spc="140" dirty="0">
                <a:solidFill>
                  <a:srgbClr val="3B0A85"/>
                </a:solidFill>
                <a:latin typeface="Trebuchet MS"/>
                <a:cs typeface="Trebuchet MS"/>
              </a:rPr>
              <a:t>Self-</a:t>
            </a:r>
            <a:r>
              <a:rPr sz="2950" b="1" spc="-20" dirty="0">
                <a:solidFill>
                  <a:srgbClr val="3B0A85"/>
                </a:solidFill>
                <a:latin typeface="Trebuchet MS"/>
                <a:cs typeface="Trebuchet MS"/>
              </a:rPr>
              <a:t>fulfilling</a:t>
            </a:r>
            <a:r>
              <a:rPr sz="2950" b="1" spc="-15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950" b="1" spc="125" dirty="0">
                <a:solidFill>
                  <a:srgbClr val="3B0A85"/>
                </a:solidFill>
                <a:latin typeface="Trebuchet MS"/>
                <a:cs typeface="Trebuchet MS"/>
              </a:rPr>
              <a:t>prophecy</a:t>
            </a:r>
            <a:endParaRPr sz="295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317673" y="6724553"/>
            <a:ext cx="5542280" cy="647065"/>
          </a:xfrm>
          <a:prstGeom prst="rect">
            <a:avLst/>
          </a:prstGeom>
          <a:solidFill>
            <a:srgbClr val="D0C2F5"/>
          </a:solidFill>
        </p:spPr>
        <p:txBody>
          <a:bodyPr vert="horz" wrap="square" lIns="0" tIns="74295" rIns="0" bIns="0" rtlCol="0">
            <a:spAutoFit/>
          </a:bodyPr>
          <a:lstStyle/>
          <a:p>
            <a:pPr marL="151765">
              <a:lnSpc>
                <a:spcPct val="100000"/>
              </a:lnSpc>
              <a:spcBef>
                <a:spcPts val="585"/>
              </a:spcBef>
            </a:pPr>
            <a:r>
              <a:rPr sz="2950" b="1" spc="125" dirty="0">
                <a:solidFill>
                  <a:srgbClr val="3B0A85"/>
                </a:solidFill>
                <a:latin typeface="Trebuchet MS"/>
                <a:cs typeface="Trebuchet MS"/>
              </a:rPr>
              <a:t>Not</a:t>
            </a:r>
            <a:r>
              <a:rPr sz="2950" b="1" spc="-17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950" b="1" spc="140" dirty="0">
                <a:solidFill>
                  <a:srgbClr val="3B0A85"/>
                </a:solidFill>
                <a:latin typeface="Trebuchet MS"/>
                <a:cs typeface="Trebuchet MS"/>
              </a:rPr>
              <a:t>a</a:t>
            </a:r>
            <a:r>
              <a:rPr sz="2950" b="1" spc="-17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950" b="1" spc="75" dirty="0">
                <a:solidFill>
                  <a:srgbClr val="3B0A85"/>
                </a:solidFill>
                <a:latin typeface="Trebuchet MS"/>
                <a:cs typeface="Trebuchet MS"/>
              </a:rPr>
              <a:t>representative</a:t>
            </a:r>
            <a:r>
              <a:rPr sz="2950" b="1" spc="-17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950" b="1" spc="135" dirty="0">
                <a:solidFill>
                  <a:srgbClr val="3B0A85"/>
                </a:solidFill>
                <a:latin typeface="Trebuchet MS"/>
                <a:cs typeface="Trebuchet MS"/>
              </a:rPr>
              <a:t>sample</a:t>
            </a:r>
            <a:endParaRPr sz="2950">
              <a:latin typeface="Trebuchet MS"/>
              <a:cs typeface="Trebuchet MS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0317673" y="8008154"/>
            <a:ext cx="5195570" cy="646430"/>
          </a:xfrm>
          <a:custGeom>
            <a:avLst/>
            <a:gdLst/>
            <a:ahLst/>
            <a:cxnLst/>
            <a:rect l="l" t="t" r="r" b="b"/>
            <a:pathLst>
              <a:path w="5195569" h="646429">
                <a:moveTo>
                  <a:pt x="0" y="0"/>
                </a:moveTo>
                <a:lnTo>
                  <a:pt x="5195215" y="0"/>
                </a:lnTo>
                <a:lnTo>
                  <a:pt x="5195215" y="646429"/>
                </a:lnTo>
                <a:lnTo>
                  <a:pt x="0" y="646429"/>
                </a:lnTo>
                <a:lnTo>
                  <a:pt x="0" y="0"/>
                </a:lnTo>
                <a:close/>
              </a:path>
            </a:pathLst>
          </a:custGeom>
          <a:solidFill>
            <a:srgbClr val="DAFF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0456878" y="8065093"/>
            <a:ext cx="4916805" cy="4813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2950" b="1" spc="110" dirty="0">
                <a:solidFill>
                  <a:srgbClr val="3B0A85"/>
                </a:solidFill>
                <a:latin typeface="Trebuchet MS"/>
                <a:cs typeface="Trebuchet MS"/>
              </a:rPr>
              <a:t>Observation</a:t>
            </a:r>
            <a:r>
              <a:rPr sz="2950" b="1" spc="-17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950" b="1" spc="135" dirty="0">
                <a:solidFill>
                  <a:srgbClr val="3B0A85"/>
                </a:solidFill>
                <a:latin typeface="Trebuchet MS"/>
                <a:cs typeface="Trebuchet MS"/>
              </a:rPr>
              <a:t>logs</a:t>
            </a:r>
            <a:r>
              <a:rPr sz="2950" b="1" spc="-17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950" b="1" spc="60" dirty="0">
                <a:solidFill>
                  <a:srgbClr val="3B0A85"/>
                </a:solidFill>
                <a:latin typeface="Trebuchet MS"/>
                <a:cs typeface="Trebuchet MS"/>
              </a:rPr>
              <a:t>help</a:t>
            </a:r>
            <a:r>
              <a:rPr sz="2950" b="1" spc="-17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950" b="1" spc="-20" dirty="0">
                <a:solidFill>
                  <a:srgbClr val="3B0A85"/>
                </a:solidFill>
                <a:latin typeface="Trebuchet MS"/>
                <a:cs typeface="Trebuchet MS"/>
              </a:rPr>
              <a:t>with</a:t>
            </a:r>
            <a:endParaRPr sz="295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0317673" y="8654584"/>
            <a:ext cx="2094864" cy="417830"/>
          </a:xfrm>
          <a:prstGeom prst="rect">
            <a:avLst/>
          </a:prstGeom>
          <a:solidFill>
            <a:srgbClr val="DAFF6B"/>
          </a:solidFill>
        </p:spPr>
        <p:txBody>
          <a:bodyPr vert="horz" wrap="square" lIns="0" tIns="0" rIns="0" bIns="0" rtlCol="0">
            <a:spAutoFit/>
          </a:bodyPr>
          <a:lstStyle/>
          <a:p>
            <a:pPr marL="151765">
              <a:lnSpc>
                <a:spcPts val="2320"/>
              </a:lnSpc>
            </a:pPr>
            <a:r>
              <a:rPr sz="2950" b="1" spc="100" dirty="0">
                <a:solidFill>
                  <a:srgbClr val="3B0A85"/>
                </a:solidFill>
                <a:latin typeface="Trebuchet MS"/>
                <a:cs typeface="Trebuchet MS"/>
              </a:rPr>
              <a:t>negatives</a:t>
            </a:r>
            <a:endParaRPr sz="295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/>
          <p:nvPr/>
        </p:nvSpPr>
        <p:spPr>
          <a:xfrm rot="21540000">
            <a:off x="827823" y="745145"/>
            <a:ext cx="6805241" cy="927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755"/>
              </a:lnSpc>
            </a:pPr>
            <a:r>
              <a:rPr sz="10950" spc="-15" baseline="-4946" dirty="0">
                <a:solidFill>
                  <a:srgbClr val="DAFF6B"/>
                </a:solidFill>
                <a:latin typeface="Arial MT"/>
                <a:cs typeface="Arial MT"/>
              </a:rPr>
              <a:t>O</a:t>
            </a:r>
            <a:r>
              <a:rPr sz="10950" spc="-15" baseline="-4566" dirty="0">
                <a:solidFill>
                  <a:srgbClr val="DAFF6B"/>
                </a:solidFill>
                <a:latin typeface="Arial MT"/>
                <a:cs typeface="Arial MT"/>
              </a:rPr>
              <a:t>B</a:t>
            </a:r>
            <a:r>
              <a:rPr sz="10950" spc="-15" baseline="-3805" dirty="0">
                <a:solidFill>
                  <a:srgbClr val="DAFF6B"/>
                </a:solidFill>
                <a:latin typeface="Arial MT"/>
                <a:cs typeface="Arial MT"/>
              </a:rPr>
              <a:t>S</a:t>
            </a:r>
            <a:r>
              <a:rPr sz="10950" spc="-15" baseline="-3044" dirty="0">
                <a:solidFill>
                  <a:srgbClr val="DAFF6B"/>
                </a:solidFill>
                <a:latin typeface="Arial MT"/>
                <a:cs typeface="Arial MT"/>
              </a:rPr>
              <a:t>E</a:t>
            </a:r>
            <a:r>
              <a:rPr sz="10950" spc="-15" baseline="-2663" dirty="0">
                <a:solidFill>
                  <a:srgbClr val="DAFF6B"/>
                </a:solidFill>
                <a:latin typeface="Arial MT"/>
                <a:cs typeface="Arial MT"/>
              </a:rPr>
              <a:t>R</a:t>
            </a:r>
            <a:r>
              <a:rPr sz="10950" spc="-15" baseline="-1902" dirty="0">
                <a:solidFill>
                  <a:srgbClr val="DAFF6B"/>
                </a:solidFill>
                <a:latin typeface="Arial MT"/>
                <a:cs typeface="Arial MT"/>
              </a:rPr>
              <a:t>V</a:t>
            </a:r>
            <a:r>
              <a:rPr sz="10950" spc="-15" baseline="-1141" dirty="0">
                <a:solidFill>
                  <a:srgbClr val="DAFF6B"/>
                </a:solidFill>
                <a:latin typeface="Arial MT"/>
                <a:cs typeface="Arial MT"/>
              </a:rPr>
              <a:t>A</a:t>
            </a:r>
            <a:r>
              <a:rPr sz="7300" spc="-10" dirty="0">
                <a:solidFill>
                  <a:srgbClr val="DAFF6B"/>
                </a:solidFill>
                <a:latin typeface="Arial MT"/>
                <a:cs typeface="Arial MT"/>
              </a:rPr>
              <a:t>TIO</a:t>
            </a:r>
            <a:r>
              <a:rPr sz="10950" spc="-15" baseline="1141" dirty="0">
                <a:solidFill>
                  <a:srgbClr val="DAFF6B"/>
                </a:solidFill>
                <a:latin typeface="Arial MT"/>
                <a:cs typeface="Arial MT"/>
              </a:rPr>
              <a:t>N</a:t>
            </a:r>
            <a:endParaRPr sz="10950" baseline="1141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D0C2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75119" y="767523"/>
            <a:ext cx="7096759" cy="2486660"/>
          </a:xfrm>
          <a:custGeom>
            <a:avLst/>
            <a:gdLst/>
            <a:ahLst/>
            <a:cxnLst/>
            <a:rect l="l" t="t" r="r" b="b"/>
            <a:pathLst>
              <a:path w="7096759" h="2486660">
                <a:moveTo>
                  <a:pt x="7096493" y="1226096"/>
                </a:moveTo>
                <a:lnTo>
                  <a:pt x="7054355" y="0"/>
                </a:lnTo>
                <a:lnTo>
                  <a:pt x="0" y="242481"/>
                </a:lnTo>
                <a:lnTo>
                  <a:pt x="42138" y="1468577"/>
                </a:lnTo>
                <a:lnTo>
                  <a:pt x="77127" y="2486507"/>
                </a:lnTo>
                <a:lnTo>
                  <a:pt x="5386311" y="2304021"/>
                </a:lnTo>
                <a:lnTo>
                  <a:pt x="5351323" y="1286090"/>
                </a:lnTo>
                <a:lnTo>
                  <a:pt x="7096493" y="1226096"/>
                </a:lnTo>
                <a:close/>
              </a:path>
            </a:pathLst>
          </a:custGeom>
          <a:solidFill>
            <a:srgbClr val="3B0A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 rot="21540000">
            <a:off x="1008045" y="1087404"/>
            <a:ext cx="6431567" cy="876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385"/>
              </a:lnSpc>
            </a:pPr>
            <a:r>
              <a:rPr sz="10350" spc="-15" baseline="-5233" dirty="0">
                <a:solidFill>
                  <a:srgbClr val="DAFF6B"/>
                </a:solidFill>
                <a:latin typeface="Arial MT"/>
                <a:cs typeface="Arial MT"/>
              </a:rPr>
              <a:t>O</a:t>
            </a:r>
            <a:r>
              <a:rPr sz="10350" spc="-15" baseline="-4428" dirty="0">
                <a:solidFill>
                  <a:srgbClr val="DAFF6B"/>
                </a:solidFill>
                <a:latin typeface="Arial MT"/>
                <a:cs typeface="Arial MT"/>
              </a:rPr>
              <a:t>B</a:t>
            </a:r>
            <a:r>
              <a:rPr sz="10350" spc="-15" baseline="-3623" dirty="0">
                <a:solidFill>
                  <a:srgbClr val="DAFF6B"/>
                </a:solidFill>
                <a:latin typeface="Arial MT"/>
                <a:cs typeface="Arial MT"/>
              </a:rPr>
              <a:t>S</a:t>
            </a:r>
            <a:r>
              <a:rPr sz="10350" spc="-15" baseline="-3220" dirty="0">
                <a:solidFill>
                  <a:srgbClr val="DAFF6B"/>
                </a:solidFill>
                <a:latin typeface="Arial MT"/>
                <a:cs typeface="Arial MT"/>
              </a:rPr>
              <a:t>E</a:t>
            </a:r>
            <a:r>
              <a:rPr sz="10350" spc="-15" baseline="-2415" dirty="0">
                <a:solidFill>
                  <a:srgbClr val="DAFF6B"/>
                </a:solidFill>
                <a:latin typeface="Arial MT"/>
                <a:cs typeface="Arial MT"/>
              </a:rPr>
              <a:t>R</a:t>
            </a:r>
            <a:r>
              <a:rPr sz="10350" spc="-15" baseline="-2012" dirty="0">
                <a:solidFill>
                  <a:srgbClr val="DAFF6B"/>
                </a:solidFill>
                <a:latin typeface="Arial MT"/>
                <a:cs typeface="Arial MT"/>
              </a:rPr>
              <a:t>V</a:t>
            </a:r>
            <a:r>
              <a:rPr sz="10350" spc="-15" baseline="-1207" dirty="0">
                <a:solidFill>
                  <a:srgbClr val="DAFF6B"/>
                </a:solidFill>
                <a:latin typeface="Arial MT"/>
                <a:cs typeface="Arial MT"/>
              </a:rPr>
              <a:t>A</a:t>
            </a:r>
            <a:r>
              <a:rPr sz="6900" spc="-10" dirty="0">
                <a:solidFill>
                  <a:srgbClr val="DAFF6B"/>
                </a:solidFill>
                <a:latin typeface="Arial MT"/>
                <a:cs typeface="Arial MT"/>
              </a:rPr>
              <a:t>TIO</a:t>
            </a:r>
            <a:r>
              <a:rPr sz="10350" spc="-15" baseline="1207" dirty="0">
                <a:solidFill>
                  <a:srgbClr val="DAFF6B"/>
                </a:solidFill>
                <a:latin typeface="Arial MT"/>
                <a:cs typeface="Arial MT"/>
              </a:rPr>
              <a:t>N</a:t>
            </a:r>
            <a:endParaRPr sz="10350" baseline="1207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 rot="21540000">
            <a:off x="1032173" y="2128592"/>
            <a:ext cx="4708242" cy="876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484"/>
              </a:lnSpc>
            </a:pPr>
            <a:r>
              <a:rPr sz="10350" spc="-660" baseline="-3623" dirty="0">
                <a:solidFill>
                  <a:srgbClr val="DAFF6B"/>
                </a:solidFill>
                <a:latin typeface="Arial MT"/>
                <a:cs typeface="Arial MT"/>
              </a:rPr>
              <a:t>P</a:t>
            </a:r>
            <a:r>
              <a:rPr sz="10350" spc="-660" baseline="-3220" dirty="0">
                <a:solidFill>
                  <a:srgbClr val="DAFF6B"/>
                </a:solidFill>
                <a:latin typeface="Arial MT"/>
                <a:cs typeface="Arial MT"/>
              </a:rPr>
              <a:t>R</a:t>
            </a:r>
            <a:r>
              <a:rPr sz="10350" spc="-660" baseline="-2415" dirty="0">
                <a:solidFill>
                  <a:srgbClr val="DAFF6B"/>
                </a:solidFill>
                <a:latin typeface="Arial MT"/>
                <a:cs typeface="Arial MT"/>
              </a:rPr>
              <a:t>O</a:t>
            </a:r>
            <a:r>
              <a:rPr sz="10350" spc="-660" baseline="-1610" dirty="0">
                <a:solidFill>
                  <a:srgbClr val="DAFF6B"/>
                </a:solidFill>
                <a:latin typeface="Arial MT"/>
                <a:cs typeface="Arial MT"/>
              </a:rPr>
              <a:t>T</a:t>
            </a:r>
            <a:r>
              <a:rPr sz="10350" spc="-660" baseline="-1207" dirty="0">
                <a:solidFill>
                  <a:srgbClr val="DAFF6B"/>
                </a:solidFill>
                <a:latin typeface="Arial MT"/>
                <a:cs typeface="Arial MT"/>
              </a:rPr>
              <a:t>O</a:t>
            </a:r>
            <a:r>
              <a:rPr sz="6900" spc="-440" dirty="0">
                <a:solidFill>
                  <a:srgbClr val="DAFF6B"/>
                </a:solidFill>
                <a:latin typeface="Arial MT"/>
                <a:cs typeface="Arial MT"/>
              </a:rPr>
              <a:t>COL</a:t>
            </a:r>
            <a:endParaRPr sz="690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947242" y="2804065"/>
            <a:ext cx="3058795" cy="1804035"/>
          </a:xfrm>
          <a:custGeom>
            <a:avLst/>
            <a:gdLst/>
            <a:ahLst/>
            <a:cxnLst/>
            <a:rect l="l" t="t" r="r" b="b"/>
            <a:pathLst>
              <a:path w="3058795" h="1804035">
                <a:moveTo>
                  <a:pt x="2385642" y="1641435"/>
                </a:moveTo>
                <a:lnTo>
                  <a:pt x="2175888" y="1755890"/>
                </a:lnTo>
                <a:lnTo>
                  <a:pt x="2089852" y="1798830"/>
                </a:lnTo>
                <a:lnTo>
                  <a:pt x="2081849" y="1801394"/>
                </a:lnTo>
                <a:lnTo>
                  <a:pt x="2064967" y="1803792"/>
                </a:lnTo>
                <a:lnTo>
                  <a:pt x="2056567" y="1803558"/>
                </a:lnTo>
                <a:lnTo>
                  <a:pt x="2017326" y="1788529"/>
                </a:lnTo>
                <a:lnTo>
                  <a:pt x="1989703" y="1746820"/>
                </a:lnTo>
                <a:lnTo>
                  <a:pt x="1987723" y="1721522"/>
                </a:lnTo>
                <a:lnTo>
                  <a:pt x="1988950" y="1713209"/>
                </a:lnTo>
                <a:lnTo>
                  <a:pt x="2043613" y="1652018"/>
                </a:lnTo>
                <a:lnTo>
                  <a:pt x="2085292" y="1623402"/>
                </a:lnTo>
                <a:lnTo>
                  <a:pt x="2128375" y="1596948"/>
                </a:lnTo>
                <a:lnTo>
                  <a:pt x="2216334" y="1548824"/>
                </a:lnTo>
                <a:lnTo>
                  <a:pt x="2301674" y="1498808"/>
                </a:lnTo>
                <a:lnTo>
                  <a:pt x="2384875" y="1445648"/>
                </a:lnTo>
                <a:lnTo>
                  <a:pt x="2465937" y="1389346"/>
                </a:lnTo>
                <a:lnTo>
                  <a:pt x="2544861" y="1329899"/>
                </a:lnTo>
                <a:lnTo>
                  <a:pt x="2621646" y="1267310"/>
                </a:lnTo>
                <a:lnTo>
                  <a:pt x="2517665" y="1285365"/>
                </a:lnTo>
                <a:lnTo>
                  <a:pt x="2256340" y="1321997"/>
                </a:lnTo>
                <a:lnTo>
                  <a:pt x="2108481" y="1339005"/>
                </a:lnTo>
                <a:lnTo>
                  <a:pt x="2009427" y="1347723"/>
                </a:lnTo>
                <a:lnTo>
                  <a:pt x="1910153" y="1353822"/>
                </a:lnTo>
                <a:lnTo>
                  <a:pt x="1810799" y="1356852"/>
                </a:lnTo>
                <a:lnTo>
                  <a:pt x="1711504" y="1356365"/>
                </a:lnTo>
                <a:lnTo>
                  <a:pt x="1612411" y="1351913"/>
                </a:lnTo>
                <a:lnTo>
                  <a:pt x="1513659" y="1343046"/>
                </a:lnTo>
                <a:lnTo>
                  <a:pt x="1464455" y="1336817"/>
                </a:lnTo>
                <a:lnTo>
                  <a:pt x="1415389" y="1329317"/>
                </a:lnTo>
                <a:lnTo>
                  <a:pt x="1366479" y="1320488"/>
                </a:lnTo>
                <a:lnTo>
                  <a:pt x="1317742" y="1310276"/>
                </a:lnTo>
                <a:lnTo>
                  <a:pt x="1267427" y="1296061"/>
                </a:lnTo>
                <a:lnTo>
                  <a:pt x="1217550" y="1280556"/>
                </a:lnTo>
                <a:lnTo>
                  <a:pt x="1168111" y="1263761"/>
                </a:lnTo>
                <a:lnTo>
                  <a:pt x="1119110" y="1245676"/>
                </a:lnTo>
                <a:lnTo>
                  <a:pt x="1070548" y="1226301"/>
                </a:lnTo>
                <a:lnTo>
                  <a:pt x="1022506" y="1205671"/>
                </a:lnTo>
                <a:lnTo>
                  <a:pt x="975066" y="1183818"/>
                </a:lnTo>
                <a:lnTo>
                  <a:pt x="928228" y="1160744"/>
                </a:lnTo>
                <a:lnTo>
                  <a:pt x="881991" y="1136447"/>
                </a:lnTo>
                <a:lnTo>
                  <a:pt x="836357" y="1110928"/>
                </a:lnTo>
                <a:lnTo>
                  <a:pt x="791402" y="1084232"/>
                </a:lnTo>
                <a:lnTo>
                  <a:pt x="747202" y="1056402"/>
                </a:lnTo>
                <a:lnTo>
                  <a:pt x="703758" y="1027439"/>
                </a:lnTo>
                <a:lnTo>
                  <a:pt x="661070" y="997342"/>
                </a:lnTo>
                <a:lnTo>
                  <a:pt x="619137" y="966111"/>
                </a:lnTo>
                <a:lnTo>
                  <a:pt x="578031" y="933802"/>
                </a:lnTo>
                <a:lnTo>
                  <a:pt x="537821" y="900466"/>
                </a:lnTo>
                <a:lnTo>
                  <a:pt x="498507" y="866105"/>
                </a:lnTo>
                <a:lnTo>
                  <a:pt x="460090" y="830718"/>
                </a:lnTo>
                <a:lnTo>
                  <a:pt x="422570" y="794305"/>
                </a:lnTo>
                <a:lnTo>
                  <a:pt x="388612" y="757250"/>
                </a:lnTo>
                <a:lnTo>
                  <a:pt x="355696" y="719401"/>
                </a:lnTo>
                <a:lnTo>
                  <a:pt x="323822" y="680760"/>
                </a:lnTo>
                <a:lnTo>
                  <a:pt x="292989" y="641326"/>
                </a:lnTo>
                <a:lnTo>
                  <a:pt x="263199" y="601099"/>
                </a:lnTo>
                <a:lnTo>
                  <a:pt x="234450" y="560080"/>
                </a:lnTo>
                <a:lnTo>
                  <a:pt x="206743" y="518267"/>
                </a:lnTo>
                <a:lnTo>
                  <a:pt x="180078" y="475662"/>
                </a:lnTo>
                <a:lnTo>
                  <a:pt x="154525" y="432380"/>
                </a:lnTo>
                <a:lnTo>
                  <a:pt x="130156" y="388539"/>
                </a:lnTo>
                <a:lnTo>
                  <a:pt x="106970" y="344137"/>
                </a:lnTo>
                <a:lnTo>
                  <a:pt x="84967" y="299175"/>
                </a:lnTo>
                <a:lnTo>
                  <a:pt x="64148" y="253654"/>
                </a:lnTo>
                <a:lnTo>
                  <a:pt x="44512" y="207572"/>
                </a:lnTo>
                <a:lnTo>
                  <a:pt x="26060" y="160930"/>
                </a:lnTo>
                <a:lnTo>
                  <a:pt x="8790" y="113728"/>
                </a:lnTo>
                <a:lnTo>
                  <a:pt x="2851" y="99967"/>
                </a:lnTo>
                <a:lnTo>
                  <a:pt x="0" y="85133"/>
                </a:lnTo>
                <a:lnTo>
                  <a:pt x="1164" y="62635"/>
                </a:lnTo>
                <a:lnTo>
                  <a:pt x="8703" y="41406"/>
                </a:lnTo>
                <a:lnTo>
                  <a:pt x="21988" y="23212"/>
                </a:lnTo>
                <a:lnTo>
                  <a:pt x="39915" y="9568"/>
                </a:lnTo>
                <a:lnTo>
                  <a:pt x="60990" y="1610"/>
                </a:lnTo>
                <a:lnTo>
                  <a:pt x="83460" y="0"/>
                </a:lnTo>
                <a:lnTo>
                  <a:pt x="98168" y="2887"/>
                </a:lnTo>
                <a:lnTo>
                  <a:pt x="128152" y="19871"/>
                </a:lnTo>
                <a:lnTo>
                  <a:pt x="147249" y="47439"/>
                </a:lnTo>
                <a:lnTo>
                  <a:pt x="193215" y="158240"/>
                </a:lnTo>
                <a:lnTo>
                  <a:pt x="235344" y="248831"/>
                </a:lnTo>
                <a:lnTo>
                  <a:pt x="281429" y="337420"/>
                </a:lnTo>
                <a:lnTo>
                  <a:pt x="331470" y="424005"/>
                </a:lnTo>
                <a:lnTo>
                  <a:pt x="359897" y="464886"/>
                </a:lnTo>
                <a:lnTo>
                  <a:pt x="389412" y="504891"/>
                </a:lnTo>
                <a:lnTo>
                  <a:pt x="420015" y="544020"/>
                </a:lnTo>
                <a:lnTo>
                  <a:pt x="451707" y="582272"/>
                </a:lnTo>
                <a:lnTo>
                  <a:pt x="484486" y="619649"/>
                </a:lnTo>
                <a:lnTo>
                  <a:pt x="518354" y="656150"/>
                </a:lnTo>
                <a:lnTo>
                  <a:pt x="553229" y="691690"/>
                </a:lnTo>
                <a:lnTo>
                  <a:pt x="589030" y="726184"/>
                </a:lnTo>
                <a:lnTo>
                  <a:pt x="625757" y="759631"/>
                </a:lnTo>
                <a:lnTo>
                  <a:pt x="663410" y="792033"/>
                </a:lnTo>
                <a:lnTo>
                  <a:pt x="701989" y="823389"/>
                </a:lnTo>
                <a:lnTo>
                  <a:pt x="741494" y="853699"/>
                </a:lnTo>
                <a:lnTo>
                  <a:pt x="781831" y="882893"/>
                </a:lnTo>
                <a:lnTo>
                  <a:pt x="822905" y="910900"/>
                </a:lnTo>
                <a:lnTo>
                  <a:pt x="864717" y="937721"/>
                </a:lnTo>
                <a:lnTo>
                  <a:pt x="907267" y="963356"/>
                </a:lnTo>
                <a:lnTo>
                  <a:pt x="950554" y="987805"/>
                </a:lnTo>
                <a:lnTo>
                  <a:pt x="994579" y="1011067"/>
                </a:lnTo>
                <a:lnTo>
                  <a:pt x="1039237" y="1033089"/>
                </a:lnTo>
                <a:lnTo>
                  <a:pt x="1084424" y="1053818"/>
                </a:lnTo>
                <a:lnTo>
                  <a:pt x="1130139" y="1073254"/>
                </a:lnTo>
                <a:lnTo>
                  <a:pt x="1176382" y="1091397"/>
                </a:lnTo>
                <a:lnTo>
                  <a:pt x="1223154" y="1108247"/>
                </a:lnTo>
                <a:lnTo>
                  <a:pt x="1270455" y="1123804"/>
                </a:lnTo>
                <a:lnTo>
                  <a:pt x="1318893" y="1136841"/>
                </a:lnTo>
                <a:lnTo>
                  <a:pt x="1367505" y="1148244"/>
                </a:lnTo>
                <a:lnTo>
                  <a:pt x="1416288" y="1158077"/>
                </a:lnTo>
                <a:lnTo>
                  <a:pt x="1465239" y="1166410"/>
                </a:lnTo>
                <a:lnTo>
                  <a:pt x="1514355" y="1173308"/>
                </a:lnTo>
                <a:lnTo>
                  <a:pt x="1563632" y="1178839"/>
                </a:lnTo>
                <a:lnTo>
                  <a:pt x="1613068" y="1183070"/>
                </a:lnTo>
                <a:lnTo>
                  <a:pt x="1712404" y="1187899"/>
                </a:lnTo>
                <a:lnTo>
                  <a:pt x="1812340" y="1188333"/>
                </a:lnTo>
                <a:lnTo>
                  <a:pt x="1912850" y="1184906"/>
                </a:lnTo>
                <a:lnTo>
                  <a:pt x="2013912" y="1178156"/>
                </a:lnTo>
                <a:lnTo>
                  <a:pt x="2166484" y="1162974"/>
                </a:lnTo>
                <a:lnTo>
                  <a:pt x="2528462" y="1113147"/>
                </a:lnTo>
                <a:lnTo>
                  <a:pt x="2767351" y="1073691"/>
                </a:lnTo>
                <a:lnTo>
                  <a:pt x="2792699" y="1071655"/>
                </a:lnTo>
                <a:lnTo>
                  <a:pt x="2643524" y="1029396"/>
                </a:lnTo>
                <a:lnTo>
                  <a:pt x="2293425" y="938183"/>
                </a:lnTo>
                <a:lnTo>
                  <a:pt x="2144550" y="895289"/>
                </a:lnTo>
                <a:lnTo>
                  <a:pt x="2046316" y="863281"/>
                </a:lnTo>
                <a:lnTo>
                  <a:pt x="1936089" y="822147"/>
                </a:lnTo>
                <a:lnTo>
                  <a:pt x="1904755" y="794049"/>
                </a:lnTo>
                <a:lnTo>
                  <a:pt x="1891076" y="754247"/>
                </a:lnTo>
                <a:lnTo>
                  <a:pt x="1892167" y="733033"/>
                </a:lnTo>
                <a:lnTo>
                  <a:pt x="1909805" y="694875"/>
                </a:lnTo>
                <a:lnTo>
                  <a:pt x="1943887" y="670096"/>
                </a:lnTo>
                <a:lnTo>
                  <a:pt x="1964436" y="664928"/>
                </a:lnTo>
                <a:lnTo>
                  <a:pt x="2010571" y="675681"/>
                </a:lnTo>
                <a:lnTo>
                  <a:pt x="2057732" y="688915"/>
                </a:lnTo>
                <a:lnTo>
                  <a:pt x="2306073" y="770041"/>
                </a:lnTo>
                <a:lnTo>
                  <a:pt x="2357681" y="784801"/>
                </a:lnTo>
                <a:lnTo>
                  <a:pt x="2409748" y="797588"/>
                </a:lnTo>
                <a:lnTo>
                  <a:pt x="2462191" y="807765"/>
                </a:lnTo>
                <a:lnTo>
                  <a:pt x="2603696" y="842812"/>
                </a:lnTo>
                <a:lnTo>
                  <a:pt x="2790926" y="895158"/>
                </a:lnTo>
                <a:lnTo>
                  <a:pt x="2976413" y="953236"/>
                </a:lnTo>
                <a:lnTo>
                  <a:pt x="3020850" y="979174"/>
                </a:lnTo>
                <a:lnTo>
                  <a:pt x="3048108" y="1011593"/>
                </a:lnTo>
                <a:lnTo>
                  <a:pt x="3058745" y="1048211"/>
                </a:lnTo>
                <a:lnTo>
                  <a:pt x="3053324" y="1086746"/>
                </a:lnTo>
                <a:lnTo>
                  <a:pt x="3032404" y="1124918"/>
                </a:lnTo>
                <a:lnTo>
                  <a:pt x="2961268" y="1194507"/>
                </a:lnTo>
                <a:lnTo>
                  <a:pt x="2889522" y="1261174"/>
                </a:lnTo>
                <a:lnTo>
                  <a:pt x="2816187" y="1325896"/>
                </a:lnTo>
                <a:lnTo>
                  <a:pt x="2741265" y="1388673"/>
                </a:lnTo>
                <a:lnTo>
                  <a:pt x="2664754" y="1449504"/>
                </a:lnTo>
                <a:lnTo>
                  <a:pt x="2586656" y="1508391"/>
                </a:lnTo>
                <a:lnTo>
                  <a:pt x="2506970" y="1565332"/>
                </a:lnTo>
                <a:lnTo>
                  <a:pt x="2466532" y="1593073"/>
                </a:lnTo>
                <a:lnTo>
                  <a:pt x="2385642" y="1641435"/>
                </a:lnTo>
                <a:close/>
              </a:path>
            </a:pathLst>
          </a:custGeom>
          <a:solidFill>
            <a:srgbClr val="DAFF6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83117" y="1884302"/>
            <a:ext cx="104775" cy="104774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9897877" y="918602"/>
            <a:ext cx="3083560" cy="709930"/>
          </a:xfrm>
          <a:prstGeom prst="rect">
            <a:avLst/>
          </a:prstGeom>
          <a:solidFill>
            <a:srgbClr val="A2BEEC"/>
          </a:solidFill>
        </p:spPr>
        <p:txBody>
          <a:bodyPr vert="horz" wrap="square" lIns="0" tIns="80010" rIns="0" bIns="0" rtlCol="0">
            <a:spAutoFit/>
          </a:bodyPr>
          <a:lstStyle/>
          <a:p>
            <a:pPr marL="166370">
              <a:lnSpc>
                <a:spcPct val="100000"/>
              </a:lnSpc>
              <a:spcBef>
                <a:spcPts val="630"/>
              </a:spcBef>
            </a:pPr>
            <a:r>
              <a:rPr sz="3250" spc="80" dirty="0"/>
              <a:t>Starting</a:t>
            </a:r>
            <a:r>
              <a:rPr sz="3250" spc="-170" dirty="0"/>
              <a:t> </a:t>
            </a:r>
            <a:r>
              <a:rPr sz="3250" spc="30" dirty="0"/>
              <a:t>Point</a:t>
            </a:r>
            <a:endParaRPr sz="3250"/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83117" y="4911736"/>
            <a:ext cx="104775" cy="10477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83117" y="5254636"/>
            <a:ext cx="104775" cy="10477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83117" y="5597536"/>
            <a:ext cx="104775" cy="10477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83117" y="5940436"/>
            <a:ext cx="104775" cy="104774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0433843" y="4733968"/>
            <a:ext cx="5041265" cy="1778000"/>
          </a:xfrm>
          <a:prstGeom prst="rect">
            <a:avLst/>
          </a:prstGeom>
        </p:spPr>
        <p:txBody>
          <a:bodyPr vert="horz" wrap="square" lIns="0" tIns="55879" rIns="0" bIns="0" rtlCol="0">
            <a:spAutoFit/>
          </a:bodyPr>
          <a:lstStyle/>
          <a:p>
            <a:pPr marL="12700" marR="2335530">
              <a:lnSpc>
                <a:spcPts val="2700"/>
              </a:lnSpc>
              <a:spcBef>
                <a:spcPts val="439"/>
              </a:spcBef>
            </a:pPr>
            <a:r>
              <a:rPr sz="2500" spc="114" dirty="0">
                <a:solidFill>
                  <a:srgbClr val="3B0A85"/>
                </a:solidFill>
                <a:latin typeface="Trebuchet MS"/>
                <a:cs typeface="Trebuchet MS"/>
              </a:rPr>
              <a:t>Dense</a:t>
            </a:r>
            <a:r>
              <a:rPr sz="2500" spc="-9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45" dirty="0">
                <a:solidFill>
                  <a:srgbClr val="3B0A85"/>
                </a:solidFill>
                <a:latin typeface="Trebuchet MS"/>
                <a:cs typeface="Trebuchet MS"/>
              </a:rPr>
              <a:t>description </a:t>
            </a:r>
            <a:r>
              <a:rPr sz="2500" spc="120" dirty="0">
                <a:solidFill>
                  <a:srgbClr val="3B0A85"/>
                </a:solidFill>
                <a:latin typeface="Trebuchet MS"/>
                <a:cs typeface="Trebuchet MS"/>
              </a:rPr>
              <a:t>No</a:t>
            </a:r>
            <a:r>
              <a:rPr sz="2500" spc="-9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-10" dirty="0">
                <a:solidFill>
                  <a:srgbClr val="3B0A85"/>
                </a:solidFill>
                <a:latin typeface="Trebuchet MS"/>
                <a:cs typeface="Trebuchet MS"/>
              </a:rPr>
              <a:t>interpretation</a:t>
            </a:r>
            <a:endParaRPr sz="2500">
              <a:latin typeface="Trebuchet MS"/>
              <a:cs typeface="Trebuchet MS"/>
            </a:endParaRPr>
          </a:p>
          <a:p>
            <a:pPr marL="12700" marR="5080">
              <a:lnSpc>
                <a:spcPts val="2700"/>
              </a:lnSpc>
            </a:pPr>
            <a:r>
              <a:rPr sz="2500" spc="70" dirty="0">
                <a:solidFill>
                  <a:srgbClr val="3B0A85"/>
                </a:solidFill>
                <a:latin typeface="Trebuchet MS"/>
                <a:cs typeface="Trebuchet MS"/>
              </a:rPr>
              <a:t>Depict</a:t>
            </a:r>
            <a:r>
              <a:rPr sz="2500" spc="-6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114" dirty="0">
                <a:solidFill>
                  <a:srgbClr val="3B0A85"/>
                </a:solidFill>
                <a:latin typeface="Trebuchet MS"/>
                <a:cs typeface="Trebuchet MS"/>
              </a:rPr>
              <a:t>sequences</a:t>
            </a:r>
            <a:r>
              <a:rPr sz="2500" spc="-6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3B0A85"/>
                </a:solidFill>
                <a:latin typeface="Trebuchet MS"/>
                <a:cs typeface="Trebuchet MS"/>
              </a:rPr>
              <a:t>of</a:t>
            </a:r>
            <a:r>
              <a:rPr sz="2500" spc="-6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55" dirty="0">
                <a:solidFill>
                  <a:srgbClr val="3B0A85"/>
                </a:solidFill>
                <a:latin typeface="Trebuchet MS"/>
                <a:cs typeface="Trebuchet MS"/>
              </a:rPr>
              <a:t>actions </a:t>
            </a:r>
            <a:r>
              <a:rPr sz="2500" spc="-10" dirty="0">
                <a:solidFill>
                  <a:srgbClr val="3B0A85"/>
                </a:solidFill>
                <a:latin typeface="Trebuchet MS"/>
                <a:cs typeface="Trebuchet MS"/>
              </a:rPr>
              <a:t>Problem:</a:t>
            </a:r>
            <a:r>
              <a:rPr sz="2500" spc="-8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3B0A85"/>
                </a:solidFill>
                <a:latin typeface="Trebuchet MS"/>
                <a:cs typeface="Trebuchet MS"/>
              </a:rPr>
              <a:t>Writing</a:t>
            </a:r>
            <a:r>
              <a:rPr sz="2500" spc="-8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90" dirty="0">
                <a:solidFill>
                  <a:srgbClr val="3B0A85"/>
                </a:solidFill>
                <a:latin typeface="Trebuchet MS"/>
                <a:cs typeface="Trebuchet MS"/>
              </a:rPr>
              <a:t>down</a:t>
            </a:r>
            <a:r>
              <a:rPr sz="2500" spc="-8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145" dirty="0">
                <a:solidFill>
                  <a:srgbClr val="3B0A85"/>
                </a:solidFill>
                <a:latin typeface="Trebuchet MS"/>
                <a:cs typeface="Trebuchet MS"/>
              </a:rPr>
              <a:t>non-</a:t>
            </a:r>
            <a:r>
              <a:rPr sz="2500" spc="-10" dirty="0">
                <a:solidFill>
                  <a:srgbClr val="3B0A85"/>
                </a:solidFill>
                <a:latin typeface="Trebuchet MS"/>
                <a:cs typeface="Trebuchet MS"/>
              </a:rPr>
              <a:t>verbal </a:t>
            </a:r>
            <a:r>
              <a:rPr sz="2500" spc="50" dirty="0">
                <a:solidFill>
                  <a:srgbClr val="3B0A85"/>
                </a:solidFill>
                <a:latin typeface="Trebuchet MS"/>
                <a:cs typeface="Trebuchet MS"/>
              </a:rPr>
              <a:t>communication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897877" y="3486422"/>
            <a:ext cx="4962525" cy="709930"/>
          </a:xfrm>
          <a:custGeom>
            <a:avLst/>
            <a:gdLst/>
            <a:ahLst/>
            <a:cxnLst/>
            <a:rect l="l" t="t" r="r" b="b"/>
            <a:pathLst>
              <a:path w="4962525" h="709929">
                <a:moveTo>
                  <a:pt x="0" y="0"/>
                </a:moveTo>
                <a:lnTo>
                  <a:pt x="4962188" y="0"/>
                </a:lnTo>
                <a:lnTo>
                  <a:pt x="4962188" y="709930"/>
                </a:lnTo>
                <a:lnTo>
                  <a:pt x="0" y="709930"/>
                </a:lnTo>
                <a:lnTo>
                  <a:pt x="0" y="0"/>
                </a:lnTo>
                <a:close/>
              </a:path>
            </a:pathLst>
          </a:custGeom>
          <a:solidFill>
            <a:srgbClr val="A2BE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0051770" y="1706533"/>
            <a:ext cx="6274435" cy="2369185"/>
          </a:xfrm>
          <a:prstGeom prst="rect">
            <a:avLst/>
          </a:prstGeom>
        </p:spPr>
        <p:txBody>
          <a:bodyPr vert="horz" wrap="square" lIns="0" tIns="55879" rIns="0" bIns="0" rtlCol="0">
            <a:spAutoFit/>
          </a:bodyPr>
          <a:lstStyle/>
          <a:p>
            <a:pPr marL="394335" marR="5080">
              <a:lnSpc>
                <a:spcPts val="2700"/>
              </a:lnSpc>
              <a:spcBef>
                <a:spcPts val="439"/>
              </a:spcBef>
            </a:pPr>
            <a:r>
              <a:rPr sz="2500" spc="95" dirty="0">
                <a:solidFill>
                  <a:srgbClr val="3B0A85"/>
                </a:solidFill>
                <a:latin typeface="Trebuchet MS"/>
                <a:cs typeface="Trebuchet MS"/>
              </a:rPr>
              <a:t>Because</a:t>
            </a:r>
            <a:r>
              <a:rPr sz="2500" spc="1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90" dirty="0">
                <a:solidFill>
                  <a:srgbClr val="3B0A85"/>
                </a:solidFill>
                <a:latin typeface="Trebuchet MS"/>
                <a:cs typeface="Trebuchet MS"/>
              </a:rPr>
              <a:t>no</a:t>
            </a:r>
            <a:r>
              <a:rPr sz="2500" spc="1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3B0A85"/>
                </a:solidFill>
                <a:latin typeface="Trebuchet MS"/>
                <a:cs typeface="Trebuchet MS"/>
              </a:rPr>
              <a:t>researcher</a:t>
            </a:r>
            <a:r>
              <a:rPr sz="2500" spc="1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55" dirty="0">
                <a:solidFill>
                  <a:srgbClr val="3B0A85"/>
                </a:solidFill>
                <a:latin typeface="Trebuchet MS"/>
                <a:cs typeface="Trebuchet MS"/>
              </a:rPr>
              <a:t>is</a:t>
            </a:r>
            <a:r>
              <a:rPr sz="2500" spc="1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3B0A85"/>
                </a:solidFill>
                <a:latin typeface="Trebuchet MS"/>
                <a:cs typeface="Trebuchet MS"/>
              </a:rPr>
              <a:t>an</a:t>
            </a:r>
            <a:r>
              <a:rPr sz="2500" spc="1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-10" dirty="0">
                <a:solidFill>
                  <a:srgbClr val="3B0A85"/>
                </a:solidFill>
                <a:latin typeface="Trebuchet MS"/>
                <a:cs typeface="Trebuchet MS"/>
              </a:rPr>
              <a:t>objective </a:t>
            </a:r>
            <a:r>
              <a:rPr sz="2500" spc="65" dirty="0">
                <a:solidFill>
                  <a:srgbClr val="3B0A85"/>
                </a:solidFill>
                <a:latin typeface="Trebuchet MS"/>
                <a:cs typeface="Trebuchet MS"/>
              </a:rPr>
              <a:t>observer</a:t>
            </a:r>
            <a:r>
              <a:rPr sz="2500" spc="-9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360" dirty="0">
                <a:solidFill>
                  <a:srgbClr val="3B0A85"/>
                </a:solidFill>
                <a:latin typeface="Trebuchet MS"/>
                <a:cs typeface="Trebuchet MS"/>
              </a:rPr>
              <a:t>-</a:t>
            </a:r>
            <a:r>
              <a:rPr sz="2500" spc="365" dirty="0">
                <a:solidFill>
                  <a:srgbClr val="3B0A85"/>
                </a:solidFill>
                <a:latin typeface="Trebuchet MS"/>
                <a:cs typeface="Trebuchet MS"/>
              </a:rPr>
              <a:t>-</a:t>
            </a:r>
            <a:r>
              <a:rPr sz="2500" spc="-8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-60" dirty="0">
                <a:solidFill>
                  <a:srgbClr val="3B0A85"/>
                </a:solidFill>
                <a:latin typeface="Trebuchet MS"/>
                <a:cs typeface="Trebuchet MS"/>
              </a:rPr>
              <a:t>it</a:t>
            </a:r>
            <a:r>
              <a:rPr sz="2500" spc="-8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60" dirty="0">
                <a:solidFill>
                  <a:srgbClr val="3B0A85"/>
                </a:solidFill>
                <a:latin typeface="Trebuchet MS"/>
                <a:cs typeface="Trebuchet MS"/>
              </a:rPr>
              <a:t>helps</a:t>
            </a:r>
            <a:r>
              <a:rPr sz="2500" spc="-8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-10" dirty="0">
                <a:solidFill>
                  <a:srgbClr val="3B0A85"/>
                </a:solidFill>
                <a:latin typeface="Trebuchet MS"/>
                <a:cs typeface="Trebuchet MS"/>
              </a:rPr>
              <a:t>clarify</a:t>
            </a:r>
            <a:r>
              <a:rPr sz="2500" spc="-9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3B0A85"/>
                </a:solidFill>
                <a:latin typeface="Trebuchet MS"/>
                <a:cs typeface="Trebuchet MS"/>
              </a:rPr>
              <a:t>what</a:t>
            </a:r>
            <a:r>
              <a:rPr sz="2500" spc="-8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55" dirty="0">
                <a:solidFill>
                  <a:srgbClr val="3B0A85"/>
                </a:solidFill>
                <a:latin typeface="Trebuchet MS"/>
                <a:cs typeface="Trebuchet MS"/>
              </a:rPr>
              <a:t>is</a:t>
            </a:r>
            <a:r>
              <a:rPr sz="2500" spc="-8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45" dirty="0">
                <a:solidFill>
                  <a:srgbClr val="3B0A85"/>
                </a:solidFill>
                <a:latin typeface="Trebuchet MS"/>
                <a:cs typeface="Trebuchet MS"/>
              </a:rPr>
              <a:t>being </a:t>
            </a:r>
            <a:r>
              <a:rPr sz="2500" spc="90" dirty="0">
                <a:solidFill>
                  <a:srgbClr val="3B0A85"/>
                </a:solidFill>
                <a:latin typeface="Trebuchet MS"/>
                <a:cs typeface="Trebuchet MS"/>
              </a:rPr>
              <a:t>observed</a:t>
            </a:r>
            <a:endParaRPr sz="2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2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sz="2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3250" b="1" spc="175" dirty="0">
                <a:solidFill>
                  <a:srgbClr val="3B0A85"/>
                </a:solidFill>
                <a:latin typeface="Trebuchet MS"/>
                <a:cs typeface="Trebuchet MS"/>
              </a:rPr>
              <a:t>What</a:t>
            </a:r>
            <a:r>
              <a:rPr sz="3250" b="1" spc="-20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250" b="1" spc="100" dirty="0">
                <a:solidFill>
                  <a:srgbClr val="3B0A85"/>
                </a:solidFill>
                <a:latin typeface="Trebuchet MS"/>
                <a:cs typeface="Trebuchet MS"/>
              </a:rPr>
              <a:t>is</a:t>
            </a:r>
            <a:r>
              <a:rPr sz="3250" b="1" spc="-20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250" b="1" spc="105" dirty="0">
                <a:solidFill>
                  <a:srgbClr val="3B0A85"/>
                </a:solidFill>
                <a:latin typeface="Trebuchet MS"/>
                <a:cs typeface="Trebuchet MS"/>
              </a:rPr>
              <a:t>an</a:t>
            </a:r>
            <a:r>
              <a:rPr sz="3250" b="1" spc="-20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250" b="1" spc="85" dirty="0">
                <a:solidFill>
                  <a:srgbClr val="3B0A85"/>
                </a:solidFill>
                <a:latin typeface="Trebuchet MS"/>
                <a:cs typeface="Trebuchet MS"/>
              </a:rPr>
              <a:t>observation</a:t>
            </a:r>
            <a:endParaRPr sz="325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897877" y="4196353"/>
            <a:ext cx="2279650" cy="457200"/>
          </a:xfrm>
          <a:prstGeom prst="rect">
            <a:avLst/>
          </a:prstGeom>
          <a:solidFill>
            <a:srgbClr val="A2BEEC"/>
          </a:solidFill>
        </p:spPr>
        <p:txBody>
          <a:bodyPr vert="horz" wrap="square" lIns="0" tIns="0" rIns="0" bIns="0" rtlCol="0">
            <a:spAutoFit/>
          </a:bodyPr>
          <a:lstStyle/>
          <a:p>
            <a:pPr marL="166370">
              <a:lnSpc>
                <a:spcPts val="2545"/>
              </a:lnSpc>
            </a:pPr>
            <a:r>
              <a:rPr sz="3250" b="1" spc="114" dirty="0">
                <a:solidFill>
                  <a:srgbClr val="3B0A85"/>
                </a:solidFill>
                <a:latin typeface="Trebuchet MS"/>
                <a:cs typeface="Trebuchet MS"/>
              </a:rPr>
              <a:t>protocol?</a:t>
            </a:r>
            <a:endParaRPr sz="3250">
              <a:latin typeface="Trebuchet MS"/>
              <a:cs typeface="Trebuchet MS"/>
            </a:endParaRPr>
          </a:p>
        </p:txBody>
      </p:sp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40695" y="7824870"/>
            <a:ext cx="104775" cy="104774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40695" y="8167770"/>
            <a:ext cx="104775" cy="104774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40695" y="8510670"/>
            <a:ext cx="104775" cy="104774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40695" y="8853570"/>
            <a:ext cx="104775" cy="104774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10591421" y="7647102"/>
            <a:ext cx="4820285" cy="1778000"/>
          </a:xfrm>
          <a:prstGeom prst="rect">
            <a:avLst/>
          </a:prstGeom>
        </p:spPr>
        <p:txBody>
          <a:bodyPr vert="horz" wrap="square" lIns="0" tIns="55879" rIns="0" bIns="0" rtlCol="0">
            <a:spAutoFit/>
          </a:bodyPr>
          <a:lstStyle/>
          <a:p>
            <a:pPr marL="12700" marR="5080">
              <a:lnSpc>
                <a:spcPts val="2700"/>
              </a:lnSpc>
              <a:spcBef>
                <a:spcPts val="439"/>
              </a:spcBef>
            </a:pPr>
            <a:r>
              <a:rPr sz="2500" spc="55" dirty="0">
                <a:solidFill>
                  <a:srgbClr val="3B0A85"/>
                </a:solidFill>
                <a:latin typeface="Trebuchet MS"/>
                <a:cs typeface="Trebuchet MS"/>
              </a:rPr>
              <a:t>Structures</a:t>
            </a:r>
            <a:r>
              <a:rPr sz="2500" spc="-4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3B0A85"/>
                </a:solidFill>
                <a:latin typeface="Trebuchet MS"/>
                <a:cs typeface="Trebuchet MS"/>
              </a:rPr>
              <a:t>the</a:t>
            </a:r>
            <a:r>
              <a:rPr sz="2500" spc="-4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45" dirty="0">
                <a:solidFill>
                  <a:srgbClr val="3B0A85"/>
                </a:solidFill>
                <a:latin typeface="Trebuchet MS"/>
                <a:cs typeface="Trebuchet MS"/>
              </a:rPr>
              <a:t>observation </a:t>
            </a:r>
            <a:r>
              <a:rPr sz="2500" spc="105" dirty="0">
                <a:solidFill>
                  <a:srgbClr val="3B0A85"/>
                </a:solidFill>
                <a:latin typeface="Trebuchet MS"/>
                <a:cs typeface="Trebuchet MS"/>
              </a:rPr>
              <a:t>Reduces</a:t>
            </a:r>
            <a:r>
              <a:rPr sz="2500" spc="6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3B0A85"/>
                </a:solidFill>
                <a:latin typeface="Trebuchet MS"/>
                <a:cs typeface="Trebuchet MS"/>
              </a:rPr>
              <a:t>selective</a:t>
            </a:r>
            <a:r>
              <a:rPr sz="2500" spc="6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45" dirty="0">
                <a:solidFill>
                  <a:srgbClr val="3B0A85"/>
                </a:solidFill>
                <a:latin typeface="Trebuchet MS"/>
                <a:cs typeface="Trebuchet MS"/>
              </a:rPr>
              <a:t>perception </a:t>
            </a:r>
            <a:r>
              <a:rPr sz="2500" spc="60" dirty="0">
                <a:solidFill>
                  <a:srgbClr val="3B0A85"/>
                </a:solidFill>
                <a:latin typeface="Trebuchet MS"/>
                <a:cs typeface="Trebuchet MS"/>
              </a:rPr>
              <a:t>Generates</a:t>
            </a:r>
            <a:r>
              <a:rPr sz="2500" spc="-7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50" dirty="0">
                <a:solidFill>
                  <a:srgbClr val="3B0A85"/>
                </a:solidFill>
                <a:latin typeface="Trebuchet MS"/>
                <a:cs typeface="Trebuchet MS"/>
              </a:rPr>
              <a:t>standardized</a:t>
            </a:r>
            <a:r>
              <a:rPr sz="2500" spc="-7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30" dirty="0">
                <a:solidFill>
                  <a:srgbClr val="3B0A85"/>
                </a:solidFill>
                <a:latin typeface="Trebuchet MS"/>
                <a:cs typeface="Trebuchet MS"/>
              </a:rPr>
              <a:t>data </a:t>
            </a:r>
            <a:r>
              <a:rPr sz="2500" spc="105" dirty="0">
                <a:solidFill>
                  <a:srgbClr val="3B0A85"/>
                </a:solidFill>
                <a:latin typeface="Trebuchet MS"/>
                <a:cs typeface="Trebuchet MS"/>
              </a:rPr>
              <a:t>Reduces</a:t>
            </a:r>
            <a:r>
              <a:rPr sz="2500" spc="-1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3B0A85"/>
                </a:solidFill>
                <a:latin typeface="Trebuchet MS"/>
                <a:cs typeface="Trebuchet MS"/>
              </a:rPr>
              <a:t>risk</a:t>
            </a:r>
            <a:r>
              <a:rPr sz="2500" spc="-1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3B0A85"/>
                </a:solidFill>
                <a:latin typeface="Trebuchet MS"/>
                <a:cs typeface="Trebuchet MS"/>
              </a:rPr>
              <a:t>of</a:t>
            </a:r>
            <a:r>
              <a:rPr sz="2500" spc="-1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3B0A85"/>
                </a:solidFill>
                <a:latin typeface="Trebuchet MS"/>
                <a:cs typeface="Trebuchet MS"/>
              </a:rPr>
              <a:t>distortion</a:t>
            </a:r>
            <a:r>
              <a:rPr sz="2500" spc="-1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90" dirty="0">
                <a:solidFill>
                  <a:srgbClr val="3B0A85"/>
                </a:solidFill>
                <a:latin typeface="Trebuchet MS"/>
                <a:cs typeface="Trebuchet MS"/>
              </a:rPr>
              <a:t>due</a:t>
            </a:r>
            <a:r>
              <a:rPr sz="2500" spc="-1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-25" dirty="0">
                <a:solidFill>
                  <a:srgbClr val="3B0A85"/>
                </a:solidFill>
                <a:latin typeface="Trebuchet MS"/>
                <a:cs typeface="Trebuchet MS"/>
              </a:rPr>
              <a:t>to </a:t>
            </a:r>
            <a:r>
              <a:rPr sz="2500" spc="85" dirty="0">
                <a:solidFill>
                  <a:srgbClr val="3B0A85"/>
                </a:solidFill>
                <a:latin typeface="Trebuchet MS"/>
                <a:cs typeface="Trebuchet MS"/>
              </a:rPr>
              <a:t>memory</a:t>
            </a:r>
            <a:r>
              <a:rPr sz="2500" spc="-7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-10" dirty="0">
                <a:solidFill>
                  <a:srgbClr val="3B0A85"/>
                </a:solidFill>
                <a:latin typeface="Trebuchet MS"/>
                <a:cs typeface="Trebuchet MS"/>
              </a:rPr>
              <a:t>errors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897877" y="6857149"/>
            <a:ext cx="2111375" cy="709930"/>
          </a:xfrm>
          <a:prstGeom prst="rect">
            <a:avLst/>
          </a:prstGeom>
          <a:solidFill>
            <a:srgbClr val="A2BEEC"/>
          </a:solidFill>
        </p:spPr>
        <p:txBody>
          <a:bodyPr vert="horz" wrap="square" lIns="0" tIns="80010" rIns="0" bIns="0" rtlCol="0">
            <a:spAutoFit/>
          </a:bodyPr>
          <a:lstStyle/>
          <a:p>
            <a:pPr marL="166370">
              <a:lnSpc>
                <a:spcPct val="100000"/>
              </a:lnSpc>
              <a:spcBef>
                <a:spcPts val="630"/>
              </a:spcBef>
            </a:pPr>
            <a:r>
              <a:rPr sz="3250" b="1" spc="55" dirty="0">
                <a:solidFill>
                  <a:srgbClr val="3B0A85"/>
                </a:solidFill>
                <a:latin typeface="Trebuchet MS"/>
                <a:cs typeface="Trebuchet MS"/>
              </a:rPr>
              <a:t>Function</a:t>
            </a:r>
            <a:endParaRPr sz="32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37625" y="679626"/>
            <a:ext cx="10957560" cy="2658110"/>
            <a:chOff x="1137625" y="679626"/>
            <a:chExt cx="10957560" cy="2658110"/>
          </a:xfrm>
        </p:grpSpPr>
        <p:sp>
          <p:nvSpPr>
            <p:cNvPr id="3" name="object 3"/>
            <p:cNvSpPr/>
            <p:nvPr/>
          </p:nvSpPr>
          <p:spPr>
            <a:xfrm>
              <a:off x="1137625" y="1712698"/>
              <a:ext cx="5158740" cy="1624965"/>
            </a:xfrm>
            <a:custGeom>
              <a:avLst/>
              <a:gdLst/>
              <a:ahLst/>
              <a:cxnLst/>
              <a:rect l="l" t="t" r="r" b="b"/>
              <a:pathLst>
                <a:path w="5158740" h="1624964">
                  <a:moveTo>
                    <a:pt x="4286965" y="1624698"/>
                  </a:moveTo>
                  <a:lnTo>
                    <a:pt x="4017787" y="1624593"/>
                  </a:lnTo>
                  <a:lnTo>
                    <a:pt x="3686391" y="1520286"/>
                  </a:lnTo>
                  <a:lnTo>
                    <a:pt x="3388696" y="1226576"/>
                  </a:lnTo>
                  <a:lnTo>
                    <a:pt x="3368354" y="1195087"/>
                  </a:lnTo>
                  <a:lnTo>
                    <a:pt x="3347159" y="1167216"/>
                  </a:lnTo>
                  <a:lnTo>
                    <a:pt x="3302305" y="1121786"/>
                  </a:lnTo>
                  <a:lnTo>
                    <a:pt x="3254315" y="1089192"/>
                  </a:lnTo>
                  <a:lnTo>
                    <a:pt x="3203367" y="1068337"/>
                  </a:lnTo>
                  <a:lnTo>
                    <a:pt x="3149642" y="1058128"/>
                  </a:lnTo>
                  <a:lnTo>
                    <a:pt x="3121794" y="1056673"/>
                  </a:lnTo>
                  <a:lnTo>
                    <a:pt x="3093320" y="1057470"/>
                  </a:lnTo>
                  <a:lnTo>
                    <a:pt x="3034580" y="1065268"/>
                  </a:lnTo>
                  <a:lnTo>
                    <a:pt x="2973601" y="1080427"/>
                  </a:lnTo>
                  <a:lnTo>
                    <a:pt x="2910565" y="1101853"/>
                  </a:lnTo>
                  <a:lnTo>
                    <a:pt x="2845649" y="1128451"/>
                  </a:lnTo>
                  <a:lnTo>
                    <a:pt x="2779035" y="1159125"/>
                  </a:lnTo>
                  <a:lnTo>
                    <a:pt x="2710902" y="1192783"/>
                  </a:lnTo>
                  <a:lnTo>
                    <a:pt x="2570796" y="1264665"/>
                  </a:lnTo>
                  <a:lnTo>
                    <a:pt x="2535100" y="1282790"/>
                  </a:lnTo>
                  <a:lnTo>
                    <a:pt x="2499183" y="1300701"/>
                  </a:lnTo>
                  <a:lnTo>
                    <a:pt x="2463065" y="1318264"/>
                  </a:lnTo>
                  <a:lnTo>
                    <a:pt x="2426769" y="1335341"/>
                  </a:lnTo>
                  <a:lnTo>
                    <a:pt x="2390319" y="1351795"/>
                  </a:lnTo>
                  <a:lnTo>
                    <a:pt x="2353735" y="1367489"/>
                  </a:lnTo>
                  <a:lnTo>
                    <a:pt x="2317042" y="1382286"/>
                  </a:lnTo>
                  <a:lnTo>
                    <a:pt x="2280260" y="1396051"/>
                  </a:lnTo>
                  <a:lnTo>
                    <a:pt x="2243414" y="1408645"/>
                  </a:lnTo>
                  <a:lnTo>
                    <a:pt x="2206524" y="1419932"/>
                  </a:lnTo>
                  <a:lnTo>
                    <a:pt x="2169614" y="1429775"/>
                  </a:lnTo>
                  <a:lnTo>
                    <a:pt x="2095823" y="1444582"/>
                  </a:lnTo>
                  <a:lnTo>
                    <a:pt x="2022220" y="1451972"/>
                  </a:lnTo>
                  <a:lnTo>
                    <a:pt x="1985545" y="1452543"/>
                  </a:lnTo>
                  <a:lnTo>
                    <a:pt x="1948985" y="1450849"/>
                  </a:lnTo>
                  <a:lnTo>
                    <a:pt x="1876297" y="1440119"/>
                  </a:lnTo>
                  <a:lnTo>
                    <a:pt x="1804336" y="1418688"/>
                  </a:lnTo>
                  <a:lnTo>
                    <a:pt x="1768685" y="1403616"/>
                  </a:lnTo>
                  <a:lnTo>
                    <a:pt x="1708985" y="1375532"/>
                  </a:lnTo>
                  <a:lnTo>
                    <a:pt x="1497797" y="1274534"/>
                  </a:lnTo>
                  <a:lnTo>
                    <a:pt x="1450830" y="1252392"/>
                  </a:lnTo>
                  <a:lnTo>
                    <a:pt x="1405765" y="1231602"/>
                  </a:lnTo>
                  <a:lnTo>
                    <a:pt x="1362388" y="1212218"/>
                  </a:lnTo>
                  <a:lnTo>
                    <a:pt x="1320484" y="1194296"/>
                  </a:lnTo>
                  <a:lnTo>
                    <a:pt x="1279838" y="1177888"/>
                  </a:lnTo>
                  <a:lnTo>
                    <a:pt x="1240236" y="1163051"/>
                  </a:lnTo>
                  <a:lnTo>
                    <a:pt x="1201463" y="1149838"/>
                  </a:lnTo>
                  <a:lnTo>
                    <a:pt x="1163304" y="1138304"/>
                  </a:lnTo>
                  <a:lnTo>
                    <a:pt x="1125545" y="1128504"/>
                  </a:lnTo>
                  <a:lnTo>
                    <a:pt x="1087971" y="1120491"/>
                  </a:lnTo>
                  <a:lnTo>
                    <a:pt x="1050367" y="1114321"/>
                  </a:lnTo>
                  <a:lnTo>
                    <a:pt x="974210" y="1107727"/>
                  </a:lnTo>
                  <a:lnTo>
                    <a:pt x="935228" y="1107411"/>
                  </a:lnTo>
                  <a:lnTo>
                    <a:pt x="895358" y="1109156"/>
                  </a:lnTo>
                  <a:lnTo>
                    <a:pt x="854385" y="1113016"/>
                  </a:lnTo>
                  <a:lnTo>
                    <a:pt x="812093" y="1119046"/>
                  </a:lnTo>
                  <a:lnTo>
                    <a:pt x="768269" y="1127299"/>
                  </a:lnTo>
                  <a:lnTo>
                    <a:pt x="722697" y="1137831"/>
                  </a:lnTo>
                  <a:lnTo>
                    <a:pt x="675163" y="1150696"/>
                  </a:lnTo>
                  <a:lnTo>
                    <a:pt x="625453" y="1165948"/>
                  </a:lnTo>
                  <a:lnTo>
                    <a:pt x="573351" y="1183643"/>
                  </a:lnTo>
                  <a:lnTo>
                    <a:pt x="518643" y="1203834"/>
                  </a:lnTo>
                  <a:lnTo>
                    <a:pt x="461114" y="1226576"/>
                  </a:lnTo>
                  <a:lnTo>
                    <a:pt x="416108" y="1243193"/>
                  </a:lnTo>
                  <a:lnTo>
                    <a:pt x="373575" y="1255485"/>
                  </a:lnTo>
                  <a:lnTo>
                    <a:pt x="333489" y="1263631"/>
                  </a:lnTo>
                  <a:lnTo>
                    <a:pt x="295824" y="1267806"/>
                  </a:lnTo>
                  <a:lnTo>
                    <a:pt x="260551" y="1268191"/>
                  </a:lnTo>
                  <a:lnTo>
                    <a:pt x="227646" y="1264962"/>
                  </a:lnTo>
                  <a:lnTo>
                    <a:pt x="168830" y="1248373"/>
                  </a:lnTo>
                  <a:lnTo>
                    <a:pt x="119163" y="1219463"/>
                  </a:lnTo>
                  <a:lnTo>
                    <a:pt x="78431" y="1179654"/>
                  </a:lnTo>
                  <a:lnTo>
                    <a:pt x="46421" y="1130369"/>
                  </a:lnTo>
                  <a:lnTo>
                    <a:pt x="22920" y="1073028"/>
                  </a:lnTo>
                  <a:lnTo>
                    <a:pt x="7716" y="1009056"/>
                  </a:lnTo>
                  <a:lnTo>
                    <a:pt x="595" y="939874"/>
                  </a:lnTo>
                  <a:lnTo>
                    <a:pt x="0" y="903773"/>
                  </a:lnTo>
                  <a:lnTo>
                    <a:pt x="1345" y="866903"/>
                  </a:lnTo>
                  <a:lnTo>
                    <a:pt x="9751" y="791568"/>
                  </a:lnTo>
                  <a:lnTo>
                    <a:pt x="16759" y="753458"/>
                  </a:lnTo>
                  <a:lnTo>
                    <a:pt x="25602" y="715289"/>
                  </a:lnTo>
                  <a:lnTo>
                    <a:pt x="36253" y="677241"/>
                  </a:lnTo>
                  <a:lnTo>
                    <a:pt x="48684" y="639490"/>
                  </a:lnTo>
                  <a:lnTo>
                    <a:pt x="62870" y="602214"/>
                  </a:lnTo>
                  <a:lnTo>
                    <a:pt x="78785" y="565592"/>
                  </a:lnTo>
                  <a:lnTo>
                    <a:pt x="96400" y="529801"/>
                  </a:lnTo>
                  <a:lnTo>
                    <a:pt x="115690" y="495018"/>
                  </a:lnTo>
                  <a:lnTo>
                    <a:pt x="136628" y="461422"/>
                  </a:lnTo>
                  <a:lnTo>
                    <a:pt x="159188" y="429190"/>
                  </a:lnTo>
                  <a:lnTo>
                    <a:pt x="183342" y="398500"/>
                  </a:lnTo>
                  <a:lnTo>
                    <a:pt x="209065" y="369530"/>
                  </a:lnTo>
                  <a:lnTo>
                    <a:pt x="236329" y="342458"/>
                  </a:lnTo>
                  <a:lnTo>
                    <a:pt x="356464" y="243622"/>
                  </a:lnTo>
                  <a:lnTo>
                    <a:pt x="674459" y="72847"/>
                  </a:lnTo>
                  <a:lnTo>
                    <a:pt x="1126701" y="18731"/>
                  </a:lnTo>
                  <a:lnTo>
                    <a:pt x="1649577" y="269870"/>
                  </a:lnTo>
                  <a:lnTo>
                    <a:pt x="1686858" y="300978"/>
                  </a:lnTo>
                  <a:lnTo>
                    <a:pt x="1723355" y="328881"/>
                  </a:lnTo>
                  <a:lnTo>
                    <a:pt x="1759093" y="353686"/>
                  </a:lnTo>
                  <a:lnTo>
                    <a:pt x="1794098" y="375500"/>
                  </a:lnTo>
                  <a:lnTo>
                    <a:pt x="1828397" y="394430"/>
                  </a:lnTo>
                  <a:lnTo>
                    <a:pt x="1894982" y="424069"/>
                  </a:lnTo>
                  <a:lnTo>
                    <a:pt x="1959058" y="443460"/>
                  </a:lnTo>
                  <a:lnTo>
                    <a:pt x="2020835" y="453461"/>
                  </a:lnTo>
                  <a:lnTo>
                    <a:pt x="2050928" y="455208"/>
                  </a:lnTo>
                  <a:lnTo>
                    <a:pt x="2080525" y="454930"/>
                  </a:lnTo>
                  <a:lnTo>
                    <a:pt x="2138338" y="448723"/>
                  </a:lnTo>
                  <a:lnTo>
                    <a:pt x="2194484" y="435699"/>
                  </a:lnTo>
                  <a:lnTo>
                    <a:pt x="2249175" y="416716"/>
                  </a:lnTo>
                  <a:lnTo>
                    <a:pt x="2302621" y="392631"/>
                  </a:lnTo>
                  <a:lnTo>
                    <a:pt x="2355033" y="364301"/>
                  </a:lnTo>
                  <a:lnTo>
                    <a:pt x="2406621" y="332585"/>
                  </a:lnTo>
                  <a:lnTo>
                    <a:pt x="2457596" y="298339"/>
                  </a:lnTo>
                  <a:lnTo>
                    <a:pt x="2533370" y="244105"/>
                  </a:lnTo>
                  <a:lnTo>
                    <a:pt x="2608950" y="189004"/>
                  </a:lnTo>
                  <a:lnTo>
                    <a:pt x="2634223" y="170945"/>
                  </a:lnTo>
                  <a:lnTo>
                    <a:pt x="2685047" y="135931"/>
                  </a:lnTo>
                  <a:lnTo>
                    <a:pt x="2736416" y="103106"/>
                  </a:lnTo>
                  <a:lnTo>
                    <a:pt x="2788542" y="73326"/>
                  </a:lnTo>
                  <a:lnTo>
                    <a:pt x="2841634" y="47449"/>
                  </a:lnTo>
                  <a:lnTo>
                    <a:pt x="2895904" y="26333"/>
                  </a:lnTo>
                  <a:lnTo>
                    <a:pt x="2951562" y="10835"/>
                  </a:lnTo>
                  <a:lnTo>
                    <a:pt x="3008820" y="1814"/>
                  </a:lnTo>
                  <a:lnTo>
                    <a:pt x="3038114" y="0"/>
                  </a:lnTo>
                  <a:lnTo>
                    <a:pt x="3067887" y="126"/>
                  </a:lnTo>
                  <a:lnTo>
                    <a:pt x="3128974" y="6629"/>
                  </a:lnTo>
                  <a:lnTo>
                    <a:pt x="3192292" y="22181"/>
                  </a:lnTo>
                  <a:lnTo>
                    <a:pt x="3258052" y="47640"/>
                  </a:lnTo>
                  <a:lnTo>
                    <a:pt x="3356910" y="99535"/>
                  </a:lnTo>
                  <a:lnTo>
                    <a:pt x="3417621" y="133880"/>
                  </a:lnTo>
                  <a:lnTo>
                    <a:pt x="3474298" y="167278"/>
                  </a:lnTo>
                  <a:lnTo>
                    <a:pt x="3527193" y="199620"/>
                  </a:lnTo>
                  <a:lnTo>
                    <a:pt x="3576557" y="230794"/>
                  </a:lnTo>
                  <a:lnTo>
                    <a:pt x="3622642" y="260692"/>
                  </a:lnTo>
                  <a:lnTo>
                    <a:pt x="3665700" y="289202"/>
                  </a:lnTo>
                  <a:lnTo>
                    <a:pt x="3779227" y="365306"/>
                  </a:lnTo>
                  <a:lnTo>
                    <a:pt x="3812693" y="387164"/>
                  </a:lnTo>
                  <a:lnTo>
                    <a:pt x="3874571" y="424958"/>
                  </a:lnTo>
                  <a:lnTo>
                    <a:pt x="3931387" y="454117"/>
                  </a:lnTo>
                  <a:lnTo>
                    <a:pt x="3985155" y="473761"/>
                  </a:lnTo>
                  <a:lnTo>
                    <a:pt x="4037890" y="483009"/>
                  </a:lnTo>
                  <a:lnTo>
                    <a:pt x="4064498" y="483459"/>
                  </a:lnTo>
                  <a:lnTo>
                    <a:pt x="4091604" y="480979"/>
                  </a:lnTo>
                  <a:lnTo>
                    <a:pt x="4148311" y="466790"/>
                  </a:lnTo>
                  <a:lnTo>
                    <a:pt x="4210025" y="439561"/>
                  </a:lnTo>
                  <a:lnTo>
                    <a:pt x="4243389" y="420781"/>
                  </a:lnTo>
                  <a:lnTo>
                    <a:pt x="4278760" y="398411"/>
                  </a:lnTo>
                  <a:lnTo>
                    <a:pt x="4316389" y="372340"/>
                  </a:lnTo>
                  <a:lnTo>
                    <a:pt x="4356528" y="342458"/>
                  </a:lnTo>
                  <a:lnTo>
                    <a:pt x="4408044" y="304457"/>
                  </a:lnTo>
                  <a:lnTo>
                    <a:pt x="4457999" y="270686"/>
                  </a:lnTo>
                  <a:lnTo>
                    <a:pt x="4506399" y="241114"/>
                  </a:lnTo>
                  <a:lnTo>
                    <a:pt x="4553252" y="215710"/>
                  </a:lnTo>
                  <a:lnTo>
                    <a:pt x="4598563" y="194443"/>
                  </a:lnTo>
                  <a:lnTo>
                    <a:pt x="4642341" y="177281"/>
                  </a:lnTo>
                  <a:lnTo>
                    <a:pt x="4684591" y="164194"/>
                  </a:lnTo>
                  <a:lnTo>
                    <a:pt x="4725320" y="155150"/>
                  </a:lnTo>
                  <a:lnTo>
                    <a:pt x="4764536" y="150119"/>
                  </a:lnTo>
                  <a:lnTo>
                    <a:pt x="4802245" y="149070"/>
                  </a:lnTo>
                  <a:lnTo>
                    <a:pt x="4838455" y="151971"/>
                  </a:lnTo>
                  <a:lnTo>
                    <a:pt x="4906400" y="169501"/>
                  </a:lnTo>
                  <a:lnTo>
                    <a:pt x="4968428" y="202461"/>
                  </a:lnTo>
                  <a:lnTo>
                    <a:pt x="5024591" y="250601"/>
                  </a:lnTo>
                  <a:lnTo>
                    <a:pt x="5050491" y="280287"/>
                  </a:lnTo>
                  <a:lnTo>
                    <a:pt x="5074946" y="313675"/>
                  </a:lnTo>
                  <a:lnTo>
                    <a:pt x="5097962" y="350735"/>
                  </a:lnTo>
                  <a:lnTo>
                    <a:pt x="5119546" y="391434"/>
                  </a:lnTo>
                  <a:lnTo>
                    <a:pt x="5139705" y="435742"/>
                  </a:lnTo>
                  <a:lnTo>
                    <a:pt x="5158446" y="483629"/>
                  </a:lnTo>
                  <a:lnTo>
                    <a:pt x="5097957" y="819604"/>
                  </a:lnTo>
                  <a:lnTo>
                    <a:pt x="4830075" y="1187502"/>
                  </a:lnTo>
                  <a:lnTo>
                    <a:pt x="4536268" y="1484006"/>
                  </a:lnTo>
                  <a:lnTo>
                    <a:pt x="4398007" y="1605800"/>
                  </a:lnTo>
                  <a:lnTo>
                    <a:pt x="4286965" y="1624698"/>
                  </a:lnTo>
                  <a:close/>
                </a:path>
              </a:pathLst>
            </a:custGeom>
            <a:solidFill>
              <a:srgbClr val="DAFF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377416" y="679627"/>
              <a:ext cx="10717530" cy="2172335"/>
            </a:xfrm>
            <a:custGeom>
              <a:avLst/>
              <a:gdLst/>
              <a:ahLst/>
              <a:cxnLst/>
              <a:rect l="l" t="t" r="r" b="b"/>
              <a:pathLst>
                <a:path w="10717530" h="2172335">
                  <a:moveTo>
                    <a:pt x="10717428" y="986218"/>
                  </a:moveTo>
                  <a:lnTo>
                    <a:pt x="10683532" y="0"/>
                  </a:lnTo>
                  <a:lnTo>
                    <a:pt x="0" y="367233"/>
                  </a:lnTo>
                  <a:lnTo>
                    <a:pt x="33896" y="1353439"/>
                  </a:lnTo>
                  <a:lnTo>
                    <a:pt x="62039" y="2172106"/>
                  </a:lnTo>
                  <a:lnTo>
                    <a:pt x="6488773" y="1951202"/>
                  </a:lnTo>
                  <a:lnTo>
                    <a:pt x="6460630" y="1132547"/>
                  </a:lnTo>
                  <a:lnTo>
                    <a:pt x="10717428" y="986218"/>
                  </a:lnTo>
                  <a:close/>
                </a:path>
              </a:pathLst>
            </a:custGeom>
            <a:solidFill>
              <a:srgbClr val="D0C2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 rot="21540000">
            <a:off x="1656386" y="1045608"/>
            <a:ext cx="10160981" cy="704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585"/>
              </a:lnSpc>
            </a:pPr>
            <a:r>
              <a:rPr sz="8325" spc="150" baseline="-12012" dirty="0">
                <a:solidFill>
                  <a:srgbClr val="3B0A85"/>
                </a:solidFill>
                <a:latin typeface="Arial MT"/>
                <a:cs typeface="Arial MT"/>
              </a:rPr>
              <a:t>W</a:t>
            </a:r>
            <a:r>
              <a:rPr sz="8325" spc="150" baseline="-11011" dirty="0">
                <a:solidFill>
                  <a:srgbClr val="3B0A85"/>
                </a:solidFill>
                <a:latin typeface="Arial MT"/>
                <a:cs typeface="Arial MT"/>
              </a:rPr>
              <a:t>H</a:t>
            </a:r>
            <a:r>
              <a:rPr sz="8325" spc="150" baseline="-10510" dirty="0">
                <a:solidFill>
                  <a:srgbClr val="3B0A85"/>
                </a:solidFill>
                <a:latin typeface="Arial MT"/>
                <a:cs typeface="Arial MT"/>
              </a:rPr>
              <a:t>A</a:t>
            </a:r>
            <a:r>
              <a:rPr sz="8325" spc="150" baseline="-10010" dirty="0">
                <a:solidFill>
                  <a:srgbClr val="3B0A85"/>
                </a:solidFill>
                <a:latin typeface="Arial MT"/>
                <a:cs typeface="Arial MT"/>
              </a:rPr>
              <a:t>T</a:t>
            </a:r>
            <a:r>
              <a:rPr sz="8325" spc="179" baseline="-10010" dirty="0">
                <a:solidFill>
                  <a:srgbClr val="3B0A85"/>
                </a:solidFill>
                <a:latin typeface="Arial MT"/>
                <a:cs typeface="Arial MT"/>
              </a:rPr>
              <a:t> </a:t>
            </a:r>
            <a:r>
              <a:rPr sz="8325" spc="-434" baseline="-9009" dirty="0">
                <a:solidFill>
                  <a:srgbClr val="3B0A85"/>
                </a:solidFill>
                <a:latin typeface="Arial MT"/>
                <a:cs typeface="Arial MT"/>
              </a:rPr>
              <a:t>S</a:t>
            </a:r>
            <a:r>
              <a:rPr sz="8325" spc="-434" baseline="-8508" dirty="0">
                <a:solidFill>
                  <a:srgbClr val="3B0A85"/>
                </a:solidFill>
                <a:latin typeface="Arial MT"/>
                <a:cs typeface="Arial MT"/>
              </a:rPr>
              <a:t>H</a:t>
            </a:r>
            <a:r>
              <a:rPr sz="8325" spc="-434" baseline="-8008" dirty="0">
                <a:solidFill>
                  <a:srgbClr val="3B0A85"/>
                </a:solidFill>
                <a:latin typeface="Arial MT"/>
                <a:cs typeface="Arial MT"/>
              </a:rPr>
              <a:t>O</a:t>
            </a:r>
            <a:r>
              <a:rPr sz="8325" spc="-434" baseline="-7007" dirty="0">
                <a:solidFill>
                  <a:srgbClr val="3B0A85"/>
                </a:solidFill>
                <a:latin typeface="Arial MT"/>
                <a:cs typeface="Arial MT"/>
              </a:rPr>
              <a:t>U</a:t>
            </a:r>
            <a:r>
              <a:rPr sz="8325" spc="-434" baseline="-6506" dirty="0">
                <a:solidFill>
                  <a:srgbClr val="3B0A85"/>
                </a:solidFill>
                <a:latin typeface="Arial MT"/>
                <a:cs typeface="Arial MT"/>
              </a:rPr>
              <a:t>L</a:t>
            </a:r>
            <a:r>
              <a:rPr sz="8325" spc="-434" baseline="-6006" dirty="0">
                <a:solidFill>
                  <a:srgbClr val="3B0A85"/>
                </a:solidFill>
                <a:latin typeface="Arial MT"/>
                <a:cs typeface="Arial MT"/>
              </a:rPr>
              <a:t>D</a:t>
            </a:r>
            <a:r>
              <a:rPr sz="8325" spc="195" baseline="-6006" dirty="0">
                <a:solidFill>
                  <a:srgbClr val="3B0A85"/>
                </a:solidFill>
                <a:latin typeface="Arial MT"/>
                <a:cs typeface="Arial MT"/>
              </a:rPr>
              <a:t> </a:t>
            </a:r>
            <a:r>
              <a:rPr sz="8325" baseline="-5005" dirty="0">
                <a:solidFill>
                  <a:srgbClr val="3B0A85"/>
                </a:solidFill>
                <a:latin typeface="Arial MT"/>
                <a:cs typeface="Arial MT"/>
              </a:rPr>
              <a:t>B</a:t>
            </a:r>
            <a:r>
              <a:rPr sz="8325" baseline="-4504" dirty="0">
                <a:solidFill>
                  <a:srgbClr val="3B0A85"/>
                </a:solidFill>
                <a:latin typeface="Arial MT"/>
                <a:cs typeface="Arial MT"/>
              </a:rPr>
              <a:t>E</a:t>
            </a:r>
            <a:r>
              <a:rPr sz="8325" spc="202" baseline="-4504" dirty="0">
                <a:solidFill>
                  <a:srgbClr val="3B0A85"/>
                </a:solidFill>
                <a:latin typeface="Arial MT"/>
                <a:cs typeface="Arial MT"/>
              </a:rPr>
              <a:t> </a:t>
            </a:r>
            <a:r>
              <a:rPr sz="8325" spc="-15" baseline="-3503" dirty="0">
                <a:solidFill>
                  <a:srgbClr val="3B0A85"/>
                </a:solidFill>
                <a:latin typeface="Arial MT"/>
                <a:cs typeface="Arial MT"/>
              </a:rPr>
              <a:t>I</a:t>
            </a:r>
            <a:r>
              <a:rPr sz="8325" spc="-15" baseline="-3003" dirty="0">
                <a:solidFill>
                  <a:srgbClr val="3B0A85"/>
                </a:solidFill>
                <a:latin typeface="Arial MT"/>
                <a:cs typeface="Arial MT"/>
              </a:rPr>
              <a:t>N</a:t>
            </a:r>
            <a:r>
              <a:rPr sz="8325" spc="-15" baseline="-2502" dirty="0">
                <a:solidFill>
                  <a:srgbClr val="3B0A85"/>
                </a:solidFill>
                <a:latin typeface="Arial MT"/>
                <a:cs typeface="Arial MT"/>
              </a:rPr>
              <a:t>C</a:t>
            </a:r>
            <a:r>
              <a:rPr sz="8325" spc="-15" baseline="-2002" dirty="0">
                <a:solidFill>
                  <a:srgbClr val="3B0A85"/>
                </a:solidFill>
                <a:latin typeface="Arial MT"/>
                <a:cs typeface="Arial MT"/>
              </a:rPr>
              <a:t>L</a:t>
            </a:r>
            <a:r>
              <a:rPr sz="8325" spc="-15" baseline="-1501" dirty="0">
                <a:solidFill>
                  <a:srgbClr val="3B0A85"/>
                </a:solidFill>
                <a:latin typeface="Arial MT"/>
                <a:cs typeface="Arial MT"/>
              </a:rPr>
              <a:t>U</a:t>
            </a:r>
            <a:r>
              <a:rPr sz="5550" spc="-10" dirty="0">
                <a:solidFill>
                  <a:srgbClr val="3B0A85"/>
                </a:solidFill>
                <a:latin typeface="Arial MT"/>
                <a:cs typeface="Arial MT"/>
              </a:rPr>
              <a:t>DED</a:t>
            </a:r>
            <a:endParaRPr sz="555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 rot="21540000">
            <a:off x="1676349" y="1919435"/>
            <a:ext cx="5920303" cy="704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050"/>
              </a:lnSpc>
            </a:pPr>
            <a:r>
              <a:rPr sz="8325" spc="487" baseline="-6006" dirty="0">
                <a:solidFill>
                  <a:srgbClr val="3B0A85"/>
                </a:solidFill>
                <a:latin typeface="Arial MT"/>
                <a:cs typeface="Arial MT"/>
              </a:rPr>
              <a:t>IN</a:t>
            </a:r>
            <a:r>
              <a:rPr sz="8325" spc="209" baseline="-6006" dirty="0">
                <a:solidFill>
                  <a:srgbClr val="3B0A85"/>
                </a:solidFill>
                <a:latin typeface="Arial MT"/>
                <a:cs typeface="Arial MT"/>
              </a:rPr>
              <a:t> </a:t>
            </a:r>
            <a:r>
              <a:rPr sz="8325" spc="660" baseline="-5005" dirty="0">
                <a:solidFill>
                  <a:srgbClr val="3B0A85"/>
                </a:solidFill>
                <a:latin typeface="Arial MT"/>
                <a:cs typeface="Arial MT"/>
              </a:rPr>
              <a:t>A</a:t>
            </a:r>
            <a:r>
              <a:rPr sz="8325" spc="217" baseline="-5005" dirty="0">
                <a:solidFill>
                  <a:srgbClr val="3B0A85"/>
                </a:solidFill>
                <a:latin typeface="Arial MT"/>
                <a:cs typeface="Arial MT"/>
              </a:rPr>
              <a:t> </a:t>
            </a:r>
            <a:r>
              <a:rPr sz="8325" spc="-525" baseline="-4004" dirty="0">
                <a:solidFill>
                  <a:srgbClr val="3B0A85"/>
                </a:solidFill>
                <a:latin typeface="Arial MT"/>
                <a:cs typeface="Arial MT"/>
              </a:rPr>
              <a:t>P</a:t>
            </a:r>
            <a:r>
              <a:rPr sz="8325" spc="-525" baseline="-3003" dirty="0">
                <a:solidFill>
                  <a:srgbClr val="3B0A85"/>
                </a:solidFill>
                <a:latin typeface="Arial MT"/>
                <a:cs typeface="Arial MT"/>
              </a:rPr>
              <a:t>R</a:t>
            </a:r>
            <a:r>
              <a:rPr sz="8325" spc="-525" baseline="-2502" dirty="0">
                <a:solidFill>
                  <a:srgbClr val="3B0A85"/>
                </a:solidFill>
                <a:latin typeface="Arial MT"/>
                <a:cs typeface="Arial MT"/>
              </a:rPr>
              <a:t>O</a:t>
            </a:r>
            <a:r>
              <a:rPr sz="8325" spc="-525" baseline="-2002" dirty="0">
                <a:solidFill>
                  <a:srgbClr val="3B0A85"/>
                </a:solidFill>
                <a:latin typeface="Arial MT"/>
                <a:cs typeface="Arial MT"/>
              </a:rPr>
              <a:t>T</a:t>
            </a:r>
            <a:r>
              <a:rPr sz="8325" spc="-525" baseline="-1501" dirty="0">
                <a:solidFill>
                  <a:srgbClr val="3B0A85"/>
                </a:solidFill>
                <a:latin typeface="Arial MT"/>
                <a:cs typeface="Arial MT"/>
              </a:rPr>
              <a:t>O</a:t>
            </a:r>
            <a:r>
              <a:rPr sz="5550" spc="-350" dirty="0">
                <a:solidFill>
                  <a:srgbClr val="3B0A85"/>
                </a:solidFill>
                <a:latin typeface="Arial MT"/>
                <a:cs typeface="Arial MT"/>
              </a:rPr>
              <a:t>COL</a:t>
            </a:r>
            <a:r>
              <a:rPr sz="8325" spc="-525" baseline="1001" dirty="0">
                <a:solidFill>
                  <a:srgbClr val="3B0A85"/>
                </a:solidFill>
                <a:latin typeface="Arial MT"/>
                <a:cs typeface="Arial MT"/>
              </a:rPr>
              <a:t>?</a:t>
            </a:r>
            <a:endParaRPr sz="8325" baseline="1001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560844" y="3283647"/>
            <a:ext cx="9456420" cy="5300345"/>
          </a:xfrm>
          <a:prstGeom prst="rect">
            <a:avLst/>
          </a:prstGeom>
        </p:spPr>
        <p:txBody>
          <a:bodyPr vert="horz" wrap="square" lIns="0" tIns="184150" rIns="0" bIns="0" rtlCol="0">
            <a:spAutoFit/>
          </a:bodyPr>
          <a:lstStyle/>
          <a:p>
            <a:pPr marL="387985" indent="-374650">
              <a:lnSpc>
                <a:spcPct val="100000"/>
              </a:lnSpc>
              <a:spcBef>
                <a:spcPts val="1450"/>
              </a:spcBef>
              <a:buAutoNum type="arabicPeriod"/>
              <a:tabLst>
                <a:tab pos="387985" algn="l"/>
              </a:tabLst>
            </a:pPr>
            <a:r>
              <a:rPr sz="3200" spc="75" dirty="0">
                <a:solidFill>
                  <a:srgbClr val="FFFFFF"/>
                </a:solidFill>
                <a:latin typeface="Trebuchet MS"/>
                <a:cs typeface="Trebuchet MS"/>
              </a:rPr>
              <a:t>Description</a:t>
            </a:r>
            <a:r>
              <a:rPr sz="3200" spc="-10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dirty="0">
                <a:solidFill>
                  <a:srgbClr val="FFFFFF"/>
                </a:solidFill>
                <a:latin typeface="Trebuchet MS"/>
                <a:cs typeface="Trebuchet MS"/>
              </a:rPr>
              <a:t>of</a:t>
            </a:r>
            <a:r>
              <a:rPr sz="3200" spc="-10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sz="3200" spc="-1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-35" dirty="0">
                <a:solidFill>
                  <a:srgbClr val="FFFFFF"/>
                </a:solidFill>
                <a:latin typeface="Trebuchet MS"/>
                <a:cs typeface="Trebuchet MS"/>
              </a:rPr>
              <a:t>field</a:t>
            </a:r>
            <a:r>
              <a:rPr sz="3200" spc="-10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dirty="0">
                <a:solidFill>
                  <a:srgbClr val="FFFFFF"/>
                </a:solidFill>
                <a:latin typeface="Trebuchet MS"/>
                <a:cs typeface="Trebuchet MS"/>
              </a:rPr>
              <a:t>of</a:t>
            </a:r>
            <a:r>
              <a:rPr sz="3200" spc="-1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rebuchet MS"/>
                <a:cs typeface="Trebuchet MS"/>
              </a:rPr>
              <a:t>investigation</a:t>
            </a:r>
            <a:endParaRPr sz="3200">
              <a:latin typeface="Trebuchet MS"/>
              <a:cs typeface="Trebuchet MS"/>
            </a:endParaRPr>
          </a:p>
          <a:p>
            <a:pPr marL="387350" marR="139065" indent="-374650">
              <a:lnSpc>
                <a:spcPct val="135200"/>
              </a:lnSpc>
              <a:buAutoNum type="arabicPeriod"/>
              <a:tabLst>
                <a:tab pos="388620" algn="l"/>
              </a:tabLst>
            </a:pPr>
            <a:r>
              <a:rPr sz="3200" spc="75" dirty="0">
                <a:solidFill>
                  <a:srgbClr val="FFFFFF"/>
                </a:solidFill>
                <a:latin typeface="Trebuchet MS"/>
                <a:cs typeface="Trebuchet MS"/>
              </a:rPr>
              <a:t>Description</a:t>
            </a:r>
            <a:r>
              <a:rPr sz="3200" spc="-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dirty="0">
                <a:solidFill>
                  <a:srgbClr val="FFFFFF"/>
                </a:solidFill>
                <a:latin typeface="Trebuchet MS"/>
                <a:cs typeface="Trebuchet MS"/>
              </a:rPr>
              <a:t>of</a:t>
            </a:r>
            <a:r>
              <a:rPr sz="3200" spc="-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sz="3200" spc="-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75" dirty="0">
                <a:solidFill>
                  <a:srgbClr val="FFFFFF"/>
                </a:solidFill>
                <a:latin typeface="Trebuchet MS"/>
                <a:cs typeface="Trebuchet MS"/>
              </a:rPr>
              <a:t>physical</a:t>
            </a:r>
            <a:r>
              <a:rPr sz="3200" spc="-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160" dirty="0">
                <a:solidFill>
                  <a:srgbClr val="FFFFFF"/>
                </a:solidFill>
                <a:latin typeface="Trebuchet MS"/>
                <a:cs typeface="Trebuchet MS"/>
              </a:rPr>
              <a:t>space</a:t>
            </a:r>
            <a:r>
              <a:rPr sz="3200" spc="-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dirty="0">
                <a:solidFill>
                  <a:srgbClr val="FFFFFF"/>
                </a:solidFill>
                <a:latin typeface="Trebuchet MS"/>
                <a:cs typeface="Trebuchet MS"/>
              </a:rPr>
              <a:t>of</a:t>
            </a:r>
            <a:r>
              <a:rPr sz="3200" spc="-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sz="3200" spc="-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-35" dirty="0">
                <a:solidFill>
                  <a:srgbClr val="FFFFFF"/>
                </a:solidFill>
                <a:latin typeface="Trebuchet MS"/>
                <a:cs typeface="Trebuchet MS"/>
              </a:rPr>
              <a:t>field</a:t>
            </a:r>
            <a:r>
              <a:rPr sz="3200" spc="-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-25" dirty="0">
                <a:solidFill>
                  <a:srgbClr val="FFFFFF"/>
                </a:solidFill>
                <a:latin typeface="Trebuchet MS"/>
                <a:cs typeface="Trebuchet MS"/>
              </a:rPr>
              <a:t>of 	</a:t>
            </a:r>
            <a:r>
              <a:rPr sz="3200" spc="-10" dirty="0">
                <a:solidFill>
                  <a:srgbClr val="FFFFFF"/>
                </a:solidFill>
                <a:latin typeface="Trebuchet MS"/>
                <a:cs typeface="Trebuchet MS"/>
              </a:rPr>
              <a:t>investigation</a:t>
            </a:r>
            <a:endParaRPr sz="3200">
              <a:latin typeface="Trebuchet MS"/>
              <a:cs typeface="Trebuchet MS"/>
            </a:endParaRPr>
          </a:p>
          <a:p>
            <a:pPr marL="387985" indent="-374650">
              <a:lnSpc>
                <a:spcPct val="100000"/>
              </a:lnSpc>
              <a:spcBef>
                <a:spcPts val="1350"/>
              </a:spcBef>
              <a:buAutoNum type="arabicPeriod"/>
              <a:tabLst>
                <a:tab pos="387985" algn="l"/>
              </a:tabLst>
            </a:pPr>
            <a:r>
              <a:rPr sz="3200" spc="75" dirty="0">
                <a:solidFill>
                  <a:srgbClr val="FFFFFF"/>
                </a:solidFill>
                <a:latin typeface="Trebuchet MS"/>
                <a:cs typeface="Trebuchet MS"/>
              </a:rPr>
              <a:t>Description</a:t>
            </a:r>
            <a:r>
              <a:rPr sz="32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dirty="0">
                <a:solidFill>
                  <a:srgbClr val="FFFFFF"/>
                </a:solidFill>
                <a:latin typeface="Trebuchet MS"/>
                <a:cs typeface="Trebuchet MS"/>
              </a:rPr>
              <a:t>of</a:t>
            </a:r>
            <a:r>
              <a:rPr sz="32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dirty="0">
                <a:solidFill>
                  <a:srgbClr val="FFFFFF"/>
                </a:solidFill>
                <a:latin typeface="Trebuchet MS"/>
                <a:cs typeface="Trebuchet MS"/>
              </a:rPr>
              <a:t>interactions</a:t>
            </a:r>
            <a:r>
              <a:rPr sz="32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Trebuchet MS"/>
                <a:cs typeface="Trebuchet MS"/>
              </a:rPr>
              <a:t>within</a:t>
            </a:r>
            <a:r>
              <a:rPr sz="32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sz="32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rebuchet MS"/>
                <a:cs typeface="Trebuchet MS"/>
              </a:rPr>
              <a:t>field</a:t>
            </a:r>
            <a:endParaRPr sz="3200">
              <a:latin typeface="Trebuchet MS"/>
              <a:cs typeface="Trebuchet MS"/>
            </a:endParaRPr>
          </a:p>
          <a:p>
            <a:pPr marL="387350" marR="5080" indent="-374650">
              <a:lnSpc>
                <a:spcPct val="135200"/>
              </a:lnSpc>
              <a:buAutoNum type="arabicPeriod"/>
              <a:tabLst>
                <a:tab pos="388620" algn="l"/>
              </a:tabLst>
            </a:pPr>
            <a:r>
              <a:rPr sz="3200" spc="75" dirty="0">
                <a:solidFill>
                  <a:srgbClr val="FFFFFF"/>
                </a:solidFill>
                <a:latin typeface="Trebuchet MS"/>
                <a:cs typeface="Trebuchet MS"/>
              </a:rPr>
              <a:t>Description</a:t>
            </a:r>
            <a:r>
              <a:rPr sz="3200" spc="-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dirty="0">
                <a:solidFill>
                  <a:srgbClr val="FFFFFF"/>
                </a:solidFill>
                <a:latin typeface="Trebuchet MS"/>
                <a:cs typeface="Trebuchet MS"/>
              </a:rPr>
              <a:t>of</a:t>
            </a:r>
            <a:r>
              <a:rPr sz="3200" spc="-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114" dirty="0">
                <a:solidFill>
                  <a:srgbClr val="FFFFFF"/>
                </a:solidFill>
                <a:latin typeface="Trebuchet MS"/>
                <a:cs typeface="Trebuchet MS"/>
              </a:rPr>
              <a:t>one's</a:t>
            </a:r>
            <a:r>
              <a:rPr sz="3200" spc="-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dirty="0">
                <a:solidFill>
                  <a:srgbClr val="FFFFFF"/>
                </a:solidFill>
                <a:latin typeface="Trebuchet MS"/>
                <a:cs typeface="Trebuchet MS"/>
              </a:rPr>
              <a:t>participation</a:t>
            </a:r>
            <a:r>
              <a:rPr sz="3200" spc="-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dirty="0">
                <a:solidFill>
                  <a:srgbClr val="FFFFFF"/>
                </a:solidFill>
                <a:latin typeface="Trebuchet MS"/>
                <a:cs typeface="Trebuchet MS"/>
              </a:rPr>
              <a:t>in</a:t>
            </a:r>
            <a:r>
              <a:rPr sz="3200" spc="-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rebuchet MS"/>
                <a:cs typeface="Trebuchet MS"/>
              </a:rPr>
              <a:t>interactions 	</a:t>
            </a:r>
            <a:r>
              <a:rPr sz="3200" dirty="0">
                <a:solidFill>
                  <a:srgbClr val="FFFFFF"/>
                </a:solidFill>
                <a:latin typeface="Trebuchet MS"/>
                <a:cs typeface="Trebuchet MS"/>
              </a:rPr>
              <a:t>in</a:t>
            </a:r>
            <a:r>
              <a:rPr sz="3200" spc="-1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sz="3200" spc="-11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Trebuchet MS"/>
                <a:cs typeface="Trebuchet MS"/>
              </a:rPr>
              <a:t>field</a:t>
            </a:r>
            <a:endParaRPr sz="3200">
              <a:latin typeface="Trebuchet MS"/>
              <a:cs typeface="Trebuchet MS"/>
            </a:endParaRPr>
          </a:p>
          <a:p>
            <a:pPr marL="387985" indent="-374650">
              <a:lnSpc>
                <a:spcPct val="100000"/>
              </a:lnSpc>
              <a:spcBef>
                <a:spcPts val="1350"/>
              </a:spcBef>
              <a:buAutoNum type="arabicPeriod"/>
              <a:tabLst>
                <a:tab pos="387985" algn="l"/>
              </a:tabLst>
            </a:pPr>
            <a:r>
              <a:rPr sz="3200" dirty="0">
                <a:solidFill>
                  <a:srgbClr val="FFFFFF"/>
                </a:solidFill>
                <a:latin typeface="Trebuchet MS"/>
                <a:cs typeface="Trebuchet MS"/>
              </a:rPr>
              <a:t>Reflection</a:t>
            </a:r>
            <a:r>
              <a:rPr sz="3200" spc="-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114" dirty="0">
                <a:solidFill>
                  <a:srgbClr val="FFFFFF"/>
                </a:solidFill>
                <a:latin typeface="Trebuchet MS"/>
                <a:cs typeface="Trebuchet MS"/>
              </a:rPr>
              <a:t>on</a:t>
            </a:r>
            <a:r>
              <a:rPr sz="3200" spc="-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sz="3200" spc="-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65" dirty="0">
                <a:solidFill>
                  <a:srgbClr val="FFFFFF"/>
                </a:solidFill>
                <a:latin typeface="Trebuchet MS"/>
                <a:cs typeface="Trebuchet MS"/>
              </a:rPr>
              <a:t>research</a:t>
            </a:r>
            <a:r>
              <a:rPr sz="3200" spc="-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155" dirty="0">
                <a:solidFill>
                  <a:srgbClr val="FFFFFF"/>
                </a:solidFill>
                <a:latin typeface="Trebuchet MS"/>
                <a:cs typeface="Trebuchet MS"/>
              </a:rPr>
              <a:t>process</a:t>
            </a:r>
            <a:endParaRPr sz="3200">
              <a:latin typeface="Trebuchet MS"/>
              <a:cs typeface="Trebuchet MS"/>
            </a:endParaRPr>
          </a:p>
          <a:p>
            <a:pPr marL="387985" indent="-375285">
              <a:lnSpc>
                <a:spcPct val="100000"/>
              </a:lnSpc>
              <a:spcBef>
                <a:spcPts val="1355"/>
              </a:spcBef>
              <a:buAutoNum type="arabicPeriod"/>
              <a:tabLst>
                <a:tab pos="387985" algn="l"/>
              </a:tabLst>
            </a:pPr>
            <a:r>
              <a:rPr sz="3200" dirty="0">
                <a:solidFill>
                  <a:srgbClr val="FFFFFF"/>
                </a:solidFill>
                <a:latin typeface="Trebuchet MS"/>
                <a:cs typeface="Trebuchet MS"/>
              </a:rPr>
              <a:t>Self</a:t>
            </a:r>
            <a:r>
              <a:rPr sz="3200" spc="-1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rebuchet MS"/>
                <a:cs typeface="Trebuchet MS"/>
              </a:rPr>
              <a:t>reflection</a:t>
            </a:r>
            <a:endParaRPr sz="3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 rot="240000">
            <a:off x="5224266" y="1631726"/>
            <a:ext cx="12216131" cy="1162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605"/>
              </a:lnSpc>
            </a:pPr>
            <a:r>
              <a:rPr sz="9150" dirty="0">
                <a:solidFill>
                  <a:srgbClr val="DAFF6B"/>
                </a:solidFill>
                <a:latin typeface="Arial MT"/>
                <a:cs typeface="Arial MT"/>
              </a:rPr>
              <a:t>PRETEST</a:t>
            </a:r>
            <a:r>
              <a:rPr sz="13725" baseline="-1214" dirty="0">
                <a:solidFill>
                  <a:srgbClr val="DAFF6B"/>
                </a:solidFill>
                <a:latin typeface="Arial MT"/>
                <a:cs typeface="Arial MT"/>
              </a:rPr>
              <a:t>/</a:t>
            </a:r>
            <a:r>
              <a:rPr sz="13725" baseline="-1517" dirty="0">
                <a:solidFill>
                  <a:srgbClr val="DAFF6B"/>
                </a:solidFill>
                <a:latin typeface="Arial MT"/>
                <a:cs typeface="Arial MT"/>
              </a:rPr>
              <a:t>F</a:t>
            </a:r>
            <a:r>
              <a:rPr sz="13725" baseline="-1821" dirty="0">
                <a:solidFill>
                  <a:srgbClr val="DAFF6B"/>
                </a:solidFill>
                <a:latin typeface="Arial MT"/>
                <a:cs typeface="Arial MT"/>
              </a:rPr>
              <a:t>IE</a:t>
            </a:r>
            <a:r>
              <a:rPr sz="13725" baseline="-2125" dirty="0">
                <a:solidFill>
                  <a:srgbClr val="DAFF6B"/>
                </a:solidFill>
                <a:latin typeface="Arial MT"/>
                <a:cs typeface="Arial MT"/>
              </a:rPr>
              <a:t>L</a:t>
            </a:r>
            <a:r>
              <a:rPr sz="13725" baseline="-2428" dirty="0">
                <a:solidFill>
                  <a:srgbClr val="DAFF6B"/>
                </a:solidFill>
                <a:latin typeface="Arial MT"/>
                <a:cs typeface="Arial MT"/>
              </a:rPr>
              <a:t>D</a:t>
            </a:r>
            <a:r>
              <a:rPr sz="13725" spc="-922" baseline="-2428" dirty="0">
                <a:solidFill>
                  <a:srgbClr val="DAFF6B"/>
                </a:solidFill>
                <a:latin typeface="Arial MT"/>
                <a:cs typeface="Arial MT"/>
              </a:rPr>
              <a:t> </a:t>
            </a:r>
            <a:r>
              <a:rPr sz="13725" spc="-817" baseline="-2732" dirty="0">
                <a:solidFill>
                  <a:srgbClr val="DAFF6B"/>
                </a:solidFill>
                <a:latin typeface="Arial MT"/>
                <a:cs typeface="Arial MT"/>
              </a:rPr>
              <a:t>T</a:t>
            </a:r>
            <a:r>
              <a:rPr sz="13725" spc="-817" baseline="-3035" dirty="0">
                <a:solidFill>
                  <a:srgbClr val="DAFF6B"/>
                </a:solidFill>
                <a:latin typeface="Arial MT"/>
                <a:cs typeface="Arial MT"/>
              </a:rPr>
              <a:t>E</a:t>
            </a:r>
            <a:r>
              <a:rPr sz="13725" spc="-817" baseline="-3339" dirty="0">
                <a:solidFill>
                  <a:srgbClr val="DAFF6B"/>
                </a:solidFill>
                <a:latin typeface="Arial MT"/>
                <a:cs typeface="Arial MT"/>
              </a:rPr>
              <a:t>S</a:t>
            </a:r>
            <a:r>
              <a:rPr sz="13725" spc="-817" baseline="-3642" dirty="0">
                <a:solidFill>
                  <a:srgbClr val="DAFF6B"/>
                </a:solidFill>
                <a:latin typeface="Arial MT"/>
                <a:cs typeface="Arial MT"/>
              </a:rPr>
              <a:t>T</a:t>
            </a:r>
            <a:endParaRPr sz="13725" baseline="-3642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76228" y="7741591"/>
            <a:ext cx="7453630" cy="686435"/>
          </a:xfrm>
          <a:prstGeom prst="rect">
            <a:avLst/>
          </a:prstGeom>
          <a:solidFill>
            <a:srgbClr val="D0C2F5"/>
          </a:solidFill>
        </p:spPr>
        <p:txBody>
          <a:bodyPr vert="horz" wrap="square" lIns="0" tIns="65404" rIns="0" bIns="0" rtlCol="0">
            <a:spAutoFit/>
          </a:bodyPr>
          <a:lstStyle/>
          <a:p>
            <a:pPr marL="161925">
              <a:lnSpc>
                <a:spcPct val="100000"/>
              </a:lnSpc>
              <a:spcBef>
                <a:spcPts val="515"/>
              </a:spcBef>
            </a:pPr>
            <a:r>
              <a:rPr sz="3200" b="1" spc="155" dirty="0">
                <a:solidFill>
                  <a:srgbClr val="3B0A85"/>
                </a:solidFill>
                <a:latin typeface="Trebuchet MS"/>
                <a:cs typeface="Trebuchet MS"/>
              </a:rPr>
              <a:t>Do</a:t>
            </a:r>
            <a:r>
              <a:rPr sz="3200" b="1" spc="-204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200" b="1" spc="135" dirty="0">
                <a:solidFill>
                  <a:srgbClr val="3B0A85"/>
                </a:solidFill>
                <a:latin typeface="Trebuchet MS"/>
                <a:cs typeface="Trebuchet MS"/>
              </a:rPr>
              <a:t>a</a:t>
            </a:r>
            <a:r>
              <a:rPr sz="3200" b="1" spc="-20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200" b="1" spc="120" dirty="0">
                <a:solidFill>
                  <a:srgbClr val="3B0A85"/>
                </a:solidFill>
                <a:latin typeface="Trebuchet MS"/>
                <a:cs typeface="Trebuchet MS"/>
              </a:rPr>
              <a:t>test</a:t>
            </a:r>
            <a:r>
              <a:rPr sz="3200" b="1" spc="-20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200" b="1" dirty="0">
                <a:solidFill>
                  <a:srgbClr val="3B0A85"/>
                </a:solidFill>
                <a:latin typeface="Trebuchet MS"/>
                <a:cs typeface="Trebuchet MS"/>
              </a:rPr>
              <a:t>run</a:t>
            </a:r>
            <a:r>
              <a:rPr sz="3200" b="1" spc="-20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200" b="1" spc="50" dirty="0">
                <a:solidFill>
                  <a:srgbClr val="3B0A85"/>
                </a:solidFill>
                <a:latin typeface="Trebuchet MS"/>
                <a:cs typeface="Trebuchet MS"/>
              </a:rPr>
              <a:t>before</a:t>
            </a:r>
            <a:r>
              <a:rPr sz="3200" b="1" spc="-20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200" b="1" spc="55" dirty="0">
                <a:solidFill>
                  <a:srgbClr val="3B0A85"/>
                </a:solidFill>
                <a:latin typeface="Trebuchet MS"/>
                <a:cs typeface="Trebuchet MS"/>
              </a:rPr>
              <a:t>the</a:t>
            </a:r>
            <a:r>
              <a:rPr sz="3200" b="1" spc="-20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200" b="1" spc="70" dirty="0">
                <a:solidFill>
                  <a:srgbClr val="3B0A85"/>
                </a:solidFill>
                <a:latin typeface="Trebuchet MS"/>
                <a:cs typeface="Trebuchet MS"/>
              </a:rPr>
              <a:t>observation</a:t>
            </a:r>
            <a:endParaRPr sz="32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08596" y="5105706"/>
            <a:ext cx="133350" cy="1333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08596" y="5543855"/>
            <a:ext cx="133350" cy="13334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89633" y="5977243"/>
            <a:ext cx="142875" cy="14287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89633" y="6415393"/>
            <a:ext cx="142875" cy="14287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89633" y="6853543"/>
            <a:ext cx="142875" cy="14287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89633" y="7291693"/>
            <a:ext cx="142875" cy="142874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2515281" y="4877169"/>
            <a:ext cx="7868284" cy="2703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645"/>
              </a:lnSpc>
              <a:spcBef>
                <a:spcPts val="100"/>
              </a:spcBef>
            </a:pPr>
            <a:r>
              <a:rPr sz="3200" spc="-35" dirty="0">
                <a:solidFill>
                  <a:srgbClr val="FFFFFF"/>
                </a:solidFill>
                <a:latin typeface="Trebuchet MS"/>
                <a:cs typeface="Trebuchet MS"/>
              </a:rPr>
              <a:t>Train</a:t>
            </a:r>
            <a:r>
              <a:rPr sz="3200" spc="-1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95" dirty="0">
                <a:solidFill>
                  <a:srgbClr val="FFFFFF"/>
                </a:solidFill>
                <a:latin typeface="Trebuchet MS"/>
                <a:cs typeface="Trebuchet MS"/>
              </a:rPr>
              <a:t>observers</a:t>
            </a:r>
            <a:endParaRPr sz="3200">
              <a:latin typeface="Trebuchet MS"/>
              <a:cs typeface="Trebuchet MS"/>
            </a:endParaRPr>
          </a:p>
          <a:p>
            <a:pPr marL="702945" marR="5080" indent="-690880">
              <a:lnSpc>
                <a:spcPts val="3450"/>
              </a:lnSpc>
              <a:spcBef>
                <a:spcPts val="244"/>
              </a:spcBef>
            </a:pPr>
            <a:r>
              <a:rPr sz="3200" dirty="0">
                <a:solidFill>
                  <a:srgbClr val="FFFFFF"/>
                </a:solidFill>
                <a:latin typeface="Trebuchet MS"/>
                <a:cs typeface="Trebuchet MS"/>
              </a:rPr>
              <a:t>Review</a:t>
            </a:r>
            <a:r>
              <a:rPr sz="3200" spc="-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100" dirty="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sz="3200" spc="-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60" dirty="0">
                <a:solidFill>
                  <a:srgbClr val="FFFFFF"/>
                </a:solidFill>
                <a:latin typeface="Trebuchet MS"/>
                <a:cs typeface="Trebuchet MS"/>
              </a:rPr>
              <a:t>improve</a:t>
            </a:r>
            <a:r>
              <a:rPr sz="3200" spc="-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70" dirty="0">
                <a:solidFill>
                  <a:srgbClr val="FFFFFF"/>
                </a:solidFill>
                <a:latin typeface="Trebuchet MS"/>
                <a:cs typeface="Trebuchet MS"/>
              </a:rPr>
              <a:t>observation</a:t>
            </a:r>
            <a:r>
              <a:rPr sz="3200" spc="-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55" dirty="0">
                <a:solidFill>
                  <a:srgbClr val="FFFFFF"/>
                </a:solidFill>
                <a:latin typeface="Trebuchet MS"/>
                <a:cs typeface="Trebuchet MS"/>
              </a:rPr>
              <a:t>protocol </a:t>
            </a:r>
            <a:r>
              <a:rPr sz="3200" spc="70" dirty="0">
                <a:solidFill>
                  <a:srgbClr val="FFFFFF"/>
                </a:solidFill>
                <a:latin typeface="Trebuchet MS"/>
                <a:cs typeface="Trebuchet MS"/>
              </a:rPr>
              <a:t>Is</a:t>
            </a:r>
            <a:r>
              <a:rPr sz="3200" spc="-1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sz="3200" spc="-1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65" dirty="0">
                <a:solidFill>
                  <a:srgbClr val="FFFFFF"/>
                </a:solidFill>
                <a:latin typeface="Trebuchet MS"/>
                <a:cs typeface="Trebuchet MS"/>
              </a:rPr>
              <a:t>protocol</a:t>
            </a:r>
            <a:r>
              <a:rPr sz="3200" spc="-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90" dirty="0">
                <a:solidFill>
                  <a:srgbClr val="FFFFFF"/>
                </a:solidFill>
                <a:latin typeface="Trebuchet MS"/>
                <a:cs typeface="Trebuchet MS"/>
              </a:rPr>
              <a:t>sheet</a:t>
            </a:r>
            <a:r>
              <a:rPr sz="3200" spc="-1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140" dirty="0">
                <a:solidFill>
                  <a:srgbClr val="FFFFFF"/>
                </a:solidFill>
                <a:latin typeface="Trebuchet MS"/>
                <a:cs typeface="Trebuchet MS"/>
              </a:rPr>
              <a:t>easy</a:t>
            </a:r>
            <a:r>
              <a:rPr sz="3200" spc="-1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60" dirty="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sz="3200" spc="-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200" dirty="0">
                <a:solidFill>
                  <a:srgbClr val="FFFFFF"/>
                </a:solidFill>
                <a:latin typeface="Trebuchet MS"/>
                <a:cs typeface="Trebuchet MS"/>
              </a:rPr>
              <a:t>use?</a:t>
            </a:r>
            <a:endParaRPr sz="3200">
              <a:latin typeface="Trebuchet MS"/>
              <a:cs typeface="Trebuchet MS"/>
            </a:endParaRPr>
          </a:p>
          <a:p>
            <a:pPr marL="702945" marR="2451100">
              <a:lnSpc>
                <a:spcPts val="3450"/>
              </a:lnSpc>
            </a:pPr>
            <a:r>
              <a:rPr sz="3200" spc="70" dirty="0">
                <a:solidFill>
                  <a:srgbClr val="FFFFFF"/>
                </a:solidFill>
                <a:latin typeface="Trebuchet MS"/>
                <a:cs typeface="Trebuchet MS"/>
              </a:rPr>
              <a:t>Is</a:t>
            </a:r>
            <a:r>
              <a:rPr sz="3200" spc="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dirty="0">
                <a:solidFill>
                  <a:srgbClr val="FFFFFF"/>
                </a:solidFill>
                <a:latin typeface="Trebuchet MS"/>
                <a:cs typeface="Trebuchet MS"/>
              </a:rPr>
              <a:t>everything</a:t>
            </a:r>
            <a:r>
              <a:rPr sz="3200" spc="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120" dirty="0">
                <a:solidFill>
                  <a:srgbClr val="FFFFFF"/>
                </a:solidFill>
                <a:latin typeface="Trebuchet MS"/>
                <a:cs typeface="Trebuchet MS"/>
              </a:rPr>
              <a:t>recorded? </a:t>
            </a:r>
            <a:r>
              <a:rPr sz="3200" spc="60" dirty="0">
                <a:solidFill>
                  <a:srgbClr val="FFFFFF"/>
                </a:solidFill>
                <a:latin typeface="Trebuchet MS"/>
                <a:cs typeface="Trebuchet MS"/>
              </a:rPr>
              <a:t>Are</a:t>
            </a:r>
            <a:r>
              <a:rPr sz="3200" spc="-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sz="3200" spc="-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65" dirty="0">
                <a:solidFill>
                  <a:srgbClr val="FFFFFF"/>
                </a:solidFill>
                <a:latin typeface="Trebuchet MS"/>
                <a:cs typeface="Trebuchet MS"/>
              </a:rPr>
              <a:t>categories</a:t>
            </a:r>
            <a:r>
              <a:rPr sz="3200" spc="-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60" dirty="0">
                <a:solidFill>
                  <a:srgbClr val="FFFFFF"/>
                </a:solidFill>
                <a:latin typeface="Trebuchet MS"/>
                <a:cs typeface="Trebuchet MS"/>
              </a:rPr>
              <a:t>clear?</a:t>
            </a:r>
            <a:endParaRPr sz="3200">
              <a:latin typeface="Trebuchet MS"/>
              <a:cs typeface="Trebuchet MS"/>
            </a:endParaRPr>
          </a:p>
          <a:p>
            <a:pPr marL="702945">
              <a:lnSpc>
                <a:spcPts val="3400"/>
              </a:lnSpc>
            </a:pPr>
            <a:r>
              <a:rPr sz="3200" spc="90" dirty="0">
                <a:solidFill>
                  <a:srgbClr val="FFFFFF"/>
                </a:solidFill>
                <a:latin typeface="Trebuchet MS"/>
                <a:cs typeface="Trebuchet MS"/>
              </a:rPr>
              <a:t>Were</a:t>
            </a:r>
            <a:r>
              <a:rPr sz="3200" spc="-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dirty="0">
                <a:solidFill>
                  <a:srgbClr val="FFFFFF"/>
                </a:solidFill>
                <a:latin typeface="Trebuchet MS"/>
                <a:cs typeface="Trebuchet MS"/>
              </a:rPr>
              <a:t>important</a:t>
            </a:r>
            <a:r>
              <a:rPr sz="3200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150" dirty="0">
                <a:solidFill>
                  <a:srgbClr val="FFFFFF"/>
                </a:solidFill>
                <a:latin typeface="Trebuchet MS"/>
                <a:cs typeface="Trebuchet MS"/>
              </a:rPr>
              <a:t>aspects</a:t>
            </a:r>
            <a:r>
              <a:rPr sz="3200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80" dirty="0">
                <a:solidFill>
                  <a:srgbClr val="FFFFFF"/>
                </a:solidFill>
                <a:latin typeface="Trebuchet MS"/>
                <a:cs typeface="Trebuchet MS"/>
              </a:rPr>
              <a:t>overlooked?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832140" y="4098973"/>
            <a:ext cx="1225550" cy="686435"/>
          </a:xfrm>
          <a:prstGeom prst="rect">
            <a:avLst/>
          </a:prstGeom>
          <a:solidFill>
            <a:srgbClr val="A2BEEC"/>
          </a:solidFill>
        </p:spPr>
        <p:txBody>
          <a:bodyPr vert="horz" wrap="square" lIns="0" tIns="65404" rIns="0" bIns="0" rtlCol="0">
            <a:spAutoFit/>
          </a:bodyPr>
          <a:lstStyle/>
          <a:p>
            <a:pPr marL="162560">
              <a:lnSpc>
                <a:spcPct val="100000"/>
              </a:lnSpc>
              <a:spcBef>
                <a:spcPts val="515"/>
              </a:spcBef>
            </a:pPr>
            <a:r>
              <a:rPr sz="3200" b="1" spc="85" dirty="0">
                <a:solidFill>
                  <a:srgbClr val="3B0A85"/>
                </a:solidFill>
                <a:latin typeface="Trebuchet MS"/>
                <a:cs typeface="Trebuchet MS"/>
              </a:rPr>
              <a:t>Goal</a:t>
            </a:r>
            <a:endParaRPr sz="3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673731" y="2691294"/>
            <a:ext cx="4515485" cy="1171575"/>
          </a:xfrm>
          <a:custGeom>
            <a:avLst/>
            <a:gdLst/>
            <a:ahLst/>
            <a:cxnLst/>
            <a:rect l="l" t="t" r="r" b="b"/>
            <a:pathLst>
              <a:path w="4515484" h="1171575">
                <a:moveTo>
                  <a:pt x="4457135" y="1171258"/>
                </a:moveTo>
                <a:lnTo>
                  <a:pt x="0" y="874738"/>
                </a:lnTo>
                <a:lnTo>
                  <a:pt x="58193" y="0"/>
                </a:lnTo>
                <a:lnTo>
                  <a:pt x="4515329" y="296520"/>
                </a:lnTo>
                <a:lnTo>
                  <a:pt x="4457135" y="1171258"/>
                </a:lnTo>
                <a:close/>
              </a:path>
            </a:pathLst>
          </a:custGeom>
          <a:solidFill>
            <a:srgbClr val="D0C2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 rot="180000">
            <a:off x="9880649" y="3067768"/>
            <a:ext cx="4097129" cy="514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760"/>
              </a:lnSpc>
            </a:pPr>
            <a:r>
              <a:rPr sz="6075" b="1" spc="89" baseline="2743" dirty="0">
                <a:solidFill>
                  <a:srgbClr val="3B0A85"/>
                </a:solidFill>
                <a:latin typeface="Trebuchet MS"/>
                <a:cs typeface="Trebuchet MS"/>
              </a:rPr>
              <a:t>Q</a:t>
            </a:r>
            <a:r>
              <a:rPr sz="6075" b="1" spc="89" baseline="2057" dirty="0">
                <a:solidFill>
                  <a:srgbClr val="3B0A85"/>
                </a:solidFill>
                <a:latin typeface="Trebuchet MS"/>
                <a:cs typeface="Trebuchet MS"/>
              </a:rPr>
              <a:t>u</a:t>
            </a:r>
            <a:r>
              <a:rPr sz="6075" b="1" spc="89" baseline="1371" dirty="0">
                <a:solidFill>
                  <a:srgbClr val="3B0A85"/>
                </a:solidFill>
                <a:latin typeface="Trebuchet MS"/>
                <a:cs typeface="Trebuchet MS"/>
              </a:rPr>
              <a:t>e</a:t>
            </a:r>
            <a:r>
              <a:rPr sz="4050" b="1" spc="60" dirty="0">
                <a:solidFill>
                  <a:srgbClr val="3B0A85"/>
                </a:solidFill>
                <a:latin typeface="Trebuchet MS"/>
                <a:cs typeface="Trebuchet MS"/>
              </a:rPr>
              <a:t>stion</a:t>
            </a:r>
            <a:r>
              <a:rPr sz="4050" b="1" spc="-30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6075" b="1" spc="127" baseline="-1371" dirty="0">
                <a:solidFill>
                  <a:srgbClr val="3B0A85"/>
                </a:solidFill>
                <a:latin typeface="Trebuchet MS"/>
                <a:cs typeface="Trebuchet MS"/>
              </a:rPr>
              <a:t>de</a:t>
            </a:r>
            <a:r>
              <a:rPr sz="6075" b="1" spc="127" baseline="-2057" dirty="0">
                <a:solidFill>
                  <a:srgbClr val="3B0A85"/>
                </a:solidFill>
                <a:latin typeface="Trebuchet MS"/>
                <a:cs typeface="Trebuchet MS"/>
              </a:rPr>
              <a:t>s</a:t>
            </a:r>
            <a:r>
              <a:rPr sz="6075" b="1" spc="127" baseline="-2743" dirty="0">
                <a:solidFill>
                  <a:srgbClr val="3B0A85"/>
                </a:solidFill>
                <a:latin typeface="Trebuchet MS"/>
                <a:cs typeface="Trebuchet MS"/>
              </a:rPr>
              <a:t>ig</a:t>
            </a:r>
            <a:r>
              <a:rPr sz="6075" b="1" spc="127" baseline="-3429" dirty="0">
                <a:solidFill>
                  <a:srgbClr val="3B0A85"/>
                </a:solidFill>
                <a:latin typeface="Trebuchet MS"/>
                <a:cs typeface="Trebuchet MS"/>
              </a:rPr>
              <a:t>n</a:t>
            </a:r>
            <a:endParaRPr sz="6075" baseline="-3429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9224304" y="4078687"/>
            <a:ext cx="8529955" cy="2785110"/>
            <a:chOff x="9224304" y="4078687"/>
            <a:chExt cx="8529955" cy="2785110"/>
          </a:xfrm>
        </p:grpSpPr>
        <p:sp>
          <p:nvSpPr>
            <p:cNvPr id="5" name="object 5"/>
            <p:cNvSpPr/>
            <p:nvPr/>
          </p:nvSpPr>
          <p:spPr>
            <a:xfrm>
              <a:off x="9770657" y="4078687"/>
              <a:ext cx="7647940" cy="1422400"/>
            </a:xfrm>
            <a:custGeom>
              <a:avLst/>
              <a:gdLst/>
              <a:ahLst/>
              <a:cxnLst/>
              <a:rect l="l" t="t" r="r" b="b"/>
              <a:pathLst>
                <a:path w="7647940" h="1422400">
                  <a:moveTo>
                    <a:pt x="7586528" y="1421976"/>
                  </a:moveTo>
                  <a:lnTo>
                    <a:pt x="0" y="917267"/>
                  </a:lnTo>
                  <a:lnTo>
                    <a:pt x="61023" y="0"/>
                  </a:lnTo>
                  <a:lnTo>
                    <a:pt x="7647551" y="504709"/>
                  </a:lnTo>
                  <a:lnTo>
                    <a:pt x="7586528" y="1421976"/>
                  </a:lnTo>
                  <a:close/>
                </a:path>
              </a:pathLst>
            </a:custGeom>
            <a:solidFill>
              <a:srgbClr val="DAFF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224304" y="5424554"/>
              <a:ext cx="8529955" cy="1438910"/>
            </a:xfrm>
            <a:custGeom>
              <a:avLst/>
              <a:gdLst/>
              <a:ahLst/>
              <a:cxnLst/>
              <a:rect l="l" t="t" r="r" b="b"/>
              <a:pathLst>
                <a:path w="8529955" h="1438909">
                  <a:moveTo>
                    <a:pt x="8471481" y="1438781"/>
                  </a:moveTo>
                  <a:lnTo>
                    <a:pt x="0" y="875198"/>
                  </a:lnTo>
                  <a:lnTo>
                    <a:pt x="58224" y="0"/>
                  </a:lnTo>
                  <a:lnTo>
                    <a:pt x="8529705" y="563582"/>
                  </a:lnTo>
                  <a:lnTo>
                    <a:pt x="8471481" y="1438781"/>
                  </a:lnTo>
                  <a:close/>
                </a:path>
              </a:pathLst>
            </a:custGeom>
            <a:solidFill>
              <a:srgbClr val="A2BE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 rot="180000">
            <a:off x="10018751" y="4592530"/>
            <a:ext cx="7022323" cy="514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515"/>
              </a:lnSpc>
            </a:pPr>
            <a:r>
              <a:rPr sz="6075" b="1" baseline="2743" dirty="0">
                <a:solidFill>
                  <a:srgbClr val="3B0A85"/>
                </a:solidFill>
                <a:latin typeface="Trebuchet MS"/>
                <a:cs typeface="Trebuchet MS"/>
              </a:rPr>
              <a:t>Q</a:t>
            </a:r>
            <a:r>
              <a:rPr sz="6075" b="1" baseline="2057" dirty="0">
                <a:solidFill>
                  <a:srgbClr val="3B0A85"/>
                </a:solidFill>
                <a:latin typeface="Trebuchet MS"/>
                <a:cs typeface="Trebuchet MS"/>
              </a:rPr>
              <a:t>u</a:t>
            </a:r>
            <a:r>
              <a:rPr sz="6075" b="1" baseline="1371" dirty="0">
                <a:solidFill>
                  <a:srgbClr val="3B0A85"/>
                </a:solidFill>
                <a:latin typeface="Trebuchet MS"/>
                <a:cs typeface="Trebuchet MS"/>
              </a:rPr>
              <a:t>e</a:t>
            </a:r>
            <a:r>
              <a:rPr sz="4050" b="1" dirty="0">
                <a:solidFill>
                  <a:srgbClr val="3B0A85"/>
                </a:solidFill>
                <a:latin typeface="Trebuchet MS"/>
                <a:cs typeface="Trebuchet MS"/>
              </a:rPr>
              <a:t>stionn</a:t>
            </a:r>
            <a:r>
              <a:rPr sz="6075" b="1" baseline="-1371" dirty="0">
                <a:solidFill>
                  <a:srgbClr val="3B0A85"/>
                </a:solidFill>
                <a:latin typeface="Trebuchet MS"/>
                <a:cs typeface="Trebuchet MS"/>
              </a:rPr>
              <a:t>a</a:t>
            </a:r>
            <a:r>
              <a:rPr sz="6075" b="1" baseline="-2057" dirty="0">
                <a:solidFill>
                  <a:srgbClr val="3B0A85"/>
                </a:solidFill>
                <a:latin typeface="Trebuchet MS"/>
                <a:cs typeface="Trebuchet MS"/>
              </a:rPr>
              <a:t>ire</a:t>
            </a:r>
            <a:r>
              <a:rPr sz="6075" b="1" spc="-157" baseline="-2057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6075" b="1" spc="67" baseline="-2743" dirty="0">
                <a:solidFill>
                  <a:srgbClr val="3B0A85"/>
                </a:solidFill>
                <a:latin typeface="Trebuchet MS"/>
                <a:cs typeface="Trebuchet MS"/>
              </a:rPr>
              <a:t>d</a:t>
            </a:r>
            <a:r>
              <a:rPr sz="6075" b="1" spc="67" baseline="-3429" dirty="0">
                <a:solidFill>
                  <a:srgbClr val="3B0A85"/>
                </a:solidFill>
                <a:latin typeface="Trebuchet MS"/>
                <a:cs typeface="Trebuchet MS"/>
              </a:rPr>
              <a:t>e</a:t>
            </a:r>
            <a:r>
              <a:rPr sz="6075" b="1" spc="67" baseline="-4115" dirty="0">
                <a:solidFill>
                  <a:srgbClr val="3B0A85"/>
                </a:solidFill>
                <a:latin typeface="Trebuchet MS"/>
                <a:cs typeface="Trebuchet MS"/>
              </a:rPr>
              <a:t>v</a:t>
            </a:r>
            <a:r>
              <a:rPr sz="6075" b="1" spc="67" baseline="-4801" dirty="0">
                <a:solidFill>
                  <a:srgbClr val="3B0A85"/>
                </a:solidFill>
                <a:latin typeface="Trebuchet MS"/>
                <a:cs typeface="Trebuchet MS"/>
              </a:rPr>
              <a:t>elo</a:t>
            </a:r>
            <a:r>
              <a:rPr sz="6075" b="1" spc="67" baseline="-5486" dirty="0">
                <a:solidFill>
                  <a:srgbClr val="3B0A85"/>
                </a:solidFill>
                <a:latin typeface="Trebuchet MS"/>
                <a:cs typeface="Trebuchet MS"/>
              </a:rPr>
              <a:t>p</a:t>
            </a:r>
            <a:r>
              <a:rPr sz="6075" b="1" spc="67" baseline="-6172" dirty="0">
                <a:solidFill>
                  <a:srgbClr val="3B0A85"/>
                </a:solidFill>
                <a:latin typeface="Trebuchet MS"/>
                <a:cs typeface="Trebuchet MS"/>
              </a:rPr>
              <a:t>m</a:t>
            </a:r>
            <a:r>
              <a:rPr sz="6075" b="1" spc="67" baseline="-6858" dirty="0">
                <a:solidFill>
                  <a:srgbClr val="3B0A85"/>
                </a:solidFill>
                <a:latin typeface="Trebuchet MS"/>
                <a:cs typeface="Trebuchet MS"/>
              </a:rPr>
              <a:t>e</a:t>
            </a:r>
            <a:r>
              <a:rPr sz="6075" b="1" spc="67" baseline="-7544" dirty="0">
                <a:solidFill>
                  <a:srgbClr val="3B0A85"/>
                </a:solidFill>
                <a:latin typeface="Trebuchet MS"/>
                <a:cs typeface="Trebuchet MS"/>
              </a:rPr>
              <a:t>nt</a:t>
            </a:r>
            <a:endParaRPr sz="6075" baseline="-7544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 rot="180000">
            <a:off x="9434297" y="5949226"/>
            <a:ext cx="8103739" cy="514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520"/>
              </a:lnSpc>
            </a:pPr>
            <a:r>
              <a:rPr sz="6075" b="1" baseline="4115" dirty="0">
                <a:solidFill>
                  <a:srgbClr val="3B0A85"/>
                </a:solidFill>
                <a:latin typeface="Trebuchet MS"/>
                <a:cs typeface="Trebuchet MS"/>
              </a:rPr>
              <a:t>T</a:t>
            </a:r>
            <a:r>
              <a:rPr sz="6075" b="1" baseline="3429" dirty="0">
                <a:solidFill>
                  <a:srgbClr val="3B0A85"/>
                </a:solidFill>
                <a:latin typeface="Trebuchet MS"/>
                <a:cs typeface="Trebuchet MS"/>
              </a:rPr>
              <a:t>ip</a:t>
            </a:r>
            <a:r>
              <a:rPr sz="6075" b="1" baseline="2743" dirty="0">
                <a:solidFill>
                  <a:srgbClr val="3B0A85"/>
                </a:solidFill>
                <a:latin typeface="Trebuchet MS"/>
                <a:cs typeface="Trebuchet MS"/>
              </a:rPr>
              <a:t>s</a:t>
            </a:r>
            <a:r>
              <a:rPr sz="6075" b="1" spc="-322" baseline="2743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6075" b="1" spc="-89" baseline="2057" dirty="0">
                <a:solidFill>
                  <a:srgbClr val="3B0A85"/>
                </a:solidFill>
                <a:latin typeface="Trebuchet MS"/>
                <a:cs typeface="Trebuchet MS"/>
              </a:rPr>
              <a:t>fo</a:t>
            </a:r>
            <a:r>
              <a:rPr sz="6075" b="1" spc="-89" baseline="1371" dirty="0">
                <a:solidFill>
                  <a:srgbClr val="3B0A85"/>
                </a:solidFill>
                <a:latin typeface="Trebuchet MS"/>
                <a:cs typeface="Trebuchet MS"/>
              </a:rPr>
              <a:t>r</a:t>
            </a:r>
            <a:r>
              <a:rPr sz="6075" b="1" spc="-322" baseline="1371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4050" b="1" dirty="0">
                <a:solidFill>
                  <a:srgbClr val="3B0A85"/>
                </a:solidFill>
                <a:latin typeface="Trebuchet MS"/>
                <a:cs typeface="Trebuchet MS"/>
              </a:rPr>
              <a:t>creat</a:t>
            </a:r>
            <a:r>
              <a:rPr sz="6075" b="1" baseline="-1371" dirty="0">
                <a:solidFill>
                  <a:srgbClr val="3B0A85"/>
                </a:solidFill>
                <a:latin typeface="Trebuchet MS"/>
                <a:cs typeface="Trebuchet MS"/>
              </a:rPr>
              <a:t>in</a:t>
            </a:r>
            <a:r>
              <a:rPr sz="6075" b="1" baseline="-2057" dirty="0">
                <a:solidFill>
                  <a:srgbClr val="3B0A85"/>
                </a:solidFill>
                <a:latin typeface="Trebuchet MS"/>
                <a:cs typeface="Trebuchet MS"/>
              </a:rPr>
              <a:t>g</a:t>
            </a:r>
            <a:r>
              <a:rPr sz="6075" b="1" spc="-315" baseline="-2057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6075" b="1" spc="254" baseline="-2743" dirty="0">
                <a:solidFill>
                  <a:srgbClr val="3B0A85"/>
                </a:solidFill>
                <a:latin typeface="Trebuchet MS"/>
                <a:cs typeface="Trebuchet MS"/>
              </a:rPr>
              <a:t>a</a:t>
            </a:r>
            <a:r>
              <a:rPr sz="6075" b="1" spc="-322" baseline="-2743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6075" b="1" spc="-15" baseline="-3429" dirty="0">
                <a:solidFill>
                  <a:srgbClr val="3B0A85"/>
                </a:solidFill>
                <a:latin typeface="Trebuchet MS"/>
                <a:cs typeface="Trebuchet MS"/>
              </a:rPr>
              <a:t>qu</a:t>
            </a:r>
            <a:r>
              <a:rPr sz="6075" b="1" spc="-15" baseline="-4115" dirty="0">
                <a:solidFill>
                  <a:srgbClr val="3B0A85"/>
                </a:solidFill>
                <a:latin typeface="Trebuchet MS"/>
                <a:cs typeface="Trebuchet MS"/>
              </a:rPr>
              <a:t>e</a:t>
            </a:r>
            <a:r>
              <a:rPr sz="6075" b="1" spc="-15" baseline="-4801" dirty="0">
                <a:solidFill>
                  <a:srgbClr val="3B0A85"/>
                </a:solidFill>
                <a:latin typeface="Trebuchet MS"/>
                <a:cs typeface="Trebuchet MS"/>
              </a:rPr>
              <a:t>st</a:t>
            </a:r>
            <a:r>
              <a:rPr sz="6075" b="1" spc="-15" baseline="-5486" dirty="0">
                <a:solidFill>
                  <a:srgbClr val="3B0A85"/>
                </a:solidFill>
                <a:latin typeface="Trebuchet MS"/>
                <a:cs typeface="Trebuchet MS"/>
              </a:rPr>
              <a:t>io</a:t>
            </a:r>
            <a:r>
              <a:rPr sz="6075" b="1" spc="-15" baseline="-6172" dirty="0">
                <a:solidFill>
                  <a:srgbClr val="3B0A85"/>
                </a:solidFill>
                <a:latin typeface="Trebuchet MS"/>
                <a:cs typeface="Trebuchet MS"/>
              </a:rPr>
              <a:t>n</a:t>
            </a:r>
            <a:r>
              <a:rPr sz="6075" b="1" spc="-15" baseline="-6858" dirty="0">
                <a:solidFill>
                  <a:srgbClr val="3B0A85"/>
                </a:solidFill>
                <a:latin typeface="Trebuchet MS"/>
                <a:cs typeface="Trebuchet MS"/>
              </a:rPr>
              <a:t>na</a:t>
            </a:r>
            <a:r>
              <a:rPr sz="6075" b="1" spc="-15" baseline="-7544" dirty="0">
                <a:solidFill>
                  <a:srgbClr val="3B0A85"/>
                </a:solidFill>
                <a:latin typeface="Trebuchet MS"/>
                <a:cs typeface="Trebuchet MS"/>
              </a:rPr>
              <a:t>ir</a:t>
            </a:r>
            <a:r>
              <a:rPr sz="6075" b="1" spc="-15" baseline="-8230" dirty="0">
                <a:solidFill>
                  <a:srgbClr val="3B0A85"/>
                </a:solidFill>
                <a:latin typeface="Trebuchet MS"/>
                <a:cs typeface="Trebuchet MS"/>
              </a:rPr>
              <a:t>e</a:t>
            </a:r>
            <a:endParaRPr sz="6075" baseline="-8230">
              <a:latin typeface="Trebuchet MS"/>
              <a:cs typeface="Trebuchet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674255" y="7915310"/>
            <a:ext cx="2301240" cy="1024890"/>
          </a:xfrm>
          <a:custGeom>
            <a:avLst/>
            <a:gdLst/>
            <a:ahLst/>
            <a:cxnLst/>
            <a:rect l="l" t="t" r="r" b="b"/>
            <a:pathLst>
              <a:path w="2301240" h="1024890">
                <a:moveTo>
                  <a:pt x="2242761" y="1024402"/>
                </a:moveTo>
                <a:lnTo>
                  <a:pt x="0" y="875198"/>
                </a:lnTo>
                <a:lnTo>
                  <a:pt x="58224" y="0"/>
                </a:lnTo>
                <a:lnTo>
                  <a:pt x="2300985" y="149204"/>
                </a:lnTo>
                <a:lnTo>
                  <a:pt x="2242761" y="1024402"/>
                </a:lnTo>
                <a:close/>
              </a:path>
            </a:pathLst>
          </a:custGeom>
          <a:solidFill>
            <a:srgbClr val="DAFF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 rot="180000">
            <a:off x="9864905" y="8210869"/>
            <a:ext cx="1915823" cy="514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940"/>
              </a:lnSpc>
            </a:pPr>
            <a:r>
              <a:rPr sz="6075" b="1" spc="-15" baseline="2743" dirty="0">
                <a:solidFill>
                  <a:srgbClr val="3B0A85"/>
                </a:solidFill>
                <a:latin typeface="Trebuchet MS"/>
                <a:cs typeface="Trebuchet MS"/>
              </a:rPr>
              <a:t>P</a:t>
            </a:r>
            <a:r>
              <a:rPr sz="6075" b="1" spc="-15" baseline="2057" dirty="0">
                <a:solidFill>
                  <a:srgbClr val="3B0A85"/>
                </a:solidFill>
                <a:latin typeface="Trebuchet MS"/>
                <a:cs typeface="Trebuchet MS"/>
              </a:rPr>
              <a:t>r</a:t>
            </a:r>
            <a:r>
              <a:rPr sz="6075" b="1" spc="-15" baseline="1371" dirty="0">
                <a:solidFill>
                  <a:srgbClr val="3B0A85"/>
                </a:solidFill>
                <a:latin typeface="Trebuchet MS"/>
                <a:cs typeface="Trebuchet MS"/>
              </a:rPr>
              <a:t>et</a:t>
            </a:r>
            <a:r>
              <a:rPr sz="4050" b="1" spc="-10" dirty="0">
                <a:solidFill>
                  <a:srgbClr val="3B0A85"/>
                </a:solidFill>
                <a:latin typeface="Trebuchet MS"/>
                <a:cs typeface="Trebuchet MS"/>
              </a:rPr>
              <a:t>est</a:t>
            </a:r>
            <a:endParaRPr sz="4050">
              <a:latin typeface="Trebuchet MS"/>
              <a:cs typeface="Trebuchet M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24586" y="1027734"/>
            <a:ext cx="8459470" cy="4641215"/>
          </a:xfrm>
          <a:custGeom>
            <a:avLst/>
            <a:gdLst/>
            <a:ahLst/>
            <a:cxnLst/>
            <a:rect l="l" t="t" r="r" b="b"/>
            <a:pathLst>
              <a:path w="8459470" h="4641215">
                <a:moveTo>
                  <a:pt x="8175955" y="4365472"/>
                </a:moveTo>
                <a:lnTo>
                  <a:pt x="8131848" y="3082252"/>
                </a:lnTo>
                <a:lnTo>
                  <a:pt x="109855" y="3357994"/>
                </a:lnTo>
                <a:lnTo>
                  <a:pt x="153962" y="4641202"/>
                </a:lnTo>
                <a:lnTo>
                  <a:pt x="8175955" y="4365472"/>
                </a:lnTo>
                <a:close/>
              </a:path>
              <a:path w="8459470" h="4641215">
                <a:moveTo>
                  <a:pt x="8459089" y="2222144"/>
                </a:moveTo>
                <a:lnTo>
                  <a:pt x="8414982" y="938936"/>
                </a:lnTo>
                <a:lnTo>
                  <a:pt x="4750168" y="1064907"/>
                </a:lnTo>
                <a:lnTo>
                  <a:pt x="4713567" y="0"/>
                </a:lnTo>
                <a:lnTo>
                  <a:pt x="0" y="162026"/>
                </a:lnTo>
                <a:lnTo>
                  <a:pt x="36601" y="1226921"/>
                </a:lnTo>
                <a:lnTo>
                  <a:pt x="80708" y="2510129"/>
                </a:lnTo>
                <a:lnTo>
                  <a:pt x="109855" y="3357994"/>
                </a:lnTo>
                <a:lnTo>
                  <a:pt x="5737923" y="3164535"/>
                </a:lnTo>
                <a:lnTo>
                  <a:pt x="5708777" y="2316683"/>
                </a:lnTo>
                <a:lnTo>
                  <a:pt x="8459089" y="2222144"/>
                </a:lnTo>
                <a:close/>
              </a:path>
            </a:pathLst>
          </a:custGeom>
          <a:solidFill>
            <a:srgbClr val="DAFF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 rot="21540000">
            <a:off x="952545" y="1299529"/>
            <a:ext cx="4101905" cy="914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920"/>
              </a:lnSpc>
            </a:pPr>
            <a:r>
              <a:rPr sz="10800" spc="-44" baseline="-2700" dirty="0">
                <a:solidFill>
                  <a:srgbClr val="3B0A85"/>
                </a:solidFill>
                <a:latin typeface="Arial MT"/>
                <a:cs typeface="Arial MT"/>
              </a:rPr>
              <a:t>S</a:t>
            </a:r>
            <a:r>
              <a:rPr sz="10800" spc="-44" baseline="-1929" dirty="0">
                <a:solidFill>
                  <a:srgbClr val="3B0A85"/>
                </a:solidFill>
                <a:latin typeface="Arial MT"/>
                <a:cs typeface="Arial MT"/>
              </a:rPr>
              <a:t>U</a:t>
            </a:r>
            <a:r>
              <a:rPr sz="10800" spc="-44" baseline="-1157" dirty="0">
                <a:solidFill>
                  <a:srgbClr val="3B0A85"/>
                </a:solidFill>
                <a:latin typeface="Arial MT"/>
                <a:cs typeface="Arial MT"/>
              </a:rPr>
              <a:t>R</a:t>
            </a:r>
            <a:r>
              <a:rPr sz="7200" spc="-30" dirty="0">
                <a:solidFill>
                  <a:srgbClr val="3B0A85"/>
                </a:solidFill>
                <a:latin typeface="Arial MT"/>
                <a:cs typeface="Arial MT"/>
              </a:rPr>
              <a:t>VEY</a:t>
            </a:r>
            <a:r>
              <a:rPr sz="10800" spc="-44" baseline="1157" dirty="0">
                <a:solidFill>
                  <a:srgbClr val="3B0A85"/>
                </a:solidFill>
                <a:latin typeface="Arial MT"/>
                <a:cs typeface="Arial MT"/>
              </a:rPr>
              <a:t>,</a:t>
            </a:r>
            <a:endParaRPr sz="10800" baseline="1157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 rot="21540000">
            <a:off x="1013223" y="2317436"/>
            <a:ext cx="7719179" cy="914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565"/>
              </a:lnSpc>
            </a:pPr>
            <a:r>
              <a:rPr sz="10800" spc="-15" baseline="-6172" dirty="0">
                <a:solidFill>
                  <a:srgbClr val="3B0A85"/>
                </a:solidFill>
                <a:latin typeface="Arial MT"/>
                <a:cs typeface="Arial MT"/>
              </a:rPr>
              <a:t>Q</a:t>
            </a:r>
            <a:r>
              <a:rPr sz="10800" spc="-15" baseline="-5401" dirty="0">
                <a:solidFill>
                  <a:srgbClr val="3B0A85"/>
                </a:solidFill>
                <a:latin typeface="Arial MT"/>
                <a:cs typeface="Arial MT"/>
              </a:rPr>
              <a:t>U</a:t>
            </a:r>
            <a:r>
              <a:rPr sz="10800" spc="-15" baseline="-5015" dirty="0">
                <a:solidFill>
                  <a:srgbClr val="3B0A85"/>
                </a:solidFill>
                <a:latin typeface="Arial MT"/>
                <a:cs typeface="Arial MT"/>
              </a:rPr>
              <a:t>E</a:t>
            </a:r>
            <a:r>
              <a:rPr sz="10800" spc="-15" baseline="-4243" dirty="0">
                <a:solidFill>
                  <a:srgbClr val="3B0A85"/>
                </a:solidFill>
                <a:latin typeface="Arial MT"/>
                <a:cs typeface="Arial MT"/>
              </a:rPr>
              <a:t>S</a:t>
            </a:r>
            <a:r>
              <a:rPr sz="10800" spc="-15" baseline="-3858" dirty="0">
                <a:solidFill>
                  <a:srgbClr val="3B0A85"/>
                </a:solidFill>
                <a:latin typeface="Arial MT"/>
                <a:cs typeface="Arial MT"/>
              </a:rPr>
              <a:t>T</a:t>
            </a:r>
            <a:r>
              <a:rPr sz="10800" spc="-15" baseline="-3086" dirty="0">
                <a:solidFill>
                  <a:srgbClr val="3B0A85"/>
                </a:solidFill>
                <a:latin typeface="Arial MT"/>
                <a:cs typeface="Arial MT"/>
              </a:rPr>
              <a:t>I</a:t>
            </a:r>
            <a:r>
              <a:rPr sz="10800" spc="-15" baseline="-2700" dirty="0">
                <a:solidFill>
                  <a:srgbClr val="3B0A85"/>
                </a:solidFill>
                <a:latin typeface="Arial MT"/>
                <a:cs typeface="Arial MT"/>
              </a:rPr>
              <a:t>O</a:t>
            </a:r>
            <a:r>
              <a:rPr sz="10800" spc="-15" baseline="-2314" dirty="0">
                <a:solidFill>
                  <a:srgbClr val="3B0A85"/>
                </a:solidFill>
                <a:latin typeface="Arial MT"/>
                <a:cs typeface="Arial MT"/>
              </a:rPr>
              <a:t>N</a:t>
            </a:r>
            <a:r>
              <a:rPr sz="10800" spc="-15" baseline="-1543" dirty="0">
                <a:solidFill>
                  <a:srgbClr val="3B0A85"/>
                </a:solidFill>
                <a:latin typeface="Arial MT"/>
                <a:cs typeface="Arial MT"/>
              </a:rPr>
              <a:t>N</a:t>
            </a:r>
            <a:r>
              <a:rPr sz="7200" spc="-10" dirty="0">
                <a:solidFill>
                  <a:srgbClr val="3B0A85"/>
                </a:solidFill>
                <a:latin typeface="Arial MT"/>
                <a:cs typeface="Arial MT"/>
              </a:rPr>
              <a:t>AIR</a:t>
            </a:r>
            <a:r>
              <a:rPr sz="10800" spc="-15" baseline="1157" dirty="0">
                <a:solidFill>
                  <a:srgbClr val="3B0A85"/>
                </a:solidFill>
                <a:latin typeface="Arial MT"/>
                <a:cs typeface="Arial MT"/>
              </a:rPr>
              <a:t>E</a:t>
            </a:r>
            <a:endParaRPr sz="10800" baseline="1157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 rot="21540000">
            <a:off x="1035146" y="3418473"/>
            <a:ext cx="4997945" cy="914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780"/>
              </a:lnSpc>
            </a:pPr>
            <a:r>
              <a:rPr sz="10800" spc="-390" baseline="-3858" dirty="0">
                <a:solidFill>
                  <a:srgbClr val="3B0A85"/>
                </a:solidFill>
                <a:latin typeface="Arial MT"/>
                <a:cs typeface="Arial MT"/>
              </a:rPr>
              <a:t>O</a:t>
            </a:r>
            <a:r>
              <a:rPr sz="10800" spc="-390" baseline="-3086" dirty="0">
                <a:solidFill>
                  <a:srgbClr val="3B0A85"/>
                </a:solidFill>
                <a:latin typeface="Arial MT"/>
                <a:cs typeface="Arial MT"/>
              </a:rPr>
              <a:t>R</a:t>
            </a:r>
            <a:r>
              <a:rPr sz="10800" spc="292" baseline="-3086" dirty="0">
                <a:solidFill>
                  <a:srgbClr val="3B0A85"/>
                </a:solidFill>
                <a:latin typeface="Arial MT"/>
                <a:cs typeface="Arial MT"/>
              </a:rPr>
              <a:t> </a:t>
            </a:r>
            <a:r>
              <a:rPr sz="10800" spc="-75" baseline="-2314" dirty="0">
                <a:solidFill>
                  <a:srgbClr val="3B0A85"/>
                </a:solidFill>
                <a:latin typeface="Arial MT"/>
                <a:cs typeface="Arial MT"/>
              </a:rPr>
              <a:t>S</a:t>
            </a:r>
            <a:r>
              <a:rPr sz="10800" spc="-75" baseline="-1543" dirty="0">
                <a:solidFill>
                  <a:srgbClr val="3B0A85"/>
                </a:solidFill>
                <a:latin typeface="Arial MT"/>
                <a:cs typeface="Arial MT"/>
              </a:rPr>
              <a:t>O</a:t>
            </a:r>
            <a:r>
              <a:rPr sz="7200" spc="-50" dirty="0">
                <a:solidFill>
                  <a:srgbClr val="3B0A85"/>
                </a:solidFill>
                <a:latin typeface="Arial MT"/>
                <a:cs typeface="Arial MT"/>
              </a:rPr>
              <a:t>CIAL</a:t>
            </a:r>
            <a:endParaRPr sz="72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 rot="21540000">
            <a:off x="1085193" y="4452852"/>
            <a:ext cx="7364962" cy="914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615"/>
              </a:lnSpc>
            </a:pPr>
            <a:r>
              <a:rPr sz="10800" spc="254" baseline="-5787" dirty="0">
                <a:solidFill>
                  <a:srgbClr val="3B0A85"/>
                </a:solidFill>
                <a:latin typeface="Arial MT"/>
                <a:cs typeface="Arial MT"/>
              </a:rPr>
              <a:t>M</a:t>
            </a:r>
            <a:r>
              <a:rPr sz="10800" spc="254" baseline="-5015" dirty="0">
                <a:solidFill>
                  <a:srgbClr val="3B0A85"/>
                </a:solidFill>
                <a:latin typeface="Arial MT"/>
                <a:cs typeface="Arial MT"/>
              </a:rPr>
              <a:t>E</a:t>
            </a:r>
            <a:r>
              <a:rPr sz="10800" spc="254" baseline="-4243" dirty="0">
                <a:solidFill>
                  <a:srgbClr val="3B0A85"/>
                </a:solidFill>
                <a:latin typeface="Arial MT"/>
                <a:cs typeface="Arial MT"/>
              </a:rPr>
              <a:t>D</a:t>
            </a:r>
            <a:r>
              <a:rPr sz="10800" spc="254" baseline="-3472" dirty="0">
                <a:solidFill>
                  <a:srgbClr val="3B0A85"/>
                </a:solidFill>
                <a:latin typeface="Arial MT"/>
                <a:cs typeface="Arial MT"/>
              </a:rPr>
              <a:t>IA</a:t>
            </a:r>
            <a:r>
              <a:rPr sz="10800" spc="292" baseline="-3472" dirty="0">
                <a:solidFill>
                  <a:srgbClr val="3B0A85"/>
                </a:solidFill>
                <a:latin typeface="Arial MT"/>
                <a:cs typeface="Arial MT"/>
              </a:rPr>
              <a:t> </a:t>
            </a:r>
            <a:r>
              <a:rPr sz="10800" spc="-15" baseline="-2314" dirty="0">
                <a:solidFill>
                  <a:srgbClr val="3B0A85"/>
                </a:solidFill>
                <a:latin typeface="Arial MT"/>
                <a:cs typeface="Arial MT"/>
              </a:rPr>
              <a:t>P</a:t>
            </a:r>
            <a:r>
              <a:rPr sz="10800" spc="-15" baseline="-1543" dirty="0">
                <a:solidFill>
                  <a:srgbClr val="3B0A85"/>
                </a:solidFill>
                <a:latin typeface="Arial MT"/>
                <a:cs typeface="Arial MT"/>
              </a:rPr>
              <a:t>O</a:t>
            </a:r>
            <a:r>
              <a:rPr sz="7200" spc="-10" dirty="0">
                <a:solidFill>
                  <a:srgbClr val="3B0A85"/>
                </a:solidFill>
                <a:latin typeface="Arial MT"/>
                <a:cs typeface="Arial MT"/>
              </a:rPr>
              <a:t>LLIN</a:t>
            </a:r>
            <a:r>
              <a:rPr sz="10800" spc="-15" baseline="1157" dirty="0">
                <a:solidFill>
                  <a:srgbClr val="3B0A85"/>
                </a:solidFill>
                <a:latin typeface="Arial MT"/>
                <a:cs typeface="Arial MT"/>
              </a:rPr>
              <a:t>G</a:t>
            </a:r>
            <a:endParaRPr sz="10800" baseline="1157">
              <a:latin typeface="Arial MT"/>
              <a:cs typeface="Arial MT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844598" y="6433081"/>
            <a:ext cx="6878320" cy="1464945"/>
          </a:xfrm>
          <a:custGeom>
            <a:avLst/>
            <a:gdLst/>
            <a:ahLst/>
            <a:cxnLst/>
            <a:rect l="l" t="t" r="r" b="b"/>
            <a:pathLst>
              <a:path w="6878319" h="1464945">
                <a:moveTo>
                  <a:pt x="6802110" y="1464496"/>
                </a:moveTo>
                <a:lnTo>
                  <a:pt x="0" y="873380"/>
                </a:lnTo>
                <a:lnTo>
                  <a:pt x="75898" y="0"/>
                </a:lnTo>
                <a:lnTo>
                  <a:pt x="6878008" y="591116"/>
                </a:lnTo>
                <a:lnTo>
                  <a:pt x="6802110" y="1464496"/>
                </a:lnTo>
                <a:close/>
              </a:path>
            </a:pathLst>
          </a:custGeom>
          <a:solidFill>
            <a:srgbClr val="D0C2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 rot="240000">
            <a:off x="9056083" y="6963055"/>
            <a:ext cx="6324646" cy="514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385"/>
              </a:lnSpc>
            </a:pPr>
            <a:r>
              <a:rPr sz="6075" b="1" baseline="1371" dirty="0">
                <a:solidFill>
                  <a:srgbClr val="3B0A85"/>
                </a:solidFill>
                <a:latin typeface="Trebuchet MS"/>
                <a:cs typeface="Trebuchet MS"/>
              </a:rPr>
              <a:t>S</a:t>
            </a:r>
            <a:r>
              <a:rPr sz="4050" b="1" dirty="0">
                <a:solidFill>
                  <a:srgbClr val="3B0A85"/>
                </a:solidFill>
                <a:latin typeface="Trebuchet MS"/>
                <a:cs typeface="Trebuchet MS"/>
              </a:rPr>
              <a:t>elec</a:t>
            </a:r>
            <a:r>
              <a:rPr sz="6075" b="1" baseline="-1371" dirty="0">
                <a:solidFill>
                  <a:srgbClr val="3B0A85"/>
                </a:solidFill>
                <a:latin typeface="Trebuchet MS"/>
                <a:cs typeface="Trebuchet MS"/>
              </a:rPr>
              <a:t>ti</a:t>
            </a:r>
            <a:r>
              <a:rPr sz="6075" b="1" baseline="-2057" dirty="0">
                <a:solidFill>
                  <a:srgbClr val="3B0A85"/>
                </a:solidFill>
                <a:latin typeface="Trebuchet MS"/>
                <a:cs typeface="Trebuchet MS"/>
              </a:rPr>
              <a:t>on</a:t>
            </a:r>
            <a:r>
              <a:rPr sz="6075" b="1" spc="-367" baseline="-2057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6075" b="1" baseline="-3429" dirty="0">
                <a:solidFill>
                  <a:srgbClr val="3B0A85"/>
                </a:solidFill>
                <a:latin typeface="Trebuchet MS"/>
                <a:cs typeface="Trebuchet MS"/>
              </a:rPr>
              <a:t>of</a:t>
            </a:r>
            <a:r>
              <a:rPr sz="6075" b="1" spc="-359" baseline="-3429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6075" b="1" spc="-15" baseline="-4115" dirty="0">
                <a:solidFill>
                  <a:srgbClr val="3B0A85"/>
                </a:solidFill>
                <a:latin typeface="Trebuchet MS"/>
                <a:cs typeface="Trebuchet MS"/>
              </a:rPr>
              <a:t>i</a:t>
            </a:r>
            <a:r>
              <a:rPr sz="6075" b="1" spc="-15" baseline="-4801" dirty="0">
                <a:solidFill>
                  <a:srgbClr val="3B0A85"/>
                </a:solidFill>
                <a:latin typeface="Trebuchet MS"/>
                <a:cs typeface="Trebuchet MS"/>
              </a:rPr>
              <a:t>nt</a:t>
            </a:r>
            <a:r>
              <a:rPr sz="6075" b="1" spc="-15" baseline="-5486" dirty="0">
                <a:solidFill>
                  <a:srgbClr val="3B0A85"/>
                </a:solidFill>
                <a:latin typeface="Trebuchet MS"/>
                <a:cs typeface="Trebuchet MS"/>
              </a:rPr>
              <a:t>e</a:t>
            </a:r>
            <a:r>
              <a:rPr sz="6075" b="1" spc="-15" baseline="-6172" dirty="0">
                <a:solidFill>
                  <a:srgbClr val="3B0A85"/>
                </a:solidFill>
                <a:latin typeface="Trebuchet MS"/>
                <a:cs typeface="Trebuchet MS"/>
              </a:rPr>
              <a:t>rv</a:t>
            </a:r>
            <a:r>
              <a:rPr sz="6075" b="1" spc="-15" baseline="-6858" dirty="0">
                <a:solidFill>
                  <a:srgbClr val="3B0A85"/>
                </a:solidFill>
                <a:latin typeface="Trebuchet MS"/>
                <a:cs typeface="Trebuchet MS"/>
              </a:rPr>
              <a:t>ie</a:t>
            </a:r>
            <a:r>
              <a:rPr sz="6075" b="1" spc="-15" baseline="-7544" dirty="0">
                <a:solidFill>
                  <a:srgbClr val="3B0A85"/>
                </a:solidFill>
                <a:latin typeface="Trebuchet MS"/>
                <a:cs typeface="Trebuchet MS"/>
              </a:rPr>
              <a:t>w</a:t>
            </a:r>
            <a:r>
              <a:rPr sz="6075" b="1" spc="-15" baseline="-8230" dirty="0">
                <a:solidFill>
                  <a:srgbClr val="3B0A85"/>
                </a:solidFill>
                <a:latin typeface="Trebuchet MS"/>
                <a:cs typeface="Trebuchet MS"/>
              </a:rPr>
              <a:t>e</a:t>
            </a:r>
            <a:r>
              <a:rPr sz="6075" b="1" spc="-15" baseline="-8916" dirty="0">
                <a:solidFill>
                  <a:srgbClr val="3B0A85"/>
                </a:solidFill>
                <a:latin typeface="Trebuchet MS"/>
                <a:cs typeface="Trebuchet MS"/>
              </a:rPr>
              <a:t>e</a:t>
            </a:r>
            <a:r>
              <a:rPr sz="6075" b="1" spc="-15" baseline="-9602" dirty="0">
                <a:solidFill>
                  <a:srgbClr val="3B0A85"/>
                </a:solidFill>
                <a:latin typeface="Trebuchet MS"/>
                <a:cs typeface="Trebuchet MS"/>
              </a:rPr>
              <a:t>s</a:t>
            </a:r>
            <a:endParaRPr sz="6075" baseline="-9602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 rot="21540000">
            <a:off x="1013511" y="1044455"/>
            <a:ext cx="6681162" cy="7937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100"/>
              </a:lnSpc>
            </a:pPr>
            <a:r>
              <a:rPr sz="9375" spc="-15" baseline="-2666" dirty="0">
                <a:solidFill>
                  <a:srgbClr val="DDFF74"/>
                </a:solidFill>
                <a:latin typeface="Arial MT"/>
                <a:cs typeface="Arial MT"/>
              </a:rPr>
              <a:t>Q</a:t>
            </a:r>
            <a:r>
              <a:rPr sz="9375" spc="-15" baseline="-1777" dirty="0">
                <a:solidFill>
                  <a:srgbClr val="DDFF74"/>
                </a:solidFill>
                <a:latin typeface="Arial MT"/>
                <a:cs typeface="Arial MT"/>
              </a:rPr>
              <a:t>U</a:t>
            </a:r>
            <a:r>
              <a:rPr sz="9375" spc="-15" baseline="-1333" dirty="0">
                <a:solidFill>
                  <a:srgbClr val="DDFF74"/>
                </a:solidFill>
                <a:latin typeface="Arial MT"/>
                <a:cs typeface="Arial MT"/>
              </a:rPr>
              <a:t>E</a:t>
            </a:r>
            <a:r>
              <a:rPr sz="6250" spc="-10" dirty="0">
                <a:solidFill>
                  <a:srgbClr val="DDFF74"/>
                </a:solidFill>
                <a:latin typeface="Arial MT"/>
                <a:cs typeface="Arial MT"/>
              </a:rPr>
              <a:t>STIO</a:t>
            </a:r>
            <a:r>
              <a:rPr sz="9375" spc="-15" baseline="1333" dirty="0">
                <a:solidFill>
                  <a:srgbClr val="DDFF74"/>
                </a:solidFill>
                <a:latin typeface="Arial MT"/>
                <a:cs typeface="Arial MT"/>
              </a:rPr>
              <a:t>N</a:t>
            </a:r>
            <a:r>
              <a:rPr sz="9375" spc="-15" baseline="2222" dirty="0">
                <a:solidFill>
                  <a:srgbClr val="DDFF74"/>
                </a:solidFill>
                <a:latin typeface="Arial MT"/>
                <a:cs typeface="Arial MT"/>
              </a:rPr>
              <a:t>N</a:t>
            </a:r>
            <a:r>
              <a:rPr sz="9375" spc="-15" baseline="3111" dirty="0">
                <a:solidFill>
                  <a:srgbClr val="DDFF74"/>
                </a:solidFill>
                <a:latin typeface="Arial MT"/>
                <a:cs typeface="Arial MT"/>
              </a:rPr>
              <a:t>A</a:t>
            </a:r>
            <a:r>
              <a:rPr sz="9375" spc="-15" baseline="3555" dirty="0">
                <a:solidFill>
                  <a:srgbClr val="DDFF74"/>
                </a:solidFill>
                <a:latin typeface="Arial MT"/>
                <a:cs typeface="Arial MT"/>
              </a:rPr>
              <a:t>I</a:t>
            </a:r>
            <a:r>
              <a:rPr sz="9375" spc="-15" baseline="4000" dirty="0">
                <a:solidFill>
                  <a:srgbClr val="DDFF74"/>
                </a:solidFill>
                <a:latin typeface="Arial MT"/>
                <a:cs typeface="Arial MT"/>
              </a:rPr>
              <a:t>R</a:t>
            </a:r>
            <a:r>
              <a:rPr sz="9375" spc="-15" baseline="4888" dirty="0">
                <a:solidFill>
                  <a:srgbClr val="DDFF74"/>
                </a:solidFill>
                <a:latin typeface="Arial MT"/>
                <a:cs typeface="Arial MT"/>
              </a:rPr>
              <a:t>E</a:t>
            </a:r>
            <a:endParaRPr sz="9375" baseline="4888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 rot="21540000">
            <a:off x="1035336" y="1993974"/>
            <a:ext cx="4683565" cy="7937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920"/>
              </a:lnSpc>
            </a:pPr>
            <a:r>
              <a:rPr sz="9375" spc="-569" baseline="-3555" dirty="0">
                <a:solidFill>
                  <a:srgbClr val="DDFF74"/>
                </a:solidFill>
                <a:latin typeface="Arial MT"/>
                <a:cs typeface="Arial MT"/>
              </a:rPr>
              <a:t>S</a:t>
            </a:r>
            <a:r>
              <a:rPr sz="9375" spc="-569" baseline="-3111" dirty="0">
                <a:solidFill>
                  <a:srgbClr val="DDFF74"/>
                </a:solidFill>
                <a:latin typeface="Arial MT"/>
                <a:cs typeface="Arial MT"/>
              </a:rPr>
              <a:t>T</a:t>
            </a:r>
            <a:r>
              <a:rPr sz="9375" spc="-569" baseline="-2222" dirty="0">
                <a:solidFill>
                  <a:srgbClr val="DDFF74"/>
                </a:solidFill>
                <a:latin typeface="Arial MT"/>
                <a:cs typeface="Arial MT"/>
              </a:rPr>
              <a:t>R</a:t>
            </a:r>
            <a:r>
              <a:rPr sz="9375" spc="-569" baseline="-1777" dirty="0">
                <a:solidFill>
                  <a:srgbClr val="DDFF74"/>
                </a:solidFill>
                <a:latin typeface="Arial MT"/>
                <a:cs typeface="Arial MT"/>
              </a:rPr>
              <a:t>U</a:t>
            </a:r>
            <a:r>
              <a:rPr sz="6250" spc="-380" dirty="0">
                <a:solidFill>
                  <a:srgbClr val="DDFF74"/>
                </a:solidFill>
                <a:latin typeface="Arial MT"/>
                <a:cs typeface="Arial MT"/>
              </a:rPr>
              <a:t>CTUR</a:t>
            </a:r>
            <a:r>
              <a:rPr sz="9375" spc="-569" baseline="1333" dirty="0">
                <a:solidFill>
                  <a:srgbClr val="DDFF74"/>
                </a:solidFill>
                <a:latin typeface="Arial MT"/>
                <a:cs typeface="Arial MT"/>
              </a:rPr>
              <a:t>E</a:t>
            </a:r>
            <a:endParaRPr sz="9375" baseline="1333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6188" y="4335743"/>
            <a:ext cx="133350" cy="1333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6188" y="4992968"/>
            <a:ext cx="133350" cy="13334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6188" y="5650192"/>
            <a:ext cx="133350" cy="13334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6188" y="6964643"/>
            <a:ext cx="133350" cy="13334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6188" y="7621868"/>
            <a:ext cx="133350" cy="133349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03580" marR="4663440" indent="-691515">
              <a:lnSpc>
                <a:spcPct val="134800"/>
              </a:lnSpc>
              <a:spcBef>
                <a:spcPts val="95"/>
              </a:spcBef>
            </a:pPr>
            <a:r>
              <a:rPr dirty="0"/>
              <a:t>Salutation</a:t>
            </a:r>
            <a:r>
              <a:rPr spc="-5" dirty="0"/>
              <a:t> </a:t>
            </a:r>
            <a:r>
              <a:rPr spc="-20" dirty="0"/>
              <a:t>text </a:t>
            </a:r>
            <a:r>
              <a:rPr spc="195" dirty="0"/>
              <a:t>Who</a:t>
            </a:r>
            <a:r>
              <a:rPr spc="-150" dirty="0"/>
              <a:t> </a:t>
            </a:r>
            <a:r>
              <a:rPr dirty="0"/>
              <a:t>are</a:t>
            </a:r>
            <a:r>
              <a:rPr spc="-145" dirty="0"/>
              <a:t> </a:t>
            </a:r>
            <a:r>
              <a:rPr spc="114" dirty="0"/>
              <a:t>we?</a:t>
            </a:r>
          </a:p>
          <a:p>
            <a:pPr marL="703580">
              <a:lnSpc>
                <a:spcPct val="100000"/>
              </a:lnSpc>
              <a:spcBef>
                <a:spcPts val="1335"/>
              </a:spcBef>
            </a:pPr>
            <a:r>
              <a:rPr spc="85" dirty="0"/>
              <a:t>What</a:t>
            </a:r>
            <a:r>
              <a:rPr spc="-105" dirty="0"/>
              <a:t> </a:t>
            </a:r>
            <a:r>
              <a:rPr spc="190" dirty="0"/>
              <a:t>do</a:t>
            </a:r>
            <a:r>
              <a:rPr spc="-105" dirty="0"/>
              <a:t> </a:t>
            </a:r>
            <a:r>
              <a:rPr dirty="0"/>
              <a:t>we</a:t>
            </a:r>
            <a:r>
              <a:rPr spc="-105" dirty="0"/>
              <a:t> </a:t>
            </a:r>
            <a:r>
              <a:rPr spc="85" dirty="0"/>
              <a:t>want?</a:t>
            </a:r>
          </a:p>
          <a:p>
            <a:pPr marL="703580" marR="375920">
              <a:lnSpc>
                <a:spcPts val="5180"/>
              </a:lnSpc>
              <a:spcBef>
                <a:spcPts val="395"/>
              </a:spcBef>
            </a:pPr>
            <a:r>
              <a:rPr dirty="0"/>
              <a:t>Guarantee</a:t>
            </a:r>
            <a:r>
              <a:rPr spc="25" dirty="0"/>
              <a:t> </a:t>
            </a:r>
            <a:r>
              <a:rPr spc="70" dirty="0"/>
              <a:t>anonymity</a:t>
            </a:r>
            <a:r>
              <a:rPr spc="25" dirty="0"/>
              <a:t> </a:t>
            </a:r>
            <a:r>
              <a:rPr spc="100" dirty="0"/>
              <a:t>and</a:t>
            </a:r>
            <a:r>
              <a:rPr spc="25" dirty="0"/>
              <a:t> </a:t>
            </a:r>
            <a:r>
              <a:rPr spc="-10" dirty="0"/>
              <a:t>informed </a:t>
            </a:r>
            <a:r>
              <a:rPr spc="105" dirty="0"/>
              <a:t>consent</a:t>
            </a:r>
          </a:p>
          <a:p>
            <a:pPr marL="703580">
              <a:lnSpc>
                <a:spcPct val="100000"/>
              </a:lnSpc>
              <a:spcBef>
                <a:spcPts val="930"/>
              </a:spcBef>
            </a:pPr>
            <a:r>
              <a:rPr dirty="0"/>
              <a:t>Scientific</a:t>
            </a:r>
            <a:r>
              <a:rPr spc="-45" dirty="0"/>
              <a:t> </a:t>
            </a:r>
            <a:r>
              <a:rPr spc="150" dirty="0"/>
              <a:t>purposes</a:t>
            </a:r>
            <a:r>
              <a:rPr spc="-40" dirty="0"/>
              <a:t> </a:t>
            </a:r>
            <a:r>
              <a:rPr spc="100" dirty="0"/>
              <a:t>and</a:t>
            </a:r>
            <a:r>
              <a:rPr spc="-40" dirty="0"/>
              <a:t> </a:t>
            </a:r>
            <a:r>
              <a:rPr spc="-10" dirty="0"/>
              <a:t>rigour</a:t>
            </a:r>
          </a:p>
          <a:p>
            <a:pPr marL="703580" marR="5080">
              <a:lnSpc>
                <a:spcPts val="5180"/>
              </a:lnSpc>
              <a:spcBef>
                <a:spcPts val="195"/>
              </a:spcBef>
            </a:pPr>
            <a:r>
              <a:rPr spc="130" dirty="0"/>
              <a:t>Process</a:t>
            </a:r>
            <a:r>
              <a:rPr spc="-130" dirty="0"/>
              <a:t> </a:t>
            </a:r>
            <a:r>
              <a:rPr spc="100" dirty="0"/>
              <a:t>and</a:t>
            </a:r>
            <a:r>
              <a:rPr spc="-130" dirty="0"/>
              <a:t> </a:t>
            </a:r>
            <a:r>
              <a:rPr spc="100" dirty="0"/>
              <a:t>assistance</a:t>
            </a:r>
            <a:r>
              <a:rPr spc="-130" dirty="0"/>
              <a:t> </a:t>
            </a:r>
            <a:r>
              <a:rPr dirty="0"/>
              <a:t>in</a:t>
            </a:r>
            <a:r>
              <a:rPr spc="-130" dirty="0"/>
              <a:t> </a:t>
            </a:r>
            <a:r>
              <a:rPr spc="40" dirty="0"/>
              <a:t>completing </a:t>
            </a:r>
            <a:r>
              <a:rPr dirty="0"/>
              <a:t>the</a:t>
            </a:r>
            <a:r>
              <a:rPr spc="-30" dirty="0"/>
              <a:t> </a:t>
            </a:r>
            <a:r>
              <a:rPr spc="70" dirty="0"/>
              <a:t>survey</a:t>
            </a:r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113594" y="3531034"/>
            <a:ext cx="114299" cy="11429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113594" y="4102534"/>
            <a:ext cx="114299" cy="114299"/>
          </a:xfrm>
          <a:prstGeom prst="rect">
            <a:avLst/>
          </a:prstGeom>
        </p:spPr>
      </p:pic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9391556" y="3189473"/>
            <a:ext cx="8375650" cy="1168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3900"/>
              </a:lnSpc>
              <a:spcBef>
                <a:spcPts val="100"/>
              </a:spcBef>
            </a:pPr>
            <a:r>
              <a:rPr sz="2800" b="0" spc="50" dirty="0">
                <a:solidFill>
                  <a:srgbClr val="FFFFFF"/>
                </a:solidFill>
                <a:latin typeface="Trebuchet MS"/>
                <a:cs typeface="Trebuchet MS"/>
              </a:rPr>
              <a:t>Simple</a:t>
            </a:r>
            <a:r>
              <a:rPr sz="2800" b="0" spc="10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b="0" dirty="0">
                <a:solidFill>
                  <a:srgbClr val="FFFFFF"/>
                </a:solidFill>
                <a:latin typeface="Trebuchet MS"/>
                <a:cs typeface="Trebuchet MS"/>
              </a:rPr>
              <a:t>introductory</a:t>
            </a:r>
            <a:r>
              <a:rPr sz="2800" b="0" spc="10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b="0" spc="65" dirty="0">
                <a:solidFill>
                  <a:srgbClr val="FFFFFF"/>
                </a:solidFill>
                <a:latin typeface="Trebuchet MS"/>
                <a:cs typeface="Trebuchet MS"/>
              </a:rPr>
              <a:t>question</a:t>
            </a:r>
            <a:r>
              <a:rPr sz="2800" b="0" spc="10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b="0" dirty="0">
                <a:solidFill>
                  <a:srgbClr val="FFFFFF"/>
                </a:solidFill>
                <a:latin typeface="Trebuchet MS"/>
                <a:cs typeface="Trebuchet MS"/>
              </a:rPr>
              <a:t>introducing</a:t>
            </a:r>
            <a:r>
              <a:rPr sz="2800" b="0" spc="10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b="0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sz="2800" b="0" spc="10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b="0" spc="50" dirty="0">
                <a:solidFill>
                  <a:srgbClr val="FFFFFF"/>
                </a:solidFill>
                <a:latin typeface="Trebuchet MS"/>
                <a:cs typeface="Trebuchet MS"/>
              </a:rPr>
              <a:t>topic </a:t>
            </a:r>
            <a:r>
              <a:rPr sz="2800" b="0" spc="-10" dirty="0">
                <a:solidFill>
                  <a:srgbClr val="FFFFFF"/>
                </a:solidFill>
                <a:latin typeface="Trebuchet MS"/>
                <a:cs typeface="Trebuchet MS"/>
              </a:rPr>
              <a:t>Middle:</a:t>
            </a:r>
            <a:endParaRPr sz="2800">
              <a:latin typeface="Trebuchet MS"/>
              <a:cs typeface="Trebuchet MS"/>
            </a:endParaRPr>
          </a:p>
        </p:txBody>
      </p:sp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708907" y="4669271"/>
            <a:ext cx="123825" cy="123824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708907" y="6383771"/>
            <a:ext cx="123825" cy="12382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113594" y="8103034"/>
            <a:ext cx="114299" cy="114299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113594" y="8674534"/>
            <a:ext cx="114299" cy="114299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9391556" y="4332473"/>
            <a:ext cx="8333740" cy="459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17220" marR="5080">
              <a:lnSpc>
                <a:spcPct val="133900"/>
              </a:lnSpc>
              <a:spcBef>
                <a:spcPts val="100"/>
              </a:spcBef>
            </a:pPr>
            <a:r>
              <a:rPr sz="2800" spc="55" dirty="0">
                <a:solidFill>
                  <a:srgbClr val="FFFFFF"/>
                </a:solidFill>
                <a:latin typeface="Trebuchet MS"/>
                <a:cs typeface="Trebuchet MS"/>
              </a:rPr>
              <a:t>Develop</a:t>
            </a:r>
            <a:r>
              <a:rPr sz="2800" spc="-1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2800" spc="-11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spc="-20" dirty="0">
                <a:solidFill>
                  <a:srgbClr val="FFFFFF"/>
                </a:solidFill>
                <a:latin typeface="Trebuchet MS"/>
                <a:cs typeface="Trebuchet MS"/>
              </a:rPr>
              <a:t>narrative</a:t>
            </a:r>
            <a:r>
              <a:rPr sz="2800" spc="-11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FFFFFF"/>
                </a:solidFill>
                <a:latin typeface="Trebuchet MS"/>
                <a:cs typeface="Trebuchet MS"/>
              </a:rPr>
              <a:t>(central</a:t>
            </a:r>
            <a:r>
              <a:rPr sz="2800" spc="-11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spc="85" dirty="0">
                <a:solidFill>
                  <a:srgbClr val="FFFFFF"/>
                </a:solidFill>
                <a:latin typeface="Trebuchet MS"/>
                <a:cs typeface="Trebuchet MS"/>
              </a:rPr>
              <a:t>questions</a:t>
            </a:r>
            <a:r>
              <a:rPr sz="2800" spc="-11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FFFFFF"/>
                </a:solidFill>
                <a:latin typeface="Trebuchet MS"/>
                <a:cs typeface="Trebuchet MS"/>
              </a:rPr>
              <a:t>in</a:t>
            </a:r>
            <a:r>
              <a:rPr sz="2800" spc="-1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spc="-25" dirty="0">
                <a:solidFill>
                  <a:srgbClr val="FFFFFF"/>
                </a:solidFill>
                <a:latin typeface="Trebuchet MS"/>
                <a:cs typeface="Trebuchet MS"/>
              </a:rPr>
              <a:t>the </a:t>
            </a:r>
            <a:r>
              <a:rPr sz="2800" spc="150" dirty="0">
                <a:solidFill>
                  <a:srgbClr val="FFFFFF"/>
                </a:solidFill>
                <a:latin typeface="Trebuchet MS"/>
                <a:cs typeface="Trebuchet MS"/>
              </a:rPr>
              <a:t>second</a:t>
            </a:r>
            <a:r>
              <a:rPr sz="2800" spc="-1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spc="-35" dirty="0">
                <a:solidFill>
                  <a:srgbClr val="FFFFFF"/>
                </a:solidFill>
                <a:latin typeface="Trebuchet MS"/>
                <a:cs typeface="Trebuchet MS"/>
              </a:rPr>
              <a:t>quarter;</a:t>
            </a:r>
            <a:r>
              <a:rPr sz="2800" spc="-11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spc="145" dirty="0">
                <a:solidFill>
                  <a:srgbClr val="FFFFFF"/>
                </a:solidFill>
                <a:latin typeface="Trebuchet MS"/>
                <a:cs typeface="Trebuchet MS"/>
              </a:rPr>
              <a:t>common</a:t>
            </a:r>
            <a:r>
              <a:rPr sz="2800" spc="-1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spc="-30" dirty="0">
                <a:solidFill>
                  <a:srgbClr val="FFFFFF"/>
                </a:solidFill>
                <a:latin typeface="Trebuchet MS"/>
                <a:cs typeface="Trebuchet MS"/>
              </a:rPr>
              <a:t>thread;</a:t>
            </a:r>
            <a:r>
              <a:rPr sz="2800" spc="-1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spc="70" dirty="0">
                <a:solidFill>
                  <a:srgbClr val="FFFFFF"/>
                </a:solidFill>
                <a:latin typeface="Trebuchet MS"/>
                <a:cs typeface="Trebuchet MS"/>
              </a:rPr>
              <a:t>sort</a:t>
            </a:r>
            <a:r>
              <a:rPr sz="2800" spc="-1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spc="55" dirty="0">
                <a:solidFill>
                  <a:srgbClr val="FFFFFF"/>
                </a:solidFill>
                <a:latin typeface="Trebuchet MS"/>
                <a:cs typeface="Trebuchet MS"/>
              </a:rPr>
              <a:t>question </a:t>
            </a:r>
            <a:r>
              <a:rPr sz="2800" spc="80" dirty="0">
                <a:solidFill>
                  <a:srgbClr val="FFFFFF"/>
                </a:solidFill>
                <a:latin typeface="Trebuchet MS"/>
                <a:cs typeface="Trebuchet MS"/>
              </a:rPr>
              <a:t>blocks</a:t>
            </a:r>
            <a:r>
              <a:rPr sz="2800" spc="-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Trebuchet MS"/>
                <a:cs typeface="Trebuchet MS"/>
              </a:rPr>
              <a:t>thematically)</a:t>
            </a:r>
            <a:endParaRPr sz="2800">
              <a:latin typeface="Trebuchet MS"/>
              <a:cs typeface="Trebuchet MS"/>
            </a:endParaRPr>
          </a:p>
          <a:p>
            <a:pPr marL="617220" marR="278765">
              <a:lnSpc>
                <a:spcPct val="133900"/>
              </a:lnSpc>
            </a:pPr>
            <a:r>
              <a:rPr sz="2800" dirty="0">
                <a:solidFill>
                  <a:srgbClr val="FFFFFF"/>
                </a:solidFill>
                <a:latin typeface="Trebuchet MS"/>
                <a:cs typeface="Trebuchet MS"/>
              </a:rPr>
              <a:t>Varied</a:t>
            </a:r>
            <a:r>
              <a:rPr sz="2800" spc="-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spc="65" dirty="0">
                <a:solidFill>
                  <a:srgbClr val="FFFFFF"/>
                </a:solidFill>
                <a:latin typeface="Trebuchet MS"/>
                <a:cs typeface="Trebuchet MS"/>
              </a:rPr>
              <a:t>question</a:t>
            </a:r>
            <a:r>
              <a:rPr sz="2800" spc="-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spc="125" dirty="0">
                <a:solidFill>
                  <a:srgbClr val="FFFFFF"/>
                </a:solidFill>
                <a:latin typeface="Trebuchet MS"/>
                <a:cs typeface="Trebuchet MS"/>
              </a:rPr>
              <a:t>types</a:t>
            </a:r>
            <a:r>
              <a:rPr sz="2800" spc="-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Trebuchet MS"/>
                <a:cs typeface="Trebuchet MS"/>
              </a:rPr>
              <a:t>(multiple</a:t>
            </a:r>
            <a:r>
              <a:rPr sz="2800" spc="-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spc="90" dirty="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sz="2800" spc="-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Trebuchet MS"/>
                <a:cs typeface="Trebuchet MS"/>
              </a:rPr>
              <a:t>single </a:t>
            </a:r>
            <a:r>
              <a:rPr sz="2800" dirty="0">
                <a:solidFill>
                  <a:srgbClr val="FFFFFF"/>
                </a:solidFill>
                <a:latin typeface="Trebuchet MS"/>
                <a:cs typeface="Trebuchet MS"/>
              </a:rPr>
              <a:t>answers;</a:t>
            </a:r>
            <a:r>
              <a:rPr sz="280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spc="110" dirty="0">
                <a:solidFill>
                  <a:srgbClr val="FFFFFF"/>
                </a:solidFill>
                <a:latin typeface="Trebuchet MS"/>
                <a:cs typeface="Trebuchet MS"/>
              </a:rPr>
              <a:t>open</a:t>
            </a:r>
            <a:r>
              <a:rPr sz="28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spc="90" dirty="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sz="28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FFFFFF"/>
                </a:solidFill>
                <a:latin typeface="Trebuchet MS"/>
                <a:cs typeface="Trebuchet MS"/>
              </a:rPr>
              <a:t>closed;</a:t>
            </a:r>
            <a:r>
              <a:rPr sz="28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FFFFFF"/>
                </a:solidFill>
                <a:latin typeface="Trebuchet MS"/>
                <a:cs typeface="Trebuchet MS"/>
              </a:rPr>
              <a:t>individual</a:t>
            </a:r>
            <a:r>
              <a:rPr sz="28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spc="60" dirty="0">
                <a:solidFill>
                  <a:srgbClr val="FFFFFF"/>
                </a:solidFill>
                <a:latin typeface="Trebuchet MS"/>
                <a:cs typeface="Trebuchet MS"/>
              </a:rPr>
              <a:t>answers </a:t>
            </a:r>
            <a:r>
              <a:rPr sz="2800" spc="90" dirty="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sz="2800" spc="-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spc="70" dirty="0">
                <a:solidFill>
                  <a:srgbClr val="FFFFFF"/>
                </a:solidFill>
                <a:latin typeface="Trebuchet MS"/>
                <a:cs typeface="Trebuchet MS"/>
              </a:rPr>
              <a:t>scales)</a:t>
            </a:r>
            <a:endParaRPr sz="2800">
              <a:latin typeface="Trebuchet MS"/>
              <a:cs typeface="Trebuchet MS"/>
            </a:endParaRPr>
          </a:p>
          <a:p>
            <a:pPr marL="12700" marR="294005">
              <a:lnSpc>
                <a:spcPct val="133900"/>
              </a:lnSpc>
            </a:pPr>
            <a:r>
              <a:rPr sz="2800" spc="90" dirty="0">
                <a:solidFill>
                  <a:srgbClr val="FFFFFF"/>
                </a:solidFill>
                <a:latin typeface="Trebuchet MS"/>
                <a:cs typeface="Trebuchet MS"/>
              </a:rPr>
              <a:t>Sociodemographic</a:t>
            </a:r>
            <a:r>
              <a:rPr sz="2800" spc="-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FFFFFF"/>
                </a:solidFill>
                <a:latin typeface="Trebuchet MS"/>
                <a:cs typeface="Trebuchet MS"/>
              </a:rPr>
              <a:t>data</a:t>
            </a:r>
            <a:r>
              <a:rPr sz="2800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FFFFFF"/>
                </a:solidFill>
                <a:latin typeface="Trebuchet MS"/>
                <a:cs typeface="Trebuchet MS"/>
              </a:rPr>
              <a:t>at</a:t>
            </a:r>
            <a:r>
              <a:rPr sz="2800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sz="2800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spc="100" dirty="0">
                <a:solidFill>
                  <a:srgbClr val="FFFFFF"/>
                </a:solidFill>
                <a:latin typeface="Trebuchet MS"/>
                <a:cs typeface="Trebuchet MS"/>
              </a:rPr>
              <a:t>end</a:t>
            </a:r>
            <a:r>
              <a:rPr sz="2800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spc="-100" dirty="0">
                <a:solidFill>
                  <a:srgbClr val="FFFFFF"/>
                </a:solidFill>
                <a:latin typeface="Trebuchet MS"/>
                <a:cs typeface="Trebuchet MS"/>
              </a:rPr>
              <a:t>(age,</a:t>
            </a:r>
            <a:r>
              <a:rPr sz="2800" spc="-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Trebuchet MS"/>
                <a:cs typeface="Trebuchet MS"/>
              </a:rPr>
              <a:t>gender). </a:t>
            </a:r>
            <a:r>
              <a:rPr sz="2800" dirty="0">
                <a:solidFill>
                  <a:srgbClr val="FFFFFF"/>
                </a:solidFill>
                <a:latin typeface="Trebuchet MS"/>
                <a:cs typeface="Trebuchet MS"/>
              </a:rPr>
              <a:t>Conclusion:</a:t>
            </a:r>
            <a:r>
              <a:rPr sz="2800" spc="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FFFFFF"/>
                </a:solidFill>
                <a:latin typeface="Trebuchet MS"/>
                <a:cs typeface="Trebuchet MS"/>
              </a:rPr>
              <a:t>Thank</a:t>
            </a:r>
            <a:r>
              <a:rPr sz="2800" spc="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spc="85" dirty="0">
                <a:solidFill>
                  <a:srgbClr val="FFFFFF"/>
                </a:solidFill>
                <a:latin typeface="Trebuchet MS"/>
                <a:cs typeface="Trebuchet MS"/>
              </a:rPr>
              <a:t>you</a:t>
            </a:r>
            <a:r>
              <a:rPr sz="2800" spc="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Trebuchet MS"/>
                <a:cs typeface="Trebuchet MS"/>
              </a:rPr>
              <a:t>for</a:t>
            </a:r>
            <a:r>
              <a:rPr sz="2800" spc="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Trebuchet MS"/>
                <a:cs typeface="Trebuchet MS"/>
              </a:rPr>
              <a:t>participation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37625" y="1129076"/>
            <a:ext cx="5158740" cy="1624965"/>
          </a:xfrm>
          <a:custGeom>
            <a:avLst/>
            <a:gdLst/>
            <a:ahLst/>
            <a:cxnLst/>
            <a:rect l="l" t="t" r="r" b="b"/>
            <a:pathLst>
              <a:path w="5158740" h="1624964">
                <a:moveTo>
                  <a:pt x="4286965" y="1624698"/>
                </a:moveTo>
                <a:lnTo>
                  <a:pt x="4017787" y="1624593"/>
                </a:lnTo>
                <a:lnTo>
                  <a:pt x="3686391" y="1520286"/>
                </a:lnTo>
                <a:lnTo>
                  <a:pt x="3388696" y="1226576"/>
                </a:lnTo>
                <a:lnTo>
                  <a:pt x="3368354" y="1195087"/>
                </a:lnTo>
                <a:lnTo>
                  <a:pt x="3347159" y="1167216"/>
                </a:lnTo>
                <a:lnTo>
                  <a:pt x="3302305" y="1121786"/>
                </a:lnTo>
                <a:lnTo>
                  <a:pt x="3254315" y="1089192"/>
                </a:lnTo>
                <a:lnTo>
                  <a:pt x="3203367" y="1068337"/>
                </a:lnTo>
                <a:lnTo>
                  <a:pt x="3149642" y="1058128"/>
                </a:lnTo>
                <a:lnTo>
                  <a:pt x="3121794" y="1056673"/>
                </a:lnTo>
                <a:lnTo>
                  <a:pt x="3093320" y="1057470"/>
                </a:lnTo>
                <a:lnTo>
                  <a:pt x="3034580" y="1065268"/>
                </a:lnTo>
                <a:lnTo>
                  <a:pt x="2973601" y="1080427"/>
                </a:lnTo>
                <a:lnTo>
                  <a:pt x="2910565" y="1101853"/>
                </a:lnTo>
                <a:lnTo>
                  <a:pt x="2845649" y="1128451"/>
                </a:lnTo>
                <a:lnTo>
                  <a:pt x="2779035" y="1159125"/>
                </a:lnTo>
                <a:lnTo>
                  <a:pt x="2710902" y="1192783"/>
                </a:lnTo>
                <a:lnTo>
                  <a:pt x="2570796" y="1264665"/>
                </a:lnTo>
                <a:lnTo>
                  <a:pt x="2535100" y="1282790"/>
                </a:lnTo>
                <a:lnTo>
                  <a:pt x="2499183" y="1300701"/>
                </a:lnTo>
                <a:lnTo>
                  <a:pt x="2463065" y="1318264"/>
                </a:lnTo>
                <a:lnTo>
                  <a:pt x="2426769" y="1335341"/>
                </a:lnTo>
                <a:lnTo>
                  <a:pt x="2390319" y="1351795"/>
                </a:lnTo>
                <a:lnTo>
                  <a:pt x="2353735" y="1367489"/>
                </a:lnTo>
                <a:lnTo>
                  <a:pt x="2317042" y="1382286"/>
                </a:lnTo>
                <a:lnTo>
                  <a:pt x="2280260" y="1396051"/>
                </a:lnTo>
                <a:lnTo>
                  <a:pt x="2243414" y="1408645"/>
                </a:lnTo>
                <a:lnTo>
                  <a:pt x="2206524" y="1419932"/>
                </a:lnTo>
                <a:lnTo>
                  <a:pt x="2169614" y="1429775"/>
                </a:lnTo>
                <a:lnTo>
                  <a:pt x="2095823" y="1444582"/>
                </a:lnTo>
                <a:lnTo>
                  <a:pt x="2022220" y="1451972"/>
                </a:lnTo>
                <a:lnTo>
                  <a:pt x="1985545" y="1452543"/>
                </a:lnTo>
                <a:lnTo>
                  <a:pt x="1948985" y="1450849"/>
                </a:lnTo>
                <a:lnTo>
                  <a:pt x="1876297" y="1440119"/>
                </a:lnTo>
                <a:lnTo>
                  <a:pt x="1804336" y="1418688"/>
                </a:lnTo>
                <a:lnTo>
                  <a:pt x="1768685" y="1403616"/>
                </a:lnTo>
                <a:lnTo>
                  <a:pt x="1708985" y="1375532"/>
                </a:lnTo>
                <a:lnTo>
                  <a:pt x="1497797" y="1274534"/>
                </a:lnTo>
                <a:lnTo>
                  <a:pt x="1450830" y="1252392"/>
                </a:lnTo>
                <a:lnTo>
                  <a:pt x="1405765" y="1231602"/>
                </a:lnTo>
                <a:lnTo>
                  <a:pt x="1362388" y="1212218"/>
                </a:lnTo>
                <a:lnTo>
                  <a:pt x="1320484" y="1194296"/>
                </a:lnTo>
                <a:lnTo>
                  <a:pt x="1279838" y="1177888"/>
                </a:lnTo>
                <a:lnTo>
                  <a:pt x="1240236" y="1163051"/>
                </a:lnTo>
                <a:lnTo>
                  <a:pt x="1201463" y="1149838"/>
                </a:lnTo>
                <a:lnTo>
                  <a:pt x="1163304" y="1138304"/>
                </a:lnTo>
                <a:lnTo>
                  <a:pt x="1125545" y="1128504"/>
                </a:lnTo>
                <a:lnTo>
                  <a:pt x="1087971" y="1120491"/>
                </a:lnTo>
                <a:lnTo>
                  <a:pt x="1050367" y="1114321"/>
                </a:lnTo>
                <a:lnTo>
                  <a:pt x="974210" y="1107727"/>
                </a:lnTo>
                <a:lnTo>
                  <a:pt x="935228" y="1107411"/>
                </a:lnTo>
                <a:lnTo>
                  <a:pt x="895358" y="1109156"/>
                </a:lnTo>
                <a:lnTo>
                  <a:pt x="854385" y="1113016"/>
                </a:lnTo>
                <a:lnTo>
                  <a:pt x="812093" y="1119046"/>
                </a:lnTo>
                <a:lnTo>
                  <a:pt x="768269" y="1127299"/>
                </a:lnTo>
                <a:lnTo>
                  <a:pt x="722697" y="1137831"/>
                </a:lnTo>
                <a:lnTo>
                  <a:pt x="675163" y="1150696"/>
                </a:lnTo>
                <a:lnTo>
                  <a:pt x="625453" y="1165948"/>
                </a:lnTo>
                <a:lnTo>
                  <a:pt x="573351" y="1183643"/>
                </a:lnTo>
                <a:lnTo>
                  <a:pt x="518643" y="1203834"/>
                </a:lnTo>
                <a:lnTo>
                  <a:pt x="461114" y="1226576"/>
                </a:lnTo>
                <a:lnTo>
                  <a:pt x="416108" y="1243193"/>
                </a:lnTo>
                <a:lnTo>
                  <a:pt x="373575" y="1255485"/>
                </a:lnTo>
                <a:lnTo>
                  <a:pt x="333489" y="1263631"/>
                </a:lnTo>
                <a:lnTo>
                  <a:pt x="295824" y="1267806"/>
                </a:lnTo>
                <a:lnTo>
                  <a:pt x="260551" y="1268191"/>
                </a:lnTo>
                <a:lnTo>
                  <a:pt x="227646" y="1264962"/>
                </a:lnTo>
                <a:lnTo>
                  <a:pt x="168830" y="1248373"/>
                </a:lnTo>
                <a:lnTo>
                  <a:pt x="119163" y="1219463"/>
                </a:lnTo>
                <a:lnTo>
                  <a:pt x="78431" y="1179654"/>
                </a:lnTo>
                <a:lnTo>
                  <a:pt x="46421" y="1130369"/>
                </a:lnTo>
                <a:lnTo>
                  <a:pt x="22920" y="1073028"/>
                </a:lnTo>
                <a:lnTo>
                  <a:pt x="7716" y="1009056"/>
                </a:lnTo>
                <a:lnTo>
                  <a:pt x="595" y="939874"/>
                </a:lnTo>
                <a:lnTo>
                  <a:pt x="0" y="903773"/>
                </a:lnTo>
                <a:lnTo>
                  <a:pt x="1345" y="866903"/>
                </a:lnTo>
                <a:lnTo>
                  <a:pt x="9751" y="791568"/>
                </a:lnTo>
                <a:lnTo>
                  <a:pt x="16759" y="753458"/>
                </a:lnTo>
                <a:lnTo>
                  <a:pt x="25602" y="715289"/>
                </a:lnTo>
                <a:lnTo>
                  <a:pt x="36253" y="677241"/>
                </a:lnTo>
                <a:lnTo>
                  <a:pt x="48684" y="639490"/>
                </a:lnTo>
                <a:lnTo>
                  <a:pt x="62870" y="602214"/>
                </a:lnTo>
                <a:lnTo>
                  <a:pt x="78785" y="565592"/>
                </a:lnTo>
                <a:lnTo>
                  <a:pt x="96400" y="529801"/>
                </a:lnTo>
                <a:lnTo>
                  <a:pt x="115690" y="495018"/>
                </a:lnTo>
                <a:lnTo>
                  <a:pt x="136628" y="461422"/>
                </a:lnTo>
                <a:lnTo>
                  <a:pt x="159188" y="429190"/>
                </a:lnTo>
                <a:lnTo>
                  <a:pt x="183342" y="398500"/>
                </a:lnTo>
                <a:lnTo>
                  <a:pt x="209065" y="369530"/>
                </a:lnTo>
                <a:lnTo>
                  <a:pt x="236329" y="342458"/>
                </a:lnTo>
                <a:lnTo>
                  <a:pt x="356464" y="243622"/>
                </a:lnTo>
                <a:lnTo>
                  <a:pt x="674459" y="72847"/>
                </a:lnTo>
                <a:lnTo>
                  <a:pt x="1126701" y="18731"/>
                </a:lnTo>
                <a:lnTo>
                  <a:pt x="1649577" y="269870"/>
                </a:lnTo>
                <a:lnTo>
                  <a:pt x="1686858" y="300978"/>
                </a:lnTo>
                <a:lnTo>
                  <a:pt x="1723355" y="328881"/>
                </a:lnTo>
                <a:lnTo>
                  <a:pt x="1759093" y="353686"/>
                </a:lnTo>
                <a:lnTo>
                  <a:pt x="1794098" y="375500"/>
                </a:lnTo>
                <a:lnTo>
                  <a:pt x="1828397" y="394430"/>
                </a:lnTo>
                <a:lnTo>
                  <a:pt x="1894982" y="424069"/>
                </a:lnTo>
                <a:lnTo>
                  <a:pt x="1959058" y="443460"/>
                </a:lnTo>
                <a:lnTo>
                  <a:pt x="2020835" y="453461"/>
                </a:lnTo>
                <a:lnTo>
                  <a:pt x="2050928" y="455208"/>
                </a:lnTo>
                <a:lnTo>
                  <a:pt x="2080525" y="454930"/>
                </a:lnTo>
                <a:lnTo>
                  <a:pt x="2138338" y="448723"/>
                </a:lnTo>
                <a:lnTo>
                  <a:pt x="2194484" y="435699"/>
                </a:lnTo>
                <a:lnTo>
                  <a:pt x="2249175" y="416716"/>
                </a:lnTo>
                <a:lnTo>
                  <a:pt x="2302621" y="392631"/>
                </a:lnTo>
                <a:lnTo>
                  <a:pt x="2355033" y="364301"/>
                </a:lnTo>
                <a:lnTo>
                  <a:pt x="2406621" y="332585"/>
                </a:lnTo>
                <a:lnTo>
                  <a:pt x="2457596" y="298339"/>
                </a:lnTo>
                <a:lnTo>
                  <a:pt x="2533370" y="244105"/>
                </a:lnTo>
                <a:lnTo>
                  <a:pt x="2608950" y="189004"/>
                </a:lnTo>
                <a:lnTo>
                  <a:pt x="2634223" y="170945"/>
                </a:lnTo>
                <a:lnTo>
                  <a:pt x="2685047" y="135931"/>
                </a:lnTo>
                <a:lnTo>
                  <a:pt x="2736416" y="103106"/>
                </a:lnTo>
                <a:lnTo>
                  <a:pt x="2788542" y="73326"/>
                </a:lnTo>
                <a:lnTo>
                  <a:pt x="2841634" y="47449"/>
                </a:lnTo>
                <a:lnTo>
                  <a:pt x="2895904" y="26333"/>
                </a:lnTo>
                <a:lnTo>
                  <a:pt x="2951562" y="10835"/>
                </a:lnTo>
                <a:lnTo>
                  <a:pt x="3008820" y="1814"/>
                </a:lnTo>
                <a:lnTo>
                  <a:pt x="3038114" y="0"/>
                </a:lnTo>
                <a:lnTo>
                  <a:pt x="3067887" y="126"/>
                </a:lnTo>
                <a:lnTo>
                  <a:pt x="3128974" y="6629"/>
                </a:lnTo>
                <a:lnTo>
                  <a:pt x="3192292" y="22181"/>
                </a:lnTo>
                <a:lnTo>
                  <a:pt x="3258052" y="47640"/>
                </a:lnTo>
                <a:lnTo>
                  <a:pt x="3356910" y="99535"/>
                </a:lnTo>
                <a:lnTo>
                  <a:pt x="3417621" y="133880"/>
                </a:lnTo>
                <a:lnTo>
                  <a:pt x="3474298" y="167278"/>
                </a:lnTo>
                <a:lnTo>
                  <a:pt x="3527193" y="199620"/>
                </a:lnTo>
                <a:lnTo>
                  <a:pt x="3576557" y="230794"/>
                </a:lnTo>
                <a:lnTo>
                  <a:pt x="3622642" y="260692"/>
                </a:lnTo>
                <a:lnTo>
                  <a:pt x="3665700" y="289202"/>
                </a:lnTo>
                <a:lnTo>
                  <a:pt x="3779227" y="365306"/>
                </a:lnTo>
                <a:lnTo>
                  <a:pt x="3812693" y="387164"/>
                </a:lnTo>
                <a:lnTo>
                  <a:pt x="3874571" y="424958"/>
                </a:lnTo>
                <a:lnTo>
                  <a:pt x="3931387" y="454117"/>
                </a:lnTo>
                <a:lnTo>
                  <a:pt x="3985155" y="473761"/>
                </a:lnTo>
                <a:lnTo>
                  <a:pt x="4037890" y="483009"/>
                </a:lnTo>
                <a:lnTo>
                  <a:pt x="4064498" y="483459"/>
                </a:lnTo>
                <a:lnTo>
                  <a:pt x="4091604" y="480979"/>
                </a:lnTo>
                <a:lnTo>
                  <a:pt x="4148311" y="466790"/>
                </a:lnTo>
                <a:lnTo>
                  <a:pt x="4210025" y="439561"/>
                </a:lnTo>
                <a:lnTo>
                  <a:pt x="4243389" y="420781"/>
                </a:lnTo>
                <a:lnTo>
                  <a:pt x="4278760" y="398411"/>
                </a:lnTo>
                <a:lnTo>
                  <a:pt x="4316389" y="372340"/>
                </a:lnTo>
                <a:lnTo>
                  <a:pt x="4356528" y="342458"/>
                </a:lnTo>
                <a:lnTo>
                  <a:pt x="4408044" y="304457"/>
                </a:lnTo>
                <a:lnTo>
                  <a:pt x="4457999" y="270686"/>
                </a:lnTo>
                <a:lnTo>
                  <a:pt x="4506399" y="241114"/>
                </a:lnTo>
                <a:lnTo>
                  <a:pt x="4553252" y="215710"/>
                </a:lnTo>
                <a:lnTo>
                  <a:pt x="4598563" y="194443"/>
                </a:lnTo>
                <a:lnTo>
                  <a:pt x="4642341" y="177281"/>
                </a:lnTo>
                <a:lnTo>
                  <a:pt x="4684591" y="164194"/>
                </a:lnTo>
                <a:lnTo>
                  <a:pt x="4725320" y="155150"/>
                </a:lnTo>
                <a:lnTo>
                  <a:pt x="4764536" y="150119"/>
                </a:lnTo>
                <a:lnTo>
                  <a:pt x="4802245" y="149070"/>
                </a:lnTo>
                <a:lnTo>
                  <a:pt x="4838455" y="151971"/>
                </a:lnTo>
                <a:lnTo>
                  <a:pt x="4906400" y="169501"/>
                </a:lnTo>
                <a:lnTo>
                  <a:pt x="4968428" y="202461"/>
                </a:lnTo>
                <a:lnTo>
                  <a:pt x="5024591" y="250601"/>
                </a:lnTo>
                <a:lnTo>
                  <a:pt x="5050491" y="280287"/>
                </a:lnTo>
                <a:lnTo>
                  <a:pt x="5074946" y="313675"/>
                </a:lnTo>
                <a:lnTo>
                  <a:pt x="5097962" y="350735"/>
                </a:lnTo>
                <a:lnTo>
                  <a:pt x="5119546" y="391434"/>
                </a:lnTo>
                <a:lnTo>
                  <a:pt x="5139705" y="435742"/>
                </a:lnTo>
                <a:lnTo>
                  <a:pt x="5158446" y="483629"/>
                </a:lnTo>
                <a:lnTo>
                  <a:pt x="5097957" y="819604"/>
                </a:lnTo>
                <a:lnTo>
                  <a:pt x="4830075" y="1187502"/>
                </a:lnTo>
                <a:lnTo>
                  <a:pt x="4536268" y="1484006"/>
                </a:lnTo>
                <a:lnTo>
                  <a:pt x="4398007" y="1605800"/>
                </a:lnTo>
                <a:lnTo>
                  <a:pt x="4286965" y="1624698"/>
                </a:lnTo>
                <a:close/>
              </a:path>
            </a:pathLst>
          </a:custGeom>
          <a:solidFill>
            <a:srgbClr val="DAFF6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749864" y="3438387"/>
            <a:ext cx="4552949" cy="3781424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62504" y="761762"/>
            <a:ext cx="9067165" cy="1297305"/>
          </a:xfrm>
          <a:custGeom>
            <a:avLst/>
            <a:gdLst/>
            <a:ahLst/>
            <a:cxnLst/>
            <a:rect l="l" t="t" r="r" b="b"/>
            <a:pathLst>
              <a:path w="9067165" h="1297305">
                <a:moveTo>
                  <a:pt x="9066562" y="986204"/>
                </a:moveTo>
                <a:lnTo>
                  <a:pt x="33898" y="1296684"/>
                </a:lnTo>
                <a:lnTo>
                  <a:pt x="0" y="310479"/>
                </a:lnTo>
                <a:lnTo>
                  <a:pt x="9032663" y="0"/>
                </a:lnTo>
                <a:lnTo>
                  <a:pt x="9066562" y="986204"/>
                </a:lnTo>
                <a:close/>
              </a:path>
            </a:pathLst>
          </a:custGeom>
          <a:solidFill>
            <a:srgbClr val="D0C2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 rot="21540000">
            <a:off x="1639330" y="1091978"/>
            <a:ext cx="8514096" cy="704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35"/>
              </a:lnSpc>
            </a:pPr>
            <a:r>
              <a:rPr sz="8325" spc="-209" baseline="-9009" dirty="0">
                <a:solidFill>
                  <a:srgbClr val="3B0A85"/>
                </a:solidFill>
                <a:latin typeface="Arial MT"/>
                <a:cs typeface="Arial MT"/>
              </a:rPr>
              <a:t>S</a:t>
            </a:r>
            <a:r>
              <a:rPr sz="8325" spc="-209" baseline="-8508" dirty="0">
                <a:solidFill>
                  <a:srgbClr val="3B0A85"/>
                </a:solidFill>
                <a:latin typeface="Arial MT"/>
                <a:cs typeface="Arial MT"/>
              </a:rPr>
              <a:t>U</a:t>
            </a:r>
            <a:r>
              <a:rPr sz="8325" spc="-209" baseline="-8008" dirty="0">
                <a:solidFill>
                  <a:srgbClr val="3B0A85"/>
                </a:solidFill>
                <a:latin typeface="Arial MT"/>
                <a:cs typeface="Arial MT"/>
              </a:rPr>
              <a:t>R</a:t>
            </a:r>
            <a:r>
              <a:rPr sz="8325" spc="-209" baseline="-7507" dirty="0">
                <a:solidFill>
                  <a:srgbClr val="3B0A85"/>
                </a:solidFill>
                <a:latin typeface="Arial MT"/>
                <a:cs typeface="Arial MT"/>
              </a:rPr>
              <a:t>V</a:t>
            </a:r>
            <a:r>
              <a:rPr sz="8325" spc="-209" baseline="-6506" dirty="0">
                <a:solidFill>
                  <a:srgbClr val="3B0A85"/>
                </a:solidFill>
                <a:latin typeface="Arial MT"/>
                <a:cs typeface="Arial MT"/>
              </a:rPr>
              <a:t>E</a:t>
            </a:r>
            <a:r>
              <a:rPr sz="8325" spc="-209" baseline="-6006" dirty="0">
                <a:solidFill>
                  <a:srgbClr val="3B0A85"/>
                </a:solidFill>
                <a:latin typeface="Arial MT"/>
                <a:cs typeface="Arial MT"/>
              </a:rPr>
              <a:t>Y</a:t>
            </a:r>
            <a:r>
              <a:rPr sz="8325" spc="-367" baseline="-6006" dirty="0">
                <a:solidFill>
                  <a:srgbClr val="3B0A85"/>
                </a:solidFill>
                <a:latin typeface="Arial MT"/>
                <a:cs typeface="Arial MT"/>
              </a:rPr>
              <a:t> </a:t>
            </a:r>
            <a:r>
              <a:rPr sz="8325" spc="-82" baseline="-5005" dirty="0">
                <a:solidFill>
                  <a:srgbClr val="3B0A85"/>
                </a:solidFill>
                <a:latin typeface="Arial MT"/>
                <a:cs typeface="Arial MT"/>
              </a:rPr>
              <a:t>C</a:t>
            </a:r>
            <a:r>
              <a:rPr sz="8325" spc="-82" baseline="-4504" dirty="0">
                <a:solidFill>
                  <a:srgbClr val="3B0A85"/>
                </a:solidFill>
                <a:latin typeface="Arial MT"/>
                <a:cs typeface="Arial MT"/>
              </a:rPr>
              <a:t>R</a:t>
            </a:r>
            <a:r>
              <a:rPr sz="8325" spc="-82" baseline="-4004" dirty="0">
                <a:solidFill>
                  <a:srgbClr val="3B0A85"/>
                </a:solidFill>
                <a:latin typeface="Arial MT"/>
                <a:cs typeface="Arial MT"/>
              </a:rPr>
              <a:t>E</a:t>
            </a:r>
            <a:r>
              <a:rPr sz="8325" spc="-82" baseline="-3503" dirty="0">
                <a:solidFill>
                  <a:srgbClr val="3B0A85"/>
                </a:solidFill>
                <a:latin typeface="Arial MT"/>
                <a:cs typeface="Arial MT"/>
              </a:rPr>
              <a:t>A</a:t>
            </a:r>
            <a:r>
              <a:rPr sz="8325" spc="-82" baseline="-2502" dirty="0">
                <a:solidFill>
                  <a:srgbClr val="3B0A85"/>
                </a:solidFill>
                <a:latin typeface="Arial MT"/>
                <a:cs typeface="Arial MT"/>
              </a:rPr>
              <a:t>T</a:t>
            </a:r>
            <a:r>
              <a:rPr sz="8325" spc="-82" baseline="-2002" dirty="0">
                <a:solidFill>
                  <a:srgbClr val="3B0A85"/>
                </a:solidFill>
                <a:latin typeface="Arial MT"/>
                <a:cs typeface="Arial MT"/>
              </a:rPr>
              <a:t>I</a:t>
            </a:r>
            <a:r>
              <a:rPr sz="8325" spc="-82" baseline="-1501" dirty="0">
                <a:solidFill>
                  <a:srgbClr val="3B0A85"/>
                </a:solidFill>
                <a:latin typeface="Arial MT"/>
                <a:cs typeface="Arial MT"/>
              </a:rPr>
              <a:t>O</a:t>
            </a:r>
            <a:r>
              <a:rPr sz="8325" spc="-82" baseline="-1001" dirty="0">
                <a:solidFill>
                  <a:srgbClr val="3B0A85"/>
                </a:solidFill>
                <a:latin typeface="Arial MT"/>
                <a:cs typeface="Arial MT"/>
              </a:rPr>
              <a:t>N</a:t>
            </a:r>
            <a:r>
              <a:rPr sz="8325" spc="-450" baseline="-1001" dirty="0">
                <a:solidFill>
                  <a:srgbClr val="3B0A85"/>
                </a:solidFill>
                <a:latin typeface="Arial MT"/>
                <a:cs typeface="Arial MT"/>
              </a:rPr>
              <a:t> </a:t>
            </a:r>
            <a:r>
              <a:rPr sz="5550" spc="-20" dirty="0">
                <a:solidFill>
                  <a:srgbClr val="3B0A85"/>
                </a:solidFill>
                <a:latin typeface="Arial MT"/>
                <a:cs typeface="Arial MT"/>
              </a:rPr>
              <a:t>TI</a:t>
            </a:r>
            <a:r>
              <a:rPr sz="8325" spc="-30" baseline="1001" dirty="0">
                <a:solidFill>
                  <a:srgbClr val="3B0A85"/>
                </a:solidFill>
                <a:latin typeface="Arial MT"/>
                <a:cs typeface="Arial MT"/>
              </a:rPr>
              <a:t>P</a:t>
            </a:r>
            <a:r>
              <a:rPr sz="8325" spc="-30" baseline="1501" dirty="0">
                <a:solidFill>
                  <a:srgbClr val="3B0A85"/>
                </a:solidFill>
                <a:latin typeface="Arial MT"/>
                <a:cs typeface="Arial MT"/>
              </a:rPr>
              <a:t>S</a:t>
            </a:r>
            <a:endParaRPr sz="8325" baseline="1501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67321" y="4247081"/>
            <a:ext cx="104775" cy="10477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67321" y="4780481"/>
            <a:ext cx="104775" cy="10477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67321" y="5313882"/>
            <a:ext cx="104775" cy="10477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67321" y="6380681"/>
            <a:ext cx="104775" cy="10477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67321" y="7447481"/>
            <a:ext cx="104775" cy="104774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968871" y="3386085"/>
            <a:ext cx="4887595" cy="429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74040" marR="597535" indent="-561975">
              <a:lnSpc>
                <a:spcPct val="134600"/>
              </a:lnSpc>
              <a:spcBef>
                <a:spcPts val="100"/>
              </a:spcBef>
            </a:pPr>
            <a:r>
              <a:rPr sz="2600" b="1" dirty="0">
                <a:solidFill>
                  <a:srgbClr val="FFFFFF"/>
                </a:solidFill>
                <a:latin typeface="Trebuchet MS"/>
                <a:cs typeface="Trebuchet MS"/>
              </a:rPr>
              <a:t>Questionnaire</a:t>
            </a:r>
            <a:r>
              <a:rPr sz="2600" b="1" spc="3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600" b="1" spc="80" dirty="0">
                <a:solidFill>
                  <a:srgbClr val="FFFFFF"/>
                </a:solidFill>
                <a:latin typeface="Trebuchet MS"/>
                <a:cs typeface="Trebuchet MS"/>
              </a:rPr>
              <a:t>design</a:t>
            </a:r>
            <a:r>
              <a:rPr sz="2600" b="1" spc="6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600" b="1" spc="155" dirty="0">
                <a:solidFill>
                  <a:srgbClr val="FFFFFF"/>
                </a:solidFill>
                <a:latin typeface="Trebuchet MS"/>
                <a:cs typeface="Trebuchet MS"/>
              </a:rPr>
              <a:t>Must</a:t>
            </a:r>
            <a:r>
              <a:rPr sz="2600" b="1" spc="-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600" b="1" dirty="0">
                <a:solidFill>
                  <a:srgbClr val="FFFFFF"/>
                </a:solidFill>
                <a:latin typeface="Trebuchet MS"/>
                <a:cs typeface="Trebuchet MS"/>
              </a:rPr>
              <a:t>hold</a:t>
            </a:r>
            <a:r>
              <a:rPr sz="2600" b="1" spc="-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600" b="1" dirty="0">
                <a:solidFill>
                  <a:srgbClr val="FFFFFF"/>
                </a:solidFill>
                <a:latin typeface="Trebuchet MS"/>
                <a:cs typeface="Trebuchet MS"/>
              </a:rPr>
              <a:t>your</a:t>
            </a:r>
            <a:r>
              <a:rPr sz="2600" b="1" spc="-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600" b="1" spc="-10" dirty="0">
                <a:solidFill>
                  <a:srgbClr val="FFFFFF"/>
                </a:solidFill>
                <a:latin typeface="Trebuchet MS"/>
                <a:cs typeface="Trebuchet MS"/>
              </a:rPr>
              <a:t>interest </a:t>
            </a:r>
            <a:r>
              <a:rPr sz="2600" b="1" spc="55" dirty="0">
                <a:solidFill>
                  <a:srgbClr val="FFFFFF"/>
                </a:solidFill>
                <a:latin typeface="Trebuchet MS"/>
                <a:cs typeface="Trebuchet MS"/>
              </a:rPr>
              <a:t>Be</a:t>
            </a:r>
            <a:r>
              <a:rPr sz="2600" b="1" spc="-1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600" b="1" spc="110" dirty="0">
                <a:solidFill>
                  <a:srgbClr val="FFFFFF"/>
                </a:solidFill>
                <a:latin typeface="Trebuchet MS"/>
                <a:cs typeface="Trebuchet MS"/>
              </a:rPr>
              <a:t>subject-</a:t>
            </a:r>
            <a:r>
              <a:rPr sz="2600" b="1" spc="-10" dirty="0">
                <a:solidFill>
                  <a:srgbClr val="FFFFFF"/>
                </a:solidFill>
                <a:latin typeface="Trebuchet MS"/>
                <a:cs typeface="Trebuchet MS"/>
              </a:rPr>
              <a:t>related</a:t>
            </a:r>
            <a:endParaRPr sz="2600">
              <a:latin typeface="Trebuchet MS"/>
              <a:cs typeface="Trebuchet MS"/>
            </a:endParaRPr>
          </a:p>
          <a:p>
            <a:pPr marL="574040" marR="5080">
              <a:lnSpc>
                <a:spcPct val="134600"/>
              </a:lnSpc>
            </a:pPr>
            <a:r>
              <a:rPr sz="2600" b="1" spc="50" dirty="0">
                <a:solidFill>
                  <a:srgbClr val="FFFFFF"/>
                </a:solidFill>
                <a:latin typeface="Trebuchet MS"/>
                <a:cs typeface="Trebuchet MS"/>
              </a:rPr>
              <a:t>Topics</a:t>
            </a:r>
            <a:r>
              <a:rPr sz="2600" b="1" spc="-1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600" b="1" spc="110" dirty="0">
                <a:solidFill>
                  <a:srgbClr val="FFFFFF"/>
                </a:solidFill>
                <a:latin typeface="Trebuchet MS"/>
                <a:cs typeface="Trebuchet MS"/>
              </a:rPr>
              <a:t>must</a:t>
            </a:r>
            <a:r>
              <a:rPr sz="2600" b="1" spc="-1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600" b="1" spc="110" dirty="0">
                <a:solidFill>
                  <a:srgbClr val="FFFFFF"/>
                </a:solidFill>
                <a:latin typeface="Trebuchet MS"/>
                <a:cs typeface="Trebuchet MS"/>
              </a:rPr>
              <a:t>be</a:t>
            </a:r>
            <a:r>
              <a:rPr sz="2600" b="1" spc="-1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600" b="1" dirty="0">
                <a:solidFill>
                  <a:srgbClr val="FFFFFF"/>
                </a:solidFill>
                <a:latin typeface="Trebuchet MS"/>
                <a:cs typeface="Trebuchet MS"/>
              </a:rPr>
              <a:t>of</a:t>
            </a:r>
            <a:r>
              <a:rPr sz="2600" b="1" spc="-1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600" b="1" spc="45" dirty="0">
                <a:solidFill>
                  <a:srgbClr val="FFFFFF"/>
                </a:solidFill>
                <a:latin typeface="Trebuchet MS"/>
                <a:cs typeface="Trebuchet MS"/>
              </a:rPr>
              <a:t>personal </a:t>
            </a:r>
            <a:r>
              <a:rPr sz="2600" b="1" spc="65" dirty="0">
                <a:solidFill>
                  <a:srgbClr val="FFFFFF"/>
                </a:solidFill>
                <a:latin typeface="Trebuchet MS"/>
                <a:cs typeface="Trebuchet MS"/>
              </a:rPr>
              <a:t>concern</a:t>
            </a:r>
            <a:endParaRPr sz="2600">
              <a:latin typeface="Trebuchet MS"/>
              <a:cs typeface="Trebuchet MS"/>
            </a:endParaRPr>
          </a:p>
          <a:p>
            <a:pPr marL="574040" marR="480059">
              <a:lnSpc>
                <a:spcPct val="134600"/>
              </a:lnSpc>
            </a:pPr>
            <a:r>
              <a:rPr sz="2600" b="1" spc="55" dirty="0">
                <a:solidFill>
                  <a:srgbClr val="FFFFFF"/>
                </a:solidFill>
                <a:latin typeface="Trebuchet MS"/>
                <a:cs typeface="Trebuchet MS"/>
              </a:rPr>
              <a:t>Be</a:t>
            </a:r>
            <a:r>
              <a:rPr sz="2600" b="1" spc="-1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600" b="1" spc="45" dirty="0">
                <a:solidFill>
                  <a:srgbClr val="FFFFFF"/>
                </a:solidFill>
                <a:latin typeface="Trebuchet MS"/>
                <a:cs typeface="Trebuchet MS"/>
              </a:rPr>
              <a:t>technically</a:t>
            </a:r>
            <a:r>
              <a:rPr sz="2600" b="1" spc="-1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600" b="1" spc="70" dirty="0">
                <a:solidFill>
                  <a:srgbClr val="FFFFFF"/>
                </a:solidFill>
                <a:latin typeface="Trebuchet MS"/>
                <a:cs typeface="Trebuchet MS"/>
              </a:rPr>
              <a:t>simple</a:t>
            </a:r>
            <a:r>
              <a:rPr sz="2600" b="1" spc="-1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600" b="1" spc="30" dirty="0">
                <a:solidFill>
                  <a:srgbClr val="FFFFFF"/>
                </a:solidFill>
                <a:latin typeface="Trebuchet MS"/>
                <a:cs typeface="Trebuchet MS"/>
              </a:rPr>
              <a:t>to </a:t>
            </a:r>
            <a:r>
              <a:rPr sz="2600" b="1" spc="70" dirty="0">
                <a:solidFill>
                  <a:srgbClr val="FFFFFF"/>
                </a:solidFill>
                <a:latin typeface="Trebuchet MS"/>
                <a:cs typeface="Trebuchet MS"/>
              </a:rPr>
              <a:t>complete</a:t>
            </a:r>
            <a:endParaRPr sz="2600">
              <a:latin typeface="Trebuchet MS"/>
              <a:cs typeface="Trebuchet MS"/>
            </a:endParaRPr>
          </a:p>
          <a:p>
            <a:pPr marL="574040">
              <a:lnSpc>
                <a:spcPct val="100000"/>
              </a:lnSpc>
              <a:spcBef>
                <a:spcPts val="1080"/>
              </a:spcBef>
            </a:pPr>
            <a:r>
              <a:rPr sz="2600" b="1" spc="140" dirty="0">
                <a:solidFill>
                  <a:srgbClr val="FFFFFF"/>
                </a:solidFill>
                <a:latin typeface="Trebuchet MS"/>
                <a:cs typeface="Trebuchet MS"/>
              </a:rPr>
              <a:t>Ask</a:t>
            </a:r>
            <a:r>
              <a:rPr sz="2600" b="1" spc="-1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600" b="1" spc="170" dirty="0">
                <a:solidFill>
                  <a:srgbClr val="FFFFFF"/>
                </a:solidFill>
                <a:latin typeface="Trebuchet MS"/>
                <a:cs typeface="Trebuchet MS"/>
              </a:rPr>
              <a:t>as</a:t>
            </a:r>
            <a:r>
              <a:rPr sz="2600" b="1" spc="-1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600" b="1" spc="100" dirty="0">
                <a:solidFill>
                  <a:srgbClr val="FFFFFF"/>
                </a:solidFill>
                <a:latin typeface="Trebuchet MS"/>
                <a:cs typeface="Trebuchet MS"/>
              </a:rPr>
              <a:t>many</a:t>
            </a:r>
            <a:r>
              <a:rPr sz="2600" b="1" spc="-1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600" b="1" spc="170" dirty="0">
                <a:solidFill>
                  <a:srgbClr val="FFFFFF"/>
                </a:solidFill>
                <a:latin typeface="Trebuchet MS"/>
                <a:cs typeface="Trebuchet MS"/>
              </a:rPr>
              <a:t>as</a:t>
            </a:r>
            <a:r>
              <a:rPr sz="2600" b="1" spc="-1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600" b="1" spc="95" dirty="0">
                <a:solidFill>
                  <a:srgbClr val="FFFFFF"/>
                </a:solidFill>
                <a:latin typeface="Trebuchet MS"/>
                <a:cs typeface="Trebuchet MS"/>
              </a:rPr>
              <a:t>necessary</a:t>
            </a:r>
            <a:endParaRPr sz="2600">
              <a:latin typeface="Trebuchet MS"/>
              <a:cs typeface="Trebuchet MS"/>
            </a:endParaRPr>
          </a:p>
        </p:txBody>
      </p:sp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20102" y="4247081"/>
            <a:ext cx="104775" cy="104774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20102" y="5313882"/>
            <a:ext cx="104775" cy="104774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20102" y="5847281"/>
            <a:ext cx="104775" cy="10477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20102" y="6914081"/>
            <a:ext cx="104775" cy="104774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20102" y="7980881"/>
            <a:ext cx="104775" cy="104774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6521652" y="3386085"/>
            <a:ext cx="5425440" cy="5359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74040" marR="1406525" indent="-561975">
              <a:lnSpc>
                <a:spcPct val="134600"/>
              </a:lnSpc>
              <a:spcBef>
                <a:spcPts val="100"/>
              </a:spcBef>
            </a:pPr>
            <a:r>
              <a:rPr sz="2600" b="1" spc="70" dirty="0">
                <a:solidFill>
                  <a:srgbClr val="FFFFFF"/>
                </a:solidFill>
                <a:latin typeface="Trebuchet MS"/>
                <a:cs typeface="Trebuchet MS"/>
              </a:rPr>
              <a:t>Question</a:t>
            </a:r>
            <a:r>
              <a:rPr sz="2600" b="1" spc="-1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600" b="1" spc="-10" dirty="0">
                <a:solidFill>
                  <a:srgbClr val="FFFFFF"/>
                </a:solidFill>
                <a:latin typeface="Trebuchet MS"/>
                <a:cs typeface="Trebuchet MS"/>
              </a:rPr>
              <a:t>formulation </a:t>
            </a:r>
            <a:r>
              <a:rPr sz="2600" b="1" dirty="0">
                <a:solidFill>
                  <a:srgbClr val="FFFFFF"/>
                </a:solidFill>
                <a:latin typeface="Trebuchet MS"/>
                <a:cs typeface="Trebuchet MS"/>
              </a:rPr>
              <a:t>Formulate</a:t>
            </a:r>
            <a:r>
              <a:rPr sz="2600" b="1" spc="-1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600" b="1" dirty="0">
                <a:solidFill>
                  <a:srgbClr val="FFFFFF"/>
                </a:solidFill>
                <a:latin typeface="Trebuchet MS"/>
                <a:cs typeface="Trebuchet MS"/>
              </a:rPr>
              <a:t>simply,</a:t>
            </a:r>
            <a:r>
              <a:rPr sz="2600" b="1" spc="-10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600" b="1" spc="-25" dirty="0">
                <a:solidFill>
                  <a:srgbClr val="FFFFFF"/>
                </a:solidFill>
                <a:latin typeface="Trebuchet MS"/>
                <a:cs typeface="Trebuchet MS"/>
              </a:rPr>
              <a:t>not </a:t>
            </a:r>
            <a:r>
              <a:rPr sz="2600" b="1" spc="75" dirty="0">
                <a:solidFill>
                  <a:srgbClr val="FFFFFF"/>
                </a:solidFill>
                <a:latin typeface="Trebuchet MS"/>
                <a:cs typeface="Trebuchet MS"/>
              </a:rPr>
              <a:t>ambiguously</a:t>
            </a:r>
            <a:endParaRPr sz="2600">
              <a:latin typeface="Trebuchet MS"/>
              <a:cs typeface="Trebuchet MS"/>
            </a:endParaRPr>
          </a:p>
          <a:p>
            <a:pPr marL="574040" marR="41910">
              <a:lnSpc>
                <a:spcPct val="134600"/>
              </a:lnSpc>
            </a:pPr>
            <a:r>
              <a:rPr sz="2600" b="1" dirty="0">
                <a:solidFill>
                  <a:srgbClr val="FFFFFF"/>
                </a:solidFill>
                <a:latin typeface="Trebuchet MS"/>
                <a:cs typeface="Trebuchet MS"/>
              </a:rPr>
              <a:t>Neither</a:t>
            </a:r>
            <a:r>
              <a:rPr sz="2600" b="1" spc="-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600" b="1" dirty="0">
                <a:solidFill>
                  <a:srgbClr val="FFFFFF"/>
                </a:solidFill>
                <a:latin typeface="Trebuchet MS"/>
                <a:cs typeface="Trebuchet MS"/>
              </a:rPr>
              <a:t>long</a:t>
            </a:r>
            <a:r>
              <a:rPr sz="2600" b="1" spc="-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600" b="1" dirty="0">
                <a:solidFill>
                  <a:srgbClr val="FFFFFF"/>
                </a:solidFill>
                <a:latin typeface="Trebuchet MS"/>
                <a:cs typeface="Trebuchet MS"/>
              </a:rPr>
              <a:t>nor</a:t>
            </a:r>
            <a:r>
              <a:rPr sz="2600" b="1" spc="-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600" b="1" spc="65" dirty="0">
                <a:solidFill>
                  <a:srgbClr val="FFFFFF"/>
                </a:solidFill>
                <a:latin typeface="Trebuchet MS"/>
                <a:cs typeface="Trebuchet MS"/>
              </a:rPr>
              <a:t>complex </a:t>
            </a:r>
            <a:r>
              <a:rPr sz="2600" b="1" spc="130" dirty="0">
                <a:solidFill>
                  <a:srgbClr val="FFFFFF"/>
                </a:solidFill>
                <a:latin typeface="Trebuchet MS"/>
                <a:cs typeface="Trebuchet MS"/>
              </a:rPr>
              <a:t>Choose</a:t>
            </a:r>
            <a:r>
              <a:rPr sz="2600" b="1" spc="-1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600" b="1" spc="80" dirty="0">
                <a:solidFill>
                  <a:srgbClr val="FFFFFF"/>
                </a:solidFill>
                <a:latin typeface="Trebuchet MS"/>
                <a:cs typeface="Trebuchet MS"/>
              </a:rPr>
              <a:t>questions</a:t>
            </a:r>
            <a:r>
              <a:rPr sz="2600" b="1" spc="-1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600" b="1" dirty="0">
                <a:solidFill>
                  <a:srgbClr val="FFFFFF"/>
                </a:solidFill>
                <a:latin typeface="Trebuchet MS"/>
                <a:cs typeface="Trebuchet MS"/>
              </a:rPr>
              <a:t>with</a:t>
            </a:r>
            <a:r>
              <a:rPr sz="2600" b="1" spc="-1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600" b="1" spc="110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2600" b="1" spc="-1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600" b="1" spc="-10" dirty="0">
                <a:solidFill>
                  <a:srgbClr val="FFFFFF"/>
                </a:solidFill>
                <a:latin typeface="Trebuchet MS"/>
                <a:cs typeface="Trebuchet MS"/>
              </a:rPr>
              <a:t>clear </a:t>
            </a:r>
            <a:r>
              <a:rPr sz="2600" b="1" dirty="0">
                <a:solidFill>
                  <a:srgbClr val="FFFFFF"/>
                </a:solidFill>
                <a:latin typeface="Trebuchet MS"/>
                <a:cs typeface="Trebuchet MS"/>
              </a:rPr>
              <a:t>time</a:t>
            </a:r>
            <a:r>
              <a:rPr sz="2600" b="1" spc="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600" b="1" spc="-10" dirty="0">
                <a:solidFill>
                  <a:srgbClr val="FFFFFF"/>
                </a:solidFill>
                <a:latin typeface="Trebuchet MS"/>
                <a:cs typeface="Trebuchet MS"/>
              </a:rPr>
              <a:t>reference</a:t>
            </a:r>
            <a:endParaRPr sz="2600">
              <a:latin typeface="Trebuchet MS"/>
              <a:cs typeface="Trebuchet MS"/>
            </a:endParaRPr>
          </a:p>
          <a:p>
            <a:pPr marL="574040" marR="5080">
              <a:lnSpc>
                <a:spcPct val="134600"/>
              </a:lnSpc>
            </a:pPr>
            <a:r>
              <a:rPr sz="2600" b="1" spc="45" dirty="0">
                <a:solidFill>
                  <a:srgbClr val="FFFFFF"/>
                </a:solidFill>
                <a:latin typeface="Trebuchet MS"/>
                <a:cs typeface="Trebuchet MS"/>
              </a:rPr>
              <a:t>Answering</a:t>
            </a:r>
            <a:r>
              <a:rPr sz="2600" b="1" spc="-1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600" b="1" spc="70" dirty="0">
                <a:solidFill>
                  <a:srgbClr val="FFFFFF"/>
                </a:solidFill>
                <a:latin typeface="Trebuchet MS"/>
                <a:cs typeface="Trebuchet MS"/>
              </a:rPr>
              <a:t>options</a:t>
            </a:r>
            <a:r>
              <a:rPr sz="2600" b="1" spc="-1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600" b="1" spc="110" dirty="0">
                <a:solidFill>
                  <a:srgbClr val="FFFFFF"/>
                </a:solidFill>
                <a:latin typeface="Trebuchet MS"/>
                <a:cs typeface="Trebuchet MS"/>
              </a:rPr>
              <a:t>must</a:t>
            </a:r>
            <a:r>
              <a:rPr sz="2600" b="1" spc="-1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600" b="1" spc="85" dirty="0">
                <a:solidFill>
                  <a:srgbClr val="FFFFFF"/>
                </a:solidFill>
                <a:latin typeface="Trebuchet MS"/>
                <a:cs typeface="Trebuchet MS"/>
              </a:rPr>
              <a:t>be </a:t>
            </a:r>
            <a:r>
              <a:rPr sz="2600" b="1" dirty="0">
                <a:solidFill>
                  <a:srgbClr val="FFFFFF"/>
                </a:solidFill>
                <a:latin typeface="Trebuchet MS"/>
                <a:cs typeface="Trebuchet MS"/>
              </a:rPr>
              <a:t>unique</a:t>
            </a:r>
            <a:r>
              <a:rPr sz="2600" b="1" spc="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600" b="1" spc="100" dirty="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sz="2600" b="1" spc="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600" b="1" dirty="0">
                <a:solidFill>
                  <a:srgbClr val="FFFFFF"/>
                </a:solidFill>
                <a:latin typeface="Trebuchet MS"/>
                <a:cs typeface="Trebuchet MS"/>
              </a:rPr>
              <a:t>mutually</a:t>
            </a:r>
            <a:r>
              <a:rPr sz="2600" b="1" spc="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600" b="1" spc="-10" dirty="0">
                <a:solidFill>
                  <a:srgbClr val="FFFFFF"/>
                </a:solidFill>
                <a:latin typeface="Trebuchet MS"/>
                <a:cs typeface="Trebuchet MS"/>
              </a:rPr>
              <a:t>exclusive </a:t>
            </a:r>
            <a:r>
              <a:rPr sz="2600" b="1" dirty="0">
                <a:solidFill>
                  <a:srgbClr val="FFFFFF"/>
                </a:solidFill>
                <a:latin typeface="Trebuchet MS"/>
                <a:cs typeface="Trebuchet MS"/>
              </a:rPr>
              <a:t>Avoid</a:t>
            </a:r>
            <a:r>
              <a:rPr sz="2600" b="1" spc="-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600" b="1" spc="-10" dirty="0">
                <a:solidFill>
                  <a:srgbClr val="FFFFFF"/>
                </a:solidFill>
                <a:latin typeface="Trebuchet MS"/>
                <a:cs typeface="Trebuchet MS"/>
              </a:rPr>
              <a:t>jargon</a:t>
            </a:r>
            <a:r>
              <a:rPr sz="2600" b="1" spc="-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600" b="1" dirty="0">
                <a:solidFill>
                  <a:srgbClr val="FFFFFF"/>
                </a:solidFill>
                <a:latin typeface="Trebuchet MS"/>
                <a:cs typeface="Trebuchet MS"/>
              </a:rPr>
              <a:t>or</a:t>
            </a:r>
            <a:r>
              <a:rPr sz="2600" b="1" spc="-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600" b="1" dirty="0">
                <a:solidFill>
                  <a:srgbClr val="FFFFFF"/>
                </a:solidFill>
                <a:latin typeface="Trebuchet MS"/>
                <a:cs typeface="Trebuchet MS"/>
              </a:rPr>
              <a:t>define</a:t>
            </a:r>
            <a:r>
              <a:rPr sz="2600" b="1" spc="-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600" b="1" spc="-10" dirty="0">
                <a:solidFill>
                  <a:srgbClr val="FFFFFF"/>
                </a:solidFill>
                <a:latin typeface="Trebuchet MS"/>
                <a:cs typeface="Trebuchet MS"/>
              </a:rPr>
              <a:t>unclear </a:t>
            </a:r>
            <a:r>
              <a:rPr sz="2600" b="1" spc="65" dirty="0">
                <a:solidFill>
                  <a:srgbClr val="FFFFFF"/>
                </a:solidFill>
                <a:latin typeface="Trebuchet MS"/>
                <a:cs typeface="Trebuchet MS"/>
              </a:rPr>
              <a:t>terms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6720980" y="7392139"/>
            <a:ext cx="27940" cy="9525"/>
          </a:xfrm>
          <a:custGeom>
            <a:avLst/>
            <a:gdLst/>
            <a:ahLst/>
            <a:cxnLst/>
            <a:rect l="l" t="t" r="r" b="b"/>
            <a:pathLst>
              <a:path w="27940" h="9525">
                <a:moveTo>
                  <a:pt x="27698" y="9524"/>
                </a:moveTo>
                <a:lnTo>
                  <a:pt x="0" y="9524"/>
                </a:lnTo>
                <a:lnTo>
                  <a:pt x="0" y="0"/>
                </a:lnTo>
                <a:lnTo>
                  <a:pt x="27698" y="0"/>
                </a:lnTo>
                <a:lnTo>
                  <a:pt x="27698" y="95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2737163" y="7183795"/>
            <a:ext cx="4441190" cy="448945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 marR="5080">
              <a:lnSpc>
                <a:spcPts val="1580"/>
              </a:lnSpc>
              <a:spcBef>
                <a:spcPts val="300"/>
              </a:spcBef>
            </a:pPr>
            <a:r>
              <a:rPr sz="145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rebuchet MS"/>
                <a:cs typeface="Trebuchet MS"/>
                <a:hlinkClick r:id="rId5"/>
              </a:rPr>
              <a:t>https://researchbasics.education.uconn.edu/t</a:t>
            </a:r>
            <a:r>
              <a:rPr sz="1450" spc="-10" dirty="0">
                <a:solidFill>
                  <a:srgbClr val="FFFFFF"/>
                </a:solidFill>
                <a:latin typeface="Trebuchet MS"/>
                <a:cs typeface="Trebuchet MS"/>
                <a:hlinkClick r:id="rId5"/>
              </a:rPr>
              <a:t>y</a:t>
            </a:r>
            <a:r>
              <a:rPr sz="145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rebuchet MS"/>
                <a:cs typeface="Trebuchet MS"/>
                <a:hlinkClick r:id="rId5"/>
              </a:rPr>
              <a:t>pes-</a:t>
            </a:r>
            <a:r>
              <a:rPr sz="1450" spc="-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50" u="sng" spc="7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rebuchet MS"/>
                <a:cs typeface="Trebuchet MS"/>
                <a:hlinkClick r:id="rId5"/>
              </a:rPr>
              <a:t>of-</a:t>
            </a:r>
            <a:r>
              <a:rPr sz="1450" u="sng" spc="6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rebuchet MS"/>
                <a:cs typeface="Trebuchet MS"/>
                <a:hlinkClick r:id="rId5"/>
              </a:rPr>
              <a:t>survey-</a:t>
            </a:r>
            <a:r>
              <a:rPr sz="145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rebuchet MS"/>
                <a:cs typeface="Trebuchet MS"/>
                <a:hlinkClick r:id="rId5"/>
              </a:rPr>
              <a:t>questions/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08596" y="5105706"/>
            <a:ext cx="133350" cy="13334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89633" y="5539093"/>
            <a:ext cx="142875" cy="14287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89633" y="5977243"/>
            <a:ext cx="142875" cy="14287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89633" y="6415393"/>
            <a:ext cx="142875" cy="14287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89633" y="6853543"/>
            <a:ext cx="142875" cy="14287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515281" y="4877169"/>
            <a:ext cx="7717155" cy="2265680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702945" marR="143510" indent="-690880" algn="just">
              <a:lnSpc>
                <a:spcPts val="3450"/>
              </a:lnSpc>
              <a:spcBef>
                <a:spcPts val="540"/>
              </a:spcBef>
            </a:pPr>
            <a:r>
              <a:rPr sz="3200" spc="60" dirty="0">
                <a:solidFill>
                  <a:srgbClr val="FFFFFF"/>
                </a:solidFill>
                <a:latin typeface="Trebuchet MS"/>
                <a:cs typeface="Trebuchet MS"/>
              </a:rPr>
              <a:t>Test</a:t>
            </a:r>
            <a:r>
              <a:rPr sz="3200" spc="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sz="3200" spc="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dirty="0">
                <a:solidFill>
                  <a:srgbClr val="FFFFFF"/>
                </a:solidFill>
                <a:latin typeface="Trebuchet MS"/>
                <a:cs typeface="Trebuchet MS"/>
              </a:rPr>
              <a:t>questionnaire</a:t>
            </a:r>
            <a:r>
              <a:rPr sz="3200" spc="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dirty="0">
                <a:solidFill>
                  <a:srgbClr val="FFFFFF"/>
                </a:solidFill>
                <a:latin typeface="Trebuchet MS"/>
                <a:cs typeface="Trebuchet MS"/>
              </a:rPr>
              <a:t>before</a:t>
            </a:r>
            <a:r>
              <a:rPr sz="3200" spc="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-85" dirty="0">
                <a:solidFill>
                  <a:srgbClr val="FFFFFF"/>
                </a:solidFill>
                <a:latin typeface="Trebuchet MS"/>
                <a:cs typeface="Trebuchet MS"/>
              </a:rPr>
              <a:t>it</a:t>
            </a:r>
            <a:r>
              <a:rPr sz="3200" spc="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65" dirty="0">
                <a:solidFill>
                  <a:srgbClr val="FFFFFF"/>
                </a:solidFill>
                <a:latin typeface="Trebuchet MS"/>
                <a:cs typeface="Trebuchet MS"/>
              </a:rPr>
              <a:t>is</a:t>
            </a:r>
            <a:r>
              <a:rPr sz="3200" spc="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rebuchet MS"/>
                <a:cs typeface="Trebuchet MS"/>
              </a:rPr>
              <a:t>used: </a:t>
            </a:r>
            <a:r>
              <a:rPr sz="3200" spc="70" dirty="0">
                <a:solidFill>
                  <a:srgbClr val="FFFFFF"/>
                </a:solidFill>
                <a:latin typeface="Trebuchet MS"/>
                <a:cs typeface="Trebuchet MS"/>
              </a:rPr>
              <a:t>Is</a:t>
            </a:r>
            <a:r>
              <a:rPr sz="3200" spc="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sz="3200" spc="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dirty="0">
                <a:solidFill>
                  <a:srgbClr val="FFFFFF"/>
                </a:solidFill>
                <a:latin typeface="Trebuchet MS"/>
                <a:cs typeface="Trebuchet MS"/>
              </a:rPr>
              <a:t>questionnaire</a:t>
            </a:r>
            <a:r>
              <a:rPr sz="3200" spc="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140" dirty="0">
                <a:solidFill>
                  <a:srgbClr val="FFFFFF"/>
                </a:solidFill>
                <a:latin typeface="Trebuchet MS"/>
                <a:cs typeface="Trebuchet MS"/>
              </a:rPr>
              <a:t>easy</a:t>
            </a:r>
            <a:r>
              <a:rPr sz="3200" spc="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60" dirty="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sz="3200" spc="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105" dirty="0">
                <a:solidFill>
                  <a:srgbClr val="FFFFFF"/>
                </a:solidFill>
                <a:latin typeface="Trebuchet MS"/>
                <a:cs typeface="Trebuchet MS"/>
              </a:rPr>
              <a:t>answer? </a:t>
            </a:r>
            <a:r>
              <a:rPr sz="3200" spc="70" dirty="0">
                <a:solidFill>
                  <a:srgbClr val="FFFFFF"/>
                </a:solidFill>
                <a:latin typeface="Trebuchet MS"/>
                <a:cs typeface="Trebuchet MS"/>
              </a:rPr>
              <a:t>Is</a:t>
            </a:r>
            <a:r>
              <a:rPr sz="3200" spc="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dirty="0">
                <a:solidFill>
                  <a:srgbClr val="FFFFFF"/>
                </a:solidFill>
                <a:latin typeface="Trebuchet MS"/>
                <a:cs typeface="Trebuchet MS"/>
              </a:rPr>
              <a:t>everything</a:t>
            </a:r>
            <a:r>
              <a:rPr sz="3200" spc="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120" dirty="0">
                <a:solidFill>
                  <a:srgbClr val="FFFFFF"/>
                </a:solidFill>
                <a:latin typeface="Trebuchet MS"/>
                <a:cs typeface="Trebuchet MS"/>
              </a:rPr>
              <a:t>recorded?</a:t>
            </a:r>
            <a:endParaRPr sz="3200">
              <a:latin typeface="Trebuchet MS"/>
              <a:cs typeface="Trebuchet MS"/>
            </a:endParaRPr>
          </a:p>
          <a:p>
            <a:pPr marL="702945" marR="5080" algn="just">
              <a:lnSpc>
                <a:spcPts val="3450"/>
              </a:lnSpc>
            </a:pPr>
            <a:r>
              <a:rPr sz="3200" spc="60" dirty="0">
                <a:solidFill>
                  <a:srgbClr val="FFFFFF"/>
                </a:solidFill>
                <a:latin typeface="Trebuchet MS"/>
                <a:cs typeface="Trebuchet MS"/>
              </a:rPr>
              <a:t>Are</a:t>
            </a:r>
            <a:r>
              <a:rPr sz="3200" spc="-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sz="3200" spc="-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105" dirty="0">
                <a:solidFill>
                  <a:srgbClr val="FFFFFF"/>
                </a:solidFill>
                <a:latin typeface="Trebuchet MS"/>
                <a:cs typeface="Trebuchet MS"/>
              </a:rPr>
              <a:t>questions</a:t>
            </a:r>
            <a:r>
              <a:rPr sz="3200" spc="-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80" dirty="0">
                <a:solidFill>
                  <a:srgbClr val="FFFFFF"/>
                </a:solidFill>
                <a:latin typeface="Trebuchet MS"/>
                <a:cs typeface="Trebuchet MS"/>
              </a:rPr>
              <a:t>understandable? </a:t>
            </a:r>
            <a:r>
              <a:rPr sz="3200" spc="90" dirty="0">
                <a:solidFill>
                  <a:srgbClr val="FFFFFF"/>
                </a:solidFill>
                <a:latin typeface="Trebuchet MS"/>
                <a:cs typeface="Trebuchet MS"/>
              </a:rPr>
              <a:t>Were</a:t>
            </a:r>
            <a:r>
              <a:rPr sz="3200" spc="-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dirty="0">
                <a:solidFill>
                  <a:srgbClr val="FFFFFF"/>
                </a:solidFill>
                <a:latin typeface="Trebuchet MS"/>
                <a:cs typeface="Trebuchet MS"/>
              </a:rPr>
              <a:t>important</a:t>
            </a:r>
            <a:r>
              <a:rPr sz="3200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150" dirty="0">
                <a:solidFill>
                  <a:srgbClr val="FFFFFF"/>
                </a:solidFill>
                <a:latin typeface="Trebuchet MS"/>
                <a:cs typeface="Trebuchet MS"/>
              </a:rPr>
              <a:t>aspects</a:t>
            </a:r>
            <a:r>
              <a:rPr sz="3200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80" dirty="0">
                <a:solidFill>
                  <a:srgbClr val="FFFFFF"/>
                </a:solidFill>
                <a:latin typeface="Trebuchet MS"/>
                <a:cs typeface="Trebuchet MS"/>
              </a:rPr>
              <a:t>overlooked?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32140" y="4098973"/>
            <a:ext cx="1225550" cy="686435"/>
          </a:xfrm>
          <a:prstGeom prst="rect">
            <a:avLst/>
          </a:prstGeom>
          <a:solidFill>
            <a:srgbClr val="A2BEEC"/>
          </a:solidFill>
        </p:spPr>
        <p:txBody>
          <a:bodyPr vert="horz" wrap="square" lIns="0" tIns="65404" rIns="0" bIns="0" rtlCol="0">
            <a:spAutoFit/>
          </a:bodyPr>
          <a:lstStyle/>
          <a:p>
            <a:pPr marL="162560">
              <a:lnSpc>
                <a:spcPct val="100000"/>
              </a:lnSpc>
              <a:spcBef>
                <a:spcPts val="515"/>
              </a:spcBef>
            </a:pPr>
            <a:r>
              <a:rPr sz="3200" b="1" spc="85" dirty="0">
                <a:solidFill>
                  <a:srgbClr val="3B0A85"/>
                </a:solidFill>
                <a:latin typeface="Trebuchet MS"/>
                <a:cs typeface="Trebuchet MS"/>
              </a:rPr>
              <a:t>Goal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176228" y="7474891"/>
            <a:ext cx="7757795" cy="686435"/>
          </a:xfrm>
          <a:prstGeom prst="rect">
            <a:avLst/>
          </a:prstGeom>
          <a:solidFill>
            <a:srgbClr val="D0C2F5"/>
          </a:solidFill>
        </p:spPr>
        <p:txBody>
          <a:bodyPr vert="horz" wrap="square" lIns="0" tIns="65404" rIns="0" bIns="0" rtlCol="0">
            <a:spAutoFit/>
          </a:bodyPr>
          <a:lstStyle/>
          <a:p>
            <a:pPr marL="161925">
              <a:lnSpc>
                <a:spcPct val="100000"/>
              </a:lnSpc>
              <a:spcBef>
                <a:spcPts val="515"/>
              </a:spcBef>
            </a:pPr>
            <a:r>
              <a:rPr sz="3200" b="1" spc="155" dirty="0">
                <a:solidFill>
                  <a:srgbClr val="3B0A85"/>
                </a:solidFill>
                <a:latin typeface="Trebuchet MS"/>
                <a:cs typeface="Trebuchet MS"/>
              </a:rPr>
              <a:t>Do</a:t>
            </a:r>
            <a:r>
              <a:rPr sz="3200" b="1" spc="-20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200" b="1" spc="135" dirty="0">
                <a:solidFill>
                  <a:srgbClr val="3B0A85"/>
                </a:solidFill>
                <a:latin typeface="Trebuchet MS"/>
                <a:cs typeface="Trebuchet MS"/>
              </a:rPr>
              <a:t>a</a:t>
            </a:r>
            <a:r>
              <a:rPr sz="3200" b="1" spc="-20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200" b="1" spc="120" dirty="0">
                <a:solidFill>
                  <a:srgbClr val="3B0A85"/>
                </a:solidFill>
                <a:latin typeface="Trebuchet MS"/>
                <a:cs typeface="Trebuchet MS"/>
              </a:rPr>
              <a:t>test</a:t>
            </a:r>
            <a:r>
              <a:rPr sz="3200" b="1" spc="-20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200" b="1" dirty="0">
                <a:solidFill>
                  <a:srgbClr val="3B0A85"/>
                </a:solidFill>
                <a:latin typeface="Trebuchet MS"/>
                <a:cs typeface="Trebuchet MS"/>
              </a:rPr>
              <a:t>run</a:t>
            </a:r>
            <a:r>
              <a:rPr sz="3200" b="1" spc="-20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200" b="1" spc="50" dirty="0">
                <a:solidFill>
                  <a:srgbClr val="3B0A85"/>
                </a:solidFill>
                <a:latin typeface="Trebuchet MS"/>
                <a:cs typeface="Trebuchet MS"/>
              </a:rPr>
              <a:t>before</a:t>
            </a:r>
            <a:r>
              <a:rPr sz="3200" b="1" spc="-20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200" b="1" spc="55" dirty="0">
                <a:solidFill>
                  <a:srgbClr val="3B0A85"/>
                </a:solidFill>
                <a:latin typeface="Trebuchet MS"/>
                <a:cs typeface="Trebuchet MS"/>
              </a:rPr>
              <a:t>the</a:t>
            </a:r>
            <a:r>
              <a:rPr sz="3200" b="1" spc="-19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200" b="1" spc="85" dirty="0">
                <a:solidFill>
                  <a:srgbClr val="3B0A85"/>
                </a:solidFill>
                <a:latin typeface="Trebuchet MS"/>
                <a:cs typeface="Trebuchet MS"/>
              </a:rPr>
              <a:t>actual</a:t>
            </a:r>
            <a:r>
              <a:rPr sz="3200" b="1" spc="-20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200" b="1" spc="80" dirty="0">
                <a:solidFill>
                  <a:srgbClr val="3B0A85"/>
                </a:solidFill>
                <a:latin typeface="Trebuchet MS"/>
                <a:cs typeface="Trebuchet MS"/>
              </a:rPr>
              <a:t>survey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 rot="240000">
            <a:off x="5224266" y="1631726"/>
            <a:ext cx="12216131" cy="1162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605"/>
              </a:lnSpc>
            </a:pPr>
            <a:r>
              <a:rPr sz="9150" dirty="0">
                <a:solidFill>
                  <a:srgbClr val="DAFF6B"/>
                </a:solidFill>
                <a:latin typeface="Arial MT"/>
                <a:cs typeface="Arial MT"/>
              </a:rPr>
              <a:t>PRETEST</a:t>
            </a:r>
            <a:r>
              <a:rPr sz="13725" baseline="-1214" dirty="0">
                <a:solidFill>
                  <a:srgbClr val="DAFF6B"/>
                </a:solidFill>
                <a:latin typeface="Arial MT"/>
                <a:cs typeface="Arial MT"/>
              </a:rPr>
              <a:t>/</a:t>
            </a:r>
            <a:r>
              <a:rPr sz="13725" baseline="-1517" dirty="0">
                <a:solidFill>
                  <a:srgbClr val="DAFF6B"/>
                </a:solidFill>
                <a:latin typeface="Arial MT"/>
                <a:cs typeface="Arial MT"/>
              </a:rPr>
              <a:t>F</a:t>
            </a:r>
            <a:r>
              <a:rPr sz="13725" baseline="-1821" dirty="0">
                <a:solidFill>
                  <a:srgbClr val="DAFF6B"/>
                </a:solidFill>
                <a:latin typeface="Arial MT"/>
                <a:cs typeface="Arial MT"/>
              </a:rPr>
              <a:t>IE</a:t>
            </a:r>
            <a:r>
              <a:rPr sz="13725" baseline="-2125" dirty="0">
                <a:solidFill>
                  <a:srgbClr val="DAFF6B"/>
                </a:solidFill>
                <a:latin typeface="Arial MT"/>
                <a:cs typeface="Arial MT"/>
              </a:rPr>
              <a:t>L</a:t>
            </a:r>
            <a:r>
              <a:rPr sz="13725" baseline="-2428" dirty="0">
                <a:solidFill>
                  <a:srgbClr val="DAFF6B"/>
                </a:solidFill>
                <a:latin typeface="Arial MT"/>
                <a:cs typeface="Arial MT"/>
              </a:rPr>
              <a:t>D</a:t>
            </a:r>
            <a:r>
              <a:rPr sz="13725" spc="-922" baseline="-2428" dirty="0">
                <a:solidFill>
                  <a:srgbClr val="DAFF6B"/>
                </a:solidFill>
                <a:latin typeface="Arial MT"/>
                <a:cs typeface="Arial MT"/>
              </a:rPr>
              <a:t> </a:t>
            </a:r>
            <a:r>
              <a:rPr sz="13725" spc="-817" baseline="-2732" dirty="0">
                <a:solidFill>
                  <a:srgbClr val="DAFF6B"/>
                </a:solidFill>
                <a:latin typeface="Arial MT"/>
                <a:cs typeface="Arial MT"/>
              </a:rPr>
              <a:t>T</a:t>
            </a:r>
            <a:r>
              <a:rPr sz="13725" spc="-817" baseline="-3035" dirty="0">
                <a:solidFill>
                  <a:srgbClr val="DAFF6B"/>
                </a:solidFill>
                <a:latin typeface="Arial MT"/>
                <a:cs typeface="Arial MT"/>
              </a:rPr>
              <a:t>E</a:t>
            </a:r>
            <a:r>
              <a:rPr sz="13725" spc="-817" baseline="-3339" dirty="0">
                <a:solidFill>
                  <a:srgbClr val="DAFF6B"/>
                </a:solidFill>
                <a:latin typeface="Arial MT"/>
                <a:cs typeface="Arial MT"/>
              </a:rPr>
              <a:t>S</a:t>
            </a:r>
            <a:r>
              <a:rPr sz="13725" spc="-817" baseline="-3642" dirty="0">
                <a:solidFill>
                  <a:srgbClr val="DAFF6B"/>
                </a:solidFill>
                <a:latin typeface="Arial MT"/>
                <a:cs typeface="Arial MT"/>
              </a:rPr>
              <a:t>T</a:t>
            </a:r>
            <a:endParaRPr sz="13725" baseline="-3642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D0C2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64146" y="539177"/>
            <a:ext cx="8933815" cy="2580640"/>
          </a:xfrm>
          <a:custGeom>
            <a:avLst/>
            <a:gdLst/>
            <a:ahLst/>
            <a:cxnLst/>
            <a:rect l="l" t="t" r="r" b="b"/>
            <a:pathLst>
              <a:path w="8933815" h="2580640">
                <a:moveTo>
                  <a:pt x="7816520" y="1047127"/>
                </a:moveTo>
                <a:lnTo>
                  <a:pt x="7780528" y="0"/>
                </a:lnTo>
                <a:lnTo>
                  <a:pt x="0" y="267436"/>
                </a:lnTo>
                <a:lnTo>
                  <a:pt x="35991" y="1314564"/>
                </a:lnTo>
                <a:lnTo>
                  <a:pt x="7816520" y="1047127"/>
                </a:lnTo>
                <a:close/>
              </a:path>
              <a:path w="8933815" h="2580640">
                <a:moveTo>
                  <a:pt x="8933472" y="2275675"/>
                </a:moveTo>
                <a:lnTo>
                  <a:pt x="8889975" y="1010234"/>
                </a:lnTo>
                <a:lnTo>
                  <a:pt x="35991" y="1314564"/>
                </a:lnTo>
                <a:lnTo>
                  <a:pt x="79489" y="2580017"/>
                </a:lnTo>
                <a:lnTo>
                  <a:pt x="8933472" y="2275675"/>
                </a:lnTo>
                <a:close/>
              </a:path>
            </a:pathLst>
          </a:custGeom>
          <a:solidFill>
            <a:srgbClr val="3B0A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 rot="21540000">
            <a:off x="1009374" y="878730"/>
            <a:ext cx="7134528" cy="901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655"/>
              </a:lnSpc>
            </a:pPr>
            <a:r>
              <a:rPr sz="10650" spc="-450" baseline="-4694" dirty="0">
                <a:solidFill>
                  <a:srgbClr val="DAFF6B"/>
                </a:solidFill>
                <a:latin typeface="Arial MT"/>
                <a:cs typeface="Arial MT"/>
              </a:rPr>
              <a:t>G</a:t>
            </a:r>
            <a:r>
              <a:rPr sz="10650" spc="-450" baseline="-3912" dirty="0">
                <a:solidFill>
                  <a:srgbClr val="DAFF6B"/>
                </a:solidFill>
                <a:latin typeface="Arial MT"/>
                <a:cs typeface="Arial MT"/>
              </a:rPr>
              <a:t>R</a:t>
            </a:r>
            <a:r>
              <a:rPr sz="10650" spc="-450" baseline="-3129" dirty="0">
                <a:solidFill>
                  <a:srgbClr val="DAFF6B"/>
                </a:solidFill>
                <a:latin typeface="Arial MT"/>
                <a:cs typeface="Arial MT"/>
              </a:rPr>
              <a:t>O</a:t>
            </a:r>
            <a:r>
              <a:rPr sz="10650" spc="-450" baseline="-2738" dirty="0">
                <a:solidFill>
                  <a:srgbClr val="DAFF6B"/>
                </a:solidFill>
                <a:latin typeface="Arial MT"/>
                <a:cs typeface="Arial MT"/>
              </a:rPr>
              <a:t>U</a:t>
            </a:r>
            <a:r>
              <a:rPr sz="10650" spc="-450" baseline="-1956" dirty="0">
                <a:solidFill>
                  <a:srgbClr val="DAFF6B"/>
                </a:solidFill>
                <a:latin typeface="Arial MT"/>
                <a:cs typeface="Arial MT"/>
              </a:rPr>
              <a:t>P</a:t>
            </a:r>
            <a:r>
              <a:rPr sz="10650" spc="284" baseline="-1956" dirty="0">
                <a:solidFill>
                  <a:srgbClr val="DAFF6B"/>
                </a:solidFill>
                <a:latin typeface="Arial MT"/>
                <a:cs typeface="Arial MT"/>
              </a:rPr>
              <a:t> </a:t>
            </a:r>
            <a:r>
              <a:rPr sz="10650" spc="179" baseline="-1173" dirty="0">
                <a:solidFill>
                  <a:srgbClr val="DAFF6B"/>
                </a:solidFill>
                <a:latin typeface="Arial MT"/>
                <a:cs typeface="Arial MT"/>
              </a:rPr>
              <a:t>W</a:t>
            </a:r>
            <a:r>
              <a:rPr sz="7100" spc="120" dirty="0">
                <a:solidFill>
                  <a:srgbClr val="DAFF6B"/>
                </a:solidFill>
                <a:latin typeface="Arial MT"/>
                <a:cs typeface="Arial MT"/>
              </a:rPr>
              <a:t>OR</a:t>
            </a:r>
            <a:r>
              <a:rPr sz="10650" spc="179" baseline="1173" dirty="0">
                <a:solidFill>
                  <a:srgbClr val="DAFF6B"/>
                </a:solidFill>
                <a:latin typeface="Arial MT"/>
                <a:cs typeface="Arial MT"/>
              </a:rPr>
              <a:t>K</a:t>
            </a:r>
            <a:r>
              <a:rPr sz="10650" spc="292" baseline="1173" dirty="0">
                <a:solidFill>
                  <a:srgbClr val="DAFF6B"/>
                </a:solidFill>
                <a:latin typeface="Arial MT"/>
                <a:cs typeface="Arial MT"/>
              </a:rPr>
              <a:t> </a:t>
            </a:r>
            <a:r>
              <a:rPr sz="10650" spc="697" baseline="2347" dirty="0">
                <a:solidFill>
                  <a:srgbClr val="DAFF6B"/>
                </a:solidFill>
                <a:latin typeface="Arial MT"/>
                <a:cs typeface="Arial MT"/>
              </a:rPr>
              <a:t>-</a:t>
            </a:r>
            <a:endParaRPr sz="10650" baseline="2347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 rot="21540000">
            <a:off x="1048093" y="1915708"/>
            <a:ext cx="7912430" cy="901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450"/>
              </a:lnSpc>
            </a:pPr>
            <a:r>
              <a:rPr sz="10650" spc="-15" baseline="-6259" dirty="0">
                <a:solidFill>
                  <a:srgbClr val="DAFF6B"/>
                </a:solidFill>
                <a:latin typeface="Arial MT"/>
                <a:cs typeface="Arial MT"/>
              </a:rPr>
              <a:t>B</a:t>
            </a:r>
            <a:r>
              <a:rPr sz="10650" spc="-15" baseline="-5868" dirty="0">
                <a:solidFill>
                  <a:srgbClr val="DAFF6B"/>
                </a:solidFill>
                <a:latin typeface="Arial MT"/>
                <a:cs typeface="Arial MT"/>
              </a:rPr>
              <a:t>R</a:t>
            </a:r>
            <a:r>
              <a:rPr sz="10650" spc="-15" baseline="-5086" dirty="0">
                <a:solidFill>
                  <a:srgbClr val="DAFF6B"/>
                </a:solidFill>
                <a:latin typeface="Arial MT"/>
                <a:cs typeface="Arial MT"/>
              </a:rPr>
              <a:t>A</a:t>
            </a:r>
            <a:r>
              <a:rPr sz="10650" spc="-15" baseline="-4303" dirty="0">
                <a:solidFill>
                  <a:srgbClr val="DAFF6B"/>
                </a:solidFill>
                <a:latin typeface="Arial MT"/>
                <a:cs typeface="Arial MT"/>
              </a:rPr>
              <a:t>I</a:t>
            </a:r>
            <a:r>
              <a:rPr sz="10650" spc="-15" baseline="-3912" dirty="0">
                <a:solidFill>
                  <a:srgbClr val="DAFF6B"/>
                </a:solidFill>
                <a:latin typeface="Arial MT"/>
                <a:cs typeface="Arial MT"/>
              </a:rPr>
              <a:t>N</a:t>
            </a:r>
            <a:r>
              <a:rPr sz="10650" spc="-15" baseline="-3129" dirty="0">
                <a:solidFill>
                  <a:srgbClr val="DAFF6B"/>
                </a:solidFill>
                <a:latin typeface="Arial MT"/>
                <a:cs typeface="Arial MT"/>
              </a:rPr>
              <a:t>S</a:t>
            </a:r>
            <a:r>
              <a:rPr sz="10650" spc="-15" baseline="-2738" dirty="0">
                <a:solidFill>
                  <a:srgbClr val="DAFF6B"/>
                </a:solidFill>
                <a:latin typeface="Arial MT"/>
                <a:cs typeface="Arial MT"/>
              </a:rPr>
              <a:t>T</a:t>
            </a:r>
            <a:r>
              <a:rPr sz="10650" spc="-15" baseline="-2347" dirty="0">
                <a:solidFill>
                  <a:srgbClr val="DAFF6B"/>
                </a:solidFill>
                <a:latin typeface="Arial MT"/>
                <a:cs typeface="Arial MT"/>
              </a:rPr>
              <a:t>R</a:t>
            </a:r>
            <a:r>
              <a:rPr sz="10650" spc="-15" baseline="-1564" dirty="0">
                <a:solidFill>
                  <a:srgbClr val="DAFF6B"/>
                </a:solidFill>
                <a:latin typeface="Arial MT"/>
                <a:cs typeface="Arial MT"/>
              </a:rPr>
              <a:t>O</a:t>
            </a:r>
            <a:r>
              <a:rPr sz="7100" spc="-10" dirty="0">
                <a:solidFill>
                  <a:srgbClr val="DAFF6B"/>
                </a:solidFill>
                <a:latin typeface="Arial MT"/>
                <a:cs typeface="Arial MT"/>
              </a:rPr>
              <a:t>MIN</a:t>
            </a:r>
            <a:r>
              <a:rPr sz="10650" spc="-15" baseline="1173" dirty="0">
                <a:solidFill>
                  <a:srgbClr val="DAFF6B"/>
                </a:solidFill>
                <a:latin typeface="Arial MT"/>
                <a:cs typeface="Arial MT"/>
              </a:rPr>
              <a:t>G</a:t>
            </a:r>
            <a:endParaRPr sz="10650" baseline="1173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437704" y="4327226"/>
            <a:ext cx="5434330" cy="1092200"/>
          </a:xfrm>
          <a:prstGeom prst="rect">
            <a:avLst/>
          </a:prstGeom>
        </p:spPr>
        <p:txBody>
          <a:bodyPr vert="horz" wrap="square" lIns="0" tIns="55879" rIns="0" bIns="0" rtlCol="0">
            <a:spAutoFit/>
          </a:bodyPr>
          <a:lstStyle/>
          <a:p>
            <a:pPr marL="12700" marR="5080">
              <a:lnSpc>
                <a:spcPts val="2700"/>
              </a:lnSpc>
              <a:spcBef>
                <a:spcPts val="439"/>
              </a:spcBef>
            </a:pPr>
            <a:r>
              <a:rPr sz="2500" spc="80" dirty="0">
                <a:solidFill>
                  <a:srgbClr val="3B0A85"/>
                </a:solidFill>
                <a:latin typeface="Trebuchet MS"/>
                <a:cs typeface="Trebuchet MS"/>
              </a:rPr>
              <a:t>What</a:t>
            </a:r>
            <a:r>
              <a:rPr sz="2500" spc="-6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90" dirty="0">
                <a:solidFill>
                  <a:srgbClr val="3B0A85"/>
                </a:solidFill>
                <a:latin typeface="Trebuchet MS"/>
                <a:cs typeface="Trebuchet MS"/>
              </a:rPr>
              <a:t>topics</a:t>
            </a:r>
            <a:r>
              <a:rPr sz="2500" spc="-6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150" dirty="0">
                <a:solidFill>
                  <a:srgbClr val="3B0A85"/>
                </a:solidFill>
                <a:latin typeface="Trebuchet MS"/>
                <a:cs typeface="Trebuchet MS"/>
              </a:rPr>
              <a:t>do</a:t>
            </a:r>
            <a:r>
              <a:rPr sz="2500" spc="-6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105" dirty="0">
                <a:solidFill>
                  <a:srgbClr val="3B0A85"/>
                </a:solidFill>
                <a:latin typeface="Trebuchet MS"/>
                <a:cs typeface="Trebuchet MS"/>
              </a:rPr>
              <a:t>you</a:t>
            </a:r>
            <a:r>
              <a:rPr sz="2500" spc="-6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3B0A85"/>
                </a:solidFill>
                <a:latin typeface="Trebuchet MS"/>
                <a:cs typeface="Trebuchet MS"/>
              </a:rPr>
              <a:t>want</a:t>
            </a:r>
            <a:r>
              <a:rPr sz="2500" spc="-6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3B0A85"/>
                </a:solidFill>
                <a:latin typeface="Trebuchet MS"/>
                <a:cs typeface="Trebuchet MS"/>
              </a:rPr>
              <a:t>to</a:t>
            </a:r>
            <a:r>
              <a:rPr sz="2500" spc="-5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95" dirty="0">
                <a:solidFill>
                  <a:srgbClr val="3B0A85"/>
                </a:solidFill>
                <a:latin typeface="Trebuchet MS"/>
                <a:cs typeface="Trebuchet MS"/>
              </a:rPr>
              <a:t>conduct </a:t>
            </a:r>
            <a:r>
              <a:rPr sz="2500" dirty="0">
                <a:solidFill>
                  <a:srgbClr val="3B0A85"/>
                </a:solidFill>
                <a:latin typeface="Trebuchet MS"/>
                <a:cs typeface="Trebuchet MS"/>
              </a:rPr>
              <a:t>the</a:t>
            </a:r>
            <a:r>
              <a:rPr sz="2500" spc="-5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75" dirty="0">
                <a:solidFill>
                  <a:srgbClr val="3B0A85"/>
                </a:solidFill>
                <a:latin typeface="Trebuchet MS"/>
                <a:cs typeface="Trebuchet MS"/>
              </a:rPr>
              <a:t>survey</a:t>
            </a:r>
            <a:r>
              <a:rPr sz="2500" spc="-5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155" dirty="0">
                <a:solidFill>
                  <a:srgbClr val="3B0A85"/>
                </a:solidFill>
                <a:latin typeface="Trebuchet MS"/>
                <a:cs typeface="Trebuchet MS"/>
              </a:rPr>
              <a:t>on?</a:t>
            </a:r>
            <a:endParaRPr sz="2500">
              <a:latin typeface="Trebuchet MS"/>
              <a:cs typeface="Trebuchet MS"/>
            </a:endParaRPr>
          </a:p>
          <a:p>
            <a:pPr marL="12700">
              <a:lnSpc>
                <a:spcPts val="2660"/>
              </a:lnSpc>
            </a:pPr>
            <a:r>
              <a:rPr sz="2500" spc="80" dirty="0">
                <a:solidFill>
                  <a:srgbClr val="3B0A85"/>
                </a:solidFill>
                <a:latin typeface="Trebuchet MS"/>
                <a:cs typeface="Trebuchet MS"/>
              </a:rPr>
              <a:t>What</a:t>
            </a:r>
            <a:r>
              <a:rPr sz="2500" spc="-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3B0A85"/>
                </a:solidFill>
                <a:latin typeface="Trebuchet MS"/>
                <a:cs typeface="Trebuchet MS"/>
              </a:rPr>
              <a:t>are </a:t>
            </a:r>
            <a:r>
              <a:rPr sz="2500" spc="105" dirty="0">
                <a:solidFill>
                  <a:srgbClr val="3B0A85"/>
                </a:solidFill>
                <a:latin typeface="Trebuchet MS"/>
                <a:cs typeface="Trebuchet MS"/>
              </a:rPr>
              <a:t>you</a:t>
            </a:r>
            <a:r>
              <a:rPr sz="2500" dirty="0">
                <a:solidFill>
                  <a:srgbClr val="3B0A85"/>
                </a:solidFill>
                <a:latin typeface="Trebuchet MS"/>
                <a:cs typeface="Trebuchet MS"/>
              </a:rPr>
              <a:t> interested </a:t>
            </a:r>
            <a:r>
              <a:rPr sz="2500" spc="75" dirty="0">
                <a:solidFill>
                  <a:srgbClr val="3B0A85"/>
                </a:solidFill>
                <a:latin typeface="Trebuchet MS"/>
                <a:cs typeface="Trebuchet MS"/>
              </a:rPr>
              <a:t>in?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174335" y="3543667"/>
            <a:ext cx="3715385" cy="709930"/>
          </a:xfrm>
          <a:prstGeom prst="rect">
            <a:avLst/>
          </a:prstGeom>
          <a:solidFill>
            <a:srgbClr val="A2BEEC"/>
          </a:solidFill>
        </p:spPr>
        <p:txBody>
          <a:bodyPr vert="horz" wrap="square" lIns="0" tIns="80010" rIns="0" bIns="0" rtlCol="0">
            <a:spAutoFit/>
          </a:bodyPr>
          <a:lstStyle/>
          <a:p>
            <a:pPr marL="166370">
              <a:lnSpc>
                <a:spcPct val="100000"/>
              </a:lnSpc>
              <a:spcBef>
                <a:spcPts val="630"/>
              </a:spcBef>
            </a:pPr>
            <a:r>
              <a:rPr sz="3250" spc="-595" dirty="0"/>
              <a:t>1.</a:t>
            </a:r>
            <a:r>
              <a:rPr sz="3250" spc="-190" dirty="0"/>
              <a:t> </a:t>
            </a:r>
            <a:r>
              <a:rPr sz="3250" spc="95" dirty="0"/>
              <a:t>Gather</a:t>
            </a:r>
            <a:r>
              <a:rPr sz="3250" spc="-185" dirty="0"/>
              <a:t> </a:t>
            </a:r>
            <a:r>
              <a:rPr sz="3250" spc="140" dirty="0"/>
              <a:t>themes</a:t>
            </a:r>
            <a:endParaRPr sz="3250"/>
          </a:p>
        </p:txBody>
      </p:sp>
      <p:sp>
        <p:nvSpPr>
          <p:cNvPr id="8" name="object 8"/>
          <p:cNvSpPr txBox="1"/>
          <p:nvPr/>
        </p:nvSpPr>
        <p:spPr>
          <a:xfrm>
            <a:off x="2281086" y="6616400"/>
            <a:ext cx="4540885" cy="1092200"/>
          </a:xfrm>
          <a:prstGeom prst="rect">
            <a:avLst/>
          </a:prstGeom>
        </p:spPr>
        <p:txBody>
          <a:bodyPr vert="horz" wrap="square" lIns="0" tIns="55879" rIns="0" bIns="0" rtlCol="0">
            <a:spAutoFit/>
          </a:bodyPr>
          <a:lstStyle/>
          <a:p>
            <a:pPr marL="12700" marR="9525">
              <a:lnSpc>
                <a:spcPts val="2700"/>
              </a:lnSpc>
              <a:spcBef>
                <a:spcPts val="439"/>
              </a:spcBef>
            </a:pPr>
            <a:r>
              <a:rPr sz="2500" spc="150" dirty="0">
                <a:solidFill>
                  <a:srgbClr val="3B0A85"/>
                </a:solidFill>
                <a:latin typeface="Trebuchet MS"/>
                <a:cs typeface="Trebuchet MS"/>
              </a:rPr>
              <a:t>Who</a:t>
            </a:r>
            <a:r>
              <a:rPr sz="2500" spc="-6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150" dirty="0">
                <a:solidFill>
                  <a:srgbClr val="3B0A85"/>
                </a:solidFill>
                <a:latin typeface="Trebuchet MS"/>
                <a:cs typeface="Trebuchet MS"/>
              </a:rPr>
              <a:t>do</a:t>
            </a:r>
            <a:r>
              <a:rPr sz="2500" spc="-5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105" dirty="0">
                <a:solidFill>
                  <a:srgbClr val="3B0A85"/>
                </a:solidFill>
                <a:latin typeface="Trebuchet MS"/>
                <a:cs typeface="Trebuchet MS"/>
              </a:rPr>
              <a:t>you</a:t>
            </a:r>
            <a:r>
              <a:rPr sz="2500" spc="-5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3B0A85"/>
                </a:solidFill>
                <a:latin typeface="Trebuchet MS"/>
                <a:cs typeface="Trebuchet MS"/>
              </a:rPr>
              <a:t>want</a:t>
            </a:r>
            <a:r>
              <a:rPr sz="2500" spc="-6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3B0A85"/>
                </a:solidFill>
                <a:latin typeface="Trebuchet MS"/>
                <a:cs typeface="Trebuchet MS"/>
              </a:rPr>
              <a:t>to</a:t>
            </a:r>
            <a:r>
              <a:rPr sz="2500" spc="-5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40" dirty="0">
                <a:solidFill>
                  <a:srgbClr val="3B0A85"/>
                </a:solidFill>
                <a:latin typeface="Trebuchet MS"/>
                <a:cs typeface="Trebuchet MS"/>
              </a:rPr>
              <a:t>study/ask </a:t>
            </a:r>
            <a:r>
              <a:rPr sz="2500" spc="100" dirty="0">
                <a:solidFill>
                  <a:srgbClr val="3B0A85"/>
                </a:solidFill>
                <a:latin typeface="Trebuchet MS"/>
                <a:cs typeface="Trebuchet MS"/>
              </a:rPr>
              <a:t>questions?</a:t>
            </a:r>
            <a:endParaRPr sz="2500">
              <a:latin typeface="Trebuchet MS"/>
              <a:cs typeface="Trebuchet MS"/>
            </a:endParaRPr>
          </a:p>
          <a:p>
            <a:pPr marL="12700">
              <a:lnSpc>
                <a:spcPts val="2660"/>
              </a:lnSpc>
            </a:pPr>
            <a:r>
              <a:rPr sz="2500" spc="80" dirty="0">
                <a:solidFill>
                  <a:srgbClr val="3B0A85"/>
                </a:solidFill>
                <a:latin typeface="Trebuchet MS"/>
                <a:cs typeface="Trebuchet MS"/>
              </a:rPr>
              <a:t>What</a:t>
            </a:r>
            <a:r>
              <a:rPr sz="2500" spc="-6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150" dirty="0">
                <a:solidFill>
                  <a:srgbClr val="3B0A85"/>
                </a:solidFill>
                <a:latin typeface="Trebuchet MS"/>
                <a:cs typeface="Trebuchet MS"/>
              </a:rPr>
              <a:t>do</a:t>
            </a:r>
            <a:r>
              <a:rPr sz="2500" spc="-5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105" dirty="0">
                <a:solidFill>
                  <a:srgbClr val="3B0A85"/>
                </a:solidFill>
                <a:latin typeface="Trebuchet MS"/>
                <a:cs typeface="Trebuchet MS"/>
              </a:rPr>
              <a:t>you</a:t>
            </a:r>
            <a:r>
              <a:rPr sz="2500" spc="-5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3B0A85"/>
                </a:solidFill>
                <a:latin typeface="Trebuchet MS"/>
                <a:cs typeface="Trebuchet MS"/>
              </a:rPr>
              <a:t>want</a:t>
            </a:r>
            <a:r>
              <a:rPr sz="2500" spc="-6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3B0A85"/>
                </a:solidFill>
                <a:latin typeface="Trebuchet MS"/>
                <a:cs typeface="Trebuchet MS"/>
              </a:rPr>
              <a:t>to</a:t>
            </a:r>
            <a:r>
              <a:rPr sz="2500" spc="-5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114" dirty="0">
                <a:solidFill>
                  <a:srgbClr val="3B0A85"/>
                </a:solidFill>
                <a:latin typeface="Trebuchet MS"/>
                <a:cs typeface="Trebuchet MS"/>
              </a:rPr>
              <a:t>observe?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174335" y="5791897"/>
            <a:ext cx="5593715" cy="709930"/>
          </a:xfrm>
          <a:prstGeom prst="rect">
            <a:avLst/>
          </a:prstGeom>
          <a:solidFill>
            <a:srgbClr val="A2BEEC"/>
          </a:solidFill>
        </p:spPr>
        <p:txBody>
          <a:bodyPr vert="horz" wrap="square" lIns="0" tIns="80010" rIns="0" bIns="0" rtlCol="0">
            <a:spAutoFit/>
          </a:bodyPr>
          <a:lstStyle/>
          <a:p>
            <a:pPr marL="166370">
              <a:lnSpc>
                <a:spcPct val="100000"/>
              </a:lnSpc>
              <a:spcBef>
                <a:spcPts val="630"/>
              </a:spcBef>
            </a:pPr>
            <a:r>
              <a:rPr sz="3250" b="1" spc="-229" dirty="0">
                <a:solidFill>
                  <a:srgbClr val="3B0A85"/>
                </a:solidFill>
                <a:latin typeface="Trebuchet MS"/>
                <a:cs typeface="Trebuchet MS"/>
              </a:rPr>
              <a:t>2.</a:t>
            </a:r>
            <a:r>
              <a:rPr sz="3250" b="1" spc="-18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250" b="1" spc="140" dirty="0">
                <a:solidFill>
                  <a:srgbClr val="3B0A85"/>
                </a:solidFill>
                <a:latin typeface="Trebuchet MS"/>
                <a:cs typeface="Trebuchet MS"/>
              </a:rPr>
              <a:t>Objects</a:t>
            </a:r>
            <a:r>
              <a:rPr sz="3250" b="1" spc="-18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250" b="1" spc="55" dirty="0">
                <a:solidFill>
                  <a:srgbClr val="3B0A85"/>
                </a:solidFill>
                <a:latin typeface="Trebuchet MS"/>
                <a:cs typeface="Trebuchet MS"/>
              </a:rPr>
              <a:t>of</a:t>
            </a:r>
            <a:r>
              <a:rPr sz="3250" b="1" spc="-18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250" b="1" spc="60" dirty="0">
                <a:solidFill>
                  <a:srgbClr val="3B0A85"/>
                </a:solidFill>
                <a:latin typeface="Trebuchet MS"/>
                <a:cs typeface="Trebuchet MS"/>
              </a:rPr>
              <a:t>investigation</a:t>
            </a:r>
            <a:endParaRPr sz="325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448796" y="6572325"/>
            <a:ext cx="7785734" cy="1092200"/>
          </a:xfrm>
          <a:prstGeom prst="rect">
            <a:avLst/>
          </a:prstGeom>
        </p:spPr>
        <p:txBody>
          <a:bodyPr vert="horz" wrap="square" lIns="0" tIns="55879" rIns="0" bIns="0" rtlCol="0">
            <a:spAutoFit/>
          </a:bodyPr>
          <a:lstStyle/>
          <a:p>
            <a:pPr marL="12700" marR="5080">
              <a:lnSpc>
                <a:spcPts val="2700"/>
              </a:lnSpc>
              <a:spcBef>
                <a:spcPts val="439"/>
              </a:spcBef>
            </a:pPr>
            <a:r>
              <a:rPr sz="2500" spc="60" dirty="0">
                <a:solidFill>
                  <a:srgbClr val="3B0A85"/>
                </a:solidFill>
                <a:latin typeface="Trebuchet MS"/>
                <a:cs typeface="Trebuchet MS"/>
              </a:rPr>
              <a:t>How</a:t>
            </a:r>
            <a:r>
              <a:rPr sz="2500" spc="-5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150" dirty="0">
                <a:solidFill>
                  <a:srgbClr val="3B0A85"/>
                </a:solidFill>
                <a:latin typeface="Trebuchet MS"/>
                <a:cs typeface="Trebuchet MS"/>
              </a:rPr>
              <a:t>do</a:t>
            </a:r>
            <a:r>
              <a:rPr sz="2500" spc="-4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105" dirty="0">
                <a:solidFill>
                  <a:srgbClr val="3B0A85"/>
                </a:solidFill>
                <a:latin typeface="Trebuchet MS"/>
                <a:cs typeface="Trebuchet MS"/>
              </a:rPr>
              <a:t>you</a:t>
            </a:r>
            <a:r>
              <a:rPr sz="2500" spc="-4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3B0A85"/>
                </a:solidFill>
                <a:latin typeface="Trebuchet MS"/>
                <a:cs typeface="Trebuchet MS"/>
              </a:rPr>
              <a:t>find/contact</a:t>
            </a:r>
            <a:r>
              <a:rPr sz="2500" spc="-4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3B0A85"/>
                </a:solidFill>
                <a:latin typeface="Trebuchet MS"/>
                <a:cs typeface="Trebuchet MS"/>
              </a:rPr>
              <a:t>the</a:t>
            </a:r>
            <a:r>
              <a:rPr sz="2500" spc="-4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65" dirty="0">
                <a:solidFill>
                  <a:srgbClr val="3B0A85"/>
                </a:solidFill>
                <a:latin typeface="Trebuchet MS"/>
                <a:cs typeface="Trebuchet MS"/>
              </a:rPr>
              <a:t>people</a:t>
            </a:r>
            <a:r>
              <a:rPr sz="2500" spc="-4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3B0A85"/>
                </a:solidFill>
                <a:latin typeface="Trebuchet MS"/>
                <a:cs typeface="Trebuchet MS"/>
              </a:rPr>
              <a:t>to</a:t>
            </a:r>
            <a:r>
              <a:rPr sz="2500" spc="-4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110" dirty="0">
                <a:solidFill>
                  <a:srgbClr val="3B0A85"/>
                </a:solidFill>
                <a:latin typeface="Trebuchet MS"/>
                <a:cs typeface="Trebuchet MS"/>
              </a:rPr>
              <a:t>be</a:t>
            </a:r>
            <a:r>
              <a:rPr sz="2500" spc="-5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100" dirty="0">
                <a:solidFill>
                  <a:srgbClr val="3B0A85"/>
                </a:solidFill>
                <a:latin typeface="Trebuchet MS"/>
                <a:cs typeface="Trebuchet MS"/>
              </a:rPr>
              <a:t>studied? </a:t>
            </a:r>
            <a:r>
              <a:rPr sz="2500" spc="60" dirty="0">
                <a:solidFill>
                  <a:srgbClr val="3B0A85"/>
                </a:solidFill>
                <a:latin typeface="Trebuchet MS"/>
                <a:cs typeface="Trebuchet MS"/>
              </a:rPr>
              <a:t>How</a:t>
            </a:r>
            <a:r>
              <a:rPr sz="2500" spc="-6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150" dirty="0">
                <a:solidFill>
                  <a:srgbClr val="3B0A85"/>
                </a:solidFill>
                <a:latin typeface="Trebuchet MS"/>
                <a:cs typeface="Trebuchet MS"/>
              </a:rPr>
              <a:t>do</a:t>
            </a:r>
            <a:r>
              <a:rPr sz="2500" spc="-5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105" dirty="0">
                <a:solidFill>
                  <a:srgbClr val="3B0A85"/>
                </a:solidFill>
                <a:latin typeface="Trebuchet MS"/>
                <a:cs typeface="Trebuchet MS"/>
              </a:rPr>
              <a:t>you</a:t>
            </a:r>
            <a:r>
              <a:rPr sz="2500" spc="-6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125" dirty="0">
                <a:solidFill>
                  <a:srgbClr val="3B0A85"/>
                </a:solidFill>
                <a:latin typeface="Trebuchet MS"/>
                <a:cs typeface="Trebuchet MS"/>
              </a:rPr>
              <a:t>come</a:t>
            </a:r>
            <a:r>
              <a:rPr sz="2500" spc="-5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110" dirty="0">
                <a:solidFill>
                  <a:srgbClr val="3B0A85"/>
                </a:solidFill>
                <a:latin typeface="Trebuchet MS"/>
                <a:cs typeface="Trebuchet MS"/>
              </a:rPr>
              <a:t>up</a:t>
            </a:r>
            <a:r>
              <a:rPr sz="2500" spc="-5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3B0A85"/>
                </a:solidFill>
                <a:latin typeface="Trebuchet MS"/>
                <a:cs typeface="Trebuchet MS"/>
              </a:rPr>
              <a:t>with</a:t>
            </a:r>
            <a:r>
              <a:rPr sz="2500" spc="-6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3B0A85"/>
                </a:solidFill>
                <a:latin typeface="Trebuchet MS"/>
                <a:cs typeface="Trebuchet MS"/>
              </a:rPr>
              <a:t>the</a:t>
            </a:r>
            <a:r>
              <a:rPr sz="2500" spc="-5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3B0A85"/>
                </a:solidFill>
                <a:latin typeface="Trebuchet MS"/>
                <a:cs typeface="Trebuchet MS"/>
              </a:rPr>
              <a:t>participation</a:t>
            </a:r>
            <a:r>
              <a:rPr sz="2500" spc="-5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75" dirty="0">
                <a:solidFill>
                  <a:srgbClr val="3B0A85"/>
                </a:solidFill>
                <a:latin typeface="Trebuchet MS"/>
                <a:cs typeface="Trebuchet MS"/>
              </a:rPr>
              <a:t>formats? </a:t>
            </a:r>
            <a:r>
              <a:rPr sz="2500" spc="70" dirty="0">
                <a:solidFill>
                  <a:srgbClr val="3B0A85"/>
                </a:solidFill>
                <a:latin typeface="Trebuchet MS"/>
                <a:cs typeface="Trebuchet MS"/>
              </a:rPr>
              <a:t>Where</a:t>
            </a:r>
            <a:r>
              <a:rPr sz="2500" spc="-1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85" dirty="0">
                <a:solidFill>
                  <a:srgbClr val="3B0A85"/>
                </a:solidFill>
                <a:latin typeface="Trebuchet MS"/>
                <a:cs typeface="Trebuchet MS"/>
              </a:rPr>
              <a:t>can</a:t>
            </a:r>
            <a:r>
              <a:rPr sz="2500" spc="-1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105" dirty="0">
                <a:solidFill>
                  <a:srgbClr val="3B0A85"/>
                </a:solidFill>
                <a:latin typeface="Trebuchet MS"/>
                <a:cs typeface="Trebuchet MS"/>
              </a:rPr>
              <a:t>you</a:t>
            </a:r>
            <a:r>
              <a:rPr sz="2500" spc="-1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50" dirty="0">
                <a:solidFill>
                  <a:srgbClr val="3B0A85"/>
                </a:solidFill>
                <a:latin typeface="Trebuchet MS"/>
                <a:cs typeface="Trebuchet MS"/>
              </a:rPr>
              <a:t>have</a:t>
            </a:r>
            <a:r>
              <a:rPr sz="2500" spc="-1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3B0A85"/>
                </a:solidFill>
                <a:latin typeface="Trebuchet MS"/>
                <a:cs typeface="Trebuchet MS"/>
              </a:rPr>
              <a:t>the</a:t>
            </a:r>
            <a:r>
              <a:rPr sz="2500" spc="-1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3B0A85"/>
                </a:solidFill>
                <a:latin typeface="Trebuchet MS"/>
                <a:cs typeface="Trebuchet MS"/>
              </a:rPr>
              <a:t>questionnaire</a:t>
            </a:r>
            <a:r>
              <a:rPr sz="2500" spc="-1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-60" dirty="0">
                <a:solidFill>
                  <a:srgbClr val="3B0A85"/>
                </a:solidFill>
                <a:latin typeface="Trebuchet MS"/>
                <a:cs typeface="Trebuchet MS"/>
              </a:rPr>
              <a:t>filled</a:t>
            </a:r>
            <a:r>
              <a:rPr sz="2500" spc="-1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105" dirty="0">
                <a:solidFill>
                  <a:srgbClr val="3B0A85"/>
                </a:solidFill>
                <a:latin typeface="Trebuchet MS"/>
                <a:cs typeface="Trebuchet MS"/>
              </a:rPr>
              <a:t>out?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294902" y="5791897"/>
            <a:ext cx="4631055" cy="709930"/>
          </a:xfrm>
          <a:prstGeom prst="rect">
            <a:avLst/>
          </a:prstGeom>
          <a:solidFill>
            <a:srgbClr val="A2BEEC"/>
          </a:solidFill>
        </p:spPr>
        <p:txBody>
          <a:bodyPr vert="horz" wrap="square" lIns="0" tIns="80010" rIns="0" bIns="0" rtlCol="0">
            <a:spAutoFit/>
          </a:bodyPr>
          <a:lstStyle/>
          <a:p>
            <a:pPr marL="166370">
              <a:lnSpc>
                <a:spcPct val="100000"/>
              </a:lnSpc>
              <a:spcBef>
                <a:spcPts val="630"/>
              </a:spcBef>
            </a:pPr>
            <a:r>
              <a:rPr sz="3250" b="1" spc="-114" dirty="0">
                <a:solidFill>
                  <a:srgbClr val="3B0A85"/>
                </a:solidFill>
                <a:latin typeface="Trebuchet MS"/>
                <a:cs typeface="Trebuchet MS"/>
              </a:rPr>
              <a:t>4.</a:t>
            </a:r>
            <a:r>
              <a:rPr sz="3250" b="1" spc="-19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250" b="1" spc="125" dirty="0">
                <a:solidFill>
                  <a:srgbClr val="3B0A85"/>
                </a:solidFill>
                <a:latin typeface="Trebuchet MS"/>
                <a:cs typeface="Trebuchet MS"/>
              </a:rPr>
              <a:t>Going</a:t>
            </a:r>
            <a:r>
              <a:rPr sz="3250" b="1" spc="-19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250" b="1" spc="50" dirty="0">
                <a:solidFill>
                  <a:srgbClr val="3B0A85"/>
                </a:solidFill>
                <a:latin typeface="Trebuchet MS"/>
                <a:cs typeface="Trebuchet MS"/>
              </a:rPr>
              <a:t>into</a:t>
            </a:r>
            <a:r>
              <a:rPr sz="3250" b="1" spc="-19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250" b="1" spc="75" dirty="0">
                <a:solidFill>
                  <a:srgbClr val="3B0A85"/>
                </a:solidFill>
                <a:latin typeface="Trebuchet MS"/>
                <a:cs typeface="Trebuchet MS"/>
              </a:rPr>
              <a:t>the</a:t>
            </a:r>
            <a:r>
              <a:rPr sz="3250" b="1" spc="-19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250" b="1" spc="-10" dirty="0">
                <a:solidFill>
                  <a:srgbClr val="3B0A85"/>
                </a:solidFill>
                <a:latin typeface="Trebuchet MS"/>
                <a:cs typeface="Trebuchet MS"/>
              </a:rPr>
              <a:t>field</a:t>
            </a:r>
            <a:endParaRPr sz="325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448796" y="4327226"/>
            <a:ext cx="6195060" cy="1092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7665" indent="-354965">
              <a:lnSpc>
                <a:spcPts val="2850"/>
              </a:lnSpc>
              <a:spcBef>
                <a:spcPts val="100"/>
              </a:spcBef>
              <a:buAutoNum type="alphaUcPeriod"/>
              <a:tabLst>
                <a:tab pos="367665" algn="l"/>
              </a:tabLst>
            </a:pPr>
            <a:r>
              <a:rPr sz="2500" dirty="0">
                <a:solidFill>
                  <a:srgbClr val="3B0A85"/>
                </a:solidFill>
                <a:latin typeface="Trebuchet MS"/>
                <a:cs typeface="Trebuchet MS"/>
              </a:rPr>
              <a:t>Collect</a:t>
            </a:r>
            <a:r>
              <a:rPr sz="2500" spc="-1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80" dirty="0">
                <a:solidFill>
                  <a:srgbClr val="3B0A85"/>
                </a:solidFill>
                <a:latin typeface="Trebuchet MS"/>
                <a:cs typeface="Trebuchet MS"/>
              </a:rPr>
              <a:t>questions</a:t>
            </a:r>
            <a:r>
              <a:rPr sz="2500" spc="-1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3B0A85"/>
                </a:solidFill>
                <a:latin typeface="Trebuchet MS"/>
                <a:cs typeface="Trebuchet MS"/>
              </a:rPr>
              <a:t>for</a:t>
            </a:r>
            <a:r>
              <a:rPr sz="2500" spc="-1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3B0A85"/>
                </a:solidFill>
                <a:latin typeface="Trebuchet MS"/>
                <a:cs typeface="Trebuchet MS"/>
              </a:rPr>
              <a:t>the</a:t>
            </a:r>
            <a:r>
              <a:rPr sz="2500" spc="-10" dirty="0">
                <a:solidFill>
                  <a:srgbClr val="3B0A85"/>
                </a:solidFill>
                <a:latin typeface="Trebuchet MS"/>
                <a:cs typeface="Trebuchet MS"/>
              </a:rPr>
              <a:t> interviews.</a:t>
            </a:r>
            <a:endParaRPr sz="2500">
              <a:latin typeface="Trebuchet MS"/>
              <a:cs typeface="Trebuchet MS"/>
            </a:endParaRPr>
          </a:p>
          <a:p>
            <a:pPr marL="347980" indent="-335280">
              <a:lnSpc>
                <a:spcPts val="2700"/>
              </a:lnSpc>
              <a:buAutoNum type="alphaUcPeriod"/>
              <a:tabLst>
                <a:tab pos="347980" algn="l"/>
              </a:tabLst>
            </a:pPr>
            <a:r>
              <a:rPr sz="2500" dirty="0">
                <a:solidFill>
                  <a:srgbClr val="3B0A85"/>
                </a:solidFill>
                <a:latin typeface="Trebuchet MS"/>
                <a:cs typeface="Trebuchet MS"/>
              </a:rPr>
              <a:t>Collect</a:t>
            </a:r>
            <a:r>
              <a:rPr sz="2500" spc="-2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65" dirty="0">
                <a:solidFill>
                  <a:srgbClr val="3B0A85"/>
                </a:solidFill>
                <a:latin typeface="Trebuchet MS"/>
                <a:cs typeface="Trebuchet MS"/>
              </a:rPr>
              <a:t>goals</a:t>
            </a:r>
            <a:r>
              <a:rPr sz="2500" spc="-2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3B0A85"/>
                </a:solidFill>
                <a:latin typeface="Trebuchet MS"/>
                <a:cs typeface="Trebuchet MS"/>
              </a:rPr>
              <a:t>for</a:t>
            </a:r>
            <a:r>
              <a:rPr sz="2500" spc="-1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-10" dirty="0">
                <a:solidFill>
                  <a:srgbClr val="3B0A85"/>
                </a:solidFill>
                <a:latin typeface="Trebuchet MS"/>
                <a:cs typeface="Trebuchet MS"/>
              </a:rPr>
              <a:t>observation.</a:t>
            </a:r>
            <a:endParaRPr sz="2500">
              <a:latin typeface="Trebuchet MS"/>
              <a:cs typeface="Trebuchet MS"/>
            </a:endParaRPr>
          </a:p>
          <a:p>
            <a:pPr marL="385445" indent="-372745">
              <a:lnSpc>
                <a:spcPts val="2850"/>
              </a:lnSpc>
              <a:buAutoNum type="alphaUcPeriod"/>
              <a:tabLst>
                <a:tab pos="385445" algn="l"/>
              </a:tabLst>
            </a:pPr>
            <a:r>
              <a:rPr sz="2500" dirty="0">
                <a:solidFill>
                  <a:srgbClr val="3B0A85"/>
                </a:solidFill>
                <a:latin typeface="Trebuchet MS"/>
                <a:cs typeface="Trebuchet MS"/>
              </a:rPr>
              <a:t>Collect</a:t>
            </a:r>
            <a:r>
              <a:rPr sz="2500" spc="-1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80" dirty="0">
                <a:solidFill>
                  <a:srgbClr val="3B0A85"/>
                </a:solidFill>
                <a:latin typeface="Trebuchet MS"/>
                <a:cs typeface="Trebuchet MS"/>
              </a:rPr>
              <a:t>questions</a:t>
            </a:r>
            <a:r>
              <a:rPr sz="2500" spc="-1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3B0A85"/>
                </a:solidFill>
                <a:latin typeface="Trebuchet MS"/>
                <a:cs typeface="Trebuchet MS"/>
              </a:rPr>
              <a:t>for</a:t>
            </a:r>
            <a:r>
              <a:rPr sz="2500" spc="-1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3B0A85"/>
                </a:solidFill>
                <a:latin typeface="Trebuchet MS"/>
                <a:cs typeface="Trebuchet MS"/>
              </a:rPr>
              <a:t>the</a:t>
            </a:r>
            <a:r>
              <a:rPr sz="2500" spc="-10" dirty="0">
                <a:solidFill>
                  <a:srgbClr val="3B0A85"/>
                </a:solidFill>
                <a:latin typeface="Trebuchet MS"/>
                <a:cs typeface="Trebuchet MS"/>
              </a:rPr>
              <a:t> questionnaire.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294902" y="3543667"/>
            <a:ext cx="6534784" cy="709930"/>
          </a:xfrm>
          <a:prstGeom prst="rect">
            <a:avLst/>
          </a:prstGeom>
          <a:solidFill>
            <a:srgbClr val="A2BEEC"/>
          </a:solidFill>
        </p:spPr>
        <p:txBody>
          <a:bodyPr vert="horz" wrap="square" lIns="0" tIns="80010" rIns="0" bIns="0" rtlCol="0">
            <a:spAutoFit/>
          </a:bodyPr>
          <a:lstStyle/>
          <a:p>
            <a:pPr marL="166370">
              <a:lnSpc>
                <a:spcPct val="100000"/>
              </a:lnSpc>
              <a:spcBef>
                <a:spcPts val="630"/>
              </a:spcBef>
            </a:pPr>
            <a:r>
              <a:rPr sz="3250" b="1" spc="-195" dirty="0">
                <a:solidFill>
                  <a:srgbClr val="3B0A85"/>
                </a:solidFill>
                <a:latin typeface="Trebuchet MS"/>
                <a:cs typeface="Trebuchet MS"/>
              </a:rPr>
              <a:t>3.</a:t>
            </a:r>
            <a:r>
              <a:rPr sz="3250" b="1" spc="-10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250" b="1" dirty="0">
                <a:solidFill>
                  <a:srgbClr val="3B0A85"/>
                </a:solidFill>
                <a:latin typeface="Trebuchet MS"/>
                <a:cs typeface="Trebuchet MS"/>
              </a:rPr>
              <a:t>Building</a:t>
            </a:r>
            <a:r>
              <a:rPr sz="3250" b="1" spc="-10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250" b="1" spc="135" dirty="0">
                <a:solidFill>
                  <a:srgbClr val="3B0A85"/>
                </a:solidFill>
                <a:latin typeface="Trebuchet MS"/>
                <a:cs typeface="Trebuchet MS"/>
              </a:rPr>
              <a:t>a</a:t>
            </a:r>
            <a:r>
              <a:rPr sz="3250" b="1" spc="-10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250" b="1" spc="105" dirty="0">
                <a:solidFill>
                  <a:srgbClr val="3B0A85"/>
                </a:solidFill>
                <a:latin typeface="Trebuchet MS"/>
                <a:cs typeface="Trebuchet MS"/>
              </a:rPr>
              <a:t>survey</a:t>
            </a:r>
            <a:r>
              <a:rPr sz="3250" b="1" spc="-10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250" b="1" spc="70" dirty="0">
                <a:solidFill>
                  <a:srgbClr val="3B0A85"/>
                </a:solidFill>
                <a:latin typeface="Trebuchet MS"/>
                <a:cs typeface="Trebuchet MS"/>
              </a:rPr>
              <a:t>instrument</a:t>
            </a:r>
            <a:endParaRPr sz="325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448796" y="8836056"/>
            <a:ext cx="276479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spc="-60" dirty="0">
                <a:solidFill>
                  <a:srgbClr val="3B0A85"/>
                </a:solidFill>
                <a:latin typeface="Trebuchet MS"/>
                <a:cs typeface="Trebuchet MS"/>
              </a:rPr>
              <a:t>All</a:t>
            </a:r>
            <a:r>
              <a:rPr sz="2500" spc="-10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105" dirty="0">
                <a:solidFill>
                  <a:srgbClr val="3B0A85"/>
                </a:solidFill>
                <a:latin typeface="Trebuchet MS"/>
                <a:cs typeface="Trebuchet MS"/>
              </a:rPr>
              <a:t>groups</a:t>
            </a:r>
            <a:r>
              <a:rPr sz="2500" spc="-10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-10" dirty="0">
                <a:solidFill>
                  <a:srgbClr val="3B0A85"/>
                </a:solidFill>
                <a:latin typeface="Trebuchet MS"/>
                <a:cs typeface="Trebuchet MS"/>
              </a:rPr>
              <a:t>present.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294902" y="8055628"/>
            <a:ext cx="5076825" cy="709930"/>
          </a:xfrm>
          <a:prstGeom prst="rect">
            <a:avLst/>
          </a:prstGeom>
          <a:solidFill>
            <a:srgbClr val="A2BEEC"/>
          </a:solidFill>
        </p:spPr>
        <p:txBody>
          <a:bodyPr vert="horz" wrap="square" lIns="0" tIns="80010" rIns="0" bIns="0" rtlCol="0">
            <a:spAutoFit/>
          </a:bodyPr>
          <a:lstStyle/>
          <a:p>
            <a:pPr marL="166370">
              <a:lnSpc>
                <a:spcPct val="100000"/>
              </a:lnSpc>
              <a:spcBef>
                <a:spcPts val="630"/>
              </a:spcBef>
            </a:pPr>
            <a:r>
              <a:rPr sz="3250" b="1" spc="-155" dirty="0">
                <a:solidFill>
                  <a:srgbClr val="3B0A85"/>
                </a:solidFill>
                <a:latin typeface="Trebuchet MS"/>
                <a:cs typeface="Trebuchet MS"/>
              </a:rPr>
              <a:t>5.</a:t>
            </a:r>
            <a:r>
              <a:rPr sz="3250" b="1" spc="-17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250" b="1" spc="75" dirty="0">
                <a:solidFill>
                  <a:srgbClr val="3B0A85"/>
                </a:solidFill>
                <a:latin typeface="Trebuchet MS"/>
                <a:cs typeface="Trebuchet MS"/>
              </a:rPr>
              <a:t>Presentation</a:t>
            </a:r>
            <a:r>
              <a:rPr sz="3250" b="1" spc="-17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250" b="1" spc="55" dirty="0">
                <a:solidFill>
                  <a:srgbClr val="3B0A85"/>
                </a:solidFill>
                <a:latin typeface="Trebuchet MS"/>
                <a:cs typeface="Trebuchet MS"/>
              </a:rPr>
              <a:t>of</a:t>
            </a:r>
            <a:r>
              <a:rPr sz="3250" b="1" spc="-17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250" b="1" spc="120" dirty="0">
                <a:solidFill>
                  <a:srgbClr val="3B0A85"/>
                </a:solidFill>
                <a:latin typeface="Trebuchet MS"/>
                <a:cs typeface="Trebuchet MS"/>
              </a:rPr>
              <a:t>ideas</a:t>
            </a:r>
            <a:endParaRPr sz="32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77416" y="898206"/>
            <a:ext cx="7050405" cy="1953895"/>
          </a:xfrm>
          <a:custGeom>
            <a:avLst/>
            <a:gdLst/>
            <a:ahLst/>
            <a:cxnLst/>
            <a:rect l="l" t="t" r="r" b="b"/>
            <a:pathLst>
              <a:path w="7050405" h="1953895">
                <a:moveTo>
                  <a:pt x="4352569" y="818667"/>
                </a:moveTo>
                <a:lnTo>
                  <a:pt x="4324439" y="0"/>
                </a:lnTo>
                <a:lnTo>
                  <a:pt x="0" y="148653"/>
                </a:lnTo>
                <a:lnTo>
                  <a:pt x="28130" y="967320"/>
                </a:lnTo>
                <a:lnTo>
                  <a:pt x="4352569" y="818667"/>
                </a:lnTo>
                <a:close/>
              </a:path>
              <a:path w="7050405" h="1953895">
                <a:moveTo>
                  <a:pt x="7050113" y="1713318"/>
                </a:moveTo>
                <a:lnTo>
                  <a:pt x="7016216" y="727113"/>
                </a:lnTo>
                <a:lnTo>
                  <a:pt x="28130" y="967320"/>
                </a:lnTo>
                <a:lnTo>
                  <a:pt x="62039" y="1953526"/>
                </a:lnTo>
                <a:lnTo>
                  <a:pt x="7050113" y="1713318"/>
                </a:lnTo>
                <a:close/>
              </a:path>
            </a:pathLst>
          </a:custGeom>
          <a:solidFill>
            <a:srgbClr val="D0C2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 rot="21540000">
            <a:off x="1636959" y="1128010"/>
            <a:ext cx="3840313" cy="704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235"/>
              </a:lnSpc>
            </a:pPr>
            <a:r>
              <a:rPr sz="8325" spc="52" baseline="-3503" dirty="0">
                <a:solidFill>
                  <a:srgbClr val="3B0A85"/>
                </a:solidFill>
                <a:latin typeface="Arial MT"/>
                <a:cs typeface="Arial MT"/>
              </a:rPr>
              <a:t>P</a:t>
            </a:r>
            <a:r>
              <a:rPr sz="8325" spc="52" baseline="-3003" dirty="0">
                <a:solidFill>
                  <a:srgbClr val="3B0A85"/>
                </a:solidFill>
                <a:latin typeface="Arial MT"/>
                <a:cs typeface="Arial MT"/>
              </a:rPr>
              <a:t>L</a:t>
            </a:r>
            <a:r>
              <a:rPr sz="8325" spc="52" baseline="-2502" dirty="0">
                <a:solidFill>
                  <a:srgbClr val="3B0A85"/>
                </a:solidFill>
                <a:latin typeface="Arial MT"/>
                <a:cs typeface="Arial MT"/>
              </a:rPr>
              <a:t>A</a:t>
            </a:r>
            <a:r>
              <a:rPr sz="8325" spc="52" baseline="-2002" dirty="0">
                <a:solidFill>
                  <a:srgbClr val="3B0A85"/>
                </a:solidFill>
                <a:latin typeface="Arial MT"/>
                <a:cs typeface="Arial MT"/>
              </a:rPr>
              <a:t>N</a:t>
            </a:r>
            <a:r>
              <a:rPr sz="8325" spc="52" baseline="-1001" dirty="0">
                <a:solidFill>
                  <a:srgbClr val="3B0A85"/>
                </a:solidFill>
                <a:latin typeface="Arial MT"/>
                <a:cs typeface="Arial MT"/>
              </a:rPr>
              <a:t>N</a:t>
            </a:r>
            <a:r>
              <a:rPr sz="5550" spc="35" dirty="0">
                <a:solidFill>
                  <a:srgbClr val="3B0A85"/>
                </a:solidFill>
                <a:latin typeface="Arial MT"/>
                <a:cs typeface="Arial MT"/>
              </a:rPr>
              <a:t>ING</a:t>
            </a:r>
            <a:endParaRPr sz="555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 rot="21540000">
            <a:off x="1678088" y="1912160"/>
            <a:ext cx="6477995" cy="704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270"/>
              </a:lnSpc>
            </a:pPr>
            <a:r>
              <a:rPr sz="8325" spc="75" baseline="-4004" dirty="0">
                <a:solidFill>
                  <a:srgbClr val="3B0A85"/>
                </a:solidFill>
                <a:latin typeface="Arial MT"/>
                <a:cs typeface="Arial MT"/>
              </a:rPr>
              <a:t>D</a:t>
            </a:r>
            <a:r>
              <a:rPr sz="8325" spc="75" baseline="-3503" dirty="0">
                <a:solidFill>
                  <a:srgbClr val="3B0A85"/>
                </a:solidFill>
                <a:latin typeface="Arial MT"/>
                <a:cs typeface="Arial MT"/>
              </a:rPr>
              <a:t>A</a:t>
            </a:r>
            <a:r>
              <a:rPr sz="8325" spc="75" baseline="-3003" dirty="0">
                <a:solidFill>
                  <a:srgbClr val="3B0A85"/>
                </a:solidFill>
                <a:latin typeface="Arial MT"/>
                <a:cs typeface="Arial MT"/>
              </a:rPr>
              <a:t>T</a:t>
            </a:r>
            <a:r>
              <a:rPr sz="8325" spc="75" baseline="-2502" dirty="0">
                <a:solidFill>
                  <a:srgbClr val="3B0A85"/>
                </a:solidFill>
                <a:latin typeface="Arial MT"/>
                <a:cs typeface="Arial MT"/>
              </a:rPr>
              <a:t>A</a:t>
            </a:r>
            <a:r>
              <a:rPr sz="8325" spc="225" baseline="-2502" dirty="0">
                <a:solidFill>
                  <a:srgbClr val="3B0A85"/>
                </a:solidFill>
                <a:latin typeface="Arial MT"/>
                <a:cs typeface="Arial MT"/>
              </a:rPr>
              <a:t> </a:t>
            </a:r>
            <a:r>
              <a:rPr sz="8325" spc="-480" baseline="-1501" dirty="0">
                <a:solidFill>
                  <a:srgbClr val="3B0A85"/>
                </a:solidFill>
                <a:latin typeface="Arial MT"/>
                <a:cs typeface="Arial MT"/>
              </a:rPr>
              <a:t>C</a:t>
            </a:r>
            <a:r>
              <a:rPr sz="5550" spc="-320" dirty="0">
                <a:solidFill>
                  <a:srgbClr val="3B0A85"/>
                </a:solidFill>
                <a:latin typeface="Arial MT"/>
                <a:cs typeface="Arial MT"/>
              </a:rPr>
              <a:t>OLL</a:t>
            </a:r>
            <a:r>
              <a:rPr sz="8325" spc="-480" baseline="1001" dirty="0">
                <a:solidFill>
                  <a:srgbClr val="3B0A85"/>
                </a:solidFill>
                <a:latin typeface="Arial MT"/>
                <a:cs typeface="Arial MT"/>
              </a:rPr>
              <a:t>E</a:t>
            </a:r>
            <a:r>
              <a:rPr sz="8325" spc="-480" baseline="1501" dirty="0">
                <a:solidFill>
                  <a:srgbClr val="3B0A85"/>
                </a:solidFill>
                <a:latin typeface="Arial MT"/>
                <a:cs typeface="Arial MT"/>
              </a:rPr>
              <a:t>C</a:t>
            </a:r>
            <a:r>
              <a:rPr sz="8325" spc="-480" baseline="2002" dirty="0">
                <a:solidFill>
                  <a:srgbClr val="3B0A85"/>
                </a:solidFill>
                <a:latin typeface="Arial MT"/>
                <a:cs typeface="Arial MT"/>
              </a:rPr>
              <a:t>T</a:t>
            </a:r>
            <a:r>
              <a:rPr sz="8325" spc="-480" baseline="2502" dirty="0">
                <a:solidFill>
                  <a:srgbClr val="3B0A85"/>
                </a:solidFill>
                <a:latin typeface="Arial MT"/>
                <a:cs typeface="Arial MT"/>
              </a:rPr>
              <a:t>I</a:t>
            </a:r>
            <a:r>
              <a:rPr sz="8325" spc="-480" baseline="3003" dirty="0">
                <a:solidFill>
                  <a:srgbClr val="3B0A85"/>
                </a:solidFill>
                <a:latin typeface="Arial MT"/>
                <a:cs typeface="Arial MT"/>
              </a:rPr>
              <a:t>O</a:t>
            </a:r>
            <a:r>
              <a:rPr sz="8325" spc="-480" baseline="3503" dirty="0">
                <a:solidFill>
                  <a:srgbClr val="3B0A85"/>
                </a:solidFill>
                <a:latin typeface="Arial MT"/>
                <a:cs typeface="Arial MT"/>
              </a:rPr>
              <a:t>N</a:t>
            </a:r>
            <a:endParaRPr sz="8325" baseline="3503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755046" y="3578332"/>
            <a:ext cx="6729095" cy="5543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450" b="0" spc="-690" dirty="0">
                <a:solidFill>
                  <a:srgbClr val="FFFFFF"/>
                </a:solidFill>
                <a:latin typeface="Trebuchet MS"/>
                <a:cs typeface="Trebuchet MS"/>
              </a:rPr>
              <a:t>1.</a:t>
            </a:r>
            <a:r>
              <a:rPr sz="3450" b="0" spc="-6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50" b="0" spc="130" dirty="0">
                <a:solidFill>
                  <a:srgbClr val="FFFFFF"/>
                </a:solidFill>
                <a:latin typeface="Trebuchet MS"/>
                <a:cs typeface="Trebuchet MS"/>
              </a:rPr>
              <a:t>Which</a:t>
            </a:r>
            <a:r>
              <a:rPr sz="3450" b="0" spc="-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50" b="0" dirty="0">
                <a:solidFill>
                  <a:srgbClr val="FFFFFF"/>
                </a:solidFill>
                <a:latin typeface="Trebuchet MS"/>
                <a:cs typeface="Trebuchet MS"/>
              </a:rPr>
              <a:t>work</a:t>
            </a:r>
            <a:r>
              <a:rPr sz="3450" b="0" spc="-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50" b="0" spc="180" dirty="0">
                <a:solidFill>
                  <a:srgbClr val="FFFFFF"/>
                </a:solidFill>
                <a:latin typeface="Trebuchet MS"/>
                <a:cs typeface="Trebuchet MS"/>
              </a:rPr>
              <a:t>steps</a:t>
            </a:r>
            <a:r>
              <a:rPr sz="3450" b="0" spc="-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50" b="0" dirty="0">
                <a:solidFill>
                  <a:srgbClr val="FFFFFF"/>
                </a:solidFill>
                <a:latin typeface="Trebuchet MS"/>
                <a:cs typeface="Trebuchet MS"/>
              </a:rPr>
              <a:t>are</a:t>
            </a:r>
            <a:r>
              <a:rPr sz="3450" b="0" spc="-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50" b="0" spc="90" dirty="0">
                <a:solidFill>
                  <a:srgbClr val="FFFFFF"/>
                </a:solidFill>
                <a:latin typeface="Trebuchet MS"/>
                <a:cs typeface="Trebuchet MS"/>
              </a:rPr>
              <a:t>involved?</a:t>
            </a:r>
            <a:endParaRPr sz="345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19373" y="4106741"/>
            <a:ext cx="9358630" cy="3696970"/>
          </a:xfrm>
          <a:prstGeom prst="rect">
            <a:avLst/>
          </a:prstGeom>
        </p:spPr>
        <p:txBody>
          <a:bodyPr vert="horz" wrap="square" lIns="0" tIns="228600" rIns="0" bIns="0" rtlCol="0">
            <a:spAutoFit/>
          </a:bodyPr>
          <a:lstStyle/>
          <a:p>
            <a:pPr marL="409575" indent="-403225">
              <a:lnSpc>
                <a:spcPct val="100000"/>
              </a:lnSpc>
              <a:spcBef>
                <a:spcPts val="1800"/>
              </a:spcBef>
              <a:buSzPct val="89855"/>
              <a:buAutoNum type="arabicPeriod" startAt="2"/>
              <a:tabLst>
                <a:tab pos="409575" algn="l"/>
              </a:tabLst>
            </a:pPr>
            <a:r>
              <a:rPr sz="3450" spc="125" dirty="0">
                <a:solidFill>
                  <a:srgbClr val="FFFFFF"/>
                </a:solidFill>
                <a:latin typeface="Trebuchet MS"/>
                <a:cs typeface="Trebuchet MS"/>
              </a:rPr>
              <a:t>What</a:t>
            </a:r>
            <a:r>
              <a:rPr sz="3450" spc="-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50" dirty="0">
                <a:solidFill>
                  <a:srgbClr val="FFFFFF"/>
                </a:solidFill>
                <a:latin typeface="Trebuchet MS"/>
                <a:cs typeface="Trebuchet MS"/>
              </a:rPr>
              <a:t>information</a:t>
            </a:r>
            <a:r>
              <a:rPr sz="3450" spc="-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50" spc="215" dirty="0">
                <a:solidFill>
                  <a:srgbClr val="FFFFFF"/>
                </a:solidFill>
                <a:latin typeface="Trebuchet MS"/>
                <a:cs typeface="Trebuchet MS"/>
              </a:rPr>
              <a:t>do</a:t>
            </a:r>
            <a:r>
              <a:rPr sz="3450" spc="-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50" spc="60" dirty="0">
                <a:solidFill>
                  <a:srgbClr val="FFFFFF"/>
                </a:solidFill>
                <a:latin typeface="Trebuchet MS"/>
                <a:cs typeface="Trebuchet MS"/>
              </a:rPr>
              <a:t>we</a:t>
            </a:r>
            <a:r>
              <a:rPr sz="3450" spc="-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50" spc="120" dirty="0">
                <a:solidFill>
                  <a:srgbClr val="FFFFFF"/>
                </a:solidFill>
                <a:latin typeface="Trebuchet MS"/>
                <a:cs typeface="Trebuchet MS"/>
              </a:rPr>
              <a:t>need</a:t>
            </a:r>
            <a:r>
              <a:rPr sz="3450" spc="-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50" dirty="0">
                <a:solidFill>
                  <a:srgbClr val="FFFFFF"/>
                </a:solidFill>
                <a:latin typeface="Trebuchet MS"/>
                <a:cs typeface="Trebuchet MS"/>
              </a:rPr>
              <a:t>for</a:t>
            </a:r>
            <a:r>
              <a:rPr sz="3450" spc="-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50" spc="130" dirty="0">
                <a:solidFill>
                  <a:srgbClr val="FFFFFF"/>
                </a:solidFill>
                <a:latin typeface="Trebuchet MS"/>
                <a:cs typeface="Trebuchet MS"/>
              </a:rPr>
              <a:t>this?</a:t>
            </a:r>
            <a:endParaRPr sz="3450">
              <a:latin typeface="Trebuchet MS"/>
              <a:cs typeface="Trebuchet MS"/>
            </a:endParaRPr>
          </a:p>
          <a:p>
            <a:pPr marL="410209" indent="-403225">
              <a:lnSpc>
                <a:spcPct val="100000"/>
              </a:lnSpc>
              <a:spcBef>
                <a:spcPts val="1710"/>
              </a:spcBef>
              <a:buSzPct val="89855"/>
              <a:buAutoNum type="arabicPeriod" startAt="2"/>
              <a:tabLst>
                <a:tab pos="410209" algn="l"/>
              </a:tabLst>
            </a:pPr>
            <a:r>
              <a:rPr sz="3450" spc="125" dirty="0">
                <a:solidFill>
                  <a:srgbClr val="FFFFFF"/>
                </a:solidFill>
                <a:latin typeface="Trebuchet MS"/>
                <a:cs typeface="Trebuchet MS"/>
              </a:rPr>
              <a:t>What</a:t>
            </a:r>
            <a:r>
              <a:rPr sz="3450" spc="-1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50" spc="70" dirty="0">
                <a:solidFill>
                  <a:srgbClr val="FFFFFF"/>
                </a:solidFill>
                <a:latin typeface="Trebuchet MS"/>
                <a:cs typeface="Trebuchet MS"/>
              </a:rPr>
              <a:t>preparations</a:t>
            </a:r>
            <a:r>
              <a:rPr sz="3450" spc="-11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50" spc="215" dirty="0">
                <a:solidFill>
                  <a:srgbClr val="FFFFFF"/>
                </a:solidFill>
                <a:latin typeface="Trebuchet MS"/>
                <a:cs typeface="Trebuchet MS"/>
              </a:rPr>
              <a:t>do</a:t>
            </a:r>
            <a:r>
              <a:rPr sz="3450" spc="-11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50" spc="60" dirty="0">
                <a:solidFill>
                  <a:srgbClr val="FFFFFF"/>
                </a:solidFill>
                <a:latin typeface="Trebuchet MS"/>
                <a:cs typeface="Trebuchet MS"/>
              </a:rPr>
              <a:t>we</a:t>
            </a:r>
            <a:r>
              <a:rPr sz="3450" spc="-11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50" spc="120" dirty="0">
                <a:solidFill>
                  <a:srgbClr val="FFFFFF"/>
                </a:solidFill>
                <a:latin typeface="Trebuchet MS"/>
                <a:cs typeface="Trebuchet MS"/>
              </a:rPr>
              <a:t>need</a:t>
            </a:r>
            <a:r>
              <a:rPr sz="3450" spc="-11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50" spc="75" dirty="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sz="3450" spc="-11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50" spc="160" dirty="0">
                <a:solidFill>
                  <a:srgbClr val="FFFFFF"/>
                </a:solidFill>
                <a:latin typeface="Trebuchet MS"/>
                <a:cs typeface="Trebuchet MS"/>
              </a:rPr>
              <a:t>make?</a:t>
            </a:r>
            <a:endParaRPr sz="3450">
              <a:latin typeface="Trebuchet MS"/>
              <a:cs typeface="Trebuchet MS"/>
            </a:endParaRPr>
          </a:p>
          <a:p>
            <a:pPr marL="409575" indent="-403225">
              <a:lnSpc>
                <a:spcPct val="100000"/>
              </a:lnSpc>
              <a:spcBef>
                <a:spcPts val="1705"/>
              </a:spcBef>
              <a:buSzPct val="89855"/>
              <a:buAutoNum type="arabicPeriod" startAt="2"/>
              <a:tabLst>
                <a:tab pos="409575" algn="l"/>
              </a:tabLst>
            </a:pPr>
            <a:r>
              <a:rPr sz="3450" spc="130" dirty="0">
                <a:solidFill>
                  <a:srgbClr val="FFFFFF"/>
                </a:solidFill>
                <a:latin typeface="Trebuchet MS"/>
                <a:cs typeface="Trebuchet MS"/>
              </a:rPr>
              <a:t>Which</a:t>
            </a:r>
            <a:r>
              <a:rPr sz="3450" spc="-11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50" spc="90" dirty="0">
                <a:solidFill>
                  <a:srgbClr val="FFFFFF"/>
                </a:solidFill>
                <a:latin typeface="Trebuchet MS"/>
                <a:cs typeface="Trebuchet MS"/>
              </a:rPr>
              <a:t>people</a:t>
            </a:r>
            <a:r>
              <a:rPr sz="3450" spc="-11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50" spc="120" dirty="0">
                <a:solidFill>
                  <a:srgbClr val="FFFFFF"/>
                </a:solidFill>
                <a:latin typeface="Trebuchet MS"/>
                <a:cs typeface="Trebuchet MS"/>
              </a:rPr>
              <a:t>need</a:t>
            </a:r>
            <a:r>
              <a:rPr sz="3450" spc="-11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50" spc="75" dirty="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sz="3450" spc="-11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50" spc="160" dirty="0">
                <a:solidFill>
                  <a:srgbClr val="FFFFFF"/>
                </a:solidFill>
                <a:latin typeface="Trebuchet MS"/>
                <a:cs typeface="Trebuchet MS"/>
              </a:rPr>
              <a:t>be</a:t>
            </a:r>
            <a:r>
              <a:rPr sz="3450" spc="-11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50" spc="90" dirty="0">
                <a:solidFill>
                  <a:srgbClr val="FFFFFF"/>
                </a:solidFill>
                <a:latin typeface="Trebuchet MS"/>
                <a:cs typeface="Trebuchet MS"/>
              </a:rPr>
              <a:t>involved?</a:t>
            </a:r>
            <a:endParaRPr sz="3450">
              <a:latin typeface="Trebuchet MS"/>
              <a:cs typeface="Trebuchet MS"/>
            </a:endParaRPr>
          </a:p>
          <a:p>
            <a:pPr marL="362585" marR="5080" indent="-359410">
              <a:lnSpc>
                <a:spcPct val="135300"/>
              </a:lnSpc>
              <a:spcBef>
                <a:spcPts val="165"/>
              </a:spcBef>
              <a:buSzPct val="89855"/>
              <a:buAutoNum type="arabicPeriod" startAt="2"/>
              <a:tabLst>
                <a:tab pos="362585" algn="l"/>
                <a:tab pos="366395" algn="l"/>
              </a:tabLst>
            </a:pPr>
            <a:r>
              <a:rPr sz="3450" dirty="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sz="3450" spc="105" dirty="0">
                <a:solidFill>
                  <a:srgbClr val="FFFFFF"/>
                </a:solidFill>
                <a:latin typeface="Trebuchet MS"/>
                <a:cs typeface="Trebuchet MS"/>
              </a:rPr>
              <a:t>How</a:t>
            </a:r>
            <a:r>
              <a:rPr sz="3450" spc="-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50" dirty="0">
                <a:solidFill>
                  <a:srgbClr val="FFFFFF"/>
                </a:solidFill>
                <a:latin typeface="Trebuchet MS"/>
                <a:cs typeface="Trebuchet MS"/>
              </a:rPr>
              <a:t>long</a:t>
            </a:r>
            <a:r>
              <a:rPr sz="3450" spc="-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50" spc="215" dirty="0">
                <a:solidFill>
                  <a:srgbClr val="FFFFFF"/>
                </a:solidFill>
                <a:latin typeface="Trebuchet MS"/>
                <a:cs typeface="Trebuchet MS"/>
              </a:rPr>
              <a:t>do</a:t>
            </a:r>
            <a:r>
              <a:rPr sz="3450" spc="-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50" spc="60" dirty="0">
                <a:solidFill>
                  <a:srgbClr val="FFFFFF"/>
                </a:solidFill>
                <a:latin typeface="Trebuchet MS"/>
                <a:cs typeface="Trebuchet MS"/>
              </a:rPr>
              <a:t>we</a:t>
            </a:r>
            <a:r>
              <a:rPr sz="3450" spc="-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50" spc="120" dirty="0">
                <a:solidFill>
                  <a:srgbClr val="FFFFFF"/>
                </a:solidFill>
                <a:latin typeface="Trebuchet MS"/>
                <a:cs typeface="Trebuchet MS"/>
              </a:rPr>
              <a:t>need</a:t>
            </a:r>
            <a:r>
              <a:rPr sz="3450" spc="-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50" dirty="0">
                <a:solidFill>
                  <a:srgbClr val="FFFFFF"/>
                </a:solidFill>
                <a:latin typeface="Trebuchet MS"/>
                <a:cs typeface="Trebuchet MS"/>
              </a:rPr>
              <a:t>for</a:t>
            </a:r>
            <a:r>
              <a:rPr sz="3450" spc="-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50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sz="3450" spc="-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50" dirty="0">
                <a:solidFill>
                  <a:srgbClr val="FFFFFF"/>
                </a:solidFill>
                <a:latin typeface="Trebuchet MS"/>
                <a:cs typeface="Trebuchet MS"/>
              </a:rPr>
              <a:t>individual</a:t>
            </a:r>
            <a:r>
              <a:rPr sz="3450" spc="-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50" spc="-20" dirty="0">
                <a:solidFill>
                  <a:srgbClr val="FFFFFF"/>
                </a:solidFill>
                <a:latin typeface="Trebuchet MS"/>
                <a:cs typeface="Trebuchet MS"/>
              </a:rPr>
              <a:t>work </a:t>
            </a:r>
            <a:r>
              <a:rPr sz="3450" spc="225" dirty="0">
                <a:solidFill>
                  <a:srgbClr val="FFFFFF"/>
                </a:solidFill>
                <a:latin typeface="Trebuchet MS"/>
                <a:cs typeface="Trebuchet MS"/>
              </a:rPr>
              <a:t>steps?</a:t>
            </a:r>
            <a:endParaRPr sz="3450">
              <a:latin typeface="Trebuchet MS"/>
              <a:cs typeface="Trebuchet M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2430132" y="1389300"/>
            <a:ext cx="3641725" cy="3934460"/>
            <a:chOff x="12430132" y="1389300"/>
            <a:chExt cx="3641725" cy="3934460"/>
          </a:xfrm>
        </p:grpSpPr>
        <p:sp>
          <p:nvSpPr>
            <p:cNvPr id="8" name="object 8"/>
            <p:cNvSpPr/>
            <p:nvPr/>
          </p:nvSpPr>
          <p:spPr>
            <a:xfrm>
              <a:off x="12430132" y="1709560"/>
              <a:ext cx="3641725" cy="3613785"/>
            </a:xfrm>
            <a:custGeom>
              <a:avLst/>
              <a:gdLst/>
              <a:ahLst/>
              <a:cxnLst/>
              <a:rect l="l" t="t" r="r" b="b"/>
              <a:pathLst>
                <a:path w="3641725" h="3613785">
                  <a:moveTo>
                    <a:pt x="3618179" y="3613736"/>
                  </a:moveTo>
                  <a:lnTo>
                    <a:pt x="0" y="3613736"/>
                  </a:lnTo>
                  <a:lnTo>
                    <a:pt x="0" y="0"/>
                  </a:lnTo>
                  <a:lnTo>
                    <a:pt x="3618179" y="0"/>
                  </a:lnTo>
                  <a:lnTo>
                    <a:pt x="3619879" y="3301"/>
                  </a:lnTo>
                  <a:lnTo>
                    <a:pt x="3626816" y="50954"/>
                  </a:lnTo>
                  <a:lnTo>
                    <a:pt x="3631982" y="111833"/>
                  </a:lnTo>
                  <a:lnTo>
                    <a:pt x="3634430" y="150303"/>
                  </a:lnTo>
                  <a:lnTo>
                    <a:pt x="3636656" y="193813"/>
                  </a:lnTo>
                  <a:lnTo>
                    <a:pt x="3638561" y="242130"/>
                  </a:lnTo>
                  <a:lnTo>
                    <a:pt x="3640046" y="295018"/>
                  </a:lnTo>
                  <a:lnTo>
                    <a:pt x="3641012" y="352244"/>
                  </a:lnTo>
                  <a:lnTo>
                    <a:pt x="3641361" y="413572"/>
                  </a:lnTo>
                  <a:lnTo>
                    <a:pt x="3640992" y="478769"/>
                  </a:lnTo>
                  <a:lnTo>
                    <a:pt x="3639808" y="547599"/>
                  </a:lnTo>
                  <a:lnTo>
                    <a:pt x="3637708" y="619829"/>
                  </a:lnTo>
                  <a:lnTo>
                    <a:pt x="3634594" y="695224"/>
                  </a:lnTo>
                  <a:lnTo>
                    <a:pt x="3630368" y="773550"/>
                  </a:lnTo>
                  <a:lnTo>
                    <a:pt x="3624929" y="854571"/>
                  </a:lnTo>
                  <a:lnTo>
                    <a:pt x="3618179" y="938054"/>
                  </a:lnTo>
                  <a:lnTo>
                    <a:pt x="3618179" y="3613736"/>
                  </a:lnTo>
                  <a:close/>
                </a:path>
              </a:pathLst>
            </a:custGeom>
            <a:solidFill>
              <a:srgbClr val="DAFF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3443365" y="1389300"/>
              <a:ext cx="1838960" cy="829310"/>
            </a:xfrm>
            <a:custGeom>
              <a:avLst/>
              <a:gdLst/>
              <a:ahLst/>
              <a:cxnLst/>
              <a:rect l="l" t="t" r="r" b="b"/>
              <a:pathLst>
                <a:path w="1838959" h="829310">
                  <a:moveTo>
                    <a:pt x="1756766" y="227654"/>
                  </a:moveTo>
                  <a:lnTo>
                    <a:pt x="374425" y="227654"/>
                  </a:lnTo>
                  <a:lnTo>
                    <a:pt x="383425" y="226013"/>
                  </a:lnTo>
                  <a:lnTo>
                    <a:pt x="554833" y="197450"/>
                  </a:lnTo>
                  <a:lnTo>
                    <a:pt x="563209" y="196325"/>
                  </a:lnTo>
                  <a:lnTo>
                    <a:pt x="594383" y="192890"/>
                  </a:lnTo>
                  <a:lnTo>
                    <a:pt x="642176" y="186146"/>
                  </a:lnTo>
                  <a:lnTo>
                    <a:pt x="717753" y="174496"/>
                  </a:lnTo>
                  <a:lnTo>
                    <a:pt x="763366" y="166561"/>
                  </a:lnTo>
                  <a:lnTo>
                    <a:pt x="789862" y="161312"/>
                  </a:lnTo>
                  <a:lnTo>
                    <a:pt x="819835" y="154928"/>
                  </a:lnTo>
                  <a:lnTo>
                    <a:pt x="875879" y="143588"/>
                  </a:lnTo>
                  <a:lnTo>
                    <a:pt x="915567" y="133582"/>
                  </a:lnTo>
                  <a:lnTo>
                    <a:pt x="955070" y="125159"/>
                  </a:lnTo>
                  <a:lnTo>
                    <a:pt x="994478" y="118000"/>
                  </a:lnTo>
                  <a:lnTo>
                    <a:pt x="1033877" y="111783"/>
                  </a:lnTo>
                  <a:lnTo>
                    <a:pt x="1188550" y="90850"/>
                  </a:lnTo>
                  <a:lnTo>
                    <a:pt x="1246852" y="76649"/>
                  </a:lnTo>
                  <a:lnTo>
                    <a:pt x="1303887" y="66634"/>
                  </a:lnTo>
                  <a:lnTo>
                    <a:pt x="1411709" y="52421"/>
                  </a:lnTo>
                  <a:lnTo>
                    <a:pt x="1461273" y="44849"/>
                  </a:lnTo>
                  <a:lnTo>
                    <a:pt x="1570728" y="29576"/>
                  </a:lnTo>
                  <a:lnTo>
                    <a:pt x="1616161" y="21983"/>
                  </a:lnTo>
                  <a:lnTo>
                    <a:pt x="1654188" y="12320"/>
                  </a:lnTo>
                  <a:lnTo>
                    <a:pt x="1727346" y="0"/>
                  </a:lnTo>
                  <a:lnTo>
                    <a:pt x="1741628" y="84626"/>
                  </a:lnTo>
                  <a:lnTo>
                    <a:pt x="1793965" y="85788"/>
                  </a:lnTo>
                  <a:lnTo>
                    <a:pt x="1809116" y="93606"/>
                  </a:lnTo>
                  <a:lnTo>
                    <a:pt x="1805849" y="104884"/>
                  </a:lnTo>
                  <a:lnTo>
                    <a:pt x="1802934" y="116430"/>
                  </a:lnTo>
                  <a:lnTo>
                    <a:pt x="1823832" y="116663"/>
                  </a:lnTo>
                  <a:lnTo>
                    <a:pt x="1821827" y="120793"/>
                  </a:lnTo>
                  <a:lnTo>
                    <a:pt x="1809606" y="126678"/>
                  </a:lnTo>
                  <a:lnTo>
                    <a:pt x="1799858" y="132176"/>
                  </a:lnTo>
                  <a:lnTo>
                    <a:pt x="1805271" y="135144"/>
                  </a:lnTo>
                  <a:lnTo>
                    <a:pt x="1836343" y="135144"/>
                  </a:lnTo>
                  <a:lnTo>
                    <a:pt x="1828817" y="141000"/>
                  </a:lnTo>
                  <a:lnTo>
                    <a:pt x="1801740" y="151544"/>
                  </a:lnTo>
                  <a:lnTo>
                    <a:pt x="1772489" y="162512"/>
                  </a:lnTo>
                  <a:lnTo>
                    <a:pt x="1756251" y="171342"/>
                  </a:lnTo>
                  <a:lnTo>
                    <a:pt x="1758978" y="177018"/>
                  </a:lnTo>
                  <a:lnTo>
                    <a:pt x="1745902" y="185416"/>
                  </a:lnTo>
                  <a:lnTo>
                    <a:pt x="1720339" y="195964"/>
                  </a:lnTo>
                  <a:lnTo>
                    <a:pt x="1685608" y="208091"/>
                  </a:lnTo>
                  <a:lnTo>
                    <a:pt x="1681520" y="215102"/>
                  </a:lnTo>
                  <a:lnTo>
                    <a:pt x="1690186" y="219991"/>
                  </a:lnTo>
                  <a:lnTo>
                    <a:pt x="1715278" y="222138"/>
                  </a:lnTo>
                  <a:lnTo>
                    <a:pt x="1759803" y="222138"/>
                  </a:lnTo>
                  <a:lnTo>
                    <a:pt x="1756766" y="227654"/>
                  </a:lnTo>
                  <a:close/>
                </a:path>
                <a:path w="1838959" h="829310">
                  <a:moveTo>
                    <a:pt x="1836343" y="135144"/>
                  </a:moveTo>
                  <a:lnTo>
                    <a:pt x="1805271" y="135144"/>
                  </a:lnTo>
                  <a:lnTo>
                    <a:pt x="1838532" y="133441"/>
                  </a:lnTo>
                  <a:lnTo>
                    <a:pt x="1836343" y="135144"/>
                  </a:lnTo>
                  <a:close/>
                </a:path>
                <a:path w="1838959" h="829310">
                  <a:moveTo>
                    <a:pt x="1759803" y="222138"/>
                  </a:moveTo>
                  <a:lnTo>
                    <a:pt x="1715278" y="222138"/>
                  </a:lnTo>
                  <a:lnTo>
                    <a:pt x="1760471" y="220924"/>
                  </a:lnTo>
                  <a:lnTo>
                    <a:pt x="1759803" y="222138"/>
                  </a:lnTo>
                  <a:close/>
                </a:path>
                <a:path w="1838959" h="829310">
                  <a:moveTo>
                    <a:pt x="1753383" y="233799"/>
                  </a:moveTo>
                  <a:lnTo>
                    <a:pt x="331157" y="233799"/>
                  </a:lnTo>
                  <a:lnTo>
                    <a:pt x="364333" y="228590"/>
                  </a:lnTo>
                  <a:lnTo>
                    <a:pt x="374915" y="227239"/>
                  </a:lnTo>
                  <a:lnTo>
                    <a:pt x="374425" y="227654"/>
                  </a:lnTo>
                  <a:lnTo>
                    <a:pt x="1756766" y="227654"/>
                  </a:lnTo>
                  <a:lnTo>
                    <a:pt x="1753383" y="233799"/>
                  </a:lnTo>
                  <a:close/>
                </a:path>
                <a:path w="1838959" h="829310">
                  <a:moveTo>
                    <a:pt x="296457" y="240677"/>
                  </a:moveTo>
                  <a:lnTo>
                    <a:pt x="300857" y="239411"/>
                  </a:lnTo>
                  <a:lnTo>
                    <a:pt x="318538" y="235845"/>
                  </a:lnTo>
                  <a:lnTo>
                    <a:pt x="332349" y="233399"/>
                  </a:lnTo>
                  <a:lnTo>
                    <a:pt x="331157" y="233799"/>
                  </a:lnTo>
                  <a:lnTo>
                    <a:pt x="1753383" y="233799"/>
                  </a:lnTo>
                  <a:lnTo>
                    <a:pt x="1752646" y="235138"/>
                  </a:lnTo>
                  <a:lnTo>
                    <a:pt x="1752079" y="239044"/>
                  </a:lnTo>
                  <a:lnTo>
                    <a:pt x="308435" y="239044"/>
                  </a:lnTo>
                  <a:lnTo>
                    <a:pt x="299880" y="240151"/>
                  </a:lnTo>
                  <a:lnTo>
                    <a:pt x="296457" y="240677"/>
                  </a:lnTo>
                  <a:close/>
                </a:path>
                <a:path w="1838959" h="829310">
                  <a:moveTo>
                    <a:pt x="290456" y="242404"/>
                  </a:moveTo>
                  <a:lnTo>
                    <a:pt x="296457" y="240677"/>
                  </a:lnTo>
                  <a:lnTo>
                    <a:pt x="299880" y="240151"/>
                  </a:lnTo>
                  <a:lnTo>
                    <a:pt x="308435" y="239044"/>
                  </a:lnTo>
                  <a:lnTo>
                    <a:pt x="294866" y="241635"/>
                  </a:lnTo>
                  <a:lnTo>
                    <a:pt x="290456" y="242404"/>
                  </a:lnTo>
                  <a:close/>
                </a:path>
                <a:path w="1838959" h="829310">
                  <a:moveTo>
                    <a:pt x="1751081" y="249147"/>
                  </a:moveTo>
                  <a:lnTo>
                    <a:pt x="251817" y="249147"/>
                  </a:lnTo>
                  <a:lnTo>
                    <a:pt x="290013" y="243032"/>
                  </a:lnTo>
                  <a:lnTo>
                    <a:pt x="289066" y="243032"/>
                  </a:lnTo>
                  <a:lnTo>
                    <a:pt x="290456" y="242404"/>
                  </a:lnTo>
                  <a:lnTo>
                    <a:pt x="294866" y="241635"/>
                  </a:lnTo>
                  <a:lnTo>
                    <a:pt x="308435" y="239044"/>
                  </a:lnTo>
                  <a:lnTo>
                    <a:pt x="1752079" y="239044"/>
                  </a:lnTo>
                  <a:lnTo>
                    <a:pt x="1750719" y="248433"/>
                  </a:lnTo>
                  <a:lnTo>
                    <a:pt x="1751081" y="249147"/>
                  </a:lnTo>
                  <a:close/>
                </a:path>
                <a:path w="1838959" h="829310">
                  <a:moveTo>
                    <a:pt x="100901" y="274400"/>
                  </a:moveTo>
                  <a:lnTo>
                    <a:pt x="150478" y="265944"/>
                  </a:lnTo>
                  <a:lnTo>
                    <a:pt x="211310" y="253934"/>
                  </a:lnTo>
                  <a:lnTo>
                    <a:pt x="215025" y="253410"/>
                  </a:lnTo>
                  <a:lnTo>
                    <a:pt x="296457" y="240677"/>
                  </a:lnTo>
                  <a:lnTo>
                    <a:pt x="290453" y="242404"/>
                  </a:lnTo>
                  <a:lnTo>
                    <a:pt x="251817" y="249147"/>
                  </a:lnTo>
                  <a:lnTo>
                    <a:pt x="1751081" y="249147"/>
                  </a:lnTo>
                  <a:lnTo>
                    <a:pt x="1756802" y="260433"/>
                  </a:lnTo>
                  <a:lnTo>
                    <a:pt x="1773006" y="270762"/>
                  </a:lnTo>
                  <a:lnTo>
                    <a:pt x="1773936" y="273751"/>
                  </a:lnTo>
                  <a:lnTo>
                    <a:pt x="104782" y="273751"/>
                  </a:lnTo>
                  <a:lnTo>
                    <a:pt x="100901" y="274400"/>
                  </a:lnTo>
                  <a:close/>
                </a:path>
                <a:path w="1838959" h="829310">
                  <a:moveTo>
                    <a:pt x="197768" y="255842"/>
                  </a:moveTo>
                  <a:lnTo>
                    <a:pt x="207370" y="253729"/>
                  </a:lnTo>
                  <a:lnTo>
                    <a:pt x="219268" y="251795"/>
                  </a:lnTo>
                  <a:lnTo>
                    <a:pt x="220226" y="252131"/>
                  </a:lnTo>
                  <a:lnTo>
                    <a:pt x="211310" y="253934"/>
                  </a:lnTo>
                  <a:lnTo>
                    <a:pt x="197768" y="255842"/>
                  </a:lnTo>
                  <a:close/>
                </a:path>
                <a:path w="1838959" h="829310">
                  <a:moveTo>
                    <a:pt x="186503" y="257119"/>
                  </a:moveTo>
                  <a:lnTo>
                    <a:pt x="209731" y="253224"/>
                  </a:lnTo>
                  <a:lnTo>
                    <a:pt x="207370" y="253729"/>
                  </a:lnTo>
                  <a:lnTo>
                    <a:pt x="186503" y="257119"/>
                  </a:lnTo>
                  <a:close/>
                </a:path>
                <a:path w="1838959" h="829310">
                  <a:moveTo>
                    <a:pt x="1777506" y="284054"/>
                  </a:moveTo>
                  <a:lnTo>
                    <a:pt x="43203" y="284054"/>
                  </a:lnTo>
                  <a:lnTo>
                    <a:pt x="104782" y="273751"/>
                  </a:lnTo>
                  <a:lnTo>
                    <a:pt x="1773936" y="273751"/>
                  </a:lnTo>
                  <a:lnTo>
                    <a:pt x="1776865" y="283156"/>
                  </a:lnTo>
                  <a:lnTo>
                    <a:pt x="1777506" y="284054"/>
                  </a:lnTo>
                  <a:close/>
                </a:path>
                <a:path w="1838959" h="829310">
                  <a:moveTo>
                    <a:pt x="88556" y="276448"/>
                  </a:moveTo>
                  <a:lnTo>
                    <a:pt x="100742" y="274400"/>
                  </a:lnTo>
                  <a:lnTo>
                    <a:pt x="97532" y="274963"/>
                  </a:lnTo>
                  <a:lnTo>
                    <a:pt x="88556" y="276448"/>
                  </a:lnTo>
                  <a:close/>
                </a:path>
                <a:path w="1838959" h="829310">
                  <a:moveTo>
                    <a:pt x="37756" y="366899"/>
                  </a:moveTo>
                  <a:lnTo>
                    <a:pt x="28570" y="358128"/>
                  </a:lnTo>
                  <a:lnTo>
                    <a:pt x="38124" y="346803"/>
                  </a:lnTo>
                  <a:lnTo>
                    <a:pt x="45832" y="335646"/>
                  </a:lnTo>
                  <a:lnTo>
                    <a:pt x="31106" y="327378"/>
                  </a:lnTo>
                  <a:lnTo>
                    <a:pt x="40149" y="313088"/>
                  </a:lnTo>
                  <a:lnTo>
                    <a:pt x="34063" y="301596"/>
                  </a:lnTo>
                  <a:lnTo>
                    <a:pt x="24805" y="292966"/>
                  </a:lnTo>
                  <a:lnTo>
                    <a:pt x="24327" y="287261"/>
                  </a:lnTo>
                  <a:lnTo>
                    <a:pt x="14395" y="280811"/>
                  </a:lnTo>
                  <a:lnTo>
                    <a:pt x="17133" y="279885"/>
                  </a:lnTo>
                  <a:lnTo>
                    <a:pt x="31845" y="281230"/>
                  </a:lnTo>
                  <a:lnTo>
                    <a:pt x="57751" y="281589"/>
                  </a:lnTo>
                  <a:lnTo>
                    <a:pt x="43203" y="284054"/>
                  </a:lnTo>
                  <a:lnTo>
                    <a:pt x="1777506" y="284054"/>
                  </a:lnTo>
                  <a:lnTo>
                    <a:pt x="1785172" y="294775"/>
                  </a:lnTo>
                  <a:lnTo>
                    <a:pt x="1790818" y="306793"/>
                  </a:lnTo>
                  <a:lnTo>
                    <a:pt x="1786691" y="320387"/>
                  </a:lnTo>
                  <a:lnTo>
                    <a:pt x="1798742" y="331153"/>
                  </a:lnTo>
                  <a:lnTo>
                    <a:pt x="1809015" y="342087"/>
                  </a:lnTo>
                  <a:lnTo>
                    <a:pt x="1808903" y="354620"/>
                  </a:lnTo>
                  <a:lnTo>
                    <a:pt x="1794089" y="366689"/>
                  </a:lnTo>
                  <a:lnTo>
                    <a:pt x="72410" y="366689"/>
                  </a:lnTo>
                  <a:lnTo>
                    <a:pt x="37756" y="366899"/>
                  </a:lnTo>
                  <a:close/>
                </a:path>
                <a:path w="1838959" h="829310">
                  <a:moveTo>
                    <a:pt x="56984" y="389154"/>
                  </a:moveTo>
                  <a:lnTo>
                    <a:pt x="73434" y="379172"/>
                  </a:lnTo>
                  <a:lnTo>
                    <a:pt x="81439" y="371232"/>
                  </a:lnTo>
                  <a:lnTo>
                    <a:pt x="72410" y="366689"/>
                  </a:lnTo>
                  <a:lnTo>
                    <a:pt x="1794089" y="366689"/>
                  </a:lnTo>
                  <a:lnTo>
                    <a:pt x="1789803" y="370182"/>
                  </a:lnTo>
                  <a:lnTo>
                    <a:pt x="1779393" y="386950"/>
                  </a:lnTo>
                  <a:lnTo>
                    <a:pt x="93069" y="386950"/>
                  </a:lnTo>
                  <a:lnTo>
                    <a:pt x="56984" y="389154"/>
                  </a:lnTo>
                  <a:close/>
                </a:path>
                <a:path w="1838959" h="829310">
                  <a:moveTo>
                    <a:pt x="28615" y="527766"/>
                  </a:moveTo>
                  <a:lnTo>
                    <a:pt x="21060" y="524775"/>
                  </a:lnTo>
                  <a:lnTo>
                    <a:pt x="33674" y="518370"/>
                  </a:lnTo>
                  <a:lnTo>
                    <a:pt x="57027" y="510146"/>
                  </a:lnTo>
                  <a:lnTo>
                    <a:pt x="59497" y="505429"/>
                  </a:lnTo>
                  <a:lnTo>
                    <a:pt x="66848" y="499877"/>
                  </a:lnTo>
                  <a:lnTo>
                    <a:pt x="69779" y="495068"/>
                  </a:lnTo>
                  <a:lnTo>
                    <a:pt x="58988" y="492581"/>
                  </a:lnTo>
                  <a:lnTo>
                    <a:pt x="77357" y="483735"/>
                  </a:lnTo>
                  <a:lnTo>
                    <a:pt x="72403" y="478839"/>
                  </a:lnTo>
                  <a:lnTo>
                    <a:pt x="40144" y="472885"/>
                  </a:lnTo>
                  <a:lnTo>
                    <a:pt x="36650" y="467819"/>
                  </a:lnTo>
                  <a:lnTo>
                    <a:pt x="57453" y="458688"/>
                  </a:lnTo>
                  <a:lnTo>
                    <a:pt x="46581" y="456335"/>
                  </a:lnTo>
                  <a:lnTo>
                    <a:pt x="55145" y="450732"/>
                  </a:lnTo>
                  <a:lnTo>
                    <a:pt x="60504" y="445696"/>
                  </a:lnTo>
                  <a:lnTo>
                    <a:pt x="40016" y="445046"/>
                  </a:lnTo>
                  <a:lnTo>
                    <a:pt x="39762" y="441965"/>
                  </a:lnTo>
                  <a:lnTo>
                    <a:pt x="39686" y="441045"/>
                  </a:lnTo>
                  <a:lnTo>
                    <a:pt x="37980" y="437313"/>
                  </a:lnTo>
                  <a:lnTo>
                    <a:pt x="39297" y="433109"/>
                  </a:lnTo>
                  <a:lnTo>
                    <a:pt x="48031" y="427694"/>
                  </a:lnTo>
                  <a:lnTo>
                    <a:pt x="45137" y="422724"/>
                  </a:lnTo>
                  <a:lnTo>
                    <a:pt x="46203" y="417350"/>
                  </a:lnTo>
                  <a:lnTo>
                    <a:pt x="48205" y="412064"/>
                  </a:lnTo>
                  <a:lnTo>
                    <a:pt x="48116" y="407358"/>
                  </a:lnTo>
                  <a:lnTo>
                    <a:pt x="75294" y="398291"/>
                  </a:lnTo>
                  <a:lnTo>
                    <a:pt x="94725" y="390742"/>
                  </a:lnTo>
                  <a:lnTo>
                    <a:pt x="93069" y="386950"/>
                  </a:lnTo>
                  <a:lnTo>
                    <a:pt x="1779393" y="386950"/>
                  </a:lnTo>
                  <a:lnTo>
                    <a:pt x="1765068" y="410023"/>
                  </a:lnTo>
                  <a:lnTo>
                    <a:pt x="1772233" y="441965"/>
                  </a:lnTo>
                  <a:lnTo>
                    <a:pt x="1793298" y="468361"/>
                  </a:lnTo>
                  <a:lnTo>
                    <a:pt x="1810267" y="491558"/>
                  </a:lnTo>
                  <a:lnTo>
                    <a:pt x="1816043" y="525750"/>
                  </a:lnTo>
                  <a:lnTo>
                    <a:pt x="65766" y="525750"/>
                  </a:lnTo>
                  <a:lnTo>
                    <a:pt x="28615" y="527766"/>
                  </a:lnTo>
                  <a:close/>
                </a:path>
                <a:path w="1838959" h="829310">
                  <a:moveTo>
                    <a:pt x="19168" y="574021"/>
                  </a:moveTo>
                  <a:lnTo>
                    <a:pt x="24263" y="569393"/>
                  </a:lnTo>
                  <a:lnTo>
                    <a:pt x="70030" y="558066"/>
                  </a:lnTo>
                  <a:lnTo>
                    <a:pt x="46797" y="553922"/>
                  </a:lnTo>
                  <a:lnTo>
                    <a:pt x="41039" y="546688"/>
                  </a:lnTo>
                  <a:lnTo>
                    <a:pt x="48710" y="537064"/>
                  </a:lnTo>
                  <a:lnTo>
                    <a:pt x="65766" y="525750"/>
                  </a:lnTo>
                  <a:lnTo>
                    <a:pt x="1816043" y="525750"/>
                  </a:lnTo>
                  <a:lnTo>
                    <a:pt x="1818708" y="541524"/>
                  </a:lnTo>
                  <a:lnTo>
                    <a:pt x="1818623" y="541695"/>
                  </a:lnTo>
                  <a:lnTo>
                    <a:pt x="1746023" y="553922"/>
                  </a:lnTo>
                  <a:lnTo>
                    <a:pt x="1706743" y="559632"/>
                  </a:lnTo>
                  <a:lnTo>
                    <a:pt x="1646191" y="570088"/>
                  </a:lnTo>
                  <a:lnTo>
                    <a:pt x="89683" y="570088"/>
                  </a:lnTo>
                  <a:lnTo>
                    <a:pt x="45275" y="573610"/>
                  </a:lnTo>
                  <a:lnTo>
                    <a:pt x="49409" y="573610"/>
                  </a:lnTo>
                  <a:lnTo>
                    <a:pt x="19168" y="574021"/>
                  </a:lnTo>
                  <a:close/>
                </a:path>
                <a:path w="1838959" h="829310">
                  <a:moveTo>
                    <a:pt x="17641" y="632321"/>
                  </a:moveTo>
                  <a:lnTo>
                    <a:pt x="0" y="630558"/>
                  </a:lnTo>
                  <a:lnTo>
                    <a:pt x="2926" y="625495"/>
                  </a:lnTo>
                  <a:lnTo>
                    <a:pt x="3038" y="625301"/>
                  </a:lnTo>
                  <a:lnTo>
                    <a:pt x="1221" y="620849"/>
                  </a:lnTo>
                  <a:lnTo>
                    <a:pt x="1507" y="616116"/>
                  </a:lnTo>
                  <a:lnTo>
                    <a:pt x="12246" y="609641"/>
                  </a:lnTo>
                  <a:lnTo>
                    <a:pt x="36646" y="600912"/>
                  </a:lnTo>
                  <a:lnTo>
                    <a:pt x="77917" y="589401"/>
                  </a:lnTo>
                  <a:lnTo>
                    <a:pt x="83316" y="584009"/>
                  </a:lnTo>
                  <a:lnTo>
                    <a:pt x="89971" y="578498"/>
                  </a:lnTo>
                  <a:lnTo>
                    <a:pt x="93540" y="573610"/>
                  </a:lnTo>
                  <a:lnTo>
                    <a:pt x="89683" y="570088"/>
                  </a:lnTo>
                  <a:lnTo>
                    <a:pt x="1646191" y="570088"/>
                  </a:lnTo>
                  <a:lnTo>
                    <a:pt x="1552550" y="586545"/>
                  </a:lnTo>
                  <a:lnTo>
                    <a:pt x="1395563" y="610779"/>
                  </a:lnTo>
                  <a:lnTo>
                    <a:pt x="1338538" y="620849"/>
                  </a:lnTo>
                  <a:lnTo>
                    <a:pt x="1329821" y="622586"/>
                  </a:lnTo>
                  <a:lnTo>
                    <a:pt x="158973" y="622586"/>
                  </a:lnTo>
                  <a:lnTo>
                    <a:pt x="134216" y="623650"/>
                  </a:lnTo>
                  <a:lnTo>
                    <a:pt x="104734" y="625495"/>
                  </a:lnTo>
                  <a:lnTo>
                    <a:pt x="81498" y="626279"/>
                  </a:lnTo>
                  <a:lnTo>
                    <a:pt x="17641" y="632321"/>
                  </a:lnTo>
                  <a:close/>
                </a:path>
                <a:path w="1838959" h="829310">
                  <a:moveTo>
                    <a:pt x="60321" y="662441"/>
                  </a:moveTo>
                  <a:lnTo>
                    <a:pt x="63560" y="658477"/>
                  </a:lnTo>
                  <a:lnTo>
                    <a:pt x="83003" y="651716"/>
                  </a:lnTo>
                  <a:lnTo>
                    <a:pt x="99820" y="645338"/>
                  </a:lnTo>
                  <a:lnTo>
                    <a:pt x="95183" y="642522"/>
                  </a:lnTo>
                  <a:lnTo>
                    <a:pt x="150427" y="630178"/>
                  </a:lnTo>
                  <a:lnTo>
                    <a:pt x="168033" y="624147"/>
                  </a:lnTo>
                  <a:lnTo>
                    <a:pt x="158973" y="622586"/>
                  </a:lnTo>
                  <a:lnTo>
                    <a:pt x="1329821" y="622586"/>
                  </a:lnTo>
                  <a:lnTo>
                    <a:pt x="1279827" y="632546"/>
                  </a:lnTo>
                  <a:lnTo>
                    <a:pt x="1114252" y="660428"/>
                  </a:lnTo>
                  <a:lnTo>
                    <a:pt x="92113" y="660428"/>
                  </a:lnTo>
                  <a:lnTo>
                    <a:pt x="60321" y="662441"/>
                  </a:lnTo>
                  <a:close/>
                </a:path>
                <a:path w="1838959" h="829310">
                  <a:moveTo>
                    <a:pt x="115689" y="828871"/>
                  </a:moveTo>
                  <a:lnTo>
                    <a:pt x="108911" y="788753"/>
                  </a:lnTo>
                  <a:lnTo>
                    <a:pt x="109013" y="784666"/>
                  </a:lnTo>
                  <a:lnTo>
                    <a:pt x="121882" y="778052"/>
                  </a:lnTo>
                  <a:lnTo>
                    <a:pt x="127508" y="772302"/>
                  </a:lnTo>
                  <a:lnTo>
                    <a:pt x="105884" y="770805"/>
                  </a:lnTo>
                  <a:lnTo>
                    <a:pt x="136519" y="760174"/>
                  </a:lnTo>
                  <a:lnTo>
                    <a:pt x="134848" y="754663"/>
                  </a:lnTo>
                  <a:lnTo>
                    <a:pt x="117725" y="751446"/>
                  </a:lnTo>
                  <a:lnTo>
                    <a:pt x="102004" y="747697"/>
                  </a:lnTo>
                  <a:lnTo>
                    <a:pt x="69108" y="746539"/>
                  </a:lnTo>
                  <a:lnTo>
                    <a:pt x="62142" y="740732"/>
                  </a:lnTo>
                  <a:lnTo>
                    <a:pt x="74618" y="731384"/>
                  </a:lnTo>
                  <a:lnTo>
                    <a:pt x="100043" y="719602"/>
                  </a:lnTo>
                  <a:lnTo>
                    <a:pt x="104066" y="711148"/>
                  </a:lnTo>
                  <a:lnTo>
                    <a:pt x="100731" y="703706"/>
                  </a:lnTo>
                  <a:lnTo>
                    <a:pt x="95037" y="696431"/>
                  </a:lnTo>
                  <a:lnTo>
                    <a:pt x="91986" y="688480"/>
                  </a:lnTo>
                  <a:lnTo>
                    <a:pt x="96046" y="681885"/>
                  </a:lnTo>
                  <a:lnTo>
                    <a:pt x="95201" y="676109"/>
                  </a:lnTo>
                  <a:lnTo>
                    <a:pt x="95087" y="675333"/>
                  </a:lnTo>
                  <a:lnTo>
                    <a:pt x="92609" y="668342"/>
                  </a:lnTo>
                  <a:lnTo>
                    <a:pt x="92240" y="662441"/>
                  </a:lnTo>
                  <a:lnTo>
                    <a:pt x="92113" y="660428"/>
                  </a:lnTo>
                  <a:lnTo>
                    <a:pt x="1114252" y="660428"/>
                  </a:lnTo>
                  <a:lnTo>
                    <a:pt x="967156" y="685283"/>
                  </a:lnTo>
                  <a:lnTo>
                    <a:pt x="913841" y="693470"/>
                  </a:lnTo>
                  <a:lnTo>
                    <a:pt x="860912" y="702821"/>
                  </a:lnTo>
                  <a:lnTo>
                    <a:pt x="756495" y="722244"/>
                  </a:lnTo>
                  <a:lnTo>
                    <a:pt x="705154" y="730934"/>
                  </a:lnTo>
                  <a:lnTo>
                    <a:pt x="654486" y="738020"/>
                  </a:lnTo>
                  <a:lnTo>
                    <a:pt x="595926" y="750719"/>
                  </a:lnTo>
                  <a:lnTo>
                    <a:pt x="538866" y="760615"/>
                  </a:lnTo>
                  <a:lnTo>
                    <a:pt x="431277" y="776212"/>
                  </a:lnTo>
                  <a:lnTo>
                    <a:pt x="381762" y="784021"/>
                  </a:lnTo>
                  <a:lnTo>
                    <a:pt x="115689" y="828871"/>
                  </a:lnTo>
                  <a:close/>
                </a:path>
              </a:pathLst>
            </a:custGeom>
            <a:solidFill>
              <a:srgbClr val="D0C2F5">
                <a:alpha val="34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2585642" y="2302704"/>
            <a:ext cx="3354070" cy="220789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065" marR="5080" indent="-635" algn="ctr">
              <a:lnSpc>
                <a:spcPts val="2420"/>
              </a:lnSpc>
              <a:spcBef>
                <a:spcPts val="385"/>
              </a:spcBef>
            </a:pPr>
            <a:r>
              <a:rPr sz="2200" spc="65" dirty="0">
                <a:solidFill>
                  <a:srgbClr val="3B0A85"/>
                </a:solidFill>
                <a:latin typeface="Trebuchet MS"/>
                <a:cs typeface="Trebuchet MS"/>
              </a:rPr>
              <a:t>These</a:t>
            </a:r>
            <a:r>
              <a:rPr sz="2200" spc="-6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200" spc="80" dirty="0">
                <a:solidFill>
                  <a:srgbClr val="3B0A85"/>
                </a:solidFill>
                <a:latin typeface="Trebuchet MS"/>
                <a:cs typeface="Trebuchet MS"/>
              </a:rPr>
              <a:t>questions</a:t>
            </a:r>
            <a:r>
              <a:rPr sz="2200" spc="-6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200" spc="35" dirty="0">
                <a:solidFill>
                  <a:srgbClr val="3B0A85"/>
                </a:solidFill>
                <a:latin typeface="Trebuchet MS"/>
                <a:cs typeface="Trebuchet MS"/>
              </a:rPr>
              <a:t>provide </a:t>
            </a:r>
            <a:r>
              <a:rPr sz="2200" dirty="0">
                <a:solidFill>
                  <a:srgbClr val="3B0A85"/>
                </a:solidFill>
                <a:latin typeface="Trebuchet MS"/>
                <a:cs typeface="Trebuchet MS"/>
              </a:rPr>
              <a:t>the</a:t>
            </a:r>
            <a:r>
              <a:rPr sz="2200" spc="-5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200" spc="105" dirty="0">
                <a:solidFill>
                  <a:srgbClr val="3B0A85"/>
                </a:solidFill>
                <a:latin typeface="Trebuchet MS"/>
                <a:cs typeface="Trebuchet MS"/>
              </a:rPr>
              <a:t>basis</a:t>
            </a:r>
            <a:r>
              <a:rPr sz="2200" spc="-5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200" dirty="0">
                <a:solidFill>
                  <a:srgbClr val="3B0A85"/>
                </a:solidFill>
                <a:latin typeface="Trebuchet MS"/>
                <a:cs typeface="Trebuchet MS"/>
              </a:rPr>
              <a:t>for</a:t>
            </a:r>
            <a:r>
              <a:rPr sz="2200" spc="-5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200" spc="-10" dirty="0">
                <a:solidFill>
                  <a:srgbClr val="3B0A85"/>
                </a:solidFill>
                <a:latin typeface="Trebuchet MS"/>
                <a:cs typeface="Trebuchet MS"/>
              </a:rPr>
              <a:t>defining </a:t>
            </a:r>
            <a:r>
              <a:rPr sz="2200" dirty="0">
                <a:solidFill>
                  <a:srgbClr val="3B0A85"/>
                </a:solidFill>
                <a:latin typeface="Trebuchet MS"/>
                <a:cs typeface="Trebuchet MS"/>
              </a:rPr>
              <a:t>individual</a:t>
            </a:r>
            <a:r>
              <a:rPr sz="2200" spc="-3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200" dirty="0">
                <a:solidFill>
                  <a:srgbClr val="3B0A85"/>
                </a:solidFill>
                <a:latin typeface="Trebuchet MS"/>
                <a:cs typeface="Trebuchet MS"/>
              </a:rPr>
              <a:t>work</a:t>
            </a:r>
            <a:r>
              <a:rPr sz="2200" spc="-3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200" spc="110" dirty="0">
                <a:solidFill>
                  <a:srgbClr val="3B0A85"/>
                </a:solidFill>
                <a:latin typeface="Trebuchet MS"/>
                <a:cs typeface="Trebuchet MS"/>
              </a:rPr>
              <a:t>steps</a:t>
            </a:r>
            <a:r>
              <a:rPr sz="2200" spc="-3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200" spc="60" dirty="0">
                <a:solidFill>
                  <a:srgbClr val="3B0A85"/>
                </a:solidFill>
                <a:latin typeface="Trebuchet MS"/>
                <a:cs typeface="Trebuchet MS"/>
              </a:rPr>
              <a:t>and </a:t>
            </a:r>
            <a:r>
              <a:rPr sz="2200" dirty="0">
                <a:solidFill>
                  <a:srgbClr val="3B0A85"/>
                </a:solidFill>
                <a:latin typeface="Trebuchet MS"/>
                <a:cs typeface="Trebuchet MS"/>
              </a:rPr>
              <a:t>responsibilities</a:t>
            </a:r>
            <a:r>
              <a:rPr sz="2200" spc="17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200" dirty="0">
                <a:solidFill>
                  <a:srgbClr val="3B0A85"/>
                </a:solidFill>
                <a:latin typeface="Trebuchet MS"/>
                <a:cs typeface="Trebuchet MS"/>
              </a:rPr>
              <a:t>within</a:t>
            </a:r>
            <a:r>
              <a:rPr sz="2200" spc="18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200" spc="-25" dirty="0">
                <a:solidFill>
                  <a:srgbClr val="3B0A85"/>
                </a:solidFill>
                <a:latin typeface="Trebuchet MS"/>
                <a:cs typeface="Trebuchet MS"/>
              </a:rPr>
              <a:t>the </a:t>
            </a:r>
            <a:r>
              <a:rPr sz="2200" dirty="0">
                <a:solidFill>
                  <a:srgbClr val="3B0A85"/>
                </a:solidFill>
                <a:latin typeface="Trebuchet MS"/>
                <a:cs typeface="Trebuchet MS"/>
              </a:rPr>
              <a:t>group,</a:t>
            </a:r>
            <a:r>
              <a:rPr sz="2200" spc="-9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200" spc="130" dirty="0">
                <a:solidFill>
                  <a:srgbClr val="3B0A85"/>
                </a:solidFill>
                <a:latin typeface="Trebuchet MS"/>
                <a:cs typeface="Trebuchet MS"/>
              </a:rPr>
              <a:t>as</a:t>
            </a:r>
            <a:r>
              <a:rPr sz="2200" spc="-9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200" spc="-70" dirty="0">
                <a:solidFill>
                  <a:srgbClr val="3B0A85"/>
                </a:solidFill>
                <a:latin typeface="Trebuchet MS"/>
                <a:cs typeface="Trebuchet MS"/>
              </a:rPr>
              <a:t>well</a:t>
            </a:r>
            <a:r>
              <a:rPr sz="2200" spc="-9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200" spc="130" dirty="0">
                <a:solidFill>
                  <a:srgbClr val="3B0A85"/>
                </a:solidFill>
                <a:latin typeface="Trebuchet MS"/>
                <a:cs typeface="Trebuchet MS"/>
              </a:rPr>
              <a:t>as</a:t>
            </a:r>
            <a:r>
              <a:rPr sz="2200" spc="-9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200" spc="-10" dirty="0">
                <a:solidFill>
                  <a:srgbClr val="3B0A85"/>
                </a:solidFill>
                <a:latin typeface="Trebuchet MS"/>
                <a:cs typeface="Trebuchet MS"/>
              </a:rPr>
              <a:t>creating </a:t>
            </a:r>
            <a:r>
              <a:rPr sz="2200" dirty="0">
                <a:solidFill>
                  <a:srgbClr val="3B0A85"/>
                </a:solidFill>
                <a:latin typeface="Trebuchet MS"/>
                <a:cs typeface="Trebuchet MS"/>
              </a:rPr>
              <a:t>a</a:t>
            </a:r>
            <a:r>
              <a:rPr sz="2200" spc="-6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200" spc="70" dirty="0">
                <a:solidFill>
                  <a:srgbClr val="3B0A85"/>
                </a:solidFill>
                <a:latin typeface="Trebuchet MS"/>
                <a:cs typeface="Trebuchet MS"/>
              </a:rPr>
              <a:t>schedule</a:t>
            </a:r>
            <a:r>
              <a:rPr sz="2200" spc="-6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200" dirty="0">
                <a:solidFill>
                  <a:srgbClr val="3B0A85"/>
                </a:solidFill>
                <a:latin typeface="Trebuchet MS"/>
                <a:cs typeface="Trebuchet MS"/>
              </a:rPr>
              <a:t>for</a:t>
            </a:r>
            <a:r>
              <a:rPr sz="2200" spc="-5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200" spc="-20" dirty="0">
                <a:solidFill>
                  <a:srgbClr val="3B0A85"/>
                </a:solidFill>
                <a:latin typeface="Trebuchet MS"/>
                <a:cs typeface="Trebuchet MS"/>
              </a:rPr>
              <a:t>data </a:t>
            </a:r>
            <a:r>
              <a:rPr sz="2200" spc="-10" dirty="0">
                <a:solidFill>
                  <a:srgbClr val="3B0A85"/>
                </a:solidFill>
                <a:latin typeface="Trebuchet MS"/>
                <a:cs typeface="Trebuchet MS"/>
              </a:rPr>
              <a:t>collection.</a:t>
            </a:r>
            <a:endParaRPr sz="2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D0C2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191314" y="3761712"/>
            <a:ext cx="2409190" cy="2653665"/>
          </a:xfrm>
          <a:custGeom>
            <a:avLst/>
            <a:gdLst/>
            <a:ahLst/>
            <a:cxnLst/>
            <a:rect l="l" t="t" r="r" b="b"/>
            <a:pathLst>
              <a:path w="2409190" h="2653665">
                <a:moveTo>
                  <a:pt x="2408620" y="2653043"/>
                </a:moveTo>
                <a:lnTo>
                  <a:pt x="0" y="2653043"/>
                </a:lnTo>
                <a:lnTo>
                  <a:pt x="0" y="0"/>
                </a:lnTo>
                <a:lnTo>
                  <a:pt x="2408620" y="0"/>
                </a:lnTo>
                <a:lnTo>
                  <a:pt x="2408620" y="2653043"/>
                </a:lnTo>
                <a:close/>
              </a:path>
            </a:pathLst>
          </a:custGeom>
          <a:solidFill>
            <a:srgbClr val="A2BE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790435" y="3761712"/>
            <a:ext cx="2409190" cy="2653665"/>
          </a:xfrm>
          <a:custGeom>
            <a:avLst/>
            <a:gdLst/>
            <a:ahLst/>
            <a:cxnLst/>
            <a:rect l="l" t="t" r="r" b="b"/>
            <a:pathLst>
              <a:path w="2409190" h="2653665">
                <a:moveTo>
                  <a:pt x="2408620" y="2653043"/>
                </a:moveTo>
                <a:lnTo>
                  <a:pt x="0" y="2653043"/>
                </a:lnTo>
                <a:lnTo>
                  <a:pt x="0" y="0"/>
                </a:lnTo>
                <a:lnTo>
                  <a:pt x="2408620" y="0"/>
                </a:lnTo>
                <a:lnTo>
                  <a:pt x="2408620" y="2653043"/>
                </a:lnTo>
                <a:close/>
              </a:path>
            </a:pathLst>
          </a:custGeom>
          <a:solidFill>
            <a:srgbClr val="A2BE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389556" y="3761712"/>
            <a:ext cx="2409190" cy="2653665"/>
          </a:xfrm>
          <a:custGeom>
            <a:avLst/>
            <a:gdLst/>
            <a:ahLst/>
            <a:cxnLst/>
            <a:rect l="l" t="t" r="r" b="b"/>
            <a:pathLst>
              <a:path w="2409190" h="2653665">
                <a:moveTo>
                  <a:pt x="2408620" y="2653043"/>
                </a:moveTo>
                <a:lnTo>
                  <a:pt x="0" y="2653043"/>
                </a:lnTo>
                <a:lnTo>
                  <a:pt x="0" y="0"/>
                </a:lnTo>
                <a:lnTo>
                  <a:pt x="2408620" y="0"/>
                </a:lnTo>
                <a:lnTo>
                  <a:pt x="2408620" y="2653043"/>
                </a:lnTo>
                <a:close/>
              </a:path>
            </a:pathLst>
          </a:custGeom>
          <a:solidFill>
            <a:srgbClr val="A2BE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1988676" y="3761712"/>
            <a:ext cx="2409190" cy="2653665"/>
          </a:xfrm>
          <a:custGeom>
            <a:avLst/>
            <a:gdLst/>
            <a:ahLst/>
            <a:cxnLst/>
            <a:rect l="l" t="t" r="r" b="b"/>
            <a:pathLst>
              <a:path w="2409190" h="2653665">
                <a:moveTo>
                  <a:pt x="2408621" y="2653043"/>
                </a:moveTo>
                <a:lnTo>
                  <a:pt x="0" y="2653043"/>
                </a:lnTo>
                <a:lnTo>
                  <a:pt x="0" y="0"/>
                </a:lnTo>
                <a:lnTo>
                  <a:pt x="2408621" y="0"/>
                </a:lnTo>
                <a:lnTo>
                  <a:pt x="2408621" y="2653043"/>
                </a:lnTo>
                <a:close/>
              </a:path>
            </a:pathLst>
          </a:custGeom>
          <a:solidFill>
            <a:srgbClr val="A2BE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4587797" y="3761712"/>
            <a:ext cx="2409190" cy="2653665"/>
          </a:xfrm>
          <a:custGeom>
            <a:avLst/>
            <a:gdLst/>
            <a:ahLst/>
            <a:cxnLst/>
            <a:rect l="l" t="t" r="r" b="b"/>
            <a:pathLst>
              <a:path w="2409190" h="2653665">
                <a:moveTo>
                  <a:pt x="2408620" y="2653043"/>
                </a:moveTo>
                <a:lnTo>
                  <a:pt x="0" y="2653043"/>
                </a:lnTo>
                <a:lnTo>
                  <a:pt x="0" y="0"/>
                </a:lnTo>
                <a:lnTo>
                  <a:pt x="2408620" y="0"/>
                </a:lnTo>
                <a:lnTo>
                  <a:pt x="2408620" y="2653043"/>
                </a:lnTo>
                <a:close/>
              </a:path>
            </a:pathLst>
          </a:custGeom>
          <a:solidFill>
            <a:srgbClr val="A2BE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191314" y="6605256"/>
            <a:ext cx="2409190" cy="2952750"/>
          </a:xfrm>
          <a:custGeom>
            <a:avLst/>
            <a:gdLst/>
            <a:ahLst/>
            <a:cxnLst/>
            <a:rect l="l" t="t" r="r" b="b"/>
            <a:pathLst>
              <a:path w="2409190" h="2952750">
                <a:moveTo>
                  <a:pt x="2408620" y="2952664"/>
                </a:moveTo>
                <a:lnTo>
                  <a:pt x="0" y="2952664"/>
                </a:lnTo>
                <a:lnTo>
                  <a:pt x="0" y="0"/>
                </a:lnTo>
                <a:lnTo>
                  <a:pt x="2408620" y="0"/>
                </a:lnTo>
                <a:lnTo>
                  <a:pt x="2408620" y="2952664"/>
                </a:lnTo>
                <a:close/>
              </a:path>
            </a:pathLst>
          </a:custGeom>
          <a:solidFill>
            <a:srgbClr val="A2BE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790435" y="6605256"/>
            <a:ext cx="2409190" cy="2952750"/>
          </a:xfrm>
          <a:custGeom>
            <a:avLst/>
            <a:gdLst/>
            <a:ahLst/>
            <a:cxnLst/>
            <a:rect l="l" t="t" r="r" b="b"/>
            <a:pathLst>
              <a:path w="2409190" h="2952750">
                <a:moveTo>
                  <a:pt x="2408620" y="2952664"/>
                </a:moveTo>
                <a:lnTo>
                  <a:pt x="0" y="2952664"/>
                </a:lnTo>
                <a:lnTo>
                  <a:pt x="0" y="0"/>
                </a:lnTo>
                <a:lnTo>
                  <a:pt x="2408620" y="0"/>
                </a:lnTo>
                <a:lnTo>
                  <a:pt x="2408620" y="2952664"/>
                </a:lnTo>
                <a:close/>
              </a:path>
            </a:pathLst>
          </a:custGeom>
          <a:solidFill>
            <a:srgbClr val="A2BE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389556" y="6605256"/>
            <a:ext cx="2409190" cy="2952750"/>
          </a:xfrm>
          <a:custGeom>
            <a:avLst/>
            <a:gdLst/>
            <a:ahLst/>
            <a:cxnLst/>
            <a:rect l="l" t="t" r="r" b="b"/>
            <a:pathLst>
              <a:path w="2409190" h="2952750">
                <a:moveTo>
                  <a:pt x="2408620" y="2952664"/>
                </a:moveTo>
                <a:lnTo>
                  <a:pt x="0" y="2952664"/>
                </a:lnTo>
                <a:lnTo>
                  <a:pt x="0" y="0"/>
                </a:lnTo>
                <a:lnTo>
                  <a:pt x="2408620" y="0"/>
                </a:lnTo>
                <a:lnTo>
                  <a:pt x="2408620" y="2952664"/>
                </a:lnTo>
                <a:close/>
              </a:path>
            </a:pathLst>
          </a:custGeom>
          <a:solidFill>
            <a:srgbClr val="A2BE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1988676" y="6605256"/>
            <a:ext cx="2409190" cy="2952750"/>
          </a:xfrm>
          <a:custGeom>
            <a:avLst/>
            <a:gdLst/>
            <a:ahLst/>
            <a:cxnLst/>
            <a:rect l="l" t="t" r="r" b="b"/>
            <a:pathLst>
              <a:path w="2409190" h="2952750">
                <a:moveTo>
                  <a:pt x="2408621" y="2952664"/>
                </a:moveTo>
                <a:lnTo>
                  <a:pt x="0" y="2952664"/>
                </a:lnTo>
                <a:lnTo>
                  <a:pt x="0" y="0"/>
                </a:lnTo>
                <a:lnTo>
                  <a:pt x="2408621" y="0"/>
                </a:lnTo>
                <a:lnTo>
                  <a:pt x="2408621" y="2952664"/>
                </a:lnTo>
                <a:close/>
              </a:path>
            </a:pathLst>
          </a:custGeom>
          <a:solidFill>
            <a:srgbClr val="A2BEE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2" name="object 12"/>
          <p:cNvGrpSpPr/>
          <p:nvPr/>
        </p:nvGrpSpPr>
        <p:grpSpPr>
          <a:xfrm>
            <a:off x="13532494" y="6605256"/>
            <a:ext cx="3463925" cy="2952750"/>
            <a:chOff x="13532494" y="6605256"/>
            <a:chExt cx="3463925" cy="2952750"/>
          </a:xfrm>
        </p:grpSpPr>
        <p:sp>
          <p:nvSpPr>
            <p:cNvPr id="13" name="object 13"/>
            <p:cNvSpPr/>
            <p:nvPr/>
          </p:nvSpPr>
          <p:spPr>
            <a:xfrm>
              <a:off x="14587797" y="6605256"/>
              <a:ext cx="2409190" cy="2952750"/>
            </a:xfrm>
            <a:custGeom>
              <a:avLst/>
              <a:gdLst/>
              <a:ahLst/>
              <a:cxnLst/>
              <a:rect l="l" t="t" r="r" b="b"/>
              <a:pathLst>
                <a:path w="2409190" h="2952750">
                  <a:moveTo>
                    <a:pt x="2408620" y="2952664"/>
                  </a:moveTo>
                  <a:lnTo>
                    <a:pt x="0" y="2952664"/>
                  </a:lnTo>
                  <a:lnTo>
                    <a:pt x="0" y="0"/>
                  </a:lnTo>
                  <a:lnTo>
                    <a:pt x="2408620" y="0"/>
                  </a:lnTo>
                  <a:lnTo>
                    <a:pt x="2408620" y="2952664"/>
                  </a:lnTo>
                  <a:close/>
                </a:path>
              </a:pathLst>
            </a:custGeom>
            <a:solidFill>
              <a:srgbClr val="A2BE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3532494" y="8629465"/>
              <a:ext cx="2538095" cy="762000"/>
            </a:xfrm>
            <a:custGeom>
              <a:avLst/>
              <a:gdLst/>
              <a:ahLst/>
              <a:cxnLst/>
              <a:rect l="l" t="t" r="r" b="b"/>
              <a:pathLst>
                <a:path w="2538094" h="762000">
                  <a:moveTo>
                    <a:pt x="1826286" y="761999"/>
                  </a:moveTo>
                  <a:lnTo>
                    <a:pt x="0" y="761999"/>
                  </a:lnTo>
                  <a:lnTo>
                    <a:pt x="0" y="0"/>
                  </a:lnTo>
                  <a:lnTo>
                    <a:pt x="1826286" y="0"/>
                  </a:lnTo>
                  <a:lnTo>
                    <a:pt x="2537730" y="380999"/>
                  </a:lnTo>
                  <a:lnTo>
                    <a:pt x="1826286" y="761999"/>
                  </a:lnTo>
                  <a:close/>
                </a:path>
              </a:pathLst>
            </a:custGeom>
            <a:solidFill>
              <a:srgbClr val="DAFF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4191314" y="2424955"/>
            <a:ext cx="2409190" cy="1146810"/>
          </a:xfrm>
          <a:prstGeom prst="rect">
            <a:avLst/>
          </a:prstGeom>
          <a:solidFill>
            <a:srgbClr val="3B0A85"/>
          </a:solidFill>
        </p:spPr>
        <p:txBody>
          <a:bodyPr vert="horz" wrap="square" lIns="0" tIns="130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25"/>
              </a:spcBef>
            </a:pPr>
            <a:endParaRPr sz="2000">
              <a:latin typeface="Times New Roman"/>
              <a:cs typeface="Times New Roman"/>
            </a:endParaRPr>
          </a:p>
          <a:p>
            <a:pPr marL="337185">
              <a:lnSpc>
                <a:spcPct val="100000"/>
              </a:lnSpc>
            </a:pPr>
            <a:r>
              <a:rPr sz="2000" b="1" dirty="0">
                <a:solidFill>
                  <a:srgbClr val="DAFF6B"/>
                </a:solidFill>
                <a:latin typeface="Tahoma"/>
                <a:cs typeface="Tahoma"/>
              </a:rPr>
              <a:t>January</a:t>
            </a:r>
            <a:r>
              <a:rPr sz="2000" b="1" spc="-60" dirty="0">
                <a:solidFill>
                  <a:srgbClr val="DAFF6B"/>
                </a:solidFill>
                <a:latin typeface="Tahoma"/>
                <a:cs typeface="Tahoma"/>
              </a:rPr>
              <a:t> </a:t>
            </a:r>
            <a:r>
              <a:rPr sz="2000" b="1" spc="-20" dirty="0">
                <a:solidFill>
                  <a:srgbClr val="DAFF6B"/>
                </a:solidFill>
                <a:latin typeface="Tahoma"/>
                <a:cs typeface="Tahoma"/>
              </a:rPr>
              <a:t>2025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790435" y="2424955"/>
            <a:ext cx="2409190" cy="1146810"/>
          </a:xfrm>
          <a:prstGeom prst="rect">
            <a:avLst/>
          </a:prstGeom>
          <a:solidFill>
            <a:srgbClr val="3B0A85"/>
          </a:solidFill>
        </p:spPr>
        <p:txBody>
          <a:bodyPr vert="horz" wrap="square" lIns="0" tIns="130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25"/>
              </a:spcBef>
            </a:pPr>
            <a:endParaRPr sz="2000">
              <a:latin typeface="Times New Roman"/>
              <a:cs typeface="Times New Roman"/>
            </a:endParaRPr>
          </a:p>
          <a:p>
            <a:pPr marL="273685">
              <a:lnSpc>
                <a:spcPct val="100000"/>
              </a:lnSpc>
            </a:pPr>
            <a:r>
              <a:rPr sz="2000" b="1" dirty="0">
                <a:solidFill>
                  <a:srgbClr val="DAFF6B"/>
                </a:solidFill>
                <a:latin typeface="Tahoma"/>
                <a:cs typeface="Tahoma"/>
              </a:rPr>
              <a:t>February</a:t>
            </a:r>
            <a:r>
              <a:rPr sz="2000" b="1" spc="-65" dirty="0">
                <a:solidFill>
                  <a:srgbClr val="DAFF6B"/>
                </a:solidFill>
                <a:latin typeface="Tahoma"/>
                <a:cs typeface="Tahoma"/>
              </a:rPr>
              <a:t> </a:t>
            </a:r>
            <a:r>
              <a:rPr sz="2000" b="1" spc="-20" dirty="0">
                <a:solidFill>
                  <a:srgbClr val="DAFF6B"/>
                </a:solidFill>
                <a:latin typeface="Tahoma"/>
                <a:cs typeface="Tahoma"/>
              </a:rPr>
              <a:t>2025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389556" y="2424955"/>
            <a:ext cx="2409190" cy="1146810"/>
          </a:xfrm>
          <a:prstGeom prst="rect">
            <a:avLst/>
          </a:prstGeom>
          <a:solidFill>
            <a:srgbClr val="3B0A85"/>
          </a:solidFill>
        </p:spPr>
        <p:txBody>
          <a:bodyPr vert="horz" wrap="square" lIns="0" tIns="130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25"/>
              </a:spcBef>
            </a:pPr>
            <a:endParaRPr sz="2000">
              <a:latin typeface="Times New Roman"/>
              <a:cs typeface="Times New Roman"/>
            </a:endParaRPr>
          </a:p>
          <a:p>
            <a:pPr marL="450850">
              <a:lnSpc>
                <a:spcPct val="100000"/>
              </a:lnSpc>
            </a:pPr>
            <a:r>
              <a:rPr sz="2000" b="1" dirty="0">
                <a:solidFill>
                  <a:srgbClr val="DAFF6B"/>
                </a:solidFill>
                <a:latin typeface="Tahoma"/>
                <a:cs typeface="Tahoma"/>
              </a:rPr>
              <a:t>March</a:t>
            </a:r>
            <a:r>
              <a:rPr sz="2000" b="1" spc="-55" dirty="0">
                <a:solidFill>
                  <a:srgbClr val="DAFF6B"/>
                </a:solidFill>
                <a:latin typeface="Tahoma"/>
                <a:cs typeface="Tahoma"/>
              </a:rPr>
              <a:t> </a:t>
            </a:r>
            <a:r>
              <a:rPr sz="2000" b="1" spc="-20" dirty="0">
                <a:solidFill>
                  <a:srgbClr val="DAFF6B"/>
                </a:solidFill>
                <a:latin typeface="Tahoma"/>
                <a:cs typeface="Tahoma"/>
              </a:rPr>
              <a:t>2025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1988676" y="2424955"/>
            <a:ext cx="2409190" cy="1146810"/>
          </a:xfrm>
          <a:prstGeom prst="rect">
            <a:avLst/>
          </a:prstGeom>
          <a:solidFill>
            <a:srgbClr val="3B0A85"/>
          </a:solidFill>
        </p:spPr>
        <p:txBody>
          <a:bodyPr vert="horz" wrap="square" lIns="0" tIns="130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25"/>
              </a:spcBef>
            </a:pPr>
            <a:endParaRPr sz="2000">
              <a:latin typeface="Times New Roman"/>
              <a:cs typeface="Times New Roman"/>
            </a:endParaRPr>
          </a:p>
          <a:p>
            <a:pPr marL="544830">
              <a:lnSpc>
                <a:spcPct val="100000"/>
              </a:lnSpc>
            </a:pPr>
            <a:r>
              <a:rPr sz="2000" b="1" dirty="0">
                <a:solidFill>
                  <a:srgbClr val="DAFF6B"/>
                </a:solidFill>
                <a:latin typeface="Tahoma"/>
                <a:cs typeface="Tahoma"/>
              </a:rPr>
              <a:t>April</a:t>
            </a:r>
            <a:r>
              <a:rPr sz="2000" b="1" spc="-55" dirty="0">
                <a:solidFill>
                  <a:srgbClr val="DAFF6B"/>
                </a:solidFill>
                <a:latin typeface="Tahoma"/>
                <a:cs typeface="Tahoma"/>
              </a:rPr>
              <a:t> </a:t>
            </a:r>
            <a:r>
              <a:rPr sz="2000" b="1" spc="-20" dirty="0">
                <a:solidFill>
                  <a:srgbClr val="DAFF6B"/>
                </a:solidFill>
                <a:latin typeface="Tahoma"/>
                <a:cs typeface="Tahoma"/>
              </a:rPr>
              <a:t>2025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4587797" y="2424955"/>
            <a:ext cx="2409190" cy="1146810"/>
          </a:xfrm>
          <a:prstGeom prst="rect">
            <a:avLst/>
          </a:prstGeom>
          <a:solidFill>
            <a:srgbClr val="3B0A85"/>
          </a:solidFill>
        </p:spPr>
        <p:txBody>
          <a:bodyPr vert="horz" wrap="square" lIns="0" tIns="130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25"/>
              </a:spcBef>
            </a:pPr>
            <a:endParaRPr sz="2000">
              <a:latin typeface="Times New Roman"/>
              <a:cs typeface="Times New Roman"/>
            </a:endParaRPr>
          </a:p>
          <a:p>
            <a:pPr marL="581025">
              <a:lnSpc>
                <a:spcPct val="100000"/>
              </a:lnSpc>
            </a:pPr>
            <a:r>
              <a:rPr sz="2000" b="1" dirty="0">
                <a:solidFill>
                  <a:srgbClr val="DAFF6B"/>
                </a:solidFill>
                <a:latin typeface="Tahoma"/>
                <a:cs typeface="Tahoma"/>
              </a:rPr>
              <a:t>May</a:t>
            </a:r>
            <a:r>
              <a:rPr sz="2000" b="1" spc="-45" dirty="0">
                <a:solidFill>
                  <a:srgbClr val="DAFF6B"/>
                </a:solidFill>
                <a:latin typeface="Tahoma"/>
                <a:cs typeface="Tahoma"/>
              </a:rPr>
              <a:t> </a:t>
            </a:r>
            <a:r>
              <a:rPr sz="2000" b="1" spc="-20" dirty="0">
                <a:solidFill>
                  <a:srgbClr val="DAFF6B"/>
                </a:solidFill>
                <a:latin typeface="Tahoma"/>
                <a:cs typeface="Tahoma"/>
              </a:rPr>
              <a:t>2025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291581" y="3761712"/>
            <a:ext cx="2709545" cy="2653665"/>
          </a:xfrm>
          <a:prstGeom prst="rect">
            <a:avLst/>
          </a:prstGeom>
          <a:solidFill>
            <a:srgbClr val="3B0A85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000">
              <a:latin typeface="Times New Roman"/>
              <a:cs typeface="Times New Roman"/>
            </a:endParaRPr>
          </a:p>
          <a:p>
            <a:pPr marL="602615">
              <a:lnSpc>
                <a:spcPct val="100000"/>
              </a:lnSpc>
            </a:pPr>
            <a:r>
              <a:rPr sz="2000" b="1" spc="-10" dirty="0">
                <a:solidFill>
                  <a:srgbClr val="DAFF6B"/>
                </a:solidFill>
                <a:latin typeface="Tahoma"/>
                <a:cs typeface="Tahoma"/>
              </a:rPr>
              <a:t>Preparation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291581" y="6605256"/>
            <a:ext cx="2709545" cy="2952750"/>
          </a:xfrm>
          <a:prstGeom prst="rect">
            <a:avLst/>
          </a:prstGeom>
          <a:solidFill>
            <a:srgbClr val="DAFF6B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75"/>
              </a:spcBef>
            </a:pPr>
            <a:endParaRPr sz="2000">
              <a:latin typeface="Times New Roman"/>
              <a:cs typeface="Times New Roman"/>
            </a:endParaRPr>
          </a:p>
          <a:p>
            <a:pPr marL="641985">
              <a:lnSpc>
                <a:spcPct val="100000"/>
              </a:lnSpc>
            </a:pPr>
            <a:r>
              <a:rPr sz="2000" b="1" spc="-10" dirty="0">
                <a:solidFill>
                  <a:srgbClr val="3B0A85"/>
                </a:solidFill>
                <a:latin typeface="Tahoma"/>
                <a:cs typeface="Tahoma"/>
              </a:rPr>
              <a:t>Realisation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7988389" y="3800475"/>
            <a:ext cx="3289300" cy="762000"/>
          </a:xfrm>
          <a:custGeom>
            <a:avLst/>
            <a:gdLst/>
            <a:ahLst/>
            <a:cxnLst/>
            <a:rect l="l" t="t" r="r" b="b"/>
            <a:pathLst>
              <a:path w="3289300" h="762000">
                <a:moveTo>
                  <a:pt x="2578646" y="761999"/>
                </a:moveTo>
                <a:lnTo>
                  <a:pt x="0" y="761999"/>
                </a:lnTo>
                <a:lnTo>
                  <a:pt x="0" y="0"/>
                </a:lnTo>
                <a:lnTo>
                  <a:pt x="2578646" y="0"/>
                </a:lnTo>
                <a:lnTo>
                  <a:pt x="3289101" y="380469"/>
                </a:lnTo>
                <a:lnTo>
                  <a:pt x="3289101" y="381530"/>
                </a:lnTo>
                <a:lnTo>
                  <a:pt x="2578646" y="761999"/>
                </a:lnTo>
                <a:close/>
              </a:path>
            </a:pathLst>
          </a:custGeom>
          <a:solidFill>
            <a:srgbClr val="3B0A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8694082" y="4038663"/>
            <a:ext cx="147891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DAFF6B"/>
                </a:solidFill>
                <a:latin typeface="Tahoma"/>
                <a:cs typeface="Tahoma"/>
              </a:rPr>
              <a:t>interview</a:t>
            </a:r>
            <a:r>
              <a:rPr sz="1700" spc="-90" dirty="0">
                <a:solidFill>
                  <a:srgbClr val="DAFF6B"/>
                </a:solidFill>
                <a:latin typeface="Tahoma"/>
                <a:cs typeface="Tahoma"/>
              </a:rPr>
              <a:t> </a:t>
            </a:r>
            <a:r>
              <a:rPr sz="1700" spc="-20" dirty="0">
                <a:solidFill>
                  <a:srgbClr val="DAFF6B"/>
                </a:solidFill>
                <a:latin typeface="Tahoma"/>
                <a:cs typeface="Tahoma"/>
              </a:rPr>
              <a:t>guide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9633436" y="4662487"/>
            <a:ext cx="3610610" cy="762000"/>
          </a:xfrm>
          <a:custGeom>
            <a:avLst/>
            <a:gdLst/>
            <a:ahLst/>
            <a:cxnLst/>
            <a:rect l="l" t="t" r="r" b="b"/>
            <a:pathLst>
              <a:path w="3610609" h="762000">
                <a:moveTo>
                  <a:pt x="2899101" y="761999"/>
                </a:moveTo>
                <a:lnTo>
                  <a:pt x="0" y="761999"/>
                </a:lnTo>
                <a:lnTo>
                  <a:pt x="0" y="0"/>
                </a:lnTo>
                <a:lnTo>
                  <a:pt x="2899101" y="0"/>
                </a:lnTo>
                <a:lnTo>
                  <a:pt x="3610546" y="380999"/>
                </a:lnTo>
                <a:lnTo>
                  <a:pt x="2899101" y="761999"/>
                </a:lnTo>
                <a:close/>
              </a:path>
            </a:pathLst>
          </a:custGeom>
          <a:solidFill>
            <a:srgbClr val="3B0A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10319335" y="4900676"/>
            <a:ext cx="183896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DAFF6B"/>
                </a:solidFill>
                <a:latin typeface="Tahoma"/>
                <a:cs typeface="Tahoma"/>
              </a:rPr>
              <a:t>accsess</a:t>
            </a:r>
            <a:r>
              <a:rPr sz="1700" spc="-45" dirty="0">
                <a:solidFill>
                  <a:srgbClr val="DAFF6B"/>
                </a:solidFill>
                <a:latin typeface="Tahoma"/>
                <a:cs typeface="Tahoma"/>
              </a:rPr>
              <a:t> </a:t>
            </a:r>
            <a:r>
              <a:rPr sz="1700" dirty="0">
                <a:solidFill>
                  <a:srgbClr val="DAFF6B"/>
                </a:solidFill>
                <a:latin typeface="Tahoma"/>
                <a:cs typeface="Tahoma"/>
              </a:rPr>
              <a:t>to</a:t>
            </a:r>
            <a:r>
              <a:rPr sz="1700" spc="-40" dirty="0">
                <a:solidFill>
                  <a:srgbClr val="DAFF6B"/>
                </a:solidFill>
                <a:latin typeface="Tahoma"/>
                <a:cs typeface="Tahoma"/>
              </a:rPr>
              <a:t> </a:t>
            </a:r>
            <a:r>
              <a:rPr sz="1700" dirty="0">
                <a:solidFill>
                  <a:srgbClr val="DAFF6B"/>
                </a:solidFill>
                <a:latin typeface="Tahoma"/>
                <a:cs typeface="Tahoma"/>
              </a:rPr>
              <a:t>the</a:t>
            </a:r>
            <a:r>
              <a:rPr sz="1700" spc="-40" dirty="0">
                <a:solidFill>
                  <a:srgbClr val="DAFF6B"/>
                </a:solidFill>
                <a:latin typeface="Tahoma"/>
                <a:cs typeface="Tahoma"/>
              </a:rPr>
              <a:t> </a:t>
            </a:r>
            <a:r>
              <a:rPr sz="1700" spc="-20" dirty="0">
                <a:solidFill>
                  <a:srgbClr val="DAFF6B"/>
                </a:solidFill>
                <a:latin typeface="Tahoma"/>
                <a:cs typeface="Tahoma"/>
              </a:rPr>
              <a:t>field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7772158" y="5524499"/>
            <a:ext cx="3289300" cy="762000"/>
          </a:xfrm>
          <a:custGeom>
            <a:avLst/>
            <a:gdLst/>
            <a:ahLst/>
            <a:cxnLst/>
            <a:rect l="l" t="t" r="r" b="b"/>
            <a:pathLst>
              <a:path w="3289300" h="762000">
                <a:moveTo>
                  <a:pt x="2578646" y="761999"/>
                </a:moveTo>
                <a:lnTo>
                  <a:pt x="0" y="761999"/>
                </a:lnTo>
                <a:lnTo>
                  <a:pt x="0" y="0"/>
                </a:lnTo>
                <a:lnTo>
                  <a:pt x="2578646" y="0"/>
                </a:lnTo>
                <a:lnTo>
                  <a:pt x="3289101" y="380469"/>
                </a:lnTo>
                <a:lnTo>
                  <a:pt x="3289101" y="381530"/>
                </a:lnTo>
                <a:lnTo>
                  <a:pt x="2578646" y="761999"/>
                </a:lnTo>
                <a:close/>
              </a:path>
            </a:pathLst>
          </a:custGeom>
          <a:solidFill>
            <a:srgbClr val="3B0A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8488270" y="5762688"/>
            <a:ext cx="145796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DAFF6B"/>
                </a:solidFill>
                <a:latin typeface="Tahoma"/>
                <a:cs typeface="Tahoma"/>
              </a:rPr>
              <a:t>survey</a:t>
            </a:r>
            <a:r>
              <a:rPr sz="1700" spc="-75" dirty="0">
                <a:solidFill>
                  <a:srgbClr val="DAFF6B"/>
                </a:solidFill>
                <a:latin typeface="Tahoma"/>
                <a:cs typeface="Tahoma"/>
              </a:rPr>
              <a:t> </a:t>
            </a:r>
            <a:r>
              <a:rPr sz="1700" spc="-10" dirty="0">
                <a:solidFill>
                  <a:srgbClr val="DAFF6B"/>
                </a:solidFill>
                <a:latin typeface="Tahoma"/>
                <a:cs typeface="Tahoma"/>
              </a:rPr>
              <a:t>concept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1278480" y="7658007"/>
            <a:ext cx="3188335" cy="762000"/>
          </a:xfrm>
          <a:custGeom>
            <a:avLst/>
            <a:gdLst/>
            <a:ahLst/>
            <a:cxnLst/>
            <a:rect l="l" t="t" r="r" b="b"/>
            <a:pathLst>
              <a:path w="3188334" h="762000">
                <a:moveTo>
                  <a:pt x="2476368" y="761999"/>
                </a:moveTo>
                <a:lnTo>
                  <a:pt x="0" y="761999"/>
                </a:lnTo>
                <a:lnTo>
                  <a:pt x="0" y="0"/>
                </a:lnTo>
                <a:lnTo>
                  <a:pt x="2476368" y="0"/>
                </a:lnTo>
                <a:lnTo>
                  <a:pt x="3187813" y="380999"/>
                </a:lnTo>
                <a:lnTo>
                  <a:pt x="2476368" y="761999"/>
                </a:lnTo>
                <a:close/>
              </a:path>
            </a:pathLst>
          </a:custGeom>
          <a:solidFill>
            <a:srgbClr val="DAFF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12336003" y="7896195"/>
            <a:ext cx="67246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3B0A85"/>
                </a:solidFill>
                <a:latin typeface="Tahoma"/>
                <a:cs typeface="Tahoma"/>
              </a:rPr>
              <a:t>Survey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11278480" y="6695982"/>
            <a:ext cx="2470785" cy="762000"/>
          </a:xfrm>
          <a:custGeom>
            <a:avLst/>
            <a:gdLst/>
            <a:ahLst/>
            <a:cxnLst/>
            <a:rect l="l" t="t" r="r" b="b"/>
            <a:pathLst>
              <a:path w="2470784" h="762000">
                <a:moveTo>
                  <a:pt x="1758801" y="761999"/>
                </a:moveTo>
                <a:lnTo>
                  <a:pt x="0" y="761999"/>
                </a:lnTo>
                <a:lnTo>
                  <a:pt x="0" y="0"/>
                </a:lnTo>
                <a:lnTo>
                  <a:pt x="1758801" y="0"/>
                </a:lnTo>
                <a:lnTo>
                  <a:pt x="2470246" y="380999"/>
                </a:lnTo>
                <a:lnTo>
                  <a:pt x="1758801" y="761999"/>
                </a:lnTo>
                <a:close/>
              </a:path>
            </a:pathLst>
          </a:custGeom>
          <a:solidFill>
            <a:srgbClr val="DAFF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11805133" y="6934170"/>
            <a:ext cx="1017269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3B0A85"/>
                </a:solidFill>
                <a:latin typeface="Tahoma"/>
                <a:cs typeface="Tahoma"/>
              </a:rPr>
              <a:t>Interviews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3978633" y="8867654"/>
            <a:ext cx="124523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3B0A85"/>
                </a:solidFill>
                <a:latin typeface="Tahoma"/>
                <a:cs typeface="Tahoma"/>
              </a:rPr>
              <a:t>focus</a:t>
            </a:r>
            <a:r>
              <a:rPr sz="1700" spc="-60" dirty="0">
                <a:solidFill>
                  <a:srgbClr val="3B0A85"/>
                </a:solidFill>
                <a:latin typeface="Tahoma"/>
                <a:cs typeface="Tahoma"/>
              </a:rPr>
              <a:t> </a:t>
            </a:r>
            <a:r>
              <a:rPr sz="1700" spc="-10" dirty="0">
                <a:solidFill>
                  <a:srgbClr val="3B0A85"/>
                </a:solidFill>
                <a:latin typeface="Tahoma"/>
                <a:cs typeface="Tahoma"/>
              </a:rPr>
              <a:t>groups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767294" y="960799"/>
            <a:ext cx="7904480" cy="1177290"/>
          </a:xfrm>
          <a:custGeom>
            <a:avLst/>
            <a:gdLst/>
            <a:ahLst/>
            <a:cxnLst/>
            <a:rect l="l" t="t" r="r" b="b"/>
            <a:pathLst>
              <a:path w="7904480" h="1177289">
                <a:moveTo>
                  <a:pt x="7904209" y="906244"/>
                </a:moveTo>
                <a:lnTo>
                  <a:pt x="31150" y="1176864"/>
                </a:lnTo>
                <a:lnTo>
                  <a:pt x="0" y="270620"/>
                </a:lnTo>
                <a:lnTo>
                  <a:pt x="7873059" y="0"/>
                </a:lnTo>
                <a:lnTo>
                  <a:pt x="7904209" y="906244"/>
                </a:lnTo>
                <a:close/>
              </a:path>
            </a:pathLst>
          </a:custGeom>
          <a:solidFill>
            <a:srgbClr val="3B0A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 rot="21540000">
            <a:off x="1020869" y="1252269"/>
            <a:ext cx="7398216" cy="647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780"/>
              </a:lnSpc>
            </a:pPr>
            <a:r>
              <a:rPr sz="7650" spc="-225" baseline="-5446" dirty="0">
                <a:solidFill>
                  <a:srgbClr val="DAFF6B"/>
                </a:solidFill>
                <a:latin typeface="Arial MT"/>
                <a:cs typeface="Arial MT"/>
              </a:rPr>
              <a:t>R</a:t>
            </a:r>
            <a:r>
              <a:rPr sz="7650" spc="-225" baseline="-4901" dirty="0">
                <a:solidFill>
                  <a:srgbClr val="DAFF6B"/>
                </a:solidFill>
                <a:latin typeface="Arial MT"/>
                <a:cs typeface="Arial MT"/>
              </a:rPr>
              <a:t>E</a:t>
            </a:r>
            <a:r>
              <a:rPr sz="7650" spc="-225" baseline="-4357" dirty="0">
                <a:solidFill>
                  <a:srgbClr val="DAFF6B"/>
                </a:solidFill>
                <a:latin typeface="Arial MT"/>
                <a:cs typeface="Arial MT"/>
              </a:rPr>
              <a:t>S</a:t>
            </a:r>
            <a:r>
              <a:rPr sz="7650" spc="-225" baseline="-3812" dirty="0">
                <a:solidFill>
                  <a:srgbClr val="DAFF6B"/>
                </a:solidFill>
                <a:latin typeface="Arial MT"/>
                <a:cs typeface="Arial MT"/>
              </a:rPr>
              <a:t>E</a:t>
            </a:r>
            <a:r>
              <a:rPr sz="7650" spc="-225" baseline="-2723" dirty="0">
                <a:solidFill>
                  <a:srgbClr val="DAFF6B"/>
                </a:solidFill>
                <a:latin typeface="Arial MT"/>
                <a:cs typeface="Arial MT"/>
              </a:rPr>
              <a:t>A</a:t>
            </a:r>
            <a:r>
              <a:rPr sz="7650" spc="-225" baseline="-2178" dirty="0">
                <a:solidFill>
                  <a:srgbClr val="DAFF6B"/>
                </a:solidFill>
                <a:latin typeface="Arial MT"/>
                <a:cs typeface="Arial MT"/>
              </a:rPr>
              <a:t>R</a:t>
            </a:r>
            <a:r>
              <a:rPr sz="7650" spc="-225" baseline="-1633" dirty="0">
                <a:solidFill>
                  <a:srgbClr val="DAFF6B"/>
                </a:solidFill>
                <a:latin typeface="Arial MT"/>
                <a:cs typeface="Arial MT"/>
              </a:rPr>
              <a:t>C</a:t>
            </a:r>
            <a:r>
              <a:rPr sz="7650" spc="-225" baseline="-1089" dirty="0">
                <a:solidFill>
                  <a:srgbClr val="DAFF6B"/>
                </a:solidFill>
                <a:latin typeface="Arial MT"/>
                <a:cs typeface="Arial MT"/>
              </a:rPr>
              <a:t>H</a:t>
            </a:r>
            <a:r>
              <a:rPr sz="7650" spc="-247" baseline="-1089" dirty="0">
                <a:solidFill>
                  <a:srgbClr val="DAFF6B"/>
                </a:solidFill>
                <a:latin typeface="Arial MT"/>
                <a:cs typeface="Arial MT"/>
              </a:rPr>
              <a:t> </a:t>
            </a:r>
            <a:r>
              <a:rPr sz="5100" spc="-10" dirty="0">
                <a:solidFill>
                  <a:srgbClr val="DAFF6B"/>
                </a:solidFill>
                <a:latin typeface="Arial MT"/>
                <a:cs typeface="Arial MT"/>
              </a:rPr>
              <a:t>TI</a:t>
            </a:r>
            <a:r>
              <a:rPr sz="7650" spc="-15" baseline="1089" dirty="0">
                <a:solidFill>
                  <a:srgbClr val="DAFF6B"/>
                </a:solidFill>
                <a:latin typeface="Arial MT"/>
                <a:cs typeface="Arial MT"/>
              </a:rPr>
              <a:t>M</a:t>
            </a:r>
            <a:r>
              <a:rPr sz="7650" spc="-15" baseline="1633" dirty="0">
                <a:solidFill>
                  <a:srgbClr val="DAFF6B"/>
                </a:solidFill>
                <a:latin typeface="Arial MT"/>
                <a:cs typeface="Arial MT"/>
              </a:rPr>
              <a:t>E</a:t>
            </a:r>
            <a:r>
              <a:rPr sz="7650" spc="-15" baseline="2178" dirty="0">
                <a:solidFill>
                  <a:srgbClr val="DAFF6B"/>
                </a:solidFill>
                <a:latin typeface="Arial MT"/>
                <a:cs typeface="Arial MT"/>
              </a:rPr>
              <a:t>T</a:t>
            </a:r>
            <a:r>
              <a:rPr sz="7650" spc="-15" baseline="2723" dirty="0">
                <a:solidFill>
                  <a:srgbClr val="DAFF6B"/>
                </a:solidFill>
                <a:latin typeface="Arial MT"/>
                <a:cs typeface="Arial MT"/>
              </a:rPr>
              <a:t>A</a:t>
            </a:r>
            <a:r>
              <a:rPr sz="7650" spc="-15" baseline="3812" dirty="0">
                <a:solidFill>
                  <a:srgbClr val="DAFF6B"/>
                </a:solidFill>
                <a:latin typeface="Arial MT"/>
                <a:cs typeface="Arial MT"/>
              </a:rPr>
              <a:t>B</a:t>
            </a:r>
            <a:r>
              <a:rPr sz="7650" spc="-15" baseline="4357" dirty="0">
                <a:solidFill>
                  <a:srgbClr val="DAFF6B"/>
                </a:solidFill>
                <a:latin typeface="Arial MT"/>
                <a:cs typeface="Arial MT"/>
              </a:rPr>
              <a:t>L</a:t>
            </a:r>
            <a:r>
              <a:rPr sz="7650" spc="-15" baseline="4901" dirty="0">
                <a:solidFill>
                  <a:srgbClr val="DAFF6B"/>
                </a:solidFill>
                <a:latin typeface="Arial MT"/>
                <a:cs typeface="Arial MT"/>
              </a:rPr>
              <a:t>E</a:t>
            </a:r>
            <a:endParaRPr sz="7650" baseline="4901">
              <a:latin typeface="Arial MT"/>
              <a:cs typeface="Arial MT"/>
            </a:endParaRPr>
          </a:p>
        </p:txBody>
      </p:sp>
      <p:sp>
        <p:nvSpPr>
          <p:cNvPr id="35" name="object 35"/>
          <p:cNvSpPr txBox="1">
            <a:spLocks noGrp="1"/>
          </p:cNvSpPr>
          <p:nvPr>
            <p:ph type="title"/>
          </p:nvPr>
        </p:nvSpPr>
        <p:spPr>
          <a:xfrm>
            <a:off x="477734" y="292754"/>
            <a:ext cx="2507615" cy="859790"/>
          </a:xfrm>
          <a:prstGeom prst="rect">
            <a:avLst/>
          </a:prstGeom>
          <a:solidFill>
            <a:srgbClr val="DAFF6B"/>
          </a:solidFill>
        </p:spPr>
        <p:txBody>
          <a:bodyPr vert="horz" wrap="square" lIns="0" tIns="94615" rIns="0" bIns="0" rtlCol="0">
            <a:spAutoFit/>
          </a:bodyPr>
          <a:lstStyle/>
          <a:p>
            <a:pPr marL="201930">
              <a:lnSpc>
                <a:spcPct val="100000"/>
              </a:lnSpc>
              <a:spcBef>
                <a:spcPts val="745"/>
              </a:spcBef>
            </a:pPr>
            <a:r>
              <a:rPr sz="3950" spc="100" dirty="0"/>
              <a:t>Example</a:t>
            </a:r>
            <a:endParaRPr sz="395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 rot="21300000">
            <a:off x="1593493" y="2352492"/>
            <a:ext cx="9412764" cy="1346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125"/>
              </a:lnSpc>
            </a:pPr>
            <a:r>
              <a:rPr sz="15900" spc="-644" baseline="-2882" dirty="0">
                <a:solidFill>
                  <a:srgbClr val="DAFF6B"/>
                </a:solidFill>
                <a:latin typeface="Arial MT"/>
                <a:cs typeface="Arial MT"/>
              </a:rPr>
              <a:t>C</a:t>
            </a:r>
            <a:r>
              <a:rPr sz="15900" spc="-644" baseline="-2358" dirty="0">
                <a:solidFill>
                  <a:srgbClr val="DAFF6B"/>
                </a:solidFill>
                <a:latin typeface="Arial MT"/>
                <a:cs typeface="Arial MT"/>
              </a:rPr>
              <a:t>O</a:t>
            </a:r>
            <a:r>
              <a:rPr sz="15900" spc="-644" baseline="-2096" dirty="0">
                <a:solidFill>
                  <a:srgbClr val="DAFF6B"/>
                </a:solidFill>
                <a:latin typeface="Arial MT"/>
                <a:cs typeface="Arial MT"/>
              </a:rPr>
              <a:t>-</a:t>
            </a:r>
            <a:r>
              <a:rPr sz="15900" spc="-15" baseline="-1834" dirty="0">
                <a:solidFill>
                  <a:srgbClr val="DAFF6B"/>
                </a:solidFill>
                <a:latin typeface="Arial MT"/>
                <a:cs typeface="Arial MT"/>
              </a:rPr>
              <a:t>C</a:t>
            </a:r>
            <a:r>
              <a:rPr sz="15900" spc="-15" baseline="-1572" dirty="0">
                <a:solidFill>
                  <a:srgbClr val="DAFF6B"/>
                </a:solidFill>
                <a:latin typeface="Arial MT"/>
                <a:cs typeface="Arial MT"/>
              </a:rPr>
              <a:t>R</a:t>
            </a:r>
            <a:r>
              <a:rPr sz="15900" spc="-15" baseline="-1048" dirty="0">
                <a:solidFill>
                  <a:srgbClr val="DAFF6B"/>
                </a:solidFill>
                <a:latin typeface="Arial MT"/>
                <a:cs typeface="Arial MT"/>
              </a:rPr>
              <a:t>E</a:t>
            </a:r>
            <a:r>
              <a:rPr sz="10600" spc="-10" dirty="0">
                <a:solidFill>
                  <a:srgbClr val="DAFF6B"/>
                </a:solidFill>
                <a:latin typeface="Arial MT"/>
                <a:cs typeface="Arial MT"/>
              </a:rPr>
              <a:t>ATING</a:t>
            </a:r>
            <a:endParaRPr sz="106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 rot="21300000">
            <a:off x="1702987" y="3779267"/>
            <a:ext cx="6472045" cy="1346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235"/>
              </a:lnSpc>
            </a:pPr>
            <a:r>
              <a:rPr sz="15900" spc="-592" baseline="-1834" dirty="0">
                <a:solidFill>
                  <a:srgbClr val="DAFF6B"/>
                </a:solidFill>
                <a:latin typeface="Arial MT"/>
                <a:cs typeface="Arial MT"/>
              </a:rPr>
              <a:t>O</a:t>
            </a:r>
            <a:r>
              <a:rPr sz="15900" spc="-592" baseline="-1572" dirty="0">
                <a:solidFill>
                  <a:srgbClr val="DAFF6B"/>
                </a:solidFill>
                <a:latin typeface="Arial MT"/>
                <a:cs typeface="Arial MT"/>
              </a:rPr>
              <a:t>U</a:t>
            </a:r>
            <a:r>
              <a:rPr sz="15900" spc="-592" baseline="-1048" dirty="0">
                <a:solidFill>
                  <a:srgbClr val="DAFF6B"/>
                </a:solidFill>
                <a:latin typeface="Arial MT"/>
                <a:cs typeface="Arial MT"/>
              </a:rPr>
              <a:t>R</a:t>
            </a:r>
            <a:r>
              <a:rPr sz="15900" spc="547" baseline="-1048" dirty="0">
                <a:solidFill>
                  <a:srgbClr val="DAFF6B"/>
                </a:solidFill>
                <a:latin typeface="Arial MT"/>
                <a:cs typeface="Arial MT"/>
              </a:rPr>
              <a:t> </a:t>
            </a:r>
            <a:r>
              <a:rPr sz="10600" spc="-275" dirty="0">
                <a:solidFill>
                  <a:srgbClr val="DAFF6B"/>
                </a:solidFill>
                <a:latin typeface="Arial MT"/>
                <a:cs typeface="Arial MT"/>
              </a:rPr>
              <a:t>CITY</a:t>
            </a:r>
            <a:endParaRPr sz="106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389247" y="1260053"/>
            <a:ext cx="5063490" cy="859790"/>
          </a:xfrm>
          <a:prstGeom prst="rect">
            <a:avLst/>
          </a:prstGeom>
          <a:solidFill>
            <a:srgbClr val="DAFF6B"/>
          </a:solidFill>
        </p:spPr>
        <p:txBody>
          <a:bodyPr vert="horz" wrap="square" lIns="0" tIns="94615" rIns="0" bIns="0" rtlCol="0">
            <a:spAutoFit/>
          </a:bodyPr>
          <a:lstStyle/>
          <a:p>
            <a:pPr marL="201930">
              <a:lnSpc>
                <a:spcPct val="100000"/>
              </a:lnSpc>
              <a:spcBef>
                <a:spcPts val="745"/>
              </a:spcBef>
            </a:pPr>
            <a:r>
              <a:rPr sz="3950" spc="185" dirty="0"/>
              <a:t>DATA</a:t>
            </a:r>
            <a:r>
              <a:rPr sz="3950" spc="-245" dirty="0"/>
              <a:t> </a:t>
            </a:r>
            <a:r>
              <a:rPr sz="3950" spc="120" dirty="0"/>
              <a:t>EVALUATION</a:t>
            </a:r>
            <a:endParaRPr sz="3950"/>
          </a:p>
        </p:txBody>
      </p:sp>
      <p:sp>
        <p:nvSpPr>
          <p:cNvPr id="5" name="object 5"/>
          <p:cNvSpPr txBox="1"/>
          <p:nvPr/>
        </p:nvSpPr>
        <p:spPr>
          <a:xfrm>
            <a:off x="8728202" y="4434827"/>
            <a:ext cx="8077834" cy="4521200"/>
          </a:xfrm>
          <a:prstGeom prst="rect">
            <a:avLst/>
          </a:prstGeom>
        </p:spPr>
        <p:txBody>
          <a:bodyPr vert="horz" wrap="square" lIns="0" tIns="55879" rIns="0" bIns="0" rtlCol="0">
            <a:spAutoFit/>
          </a:bodyPr>
          <a:lstStyle/>
          <a:p>
            <a:pPr marL="12700" marR="410845">
              <a:lnSpc>
                <a:spcPts val="2700"/>
              </a:lnSpc>
              <a:spcBef>
                <a:spcPts val="439"/>
              </a:spcBef>
            </a:pP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sz="2500" spc="-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Trebuchet MS"/>
                <a:cs typeface="Trebuchet MS"/>
              </a:rPr>
              <a:t>following</a:t>
            </a:r>
            <a:r>
              <a:rPr sz="2500" spc="-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60" dirty="0">
                <a:solidFill>
                  <a:srgbClr val="FFFFFF"/>
                </a:solidFill>
                <a:latin typeface="Trebuchet MS"/>
                <a:cs typeface="Trebuchet MS"/>
              </a:rPr>
              <a:t>slides</a:t>
            </a:r>
            <a:r>
              <a:rPr sz="2500" spc="-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55" dirty="0">
                <a:solidFill>
                  <a:srgbClr val="FFFFFF"/>
                </a:solidFill>
                <a:latin typeface="Trebuchet MS"/>
                <a:cs typeface="Trebuchet MS"/>
              </a:rPr>
              <a:t>provide</a:t>
            </a:r>
            <a:r>
              <a:rPr sz="2500" spc="-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70" dirty="0">
                <a:solidFill>
                  <a:srgbClr val="FFFFFF"/>
                </a:solidFill>
                <a:latin typeface="Trebuchet MS"/>
                <a:cs typeface="Trebuchet MS"/>
              </a:rPr>
              <a:t>ideas</a:t>
            </a:r>
            <a:r>
              <a:rPr sz="2500" spc="-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for</a:t>
            </a:r>
            <a:r>
              <a:rPr sz="2500" spc="-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65" dirty="0">
                <a:solidFill>
                  <a:srgbClr val="FFFFFF"/>
                </a:solidFill>
                <a:latin typeface="Trebuchet MS"/>
                <a:cs typeface="Trebuchet MS"/>
              </a:rPr>
              <a:t>how</a:t>
            </a:r>
            <a:r>
              <a:rPr sz="2500" spc="-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105" dirty="0">
                <a:solidFill>
                  <a:srgbClr val="FFFFFF"/>
                </a:solidFill>
                <a:latin typeface="Trebuchet MS"/>
                <a:cs typeface="Trebuchet MS"/>
              </a:rPr>
              <a:t>you</a:t>
            </a:r>
            <a:r>
              <a:rPr sz="2500" spc="-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60" dirty="0">
                <a:solidFill>
                  <a:srgbClr val="FFFFFF"/>
                </a:solidFill>
                <a:latin typeface="Trebuchet MS"/>
                <a:cs typeface="Trebuchet MS"/>
              </a:rPr>
              <a:t>could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work</a:t>
            </a:r>
            <a:r>
              <a:rPr sz="25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through</a:t>
            </a:r>
            <a:r>
              <a:rPr sz="25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sz="25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50" dirty="0">
                <a:solidFill>
                  <a:srgbClr val="FFFFFF"/>
                </a:solidFill>
                <a:latin typeface="Trebuchet MS"/>
                <a:cs typeface="Trebuchet MS"/>
              </a:rPr>
              <a:t>data</a:t>
            </a:r>
            <a:r>
              <a:rPr sz="25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50" dirty="0">
                <a:solidFill>
                  <a:srgbClr val="FFFFFF"/>
                </a:solidFill>
                <a:latin typeface="Trebuchet MS"/>
                <a:cs typeface="Trebuchet MS"/>
              </a:rPr>
              <a:t>analysis</a:t>
            </a:r>
            <a:r>
              <a:rPr sz="25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with</a:t>
            </a:r>
            <a:r>
              <a:rPr sz="25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60" dirty="0">
                <a:solidFill>
                  <a:srgbClr val="FFFFFF"/>
                </a:solidFill>
                <a:latin typeface="Trebuchet MS"/>
                <a:cs typeface="Trebuchet MS"/>
              </a:rPr>
              <a:t>your</a:t>
            </a:r>
            <a:r>
              <a:rPr sz="25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195" dirty="0">
                <a:solidFill>
                  <a:srgbClr val="FFFFFF"/>
                </a:solidFill>
                <a:latin typeface="Trebuchet MS"/>
                <a:cs typeface="Trebuchet MS"/>
              </a:rPr>
              <a:t>co- </a:t>
            </a:r>
            <a:r>
              <a:rPr sz="2500" spc="-10" dirty="0">
                <a:solidFill>
                  <a:srgbClr val="FFFFFF"/>
                </a:solidFill>
                <a:latin typeface="Trebuchet MS"/>
                <a:cs typeface="Trebuchet MS"/>
              </a:rPr>
              <a:t>researchers.</a:t>
            </a:r>
            <a:endParaRPr sz="2500">
              <a:latin typeface="Trebuchet MS"/>
              <a:cs typeface="Trebuchet MS"/>
            </a:endParaRPr>
          </a:p>
          <a:p>
            <a:pPr marL="12700" marR="5080">
              <a:lnSpc>
                <a:spcPts val="2700"/>
              </a:lnSpc>
              <a:spcBef>
                <a:spcPts val="2700"/>
              </a:spcBef>
            </a:pPr>
            <a:r>
              <a:rPr sz="2500" spc="60" dirty="0">
                <a:solidFill>
                  <a:srgbClr val="FFFFFF"/>
                </a:solidFill>
                <a:latin typeface="Trebuchet MS"/>
                <a:cs typeface="Trebuchet MS"/>
              </a:rPr>
              <a:t>Examples</a:t>
            </a:r>
            <a:r>
              <a:rPr sz="2500" spc="-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105" dirty="0">
                <a:solidFill>
                  <a:srgbClr val="FFFFFF"/>
                </a:solidFill>
                <a:latin typeface="Trebuchet MS"/>
                <a:cs typeface="Trebuchet MS"/>
              </a:rPr>
              <a:t>show</a:t>
            </a:r>
            <a:r>
              <a:rPr sz="2500" spc="-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sz="2500" spc="-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50" dirty="0">
                <a:solidFill>
                  <a:srgbClr val="FFFFFF"/>
                </a:solidFill>
                <a:latin typeface="Trebuchet MS"/>
                <a:cs typeface="Trebuchet MS"/>
              </a:rPr>
              <a:t>analysis</a:t>
            </a:r>
            <a:r>
              <a:rPr sz="2500" spc="-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of</a:t>
            </a:r>
            <a:r>
              <a:rPr sz="2500" spc="-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130" dirty="0">
                <a:solidFill>
                  <a:srgbClr val="FFFFFF"/>
                </a:solidFill>
                <a:latin typeface="Trebuchet MS"/>
                <a:cs typeface="Trebuchet MS"/>
              </a:rPr>
              <a:t>semi-</a:t>
            </a:r>
            <a:r>
              <a:rPr sz="2500" spc="50" dirty="0">
                <a:solidFill>
                  <a:srgbClr val="FFFFFF"/>
                </a:solidFill>
                <a:latin typeface="Trebuchet MS"/>
                <a:cs typeface="Trebuchet MS"/>
              </a:rPr>
              <a:t>structured</a:t>
            </a:r>
            <a:r>
              <a:rPr sz="2500" spc="-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65" dirty="0">
                <a:solidFill>
                  <a:srgbClr val="FFFFFF"/>
                </a:solidFill>
                <a:latin typeface="Trebuchet MS"/>
                <a:cs typeface="Trebuchet MS"/>
              </a:rPr>
              <a:t>guided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interviews</a:t>
            </a:r>
            <a:r>
              <a:rPr sz="25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85" dirty="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sz="25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are</a:t>
            </a:r>
            <a:r>
              <a:rPr sz="25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taken</a:t>
            </a:r>
            <a:r>
              <a:rPr sz="25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from</a:t>
            </a:r>
            <a:r>
              <a:rPr sz="25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sz="25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pilot</a:t>
            </a:r>
            <a:r>
              <a:rPr sz="25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project</a:t>
            </a:r>
            <a:r>
              <a:rPr sz="25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-25" dirty="0">
                <a:solidFill>
                  <a:srgbClr val="FFFFFF"/>
                </a:solidFill>
                <a:latin typeface="Trebuchet MS"/>
                <a:cs typeface="Trebuchet MS"/>
              </a:rPr>
              <a:t>in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Düsseldorf,</a:t>
            </a:r>
            <a:r>
              <a:rPr sz="2500" spc="-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Germany.</a:t>
            </a:r>
            <a:r>
              <a:rPr sz="2500" spc="-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They</a:t>
            </a:r>
            <a:r>
              <a:rPr sz="2500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-25" dirty="0">
                <a:solidFill>
                  <a:srgbClr val="FFFFFF"/>
                </a:solidFill>
                <a:latin typeface="Trebuchet MS"/>
                <a:cs typeface="Trebuchet MS"/>
              </a:rPr>
              <a:t>illustrate</a:t>
            </a:r>
            <a:r>
              <a:rPr sz="2500" spc="-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65" dirty="0">
                <a:solidFill>
                  <a:srgbClr val="FFFFFF"/>
                </a:solidFill>
                <a:latin typeface="Trebuchet MS"/>
                <a:cs typeface="Trebuchet MS"/>
              </a:rPr>
              <a:t>how</a:t>
            </a:r>
            <a:r>
              <a:rPr sz="2500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105" dirty="0">
                <a:solidFill>
                  <a:srgbClr val="FFFFFF"/>
                </a:solidFill>
                <a:latin typeface="Trebuchet MS"/>
                <a:cs typeface="Trebuchet MS"/>
              </a:rPr>
              <a:t>you</a:t>
            </a:r>
            <a:r>
              <a:rPr sz="2500" spc="-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60" dirty="0">
                <a:solidFill>
                  <a:srgbClr val="FFFFFF"/>
                </a:solidFill>
                <a:latin typeface="Trebuchet MS"/>
                <a:cs typeface="Trebuchet MS"/>
              </a:rPr>
              <a:t>could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work</a:t>
            </a:r>
            <a:r>
              <a:rPr sz="2500" spc="-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together</a:t>
            </a:r>
            <a:r>
              <a:rPr sz="2500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sz="2500" spc="-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50" dirty="0">
                <a:solidFill>
                  <a:srgbClr val="FFFFFF"/>
                </a:solidFill>
                <a:latin typeface="Trebuchet MS"/>
                <a:cs typeface="Trebuchet MS"/>
              </a:rPr>
              <a:t>analyse</a:t>
            </a:r>
            <a:r>
              <a:rPr sz="2500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60" dirty="0">
                <a:solidFill>
                  <a:srgbClr val="FFFFFF"/>
                </a:solidFill>
                <a:latin typeface="Trebuchet MS"/>
                <a:cs typeface="Trebuchet MS"/>
              </a:rPr>
              <a:t>your</a:t>
            </a:r>
            <a:r>
              <a:rPr sz="2500" spc="-10" dirty="0">
                <a:solidFill>
                  <a:srgbClr val="FFFFFF"/>
                </a:solidFill>
                <a:latin typeface="Trebuchet MS"/>
                <a:cs typeface="Trebuchet MS"/>
              </a:rPr>
              <a:t> data.</a:t>
            </a:r>
            <a:endParaRPr sz="2500">
              <a:latin typeface="Trebuchet MS"/>
              <a:cs typeface="Trebuchet MS"/>
            </a:endParaRPr>
          </a:p>
          <a:p>
            <a:pPr marL="12700" marR="152400">
              <a:lnSpc>
                <a:spcPts val="2700"/>
              </a:lnSpc>
              <a:spcBef>
                <a:spcPts val="2700"/>
              </a:spcBef>
            </a:pP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sz="25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75" dirty="0">
                <a:solidFill>
                  <a:srgbClr val="FFFFFF"/>
                </a:solidFill>
                <a:latin typeface="Trebuchet MS"/>
                <a:cs typeface="Trebuchet MS"/>
              </a:rPr>
              <a:t>adapt</a:t>
            </a:r>
            <a:r>
              <a:rPr sz="25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65" dirty="0">
                <a:solidFill>
                  <a:srgbClr val="FFFFFF"/>
                </a:solidFill>
                <a:latin typeface="Trebuchet MS"/>
                <a:cs typeface="Trebuchet MS"/>
              </a:rPr>
              <a:t>these</a:t>
            </a:r>
            <a:r>
              <a:rPr sz="25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sz="25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60" dirty="0">
                <a:solidFill>
                  <a:srgbClr val="FFFFFF"/>
                </a:solidFill>
                <a:latin typeface="Trebuchet MS"/>
                <a:cs typeface="Trebuchet MS"/>
              </a:rPr>
              <a:t>your</a:t>
            </a:r>
            <a:r>
              <a:rPr sz="25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65" dirty="0">
                <a:solidFill>
                  <a:srgbClr val="FFFFFF"/>
                </a:solidFill>
                <a:latin typeface="Trebuchet MS"/>
                <a:cs typeface="Trebuchet MS"/>
              </a:rPr>
              <a:t>own</a:t>
            </a:r>
            <a:r>
              <a:rPr sz="25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260" dirty="0">
                <a:solidFill>
                  <a:srgbClr val="FFFFFF"/>
                </a:solidFill>
                <a:latin typeface="Trebuchet MS"/>
                <a:cs typeface="Trebuchet MS"/>
              </a:rPr>
              <a:t>Co-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Creating</a:t>
            </a:r>
            <a:r>
              <a:rPr sz="25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80" dirty="0">
                <a:solidFill>
                  <a:srgbClr val="FFFFFF"/>
                </a:solidFill>
                <a:latin typeface="Trebuchet MS"/>
                <a:cs typeface="Trebuchet MS"/>
              </a:rPr>
              <a:t>Our</a:t>
            </a:r>
            <a:r>
              <a:rPr sz="25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50" dirty="0">
                <a:solidFill>
                  <a:srgbClr val="FFFFFF"/>
                </a:solidFill>
                <a:latin typeface="Trebuchet MS"/>
                <a:cs typeface="Trebuchet MS"/>
              </a:rPr>
              <a:t>City </a:t>
            </a:r>
            <a:r>
              <a:rPr sz="2500" spc="-40" dirty="0">
                <a:solidFill>
                  <a:srgbClr val="FFFFFF"/>
                </a:solidFill>
                <a:latin typeface="Trebuchet MS"/>
                <a:cs typeface="Trebuchet MS"/>
              </a:rPr>
              <a:t>project,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75" dirty="0">
                <a:solidFill>
                  <a:srgbClr val="FFFFFF"/>
                </a:solidFill>
                <a:latin typeface="Trebuchet MS"/>
                <a:cs typeface="Trebuchet MS"/>
              </a:rPr>
              <a:t>consider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 giving a general introduction to</a:t>
            </a:r>
            <a:r>
              <a:rPr sz="2500" spc="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30" dirty="0">
                <a:solidFill>
                  <a:srgbClr val="FFFFFF"/>
                </a:solidFill>
                <a:latin typeface="Trebuchet MS"/>
                <a:cs typeface="Trebuchet MS"/>
              </a:rPr>
              <a:t>data </a:t>
            </a:r>
            <a:r>
              <a:rPr sz="2500" spc="50" dirty="0">
                <a:solidFill>
                  <a:srgbClr val="FFFFFF"/>
                </a:solidFill>
                <a:latin typeface="Trebuchet MS"/>
                <a:cs typeface="Trebuchet MS"/>
              </a:rPr>
              <a:t>analysis</a:t>
            </a:r>
            <a:r>
              <a:rPr sz="2500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85" dirty="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sz="2500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replace</a:t>
            </a:r>
            <a:r>
              <a:rPr sz="2500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60" dirty="0">
                <a:solidFill>
                  <a:srgbClr val="FFFFFF"/>
                </a:solidFill>
                <a:latin typeface="Trebuchet MS"/>
                <a:cs typeface="Trebuchet MS"/>
              </a:rPr>
              <a:t>examples</a:t>
            </a:r>
            <a:r>
              <a:rPr sz="2500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from</a:t>
            </a:r>
            <a:r>
              <a:rPr sz="2500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our</a:t>
            </a:r>
            <a:r>
              <a:rPr sz="2500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pilot</a:t>
            </a:r>
            <a:r>
              <a:rPr sz="2500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city</a:t>
            </a:r>
            <a:r>
              <a:rPr sz="2500" spc="-20" dirty="0">
                <a:solidFill>
                  <a:srgbClr val="FFFFFF"/>
                </a:solidFill>
                <a:latin typeface="Trebuchet MS"/>
                <a:cs typeface="Trebuchet MS"/>
              </a:rPr>
              <a:t> with </a:t>
            </a:r>
            <a:r>
              <a:rPr sz="2500" spc="-10" dirty="0">
                <a:solidFill>
                  <a:srgbClr val="FFFFFF"/>
                </a:solidFill>
                <a:latin typeface="Trebuchet MS"/>
                <a:cs typeface="Trebuchet MS"/>
              </a:rPr>
              <a:t>material</a:t>
            </a:r>
            <a:r>
              <a:rPr sz="25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from</a:t>
            </a:r>
            <a:r>
              <a:rPr sz="25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60" dirty="0">
                <a:solidFill>
                  <a:srgbClr val="FFFFFF"/>
                </a:solidFill>
                <a:latin typeface="Trebuchet MS"/>
                <a:cs typeface="Trebuchet MS"/>
              </a:rPr>
              <a:t>your</a:t>
            </a:r>
            <a:r>
              <a:rPr sz="25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65" dirty="0">
                <a:solidFill>
                  <a:srgbClr val="FFFFFF"/>
                </a:solidFill>
                <a:latin typeface="Trebuchet MS"/>
                <a:cs typeface="Trebuchet MS"/>
              </a:rPr>
              <a:t>own</a:t>
            </a:r>
            <a:r>
              <a:rPr sz="25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260" dirty="0">
                <a:solidFill>
                  <a:srgbClr val="FFFFFF"/>
                </a:solidFill>
                <a:latin typeface="Trebuchet MS"/>
                <a:cs typeface="Trebuchet MS"/>
              </a:rPr>
              <a:t>Co-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Creating</a:t>
            </a:r>
            <a:r>
              <a:rPr sz="25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80" dirty="0">
                <a:solidFill>
                  <a:srgbClr val="FFFFFF"/>
                </a:solidFill>
                <a:latin typeface="Trebuchet MS"/>
                <a:cs typeface="Trebuchet MS"/>
              </a:rPr>
              <a:t>Our</a:t>
            </a:r>
            <a:r>
              <a:rPr sz="25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70" dirty="0">
                <a:solidFill>
                  <a:srgbClr val="FFFFFF"/>
                </a:solidFill>
                <a:latin typeface="Trebuchet MS"/>
                <a:cs typeface="Trebuchet MS"/>
              </a:rPr>
              <a:t>City</a:t>
            </a:r>
            <a:r>
              <a:rPr sz="25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Trebuchet MS"/>
                <a:cs typeface="Trebuchet MS"/>
              </a:rPr>
              <a:t>project.</a:t>
            </a:r>
            <a:endParaRPr sz="25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65445" y="3017172"/>
            <a:ext cx="1756410" cy="6325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55"/>
              </a:lnSpc>
            </a:pPr>
            <a:r>
              <a:rPr sz="1500" b="1" spc="-10" dirty="0">
                <a:latin typeface="Arial"/>
                <a:cs typeface="Arial"/>
              </a:rPr>
              <a:t>Method</a:t>
            </a:r>
            <a:endParaRPr sz="1500">
              <a:latin typeface="Arial"/>
              <a:cs typeface="Arial"/>
            </a:endParaRPr>
          </a:p>
          <a:p>
            <a:pPr>
              <a:lnSpc>
                <a:spcPts val="6200"/>
              </a:lnSpc>
              <a:spcBef>
                <a:spcPts val="390"/>
              </a:spcBef>
            </a:pPr>
            <a:r>
              <a:rPr sz="1500" spc="-10" dirty="0">
                <a:latin typeface="Arial MT"/>
                <a:cs typeface="Arial MT"/>
              </a:rPr>
              <a:t>Descriptive</a:t>
            </a:r>
            <a:r>
              <a:rPr sz="1500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Statistics </a:t>
            </a:r>
            <a:r>
              <a:rPr sz="1500" dirty="0">
                <a:latin typeface="Arial MT"/>
                <a:cs typeface="Arial MT"/>
              </a:rPr>
              <a:t>Inferential</a:t>
            </a:r>
            <a:r>
              <a:rPr sz="1500" spc="-105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Statistics </a:t>
            </a:r>
            <a:r>
              <a:rPr sz="1500" dirty="0">
                <a:latin typeface="Arial MT"/>
                <a:cs typeface="Arial MT"/>
              </a:rPr>
              <a:t>Content</a:t>
            </a:r>
            <a:r>
              <a:rPr sz="1500" spc="-75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Analysis </a:t>
            </a:r>
            <a:r>
              <a:rPr sz="1500" dirty="0">
                <a:latin typeface="Arial MT"/>
                <a:cs typeface="Arial MT"/>
              </a:rPr>
              <a:t>Grounded</a:t>
            </a:r>
            <a:r>
              <a:rPr sz="1500" spc="-100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Theory</a:t>
            </a:r>
            <a:endParaRPr sz="15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5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75"/>
              </a:spcBef>
            </a:pPr>
            <a:endParaRPr sz="15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r>
              <a:rPr sz="1500" dirty="0">
                <a:latin typeface="Arial MT"/>
                <a:cs typeface="Arial MT"/>
              </a:rPr>
              <a:t>Case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Study</a:t>
            </a:r>
            <a:endParaRPr sz="15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5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5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30"/>
              </a:spcBef>
            </a:pPr>
            <a:endParaRPr sz="15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500" spc="-10" dirty="0">
                <a:latin typeface="Arial MT"/>
                <a:cs typeface="Arial MT"/>
              </a:rPr>
              <a:t>Ethnography</a:t>
            </a:r>
            <a:endParaRPr sz="15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5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5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25"/>
              </a:spcBef>
            </a:pPr>
            <a:endParaRPr sz="15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500" spc="-20" dirty="0">
                <a:latin typeface="Arial MT"/>
                <a:cs typeface="Arial MT"/>
              </a:rPr>
              <a:t>Mixed-</a:t>
            </a:r>
            <a:r>
              <a:rPr sz="1500" spc="-10" dirty="0">
                <a:latin typeface="Arial MT"/>
                <a:cs typeface="Arial MT"/>
              </a:rPr>
              <a:t>Methods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0952" y="3017172"/>
            <a:ext cx="1016000" cy="6325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55"/>
              </a:lnSpc>
            </a:pPr>
            <a:r>
              <a:rPr sz="1500" b="1" spc="-20" dirty="0">
                <a:latin typeface="Arial"/>
                <a:cs typeface="Arial"/>
              </a:rPr>
              <a:t>Type</a:t>
            </a:r>
            <a:endParaRPr sz="1500">
              <a:latin typeface="Arial"/>
              <a:cs typeface="Arial"/>
            </a:endParaRPr>
          </a:p>
          <a:p>
            <a:pPr>
              <a:lnSpc>
                <a:spcPts val="6200"/>
              </a:lnSpc>
              <a:spcBef>
                <a:spcPts val="390"/>
              </a:spcBef>
            </a:pPr>
            <a:r>
              <a:rPr sz="1500" spc="-10" dirty="0">
                <a:latin typeface="Arial MT"/>
                <a:cs typeface="Arial MT"/>
              </a:rPr>
              <a:t>Quantitative Quantitative Qualitative Qualitative</a:t>
            </a:r>
            <a:endParaRPr sz="15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5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75"/>
              </a:spcBef>
            </a:pPr>
            <a:endParaRPr sz="15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r>
              <a:rPr sz="1500" spc="-10" dirty="0">
                <a:latin typeface="Arial MT"/>
                <a:cs typeface="Arial MT"/>
              </a:rPr>
              <a:t>Qualitative</a:t>
            </a:r>
            <a:endParaRPr sz="15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5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5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30"/>
              </a:spcBef>
            </a:pPr>
            <a:endParaRPr sz="15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500" spc="-10" dirty="0">
                <a:latin typeface="Arial MT"/>
                <a:cs typeface="Arial MT"/>
              </a:rPr>
              <a:t>Qualitative</a:t>
            </a:r>
            <a:endParaRPr sz="15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5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5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25"/>
              </a:spcBef>
            </a:pPr>
            <a:endParaRPr sz="15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500" spc="-10" dirty="0">
                <a:latin typeface="Arial MT"/>
                <a:cs typeface="Arial MT"/>
              </a:rPr>
              <a:t>Mixed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549042" y="3017172"/>
            <a:ext cx="3068955" cy="6458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55"/>
              </a:lnSpc>
            </a:pPr>
            <a:r>
              <a:rPr sz="1500" b="1" spc="-10" dirty="0">
                <a:latin typeface="Arial"/>
                <a:cs typeface="Arial"/>
              </a:rPr>
              <a:t>Purpose</a:t>
            </a:r>
            <a:endParaRPr sz="1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70"/>
              </a:spcBef>
            </a:pPr>
            <a:endParaRPr sz="1500">
              <a:latin typeface="Arial"/>
              <a:cs typeface="Arial"/>
            </a:endParaRPr>
          </a:p>
          <a:p>
            <a:pPr marR="3175">
              <a:lnSpc>
                <a:spcPct val="116700"/>
              </a:lnSpc>
              <a:spcBef>
                <a:spcPts val="5"/>
              </a:spcBef>
            </a:pPr>
            <a:r>
              <a:rPr sz="1500" spc="-10" dirty="0">
                <a:latin typeface="Arial MT"/>
                <a:cs typeface="Arial MT"/>
              </a:rPr>
              <a:t>Summarize</a:t>
            </a:r>
            <a:r>
              <a:rPr sz="1500" spc="-5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and</a:t>
            </a:r>
            <a:r>
              <a:rPr sz="1500" spc="-5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describe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features</a:t>
            </a:r>
            <a:r>
              <a:rPr sz="1500" spc="-55" dirty="0">
                <a:latin typeface="Arial MT"/>
                <a:cs typeface="Arial MT"/>
              </a:rPr>
              <a:t> </a:t>
            </a:r>
            <a:r>
              <a:rPr sz="1500" spc="-25" dirty="0">
                <a:latin typeface="Arial MT"/>
                <a:cs typeface="Arial MT"/>
              </a:rPr>
              <a:t>of </a:t>
            </a:r>
            <a:r>
              <a:rPr sz="1500" dirty="0">
                <a:latin typeface="Arial MT"/>
                <a:cs typeface="Arial MT"/>
              </a:rPr>
              <a:t>a</a:t>
            </a:r>
            <a:r>
              <a:rPr sz="1500" spc="-15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dataset</a:t>
            </a:r>
            <a:endParaRPr sz="15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625"/>
              </a:spcBef>
            </a:pPr>
            <a:endParaRPr sz="15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500" spc="-10" dirty="0">
                <a:latin typeface="Arial MT"/>
                <a:cs typeface="Arial MT"/>
              </a:rPr>
              <a:t>Generalize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findings,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test</a:t>
            </a:r>
            <a:r>
              <a:rPr sz="1500" spc="-35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hypotheses</a:t>
            </a:r>
            <a:endParaRPr sz="15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25"/>
              </a:spcBef>
            </a:pPr>
            <a:endParaRPr sz="1500">
              <a:latin typeface="Arial MT"/>
              <a:cs typeface="Arial MT"/>
            </a:endParaRPr>
          </a:p>
          <a:p>
            <a:pPr marR="182880">
              <a:lnSpc>
                <a:spcPct val="116700"/>
              </a:lnSpc>
            </a:pPr>
            <a:r>
              <a:rPr sz="1500" spc="-10" dirty="0">
                <a:latin typeface="Arial MT"/>
                <a:cs typeface="Arial MT"/>
              </a:rPr>
              <a:t>Categorize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and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interpret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textual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spc="-25" dirty="0">
                <a:latin typeface="Arial MT"/>
                <a:cs typeface="Arial MT"/>
              </a:rPr>
              <a:t>or </a:t>
            </a:r>
            <a:r>
              <a:rPr sz="1500" dirty="0">
                <a:latin typeface="Arial MT"/>
                <a:cs typeface="Arial MT"/>
              </a:rPr>
              <a:t>visual</a:t>
            </a:r>
            <a:r>
              <a:rPr sz="1500" spc="-65" dirty="0">
                <a:latin typeface="Arial MT"/>
                <a:cs typeface="Arial MT"/>
              </a:rPr>
              <a:t> </a:t>
            </a:r>
            <a:r>
              <a:rPr sz="1500" spc="-20" dirty="0">
                <a:latin typeface="Arial MT"/>
                <a:cs typeface="Arial MT"/>
              </a:rPr>
              <a:t>data</a:t>
            </a:r>
            <a:endParaRPr sz="15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630"/>
              </a:spcBef>
            </a:pPr>
            <a:endParaRPr sz="15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r>
              <a:rPr sz="1500" dirty="0">
                <a:latin typeface="Arial MT"/>
                <a:cs typeface="Arial MT"/>
              </a:rPr>
              <a:t>Inductively</a:t>
            </a:r>
            <a:r>
              <a:rPr sz="1500" spc="-7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develop</a:t>
            </a:r>
            <a:r>
              <a:rPr sz="1500" spc="-7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theory</a:t>
            </a:r>
            <a:r>
              <a:rPr sz="1500" spc="-7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from</a:t>
            </a:r>
            <a:r>
              <a:rPr sz="1500" spc="-70" dirty="0">
                <a:latin typeface="Arial MT"/>
                <a:cs typeface="Arial MT"/>
              </a:rPr>
              <a:t> </a:t>
            </a:r>
            <a:r>
              <a:rPr sz="1500" spc="-20" dirty="0">
                <a:latin typeface="Arial MT"/>
                <a:cs typeface="Arial MT"/>
              </a:rPr>
              <a:t>data</a:t>
            </a:r>
            <a:endParaRPr sz="15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5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55"/>
              </a:spcBef>
            </a:pPr>
            <a:endParaRPr sz="1500">
              <a:latin typeface="Arial MT"/>
              <a:cs typeface="Arial MT"/>
            </a:endParaRPr>
          </a:p>
          <a:p>
            <a:pPr marR="341630">
              <a:lnSpc>
                <a:spcPct val="116700"/>
              </a:lnSpc>
            </a:pPr>
            <a:r>
              <a:rPr sz="1500" spc="-10" dirty="0">
                <a:latin typeface="Arial MT"/>
                <a:cs typeface="Arial MT"/>
              </a:rPr>
              <a:t>In-</a:t>
            </a:r>
            <a:r>
              <a:rPr sz="1500" dirty="0">
                <a:latin typeface="Arial MT"/>
                <a:cs typeface="Arial MT"/>
              </a:rPr>
              <a:t>depth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analysis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of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a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single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spc="-20" dirty="0">
                <a:latin typeface="Arial MT"/>
                <a:cs typeface="Arial MT"/>
              </a:rPr>
              <a:t>unit </a:t>
            </a:r>
            <a:r>
              <a:rPr sz="1500" dirty="0">
                <a:latin typeface="Arial MT"/>
                <a:cs typeface="Arial MT"/>
              </a:rPr>
              <a:t>(person,</a:t>
            </a:r>
            <a:r>
              <a:rPr sz="1500" spc="-7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group,</a:t>
            </a:r>
            <a:r>
              <a:rPr sz="1500" spc="-70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event)</a:t>
            </a:r>
            <a:endParaRPr sz="15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5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55"/>
              </a:spcBef>
            </a:pPr>
            <a:endParaRPr sz="1500">
              <a:latin typeface="Arial MT"/>
              <a:cs typeface="Arial MT"/>
            </a:endParaRPr>
          </a:p>
          <a:p>
            <a:pPr marR="109220">
              <a:lnSpc>
                <a:spcPct val="116700"/>
              </a:lnSpc>
            </a:pPr>
            <a:r>
              <a:rPr sz="1500" dirty="0">
                <a:latin typeface="Arial MT"/>
                <a:cs typeface="Arial MT"/>
              </a:rPr>
              <a:t>Study</a:t>
            </a:r>
            <a:r>
              <a:rPr sz="1500" spc="-20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cultures/communities</a:t>
            </a:r>
            <a:r>
              <a:rPr sz="1500" spc="-2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in</a:t>
            </a:r>
            <a:r>
              <a:rPr sz="1500" spc="-20" dirty="0">
                <a:latin typeface="Arial MT"/>
                <a:cs typeface="Arial MT"/>
              </a:rPr>
              <a:t> their </a:t>
            </a:r>
            <a:r>
              <a:rPr sz="1500" dirty="0">
                <a:latin typeface="Arial MT"/>
                <a:cs typeface="Arial MT"/>
              </a:rPr>
              <a:t>natural</a:t>
            </a:r>
            <a:r>
              <a:rPr sz="1500" spc="-80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context</a:t>
            </a:r>
            <a:endParaRPr sz="15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5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55"/>
              </a:spcBef>
            </a:pPr>
            <a:endParaRPr sz="1500">
              <a:latin typeface="Arial MT"/>
              <a:cs typeface="Arial MT"/>
            </a:endParaRPr>
          </a:p>
          <a:p>
            <a:pPr>
              <a:lnSpc>
                <a:spcPct val="116700"/>
              </a:lnSpc>
            </a:pPr>
            <a:r>
              <a:rPr sz="1500" dirty="0">
                <a:latin typeface="Arial MT"/>
                <a:cs typeface="Arial MT"/>
              </a:rPr>
              <a:t>Combine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qualitative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and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quantitative </a:t>
            </a:r>
            <a:r>
              <a:rPr sz="1500" dirty="0">
                <a:latin typeface="Arial MT"/>
                <a:cs typeface="Arial MT"/>
              </a:rPr>
              <a:t>for</a:t>
            </a:r>
            <a:r>
              <a:rPr sz="1500" spc="-25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comprehensive</a:t>
            </a:r>
            <a:r>
              <a:rPr sz="1500" spc="-20" dirty="0">
                <a:latin typeface="Arial MT"/>
                <a:cs typeface="Arial MT"/>
              </a:rPr>
              <a:t> view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854550" y="3017172"/>
            <a:ext cx="4803775" cy="6325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55"/>
              </a:lnSpc>
            </a:pPr>
            <a:r>
              <a:rPr sz="1500" b="1" dirty="0">
                <a:latin typeface="Arial"/>
                <a:cs typeface="Arial"/>
              </a:rPr>
              <a:t>Typical</a:t>
            </a:r>
            <a:r>
              <a:rPr sz="1500" b="1" spc="-50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Use</a:t>
            </a:r>
            <a:r>
              <a:rPr sz="1500" b="1" spc="-45" dirty="0">
                <a:latin typeface="Arial"/>
                <a:cs typeface="Arial"/>
              </a:rPr>
              <a:t> </a:t>
            </a:r>
            <a:r>
              <a:rPr sz="1500" b="1" spc="-20" dirty="0">
                <a:latin typeface="Arial"/>
                <a:cs typeface="Arial"/>
              </a:rPr>
              <a:t>Case</a:t>
            </a:r>
            <a:endParaRPr sz="15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sz="15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sz="1500" spc="-10" dirty="0">
                <a:latin typeface="Arial MT"/>
                <a:cs typeface="Arial MT"/>
              </a:rPr>
              <a:t>Reporting</a:t>
            </a:r>
            <a:r>
              <a:rPr sz="1500" spc="-30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demographics,</a:t>
            </a:r>
            <a:r>
              <a:rPr sz="1500" spc="-25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summarizing</a:t>
            </a:r>
            <a:r>
              <a:rPr sz="1500" spc="-2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survey</a:t>
            </a:r>
            <a:r>
              <a:rPr sz="1500" spc="-25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responses</a:t>
            </a:r>
            <a:endParaRPr sz="15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25"/>
              </a:spcBef>
            </a:pPr>
            <a:endParaRPr sz="1500">
              <a:latin typeface="Arial MT"/>
              <a:cs typeface="Arial MT"/>
            </a:endParaRPr>
          </a:p>
          <a:p>
            <a:pPr marR="457200">
              <a:lnSpc>
                <a:spcPct val="116700"/>
              </a:lnSpc>
              <a:spcBef>
                <a:spcPts val="5"/>
              </a:spcBef>
            </a:pPr>
            <a:r>
              <a:rPr sz="1500" spc="-10" dirty="0">
                <a:latin typeface="Arial MT"/>
                <a:cs typeface="Arial MT"/>
              </a:rPr>
              <a:t>Comparing</a:t>
            </a:r>
            <a:r>
              <a:rPr sz="1500" spc="-7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group</a:t>
            </a:r>
            <a:r>
              <a:rPr sz="1500" spc="-6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outcomes,</a:t>
            </a:r>
            <a:r>
              <a:rPr sz="1500" spc="-6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assessing</a:t>
            </a:r>
            <a:r>
              <a:rPr sz="1500" spc="-65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intervention impacts</a:t>
            </a:r>
            <a:endParaRPr sz="15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75"/>
              </a:spcBef>
            </a:pPr>
            <a:endParaRPr sz="1500">
              <a:latin typeface="Arial MT"/>
              <a:cs typeface="Arial MT"/>
            </a:endParaRPr>
          </a:p>
          <a:p>
            <a:pPr marR="330200">
              <a:lnSpc>
                <a:spcPct val="116700"/>
              </a:lnSpc>
            </a:pPr>
            <a:r>
              <a:rPr sz="1500" dirty="0">
                <a:latin typeface="Arial MT"/>
                <a:cs typeface="Arial MT"/>
              </a:rPr>
              <a:t>Analyzing</a:t>
            </a:r>
            <a:r>
              <a:rPr sz="1500" spc="-7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interview</a:t>
            </a:r>
            <a:r>
              <a:rPr sz="1500" spc="-6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transcripts</a:t>
            </a:r>
            <a:r>
              <a:rPr sz="1500" spc="-6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or</a:t>
            </a:r>
            <a:r>
              <a:rPr sz="1500" spc="-65" dirty="0">
                <a:latin typeface="Arial MT"/>
                <a:cs typeface="Arial MT"/>
              </a:rPr>
              <a:t> </a:t>
            </a:r>
            <a:r>
              <a:rPr sz="1500" spc="-20" dirty="0">
                <a:latin typeface="Arial MT"/>
                <a:cs typeface="Arial MT"/>
              </a:rPr>
              <a:t>open-</a:t>
            </a:r>
            <a:r>
              <a:rPr sz="1500" dirty="0">
                <a:latin typeface="Arial MT"/>
                <a:cs typeface="Arial MT"/>
              </a:rPr>
              <a:t>ended</a:t>
            </a:r>
            <a:r>
              <a:rPr sz="1500" spc="-65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survey responses</a:t>
            </a:r>
            <a:endParaRPr sz="15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630"/>
              </a:spcBef>
            </a:pPr>
            <a:endParaRPr sz="15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r>
              <a:rPr sz="1500" spc="-10" dirty="0">
                <a:latin typeface="Arial MT"/>
                <a:cs typeface="Arial MT"/>
              </a:rPr>
              <a:t>Developing</a:t>
            </a:r>
            <a:r>
              <a:rPr sz="1500" spc="-2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new</a:t>
            </a:r>
            <a:r>
              <a:rPr sz="1500" spc="-20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theoretical</a:t>
            </a:r>
            <a:r>
              <a:rPr sz="1500" spc="-25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frameworks</a:t>
            </a:r>
            <a:r>
              <a:rPr sz="1500" spc="-2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from</a:t>
            </a:r>
            <a:r>
              <a:rPr sz="1500" spc="-25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fieldwork</a:t>
            </a:r>
            <a:endParaRPr sz="15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5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55"/>
              </a:spcBef>
            </a:pPr>
            <a:endParaRPr sz="1500">
              <a:latin typeface="Arial MT"/>
              <a:cs typeface="Arial MT"/>
            </a:endParaRPr>
          </a:p>
          <a:p>
            <a:pPr marR="298450">
              <a:lnSpc>
                <a:spcPct val="116700"/>
              </a:lnSpc>
            </a:pPr>
            <a:r>
              <a:rPr sz="1500" spc="-10" dirty="0">
                <a:latin typeface="Arial MT"/>
                <a:cs typeface="Arial MT"/>
              </a:rPr>
              <a:t>Understanding</a:t>
            </a:r>
            <a:r>
              <a:rPr sz="1500" spc="-3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specific</a:t>
            </a:r>
            <a:r>
              <a:rPr sz="1500" spc="-30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organizations,</a:t>
            </a:r>
            <a:r>
              <a:rPr sz="1500" spc="-25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phenomena,</a:t>
            </a:r>
            <a:r>
              <a:rPr sz="1500" spc="-30" dirty="0">
                <a:latin typeface="Arial MT"/>
                <a:cs typeface="Arial MT"/>
              </a:rPr>
              <a:t> </a:t>
            </a:r>
            <a:r>
              <a:rPr sz="1500" spc="-25" dirty="0">
                <a:latin typeface="Arial MT"/>
                <a:cs typeface="Arial MT"/>
              </a:rPr>
              <a:t>or </a:t>
            </a:r>
            <a:r>
              <a:rPr sz="1500" spc="-10" dirty="0">
                <a:latin typeface="Arial MT"/>
                <a:cs typeface="Arial MT"/>
              </a:rPr>
              <a:t>communities</a:t>
            </a:r>
            <a:endParaRPr sz="15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5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5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80"/>
              </a:spcBef>
            </a:pPr>
            <a:endParaRPr sz="15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r>
              <a:rPr sz="1500" dirty="0">
                <a:latin typeface="Arial MT"/>
                <a:cs typeface="Arial MT"/>
              </a:rPr>
              <a:t>Observing</a:t>
            </a:r>
            <a:r>
              <a:rPr sz="1500" spc="-5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daily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practices</a:t>
            </a:r>
            <a:r>
              <a:rPr sz="1500" spc="-5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in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a</a:t>
            </a:r>
            <a:r>
              <a:rPr sz="1500" spc="-55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community</a:t>
            </a:r>
            <a:endParaRPr sz="15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5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5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30"/>
              </a:spcBef>
            </a:pPr>
            <a:endParaRPr sz="15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r>
              <a:rPr sz="1500" spc="-10" dirty="0">
                <a:latin typeface="Arial MT"/>
                <a:cs typeface="Arial MT"/>
              </a:rPr>
              <a:t>Integrating</a:t>
            </a:r>
            <a:r>
              <a:rPr sz="1500" spc="-2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surveys</a:t>
            </a:r>
            <a:r>
              <a:rPr sz="1500" spc="-2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with</a:t>
            </a:r>
            <a:r>
              <a:rPr sz="1500" spc="-15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interviews/focus</a:t>
            </a:r>
            <a:r>
              <a:rPr sz="1500" spc="-20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groups</a:t>
            </a:r>
            <a:endParaRPr sz="1500">
              <a:latin typeface="Arial MT"/>
              <a:cs typeface="Arial MT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2784584" y="2803778"/>
          <a:ext cx="14064615" cy="69621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05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8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05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891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02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541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541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0541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 rot="21300000">
            <a:off x="777457" y="1092443"/>
            <a:ext cx="8258219" cy="1003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7459"/>
              </a:lnSpc>
            </a:pPr>
            <a:r>
              <a:rPr sz="11850" spc="217" baseline="-3516" dirty="0">
                <a:solidFill>
                  <a:srgbClr val="DAFF6B"/>
                </a:solidFill>
                <a:latin typeface="Arial MT"/>
                <a:cs typeface="Arial MT"/>
              </a:rPr>
              <a:t>D</a:t>
            </a:r>
            <a:r>
              <a:rPr sz="11850" spc="217" baseline="-3164" dirty="0">
                <a:solidFill>
                  <a:srgbClr val="DAFF6B"/>
                </a:solidFill>
                <a:latin typeface="Arial MT"/>
                <a:cs typeface="Arial MT"/>
              </a:rPr>
              <a:t>A</a:t>
            </a:r>
            <a:r>
              <a:rPr sz="11850" spc="217" baseline="-2812" dirty="0">
                <a:solidFill>
                  <a:srgbClr val="DAFF6B"/>
                </a:solidFill>
                <a:latin typeface="Arial MT"/>
                <a:cs typeface="Arial MT"/>
              </a:rPr>
              <a:t>T</a:t>
            </a:r>
            <a:r>
              <a:rPr sz="11850" spc="217" baseline="-2461" dirty="0">
                <a:solidFill>
                  <a:srgbClr val="DAFF6B"/>
                </a:solidFill>
                <a:latin typeface="Arial MT"/>
                <a:cs typeface="Arial MT"/>
              </a:rPr>
              <a:t>A</a:t>
            </a:r>
            <a:r>
              <a:rPr sz="11850" spc="405" baseline="-2461" dirty="0">
                <a:solidFill>
                  <a:srgbClr val="DAFF6B"/>
                </a:solidFill>
                <a:latin typeface="Arial MT"/>
                <a:cs typeface="Arial MT"/>
              </a:rPr>
              <a:t> </a:t>
            </a:r>
            <a:r>
              <a:rPr sz="11850" spc="75" baseline="-1758" dirty="0">
                <a:solidFill>
                  <a:srgbClr val="DAFF6B"/>
                </a:solidFill>
                <a:latin typeface="Arial MT"/>
                <a:cs typeface="Arial MT"/>
              </a:rPr>
              <a:t>A</a:t>
            </a:r>
            <a:r>
              <a:rPr sz="11850" spc="75" baseline="-1406" dirty="0">
                <a:solidFill>
                  <a:srgbClr val="DAFF6B"/>
                </a:solidFill>
                <a:latin typeface="Arial MT"/>
                <a:cs typeface="Arial MT"/>
              </a:rPr>
              <a:t>N</a:t>
            </a:r>
            <a:r>
              <a:rPr sz="11850" spc="75" baseline="-1054" dirty="0">
                <a:solidFill>
                  <a:srgbClr val="DAFF6B"/>
                </a:solidFill>
                <a:latin typeface="Arial MT"/>
                <a:cs typeface="Arial MT"/>
              </a:rPr>
              <a:t>A</a:t>
            </a:r>
            <a:r>
              <a:rPr sz="7900" spc="50" dirty="0">
                <a:solidFill>
                  <a:srgbClr val="DAFF6B"/>
                </a:solidFill>
                <a:latin typeface="Arial MT"/>
                <a:cs typeface="Arial MT"/>
              </a:rPr>
              <a:t>LYSIS</a:t>
            </a:r>
            <a:endParaRPr sz="7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25484" y="4121948"/>
            <a:ext cx="929005" cy="1051560"/>
          </a:xfrm>
          <a:custGeom>
            <a:avLst/>
            <a:gdLst/>
            <a:ahLst/>
            <a:cxnLst/>
            <a:rect l="l" t="t" r="r" b="b"/>
            <a:pathLst>
              <a:path w="929005" h="1051560">
                <a:moveTo>
                  <a:pt x="519087" y="1051079"/>
                </a:moveTo>
                <a:lnTo>
                  <a:pt x="475888" y="1050573"/>
                </a:lnTo>
                <a:lnTo>
                  <a:pt x="429187" y="1048907"/>
                </a:lnTo>
                <a:lnTo>
                  <a:pt x="402441" y="1020837"/>
                </a:lnTo>
                <a:lnTo>
                  <a:pt x="402338" y="1017387"/>
                </a:lnTo>
                <a:lnTo>
                  <a:pt x="403310" y="1010451"/>
                </a:lnTo>
                <a:lnTo>
                  <a:pt x="441399" y="986876"/>
                </a:lnTo>
                <a:lnTo>
                  <a:pt x="482795" y="983696"/>
                </a:lnTo>
                <a:lnTo>
                  <a:pt x="503615" y="983689"/>
                </a:lnTo>
                <a:lnTo>
                  <a:pt x="559519" y="982647"/>
                </a:lnTo>
                <a:lnTo>
                  <a:pt x="615135" y="978666"/>
                </a:lnTo>
                <a:lnTo>
                  <a:pt x="670462" y="971747"/>
                </a:lnTo>
                <a:lnTo>
                  <a:pt x="725500" y="961890"/>
                </a:lnTo>
                <a:lnTo>
                  <a:pt x="689567" y="949748"/>
                </a:lnTo>
                <a:lnTo>
                  <a:pt x="653892" y="936822"/>
                </a:lnTo>
                <a:lnTo>
                  <a:pt x="583028" y="909737"/>
                </a:lnTo>
                <a:lnTo>
                  <a:pt x="538134" y="891706"/>
                </a:lnTo>
                <a:lnTo>
                  <a:pt x="493598" y="872530"/>
                </a:lnTo>
                <a:lnTo>
                  <a:pt x="449652" y="851984"/>
                </a:lnTo>
                <a:lnTo>
                  <a:pt x="406529" y="829843"/>
                </a:lnTo>
                <a:lnTo>
                  <a:pt x="364461" y="805885"/>
                </a:lnTo>
                <a:lnTo>
                  <a:pt x="323682" y="779883"/>
                </a:lnTo>
                <a:lnTo>
                  <a:pt x="284422" y="751613"/>
                </a:lnTo>
                <a:lnTo>
                  <a:pt x="246917" y="720850"/>
                </a:lnTo>
                <a:lnTo>
                  <a:pt x="209238" y="682504"/>
                </a:lnTo>
                <a:lnTo>
                  <a:pt x="174288" y="641958"/>
                </a:lnTo>
                <a:lnTo>
                  <a:pt x="142065" y="599212"/>
                </a:lnTo>
                <a:lnTo>
                  <a:pt x="112571" y="554266"/>
                </a:lnTo>
                <a:lnTo>
                  <a:pt x="86041" y="507509"/>
                </a:lnTo>
                <a:lnTo>
                  <a:pt x="62715" y="459328"/>
                </a:lnTo>
                <a:lnTo>
                  <a:pt x="42591" y="409724"/>
                </a:lnTo>
                <a:lnTo>
                  <a:pt x="25670" y="358697"/>
                </a:lnTo>
                <a:lnTo>
                  <a:pt x="15019" y="312408"/>
                </a:lnTo>
                <a:lnTo>
                  <a:pt x="7191" y="265988"/>
                </a:lnTo>
                <a:lnTo>
                  <a:pt x="2184" y="219435"/>
                </a:lnTo>
                <a:lnTo>
                  <a:pt x="0" y="172750"/>
                </a:lnTo>
                <a:lnTo>
                  <a:pt x="637" y="125933"/>
                </a:lnTo>
                <a:lnTo>
                  <a:pt x="4096" y="78985"/>
                </a:lnTo>
                <a:lnTo>
                  <a:pt x="10377" y="31904"/>
                </a:lnTo>
                <a:lnTo>
                  <a:pt x="10504" y="25565"/>
                </a:lnTo>
                <a:lnTo>
                  <a:pt x="41978" y="0"/>
                </a:lnTo>
                <a:lnTo>
                  <a:pt x="54437" y="2348"/>
                </a:lnTo>
                <a:lnTo>
                  <a:pt x="59838" y="5131"/>
                </a:lnTo>
                <a:lnTo>
                  <a:pt x="64410" y="9523"/>
                </a:lnTo>
                <a:lnTo>
                  <a:pt x="71879" y="21546"/>
                </a:lnTo>
                <a:lnTo>
                  <a:pt x="73341" y="35243"/>
                </a:lnTo>
                <a:lnTo>
                  <a:pt x="70114" y="63782"/>
                </a:lnTo>
                <a:lnTo>
                  <a:pt x="66914" y="99587"/>
                </a:lnTo>
                <a:lnTo>
                  <a:pt x="65108" y="135435"/>
                </a:lnTo>
                <a:lnTo>
                  <a:pt x="64695" y="171326"/>
                </a:lnTo>
                <a:lnTo>
                  <a:pt x="65677" y="207260"/>
                </a:lnTo>
                <a:lnTo>
                  <a:pt x="73990" y="267953"/>
                </a:lnTo>
                <a:lnTo>
                  <a:pt x="87386" y="327729"/>
                </a:lnTo>
                <a:lnTo>
                  <a:pt x="105752" y="386170"/>
                </a:lnTo>
                <a:lnTo>
                  <a:pt x="128975" y="442857"/>
                </a:lnTo>
                <a:lnTo>
                  <a:pt x="156873" y="497395"/>
                </a:lnTo>
                <a:lnTo>
                  <a:pt x="189265" y="549389"/>
                </a:lnTo>
                <a:lnTo>
                  <a:pt x="225907" y="598482"/>
                </a:lnTo>
                <a:lnTo>
                  <a:pt x="266554" y="644313"/>
                </a:lnTo>
                <a:lnTo>
                  <a:pt x="302956" y="677539"/>
                </a:lnTo>
                <a:lnTo>
                  <a:pt x="341457" y="707755"/>
                </a:lnTo>
                <a:lnTo>
                  <a:pt x="381860" y="735288"/>
                </a:lnTo>
                <a:lnTo>
                  <a:pt x="423967" y="760464"/>
                </a:lnTo>
                <a:lnTo>
                  <a:pt x="467581" y="783608"/>
                </a:lnTo>
                <a:lnTo>
                  <a:pt x="512505" y="805048"/>
                </a:lnTo>
                <a:lnTo>
                  <a:pt x="558542" y="825108"/>
                </a:lnTo>
                <a:lnTo>
                  <a:pt x="605494" y="844115"/>
                </a:lnTo>
                <a:lnTo>
                  <a:pt x="653163" y="862394"/>
                </a:lnTo>
                <a:lnTo>
                  <a:pt x="727469" y="889851"/>
                </a:lnTo>
                <a:lnTo>
                  <a:pt x="806216" y="917450"/>
                </a:lnTo>
                <a:lnTo>
                  <a:pt x="812947" y="919328"/>
                </a:lnTo>
                <a:lnTo>
                  <a:pt x="819431" y="921845"/>
                </a:lnTo>
                <a:lnTo>
                  <a:pt x="825667" y="924999"/>
                </a:lnTo>
                <a:lnTo>
                  <a:pt x="788957" y="888804"/>
                </a:lnTo>
                <a:lnTo>
                  <a:pt x="676290" y="782839"/>
                </a:lnTo>
                <a:lnTo>
                  <a:pt x="639435" y="746840"/>
                </a:lnTo>
                <a:lnTo>
                  <a:pt x="603704" y="709725"/>
                </a:lnTo>
                <a:lnTo>
                  <a:pt x="566846" y="668200"/>
                </a:lnTo>
                <a:lnTo>
                  <a:pt x="559794" y="646305"/>
                </a:lnTo>
                <a:lnTo>
                  <a:pt x="560118" y="642454"/>
                </a:lnTo>
                <a:lnTo>
                  <a:pt x="587964" y="613316"/>
                </a:lnTo>
                <a:lnTo>
                  <a:pt x="591797" y="612818"/>
                </a:lnTo>
                <a:lnTo>
                  <a:pt x="599632" y="613136"/>
                </a:lnTo>
                <a:lnTo>
                  <a:pt x="603411" y="613943"/>
                </a:lnTo>
                <a:lnTo>
                  <a:pt x="607052" y="615398"/>
                </a:lnTo>
                <a:lnTo>
                  <a:pt x="643157" y="649761"/>
                </a:lnTo>
                <a:lnTo>
                  <a:pt x="679420" y="688677"/>
                </a:lnTo>
                <a:lnTo>
                  <a:pt x="717340" y="728311"/>
                </a:lnTo>
                <a:lnTo>
                  <a:pt x="758419" y="764827"/>
                </a:lnTo>
                <a:lnTo>
                  <a:pt x="798908" y="801886"/>
                </a:lnTo>
                <a:lnTo>
                  <a:pt x="838511" y="839905"/>
                </a:lnTo>
                <a:lnTo>
                  <a:pt x="877264" y="878790"/>
                </a:lnTo>
                <a:lnTo>
                  <a:pt x="915204" y="918446"/>
                </a:lnTo>
                <a:lnTo>
                  <a:pt x="928741" y="945242"/>
                </a:lnTo>
                <a:lnTo>
                  <a:pt x="926205" y="968888"/>
                </a:lnTo>
                <a:lnTo>
                  <a:pt x="881697" y="997118"/>
                </a:lnTo>
                <a:lnTo>
                  <a:pt x="836307" y="1009186"/>
                </a:lnTo>
                <a:lnTo>
                  <a:pt x="790659" y="1019874"/>
                </a:lnTo>
                <a:lnTo>
                  <a:pt x="744752" y="1029182"/>
                </a:lnTo>
                <a:lnTo>
                  <a:pt x="698587" y="1037111"/>
                </a:lnTo>
                <a:lnTo>
                  <a:pt x="652164" y="1043660"/>
                </a:lnTo>
                <a:lnTo>
                  <a:pt x="605482" y="1048829"/>
                </a:lnTo>
                <a:lnTo>
                  <a:pt x="562285" y="1050498"/>
                </a:lnTo>
                <a:lnTo>
                  <a:pt x="519087" y="1051079"/>
                </a:lnTo>
                <a:close/>
              </a:path>
            </a:pathLst>
          </a:custGeom>
          <a:solidFill>
            <a:srgbClr val="DAFF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161443" y="5353281"/>
            <a:ext cx="929005" cy="1051560"/>
          </a:xfrm>
          <a:custGeom>
            <a:avLst/>
            <a:gdLst/>
            <a:ahLst/>
            <a:cxnLst/>
            <a:rect l="l" t="t" r="r" b="b"/>
            <a:pathLst>
              <a:path w="929004" h="1051560">
                <a:moveTo>
                  <a:pt x="519087" y="1051079"/>
                </a:moveTo>
                <a:lnTo>
                  <a:pt x="475888" y="1050573"/>
                </a:lnTo>
                <a:lnTo>
                  <a:pt x="429187" y="1048907"/>
                </a:lnTo>
                <a:lnTo>
                  <a:pt x="402441" y="1020837"/>
                </a:lnTo>
                <a:lnTo>
                  <a:pt x="402338" y="1017387"/>
                </a:lnTo>
                <a:lnTo>
                  <a:pt x="403310" y="1010451"/>
                </a:lnTo>
                <a:lnTo>
                  <a:pt x="441399" y="986876"/>
                </a:lnTo>
                <a:lnTo>
                  <a:pt x="482795" y="983696"/>
                </a:lnTo>
                <a:lnTo>
                  <a:pt x="503615" y="983689"/>
                </a:lnTo>
                <a:lnTo>
                  <a:pt x="559519" y="982647"/>
                </a:lnTo>
                <a:lnTo>
                  <a:pt x="615135" y="978666"/>
                </a:lnTo>
                <a:lnTo>
                  <a:pt x="670462" y="971747"/>
                </a:lnTo>
                <a:lnTo>
                  <a:pt x="725500" y="961890"/>
                </a:lnTo>
                <a:lnTo>
                  <a:pt x="689567" y="949748"/>
                </a:lnTo>
                <a:lnTo>
                  <a:pt x="653892" y="936822"/>
                </a:lnTo>
                <a:lnTo>
                  <a:pt x="583028" y="909737"/>
                </a:lnTo>
                <a:lnTo>
                  <a:pt x="538134" y="891706"/>
                </a:lnTo>
                <a:lnTo>
                  <a:pt x="493598" y="872530"/>
                </a:lnTo>
                <a:lnTo>
                  <a:pt x="449652" y="851984"/>
                </a:lnTo>
                <a:lnTo>
                  <a:pt x="406529" y="829843"/>
                </a:lnTo>
                <a:lnTo>
                  <a:pt x="364461" y="805885"/>
                </a:lnTo>
                <a:lnTo>
                  <a:pt x="323682" y="779883"/>
                </a:lnTo>
                <a:lnTo>
                  <a:pt x="284422" y="751613"/>
                </a:lnTo>
                <a:lnTo>
                  <a:pt x="246917" y="720850"/>
                </a:lnTo>
                <a:lnTo>
                  <a:pt x="209238" y="682504"/>
                </a:lnTo>
                <a:lnTo>
                  <a:pt x="174288" y="641958"/>
                </a:lnTo>
                <a:lnTo>
                  <a:pt x="142065" y="599212"/>
                </a:lnTo>
                <a:lnTo>
                  <a:pt x="112571" y="554266"/>
                </a:lnTo>
                <a:lnTo>
                  <a:pt x="86041" y="507509"/>
                </a:lnTo>
                <a:lnTo>
                  <a:pt x="62715" y="459328"/>
                </a:lnTo>
                <a:lnTo>
                  <a:pt x="42591" y="409724"/>
                </a:lnTo>
                <a:lnTo>
                  <a:pt x="25670" y="358697"/>
                </a:lnTo>
                <a:lnTo>
                  <a:pt x="15019" y="312408"/>
                </a:lnTo>
                <a:lnTo>
                  <a:pt x="7191" y="265988"/>
                </a:lnTo>
                <a:lnTo>
                  <a:pt x="2184" y="219435"/>
                </a:lnTo>
                <a:lnTo>
                  <a:pt x="0" y="172750"/>
                </a:lnTo>
                <a:lnTo>
                  <a:pt x="637" y="125933"/>
                </a:lnTo>
                <a:lnTo>
                  <a:pt x="4096" y="78985"/>
                </a:lnTo>
                <a:lnTo>
                  <a:pt x="10377" y="31904"/>
                </a:lnTo>
                <a:lnTo>
                  <a:pt x="10504" y="25565"/>
                </a:lnTo>
                <a:lnTo>
                  <a:pt x="41978" y="0"/>
                </a:lnTo>
                <a:lnTo>
                  <a:pt x="54437" y="2348"/>
                </a:lnTo>
                <a:lnTo>
                  <a:pt x="59838" y="5131"/>
                </a:lnTo>
                <a:lnTo>
                  <a:pt x="64410" y="9523"/>
                </a:lnTo>
                <a:lnTo>
                  <a:pt x="71879" y="21546"/>
                </a:lnTo>
                <a:lnTo>
                  <a:pt x="73341" y="35243"/>
                </a:lnTo>
                <a:lnTo>
                  <a:pt x="70114" y="63782"/>
                </a:lnTo>
                <a:lnTo>
                  <a:pt x="66914" y="99587"/>
                </a:lnTo>
                <a:lnTo>
                  <a:pt x="65108" y="135435"/>
                </a:lnTo>
                <a:lnTo>
                  <a:pt x="64695" y="171326"/>
                </a:lnTo>
                <a:lnTo>
                  <a:pt x="65677" y="207260"/>
                </a:lnTo>
                <a:lnTo>
                  <a:pt x="73990" y="267953"/>
                </a:lnTo>
                <a:lnTo>
                  <a:pt x="87386" y="327729"/>
                </a:lnTo>
                <a:lnTo>
                  <a:pt x="105752" y="386170"/>
                </a:lnTo>
                <a:lnTo>
                  <a:pt x="128975" y="442857"/>
                </a:lnTo>
                <a:lnTo>
                  <a:pt x="156873" y="497395"/>
                </a:lnTo>
                <a:lnTo>
                  <a:pt x="189265" y="549389"/>
                </a:lnTo>
                <a:lnTo>
                  <a:pt x="225907" y="598482"/>
                </a:lnTo>
                <a:lnTo>
                  <a:pt x="266554" y="644313"/>
                </a:lnTo>
                <a:lnTo>
                  <a:pt x="302956" y="677539"/>
                </a:lnTo>
                <a:lnTo>
                  <a:pt x="341457" y="707755"/>
                </a:lnTo>
                <a:lnTo>
                  <a:pt x="381860" y="735288"/>
                </a:lnTo>
                <a:lnTo>
                  <a:pt x="423967" y="760464"/>
                </a:lnTo>
                <a:lnTo>
                  <a:pt x="467581" y="783608"/>
                </a:lnTo>
                <a:lnTo>
                  <a:pt x="512505" y="805048"/>
                </a:lnTo>
                <a:lnTo>
                  <a:pt x="558542" y="825108"/>
                </a:lnTo>
                <a:lnTo>
                  <a:pt x="605494" y="844115"/>
                </a:lnTo>
                <a:lnTo>
                  <a:pt x="653163" y="862394"/>
                </a:lnTo>
                <a:lnTo>
                  <a:pt x="727469" y="889851"/>
                </a:lnTo>
                <a:lnTo>
                  <a:pt x="806216" y="917450"/>
                </a:lnTo>
                <a:lnTo>
                  <a:pt x="812947" y="919328"/>
                </a:lnTo>
                <a:lnTo>
                  <a:pt x="819431" y="921845"/>
                </a:lnTo>
                <a:lnTo>
                  <a:pt x="825667" y="924999"/>
                </a:lnTo>
                <a:lnTo>
                  <a:pt x="788957" y="888804"/>
                </a:lnTo>
                <a:lnTo>
                  <a:pt x="676290" y="782839"/>
                </a:lnTo>
                <a:lnTo>
                  <a:pt x="639435" y="746840"/>
                </a:lnTo>
                <a:lnTo>
                  <a:pt x="603704" y="709725"/>
                </a:lnTo>
                <a:lnTo>
                  <a:pt x="566846" y="668200"/>
                </a:lnTo>
                <a:lnTo>
                  <a:pt x="559794" y="646305"/>
                </a:lnTo>
                <a:lnTo>
                  <a:pt x="560118" y="642454"/>
                </a:lnTo>
                <a:lnTo>
                  <a:pt x="587964" y="613316"/>
                </a:lnTo>
                <a:lnTo>
                  <a:pt x="591797" y="612818"/>
                </a:lnTo>
                <a:lnTo>
                  <a:pt x="599632" y="613136"/>
                </a:lnTo>
                <a:lnTo>
                  <a:pt x="603411" y="613943"/>
                </a:lnTo>
                <a:lnTo>
                  <a:pt x="607052" y="615398"/>
                </a:lnTo>
                <a:lnTo>
                  <a:pt x="643157" y="649761"/>
                </a:lnTo>
                <a:lnTo>
                  <a:pt x="679420" y="688677"/>
                </a:lnTo>
                <a:lnTo>
                  <a:pt x="717340" y="728311"/>
                </a:lnTo>
                <a:lnTo>
                  <a:pt x="758419" y="764827"/>
                </a:lnTo>
                <a:lnTo>
                  <a:pt x="798908" y="801886"/>
                </a:lnTo>
                <a:lnTo>
                  <a:pt x="838511" y="839905"/>
                </a:lnTo>
                <a:lnTo>
                  <a:pt x="877264" y="878790"/>
                </a:lnTo>
                <a:lnTo>
                  <a:pt x="915204" y="918446"/>
                </a:lnTo>
                <a:lnTo>
                  <a:pt x="928741" y="945242"/>
                </a:lnTo>
                <a:lnTo>
                  <a:pt x="926205" y="968888"/>
                </a:lnTo>
                <a:lnTo>
                  <a:pt x="881697" y="997118"/>
                </a:lnTo>
                <a:lnTo>
                  <a:pt x="836307" y="1009186"/>
                </a:lnTo>
                <a:lnTo>
                  <a:pt x="790659" y="1019874"/>
                </a:lnTo>
                <a:lnTo>
                  <a:pt x="744752" y="1029182"/>
                </a:lnTo>
                <a:lnTo>
                  <a:pt x="698587" y="1037111"/>
                </a:lnTo>
                <a:lnTo>
                  <a:pt x="652164" y="1043660"/>
                </a:lnTo>
                <a:lnTo>
                  <a:pt x="605482" y="1048829"/>
                </a:lnTo>
                <a:lnTo>
                  <a:pt x="562285" y="1050498"/>
                </a:lnTo>
                <a:lnTo>
                  <a:pt x="519087" y="1051079"/>
                </a:lnTo>
                <a:close/>
              </a:path>
            </a:pathLst>
          </a:custGeom>
          <a:solidFill>
            <a:srgbClr val="DAFF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75218" y="6588074"/>
            <a:ext cx="929005" cy="1051560"/>
          </a:xfrm>
          <a:custGeom>
            <a:avLst/>
            <a:gdLst/>
            <a:ahLst/>
            <a:cxnLst/>
            <a:rect l="l" t="t" r="r" b="b"/>
            <a:pathLst>
              <a:path w="929004" h="1051559">
                <a:moveTo>
                  <a:pt x="519087" y="1051079"/>
                </a:moveTo>
                <a:lnTo>
                  <a:pt x="475888" y="1050573"/>
                </a:lnTo>
                <a:lnTo>
                  <a:pt x="429187" y="1048907"/>
                </a:lnTo>
                <a:lnTo>
                  <a:pt x="402441" y="1020837"/>
                </a:lnTo>
                <a:lnTo>
                  <a:pt x="402338" y="1017387"/>
                </a:lnTo>
                <a:lnTo>
                  <a:pt x="403310" y="1010451"/>
                </a:lnTo>
                <a:lnTo>
                  <a:pt x="441399" y="986876"/>
                </a:lnTo>
                <a:lnTo>
                  <a:pt x="482795" y="983696"/>
                </a:lnTo>
                <a:lnTo>
                  <a:pt x="503615" y="983689"/>
                </a:lnTo>
                <a:lnTo>
                  <a:pt x="559519" y="982647"/>
                </a:lnTo>
                <a:lnTo>
                  <a:pt x="615135" y="978666"/>
                </a:lnTo>
                <a:lnTo>
                  <a:pt x="670462" y="971747"/>
                </a:lnTo>
                <a:lnTo>
                  <a:pt x="725500" y="961890"/>
                </a:lnTo>
                <a:lnTo>
                  <a:pt x="689567" y="949748"/>
                </a:lnTo>
                <a:lnTo>
                  <a:pt x="653892" y="936822"/>
                </a:lnTo>
                <a:lnTo>
                  <a:pt x="583028" y="909737"/>
                </a:lnTo>
                <a:lnTo>
                  <a:pt x="538134" y="891706"/>
                </a:lnTo>
                <a:lnTo>
                  <a:pt x="493598" y="872530"/>
                </a:lnTo>
                <a:lnTo>
                  <a:pt x="449652" y="851984"/>
                </a:lnTo>
                <a:lnTo>
                  <a:pt x="406529" y="829843"/>
                </a:lnTo>
                <a:lnTo>
                  <a:pt x="364461" y="805885"/>
                </a:lnTo>
                <a:lnTo>
                  <a:pt x="323682" y="779883"/>
                </a:lnTo>
                <a:lnTo>
                  <a:pt x="284422" y="751613"/>
                </a:lnTo>
                <a:lnTo>
                  <a:pt x="246917" y="720850"/>
                </a:lnTo>
                <a:lnTo>
                  <a:pt x="209238" y="682504"/>
                </a:lnTo>
                <a:lnTo>
                  <a:pt x="174288" y="641958"/>
                </a:lnTo>
                <a:lnTo>
                  <a:pt x="142065" y="599212"/>
                </a:lnTo>
                <a:lnTo>
                  <a:pt x="112571" y="554266"/>
                </a:lnTo>
                <a:lnTo>
                  <a:pt x="86041" y="507509"/>
                </a:lnTo>
                <a:lnTo>
                  <a:pt x="62715" y="459328"/>
                </a:lnTo>
                <a:lnTo>
                  <a:pt x="42591" y="409724"/>
                </a:lnTo>
                <a:lnTo>
                  <a:pt x="25670" y="358697"/>
                </a:lnTo>
                <a:lnTo>
                  <a:pt x="15019" y="312408"/>
                </a:lnTo>
                <a:lnTo>
                  <a:pt x="7191" y="265988"/>
                </a:lnTo>
                <a:lnTo>
                  <a:pt x="2184" y="219435"/>
                </a:lnTo>
                <a:lnTo>
                  <a:pt x="0" y="172750"/>
                </a:lnTo>
                <a:lnTo>
                  <a:pt x="637" y="125933"/>
                </a:lnTo>
                <a:lnTo>
                  <a:pt x="4096" y="78985"/>
                </a:lnTo>
                <a:lnTo>
                  <a:pt x="10377" y="31904"/>
                </a:lnTo>
                <a:lnTo>
                  <a:pt x="10504" y="25565"/>
                </a:lnTo>
                <a:lnTo>
                  <a:pt x="41978" y="0"/>
                </a:lnTo>
                <a:lnTo>
                  <a:pt x="54437" y="2348"/>
                </a:lnTo>
                <a:lnTo>
                  <a:pt x="59838" y="5131"/>
                </a:lnTo>
                <a:lnTo>
                  <a:pt x="64410" y="9523"/>
                </a:lnTo>
                <a:lnTo>
                  <a:pt x="71879" y="21546"/>
                </a:lnTo>
                <a:lnTo>
                  <a:pt x="73341" y="35243"/>
                </a:lnTo>
                <a:lnTo>
                  <a:pt x="70114" y="63782"/>
                </a:lnTo>
                <a:lnTo>
                  <a:pt x="66914" y="99587"/>
                </a:lnTo>
                <a:lnTo>
                  <a:pt x="65108" y="135435"/>
                </a:lnTo>
                <a:lnTo>
                  <a:pt x="64695" y="171326"/>
                </a:lnTo>
                <a:lnTo>
                  <a:pt x="65677" y="207260"/>
                </a:lnTo>
                <a:lnTo>
                  <a:pt x="73990" y="267953"/>
                </a:lnTo>
                <a:lnTo>
                  <a:pt x="87386" y="327729"/>
                </a:lnTo>
                <a:lnTo>
                  <a:pt x="105752" y="386170"/>
                </a:lnTo>
                <a:lnTo>
                  <a:pt x="128975" y="442857"/>
                </a:lnTo>
                <a:lnTo>
                  <a:pt x="156873" y="497395"/>
                </a:lnTo>
                <a:lnTo>
                  <a:pt x="189265" y="549389"/>
                </a:lnTo>
                <a:lnTo>
                  <a:pt x="225907" y="598482"/>
                </a:lnTo>
                <a:lnTo>
                  <a:pt x="266554" y="644313"/>
                </a:lnTo>
                <a:lnTo>
                  <a:pt x="302956" y="677539"/>
                </a:lnTo>
                <a:lnTo>
                  <a:pt x="341457" y="707755"/>
                </a:lnTo>
                <a:lnTo>
                  <a:pt x="381860" y="735288"/>
                </a:lnTo>
                <a:lnTo>
                  <a:pt x="423967" y="760464"/>
                </a:lnTo>
                <a:lnTo>
                  <a:pt x="467581" y="783608"/>
                </a:lnTo>
                <a:lnTo>
                  <a:pt x="512505" y="805048"/>
                </a:lnTo>
                <a:lnTo>
                  <a:pt x="558542" y="825108"/>
                </a:lnTo>
                <a:lnTo>
                  <a:pt x="605494" y="844115"/>
                </a:lnTo>
                <a:lnTo>
                  <a:pt x="653163" y="862394"/>
                </a:lnTo>
                <a:lnTo>
                  <a:pt x="727469" y="889851"/>
                </a:lnTo>
                <a:lnTo>
                  <a:pt x="806216" y="917450"/>
                </a:lnTo>
                <a:lnTo>
                  <a:pt x="812947" y="919328"/>
                </a:lnTo>
                <a:lnTo>
                  <a:pt x="819431" y="921845"/>
                </a:lnTo>
                <a:lnTo>
                  <a:pt x="825667" y="924999"/>
                </a:lnTo>
                <a:lnTo>
                  <a:pt x="788957" y="888804"/>
                </a:lnTo>
                <a:lnTo>
                  <a:pt x="676290" y="782839"/>
                </a:lnTo>
                <a:lnTo>
                  <a:pt x="639435" y="746840"/>
                </a:lnTo>
                <a:lnTo>
                  <a:pt x="603704" y="709725"/>
                </a:lnTo>
                <a:lnTo>
                  <a:pt x="566846" y="668200"/>
                </a:lnTo>
                <a:lnTo>
                  <a:pt x="559794" y="646305"/>
                </a:lnTo>
                <a:lnTo>
                  <a:pt x="560118" y="642454"/>
                </a:lnTo>
                <a:lnTo>
                  <a:pt x="587964" y="613316"/>
                </a:lnTo>
                <a:lnTo>
                  <a:pt x="591797" y="612818"/>
                </a:lnTo>
                <a:lnTo>
                  <a:pt x="599632" y="613136"/>
                </a:lnTo>
                <a:lnTo>
                  <a:pt x="603411" y="613943"/>
                </a:lnTo>
                <a:lnTo>
                  <a:pt x="607052" y="615398"/>
                </a:lnTo>
                <a:lnTo>
                  <a:pt x="643157" y="649761"/>
                </a:lnTo>
                <a:lnTo>
                  <a:pt x="679420" y="688677"/>
                </a:lnTo>
                <a:lnTo>
                  <a:pt x="717340" y="728311"/>
                </a:lnTo>
                <a:lnTo>
                  <a:pt x="758419" y="764827"/>
                </a:lnTo>
                <a:lnTo>
                  <a:pt x="798908" y="801886"/>
                </a:lnTo>
                <a:lnTo>
                  <a:pt x="838511" y="839905"/>
                </a:lnTo>
                <a:lnTo>
                  <a:pt x="877264" y="878790"/>
                </a:lnTo>
                <a:lnTo>
                  <a:pt x="915204" y="918446"/>
                </a:lnTo>
                <a:lnTo>
                  <a:pt x="928741" y="945242"/>
                </a:lnTo>
                <a:lnTo>
                  <a:pt x="926205" y="968888"/>
                </a:lnTo>
                <a:lnTo>
                  <a:pt x="881697" y="997118"/>
                </a:lnTo>
                <a:lnTo>
                  <a:pt x="836307" y="1009186"/>
                </a:lnTo>
                <a:lnTo>
                  <a:pt x="790659" y="1019874"/>
                </a:lnTo>
                <a:lnTo>
                  <a:pt x="744752" y="1029182"/>
                </a:lnTo>
                <a:lnTo>
                  <a:pt x="698587" y="1037111"/>
                </a:lnTo>
                <a:lnTo>
                  <a:pt x="652164" y="1043660"/>
                </a:lnTo>
                <a:lnTo>
                  <a:pt x="605482" y="1048829"/>
                </a:lnTo>
                <a:lnTo>
                  <a:pt x="562285" y="1050498"/>
                </a:lnTo>
                <a:lnTo>
                  <a:pt x="519087" y="1051079"/>
                </a:lnTo>
                <a:close/>
              </a:path>
            </a:pathLst>
          </a:custGeom>
          <a:solidFill>
            <a:srgbClr val="DAFF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011176" y="7819407"/>
            <a:ext cx="929005" cy="1051560"/>
          </a:xfrm>
          <a:custGeom>
            <a:avLst/>
            <a:gdLst/>
            <a:ahLst/>
            <a:cxnLst/>
            <a:rect l="l" t="t" r="r" b="b"/>
            <a:pathLst>
              <a:path w="929004" h="1051559">
                <a:moveTo>
                  <a:pt x="519087" y="1051079"/>
                </a:moveTo>
                <a:lnTo>
                  <a:pt x="475888" y="1050573"/>
                </a:lnTo>
                <a:lnTo>
                  <a:pt x="429187" y="1048907"/>
                </a:lnTo>
                <a:lnTo>
                  <a:pt x="402441" y="1020837"/>
                </a:lnTo>
                <a:lnTo>
                  <a:pt x="402338" y="1017387"/>
                </a:lnTo>
                <a:lnTo>
                  <a:pt x="403310" y="1010451"/>
                </a:lnTo>
                <a:lnTo>
                  <a:pt x="441399" y="986876"/>
                </a:lnTo>
                <a:lnTo>
                  <a:pt x="482795" y="983696"/>
                </a:lnTo>
                <a:lnTo>
                  <a:pt x="503615" y="983689"/>
                </a:lnTo>
                <a:lnTo>
                  <a:pt x="559519" y="982647"/>
                </a:lnTo>
                <a:lnTo>
                  <a:pt x="615135" y="978666"/>
                </a:lnTo>
                <a:lnTo>
                  <a:pt x="670462" y="971747"/>
                </a:lnTo>
                <a:lnTo>
                  <a:pt x="725500" y="961890"/>
                </a:lnTo>
                <a:lnTo>
                  <a:pt x="689567" y="949748"/>
                </a:lnTo>
                <a:lnTo>
                  <a:pt x="653892" y="936822"/>
                </a:lnTo>
                <a:lnTo>
                  <a:pt x="583028" y="909737"/>
                </a:lnTo>
                <a:lnTo>
                  <a:pt x="538134" y="891706"/>
                </a:lnTo>
                <a:lnTo>
                  <a:pt x="493598" y="872530"/>
                </a:lnTo>
                <a:lnTo>
                  <a:pt x="449652" y="851984"/>
                </a:lnTo>
                <a:lnTo>
                  <a:pt x="406529" y="829843"/>
                </a:lnTo>
                <a:lnTo>
                  <a:pt x="364461" y="805885"/>
                </a:lnTo>
                <a:lnTo>
                  <a:pt x="323682" y="779883"/>
                </a:lnTo>
                <a:lnTo>
                  <a:pt x="284422" y="751613"/>
                </a:lnTo>
                <a:lnTo>
                  <a:pt x="246917" y="720850"/>
                </a:lnTo>
                <a:lnTo>
                  <a:pt x="209238" y="682504"/>
                </a:lnTo>
                <a:lnTo>
                  <a:pt x="174288" y="641958"/>
                </a:lnTo>
                <a:lnTo>
                  <a:pt x="142065" y="599212"/>
                </a:lnTo>
                <a:lnTo>
                  <a:pt x="112571" y="554266"/>
                </a:lnTo>
                <a:lnTo>
                  <a:pt x="86041" y="507509"/>
                </a:lnTo>
                <a:lnTo>
                  <a:pt x="62715" y="459328"/>
                </a:lnTo>
                <a:lnTo>
                  <a:pt x="42591" y="409724"/>
                </a:lnTo>
                <a:lnTo>
                  <a:pt x="25670" y="358697"/>
                </a:lnTo>
                <a:lnTo>
                  <a:pt x="15019" y="312408"/>
                </a:lnTo>
                <a:lnTo>
                  <a:pt x="7191" y="265988"/>
                </a:lnTo>
                <a:lnTo>
                  <a:pt x="2184" y="219435"/>
                </a:lnTo>
                <a:lnTo>
                  <a:pt x="0" y="172750"/>
                </a:lnTo>
                <a:lnTo>
                  <a:pt x="637" y="125933"/>
                </a:lnTo>
                <a:lnTo>
                  <a:pt x="4096" y="78985"/>
                </a:lnTo>
                <a:lnTo>
                  <a:pt x="10377" y="31904"/>
                </a:lnTo>
                <a:lnTo>
                  <a:pt x="10504" y="25565"/>
                </a:lnTo>
                <a:lnTo>
                  <a:pt x="41978" y="0"/>
                </a:lnTo>
                <a:lnTo>
                  <a:pt x="54437" y="2348"/>
                </a:lnTo>
                <a:lnTo>
                  <a:pt x="59838" y="5131"/>
                </a:lnTo>
                <a:lnTo>
                  <a:pt x="64410" y="9523"/>
                </a:lnTo>
                <a:lnTo>
                  <a:pt x="71879" y="21546"/>
                </a:lnTo>
                <a:lnTo>
                  <a:pt x="73341" y="35243"/>
                </a:lnTo>
                <a:lnTo>
                  <a:pt x="70114" y="63782"/>
                </a:lnTo>
                <a:lnTo>
                  <a:pt x="66914" y="99587"/>
                </a:lnTo>
                <a:lnTo>
                  <a:pt x="65108" y="135435"/>
                </a:lnTo>
                <a:lnTo>
                  <a:pt x="64695" y="171326"/>
                </a:lnTo>
                <a:lnTo>
                  <a:pt x="65677" y="207260"/>
                </a:lnTo>
                <a:lnTo>
                  <a:pt x="73990" y="267953"/>
                </a:lnTo>
                <a:lnTo>
                  <a:pt x="87386" y="327729"/>
                </a:lnTo>
                <a:lnTo>
                  <a:pt x="105752" y="386170"/>
                </a:lnTo>
                <a:lnTo>
                  <a:pt x="128975" y="442857"/>
                </a:lnTo>
                <a:lnTo>
                  <a:pt x="156873" y="497395"/>
                </a:lnTo>
                <a:lnTo>
                  <a:pt x="189265" y="549389"/>
                </a:lnTo>
                <a:lnTo>
                  <a:pt x="225907" y="598482"/>
                </a:lnTo>
                <a:lnTo>
                  <a:pt x="266554" y="644313"/>
                </a:lnTo>
                <a:lnTo>
                  <a:pt x="302956" y="677539"/>
                </a:lnTo>
                <a:lnTo>
                  <a:pt x="341457" y="707755"/>
                </a:lnTo>
                <a:lnTo>
                  <a:pt x="381860" y="735288"/>
                </a:lnTo>
                <a:lnTo>
                  <a:pt x="423967" y="760464"/>
                </a:lnTo>
                <a:lnTo>
                  <a:pt x="467581" y="783608"/>
                </a:lnTo>
                <a:lnTo>
                  <a:pt x="512505" y="805048"/>
                </a:lnTo>
                <a:lnTo>
                  <a:pt x="558542" y="825108"/>
                </a:lnTo>
                <a:lnTo>
                  <a:pt x="605494" y="844115"/>
                </a:lnTo>
                <a:lnTo>
                  <a:pt x="653163" y="862394"/>
                </a:lnTo>
                <a:lnTo>
                  <a:pt x="727469" y="889851"/>
                </a:lnTo>
                <a:lnTo>
                  <a:pt x="806216" y="917450"/>
                </a:lnTo>
                <a:lnTo>
                  <a:pt x="812947" y="919328"/>
                </a:lnTo>
                <a:lnTo>
                  <a:pt x="819431" y="921845"/>
                </a:lnTo>
                <a:lnTo>
                  <a:pt x="825667" y="924999"/>
                </a:lnTo>
                <a:lnTo>
                  <a:pt x="788957" y="888804"/>
                </a:lnTo>
                <a:lnTo>
                  <a:pt x="676290" y="782839"/>
                </a:lnTo>
                <a:lnTo>
                  <a:pt x="639435" y="746840"/>
                </a:lnTo>
                <a:lnTo>
                  <a:pt x="603704" y="709725"/>
                </a:lnTo>
                <a:lnTo>
                  <a:pt x="566846" y="668200"/>
                </a:lnTo>
                <a:lnTo>
                  <a:pt x="559794" y="646305"/>
                </a:lnTo>
                <a:lnTo>
                  <a:pt x="560118" y="642454"/>
                </a:lnTo>
                <a:lnTo>
                  <a:pt x="587964" y="613316"/>
                </a:lnTo>
                <a:lnTo>
                  <a:pt x="591797" y="612818"/>
                </a:lnTo>
                <a:lnTo>
                  <a:pt x="599632" y="613136"/>
                </a:lnTo>
                <a:lnTo>
                  <a:pt x="603411" y="613943"/>
                </a:lnTo>
                <a:lnTo>
                  <a:pt x="607052" y="615398"/>
                </a:lnTo>
                <a:lnTo>
                  <a:pt x="643157" y="649761"/>
                </a:lnTo>
                <a:lnTo>
                  <a:pt x="679420" y="688677"/>
                </a:lnTo>
                <a:lnTo>
                  <a:pt x="717340" y="728311"/>
                </a:lnTo>
                <a:lnTo>
                  <a:pt x="758419" y="764827"/>
                </a:lnTo>
                <a:lnTo>
                  <a:pt x="798908" y="801886"/>
                </a:lnTo>
                <a:lnTo>
                  <a:pt x="838511" y="839905"/>
                </a:lnTo>
                <a:lnTo>
                  <a:pt x="877264" y="878790"/>
                </a:lnTo>
                <a:lnTo>
                  <a:pt x="915204" y="918446"/>
                </a:lnTo>
                <a:lnTo>
                  <a:pt x="928741" y="945242"/>
                </a:lnTo>
                <a:lnTo>
                  <a:pt x="926205" y="968888"/>
                </a:lnTo>
                <a:lnTo>
                  <a:pt x="881697" y="997118"/>
                </a:lnTo>
                <a:lnTo>
                  <a:pt x="836307" y="1009186"/>
                </a:lnTo>
                <a:lnTo>
                  <a:pt x="790659" y="1019874"/>
                </a:lnTo>
                <a:lnTo>
                  <a:pt x="744752" y="1029182"/>
                </a:lnTo>
                <a:lnTo>
                  <a:pt x="698587" y="1037111"/>
                </a:lnTo>
                <a:lnTo>
                  <a:pt x="652164" y="1043660"/>
                </a:lnTo>
                <a:lnTo>
                  <a:pt x="605482" y="1048829"/>
                </a:lnTo>
                <a:lnTo>
                  <a:pt x="562285" y="1050498"/>
                </a:lnTo>
                <a:lnTo>
                  <a:pt x="519087" y="1051079"/>
                </a:lnTo>
                <a:close/>
              </a:path>
            </a:pathLst>
          </a:custGeom>
          <a:solidFill>
            <a:srgbClr val="DAFF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205309" y="3473863"/>
            <a:ext cx="2673350" cy="762635"/>
          </a:xfrm>
          <a:prstGeom prst="rect">
            <a:avLst/>
          </a:prstGeom>
          <a:solidFill>
            <a:srgbClr val="D0C2F5"/>
          </a:solidFill>
        </p:spPr>
        <p:txBody>
          <a:bodyPr vert="horz" wrap="square" lIns="0" tIns="88900" rIns="0" bIns="0" rtlCol="0">
            <a:spAutoFit/>
          </a:bodyPr>
          <a:lstStyle/>
          <a:p>
            <a:pPr marL="177800">
              <a:lnSpc>
                <a:spcPct val="100000"/>
              </a:lnSpc>
              <a:spcBef>
                <a:spcPts val="700"/>
              </a:spcBef>
            </a:pPr>
            <a:r>
              <a:rPr sz="3500" spc="55" dirty="0"/>
              <a:t>Transcribe</a:t>
            </a:r>
            <a:endParaRPr sz="3500"/>
          </a:p>
        </p:txBody>
      </p:sp>
      <p:sp>
        <p:nvSpPr>
          <p:cNvPr id="7" name="object 7"/>
          <p:cNvSpPr txBox="1"/>
          <p:nvPr/>
        </p:nvSpPr>
        <p:spPr>
          <a:xfrm>
            <a:off x="2493610" y="4705196"/>
            <a:ext cx="4340860" cy="762635"/>
          </a:xfrm>
          <a:prstGeom prst="rect">
            <a:avLst/>
          </a:prstGeom>
          <a:solidFill>
            <a:srgbClr val="D0C2F5"/>
          </a:solidFill>
        </p:spPr>
        <p:txBody>
          <a:bodyPr vert="horz" wrap="square" lIns="0" tIns="88900" rIns="0" bIns="0" rtlCol="0">
            <a:spAutoFit/>
          </a:bodyPr>
          <a:lstStyle/>
          <a:p>
            <a:pPr marL="177800">
              <a:lnSpc>
                <a:spcPct val="100000"/>
              </a:lnSpc>
              <a:spcBef>
                <a:spcPts val="700"/>
              </a:spcBef>
            </a:pPr>
            <a:r>
              <a:rPr sz="3500" b="1" spc="125" dirty="0">
                <a:solidFill>
                  <a:srgbClr val="3B0A85"/>
                </a:solidFill>
                <a:latin typeface="Trebuchet MS"/>
                <a:cs typeface="Trebuchet MS"/>
              </a:rPr>
              <a:t>Read</a:t>
            </a:r>
            <a:r>
              <a:rPr sz="3500" b="1" spc="-22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500" b="1" spc="145" dirty="0">
                <a:solidFill>
                  <a:srgbClr val="3B0A85"/>
                </a:solidFill>
                <a:latin typeface="Trebuchet MS"/>
                <a:cs typeface="Trebuchet MS"/>
              </a:rPr>
              <a:t>and</a:t>
            </a:r>
            <a:r>
              <a:rPr sz="3500" b="1" spc="-22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500" b="1" spc="100" dirty="0">
                <a:solidFill>
                  <a:srgbClr val="3B0A85"/>
                </a:solidFill>
                <a:latin typeface="Trebuchet MS"/>
                <a:cs typeface="Trebuchet MS"/>
              </a:rPr>
              <a:t>discover</a:t>
            </a:r>
            <a:endParaRPr sz="35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929568" y="5939988"/>
            <a:ext cx="5951220" cy="762635"/>
          </a:xfrm>
          <a:prstGeom prst="rect">
            <a:avLst/>
          </a:prstGeom>
          <a:solidFill>
            <a:srgbClr val="D0C2F5"/>
          </a:solidFill>
        </p:spPr>
        <p:txBody>
          <a:bodyPr vert="horz" wrap="square" lIns="0" tIns="88900" rIns="0" bIns="0" rtlCol="0">
            <a:spAutoFit/>
          </a:bodyPr>
          <a:lstStyle/>
          <a:p>
            <a:pPr marL="177800">
              <a:lnSpc>
                <a:spcPct val="100000"/>
              </a:lnSpc>
              <a:spcBef>
                <a:spcPts val="700"/>
              </a:spcBef>
            </a:pPr>
            <a:r>
              <a:rPr sz="3500" b="1" dirty="0">
                <a:solidFill>
                  <a:srgbClr val="3B0A85"/>
                </a:solidFill>
                <a:latin typeface="Trebuchet MS"/>
                <a:cs typeface="Trebuchet MS"/>
              </a:rPr>
              <a:t>Build</a:t>
            </a:r>
            <a:r>
              <a:rPr sz="3500" b="1" spc="-17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500" b="1" spc="110" dirty="0">
                <a:solidFill>
                  <a:srgbClr val="3B0A85"/>
                </a:solidFill>
                <a:latin typeface="Trebuchet MS"/>
                <a:cs typeface="Trebuchet MS"/>
              </a:rPr>
              <a:t>categories</a:t>
            </a:r>
            <a:r>
              <a:rPr sz="3500" b="1" spc="-17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500" b="1" spc="145" dirty="0">
                <a:solidFill>
                  <a:srgbClr val="3B0A85"/>
                </a:solidFill>
                <a:latin typeface="Trebuchet MS"/>
                <a:cs typeface="Trebuchet MS"/>
              </a:rPr>
              <a:t>and</a:t>
            </a:r>
            <a:r>
              <a:rPr sz="3500" b="1" spc="-17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500" b="1" spc="165" dirty="0">
                <a:solidFill>
                  <a:srgbClr val="3B0A85"/>
                </a:solidFill>
                <a:latin typeface="Trebuchet MS"/>
                <a:cs typeface="Trebuchet MS"/>
              </a:rPr>
              <a:t>code</a:t>
            </a:r>
            <a:endParaRPr sz="35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43344" y="7171322"/>
            <a:ext cx="5427980" cy="762635"/>
          </a:xfrm>
          <a:prstGeom prst="rect">
            <a:avLst/>
          </a:prstGeom>
          <a:solidFill>
            <a:srgbClr val="D0C2F5"/>
          </a:solidFill>
        </p:spPr>
        <p:txBody>
          <a:bodyPr vert="horz" wrap="square" lIns="0" tIns="88900" rIns="0" bIns="0" rtlCol="0">
            <a:spAutoFit/>
          </a:bodyPr>
          <a:lstStyle/>
          <a:p>
            <a:pPr marL="177800">
              <a:lnSpc>
                <a:spcPct val="100000"/>
              </a:lnSpc>
              <a:spcBef>
                <a:spcPts val="700"/>
              </a:spcBef>
            </a:pPr>
            <a:r>
              <a:rPr sz="3500" b="1" spc="65" dirty="0">
                <a:solidFill>
                  <a:srgbClr val="3B0A85"/>
                </a:solidFill>
                <a:latin typeface="Trebuchet MS"/>
                <a:cs typeface="Trebuchet MS"/>
              </a:rPr>
              <a:t>Summarize</a:t>
            </a:r>
            <a:r>
              <a:rPr sz="3500" b="1" spc="-21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500" b="1" spc="145" dirty="0">
                <a:solidFill>
                  <a:srgbClr val="3B0A85"/>
                </a:solidFill>
                <a:latin typeface="Trebuchet MS"/>
                <a:cs typeface="Trebuchet MS"/>
              </a:rPr>
              <a:t>and</a:t>
            </a:r>
            <a:r>
              <a:rPr sz="3500" b="1" spc="-21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500" b="1" spc="-10" dirty="0">
                <a:solidFill>
                  <a:srgbClr val="3B0A85"/>
                </a:solidFill>
                <a:latin typeface="Trebuchet MS"/>
                <a:cs typeface="Trebuchet MS"/>
              </a:rPr>
              <a:t>analyze</a:t>
            </a:r>
            <a:endParaRPr sz="35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779302" y="8406115"/>
            <a:ext cx="4758055" cy="762635"/>
          </a:xfrm>
          <a:prstGeom prst="rect">
            <a:avLst/>
          </a:prstGeom>
          <a:solidFill>
            <a:srgbClr val="D0C2F5"/>
          </a:solidFill>
        </p:spPr>
        <p:txBody>
          <a:bodyPr vert="horz" wrap="square" lIns="0" tIns="88900" rIns="0" bIns="0" rtlCol="0">
            <a:spAutoFit/>
          </a:bodyPr>
          <a:lstStyle/>
          <a:p>
            <a:pPr marL="177800">
              <a:lnSpc>
                <a:spcPct val="100000"/>
              </a:lnSpc>
              <a:spcBef>
                <a:spcPts val="700"/>
              </a:spcBef>
            </a:pPr>
            <a:r>
              <a:rPr sz="3500" b="1" dirty="0">
                <a:solidFill>
                  <a:srgbClr val="3B0A85"/>
                </a:solidFill>
                <a:latin typeface="Trebuchet MS"/>
                <a:cs typeface="Trebuchet MS"/>
              </a:rPr>
              <a:t>Interpret</a:t>
            </a:r>
            <a:r>
              <a:rPr sz="3500" b="1" spc="-7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500" b="1" spc="145" dirty="0">
                <a:solidFill>
                  <a:srgbClr val="3B0A85"/>
                </a:solidFill>
                <a:latin typeface="Trebuchet MS"/>
                <a:cs typeface="Trebuchet MS"/>
              </a:rPr>
              <a:t>and</a:t>
            </a:r>
            <a:r>
              <a:rPr sz="3500" b="1" spc="-7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500" b="1" spc="-10" dirty="0">
                <a:solidFill>
                  <a:srgbClr val="3B0A85"/>
                </a:solidFill>
                <a:latin typeface="Trebuchet MS"/>
                <a:cs typeface="Trebuchet MS"/>
              </a:rPr>
              <a:t>reflect</a:t>
            </a:r>
            <a:endParaRPr sz="35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 rot="240000">
            <a:off x="8627967" y="1439678"/>
            <a:ext cx="9053037" cy="869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659"/>
              </a:lnSpc>
            </a:pPr>
            <a:r>
              <a:rPr sz="10275" spc="112" baseline="2433" dirty="0">
                <a:solidFill>
                  <a:srgbClr val="DAFF6B"/>
                </a:solidFill>
                <a:latin typeface="Arial MT"/>
                <a:cs typeface="Arial MT"/>
              </a:rPr>
              <a:t>A</a:t>
            </a:r>
            <a:r>
              <a:rPr sz="10275" spc="112" baseline="2027" dirty="0">
                <a:solidFill>
                  <a:srgbClr val="DAFF6B"/>
                </a:solidFill>
                <a:latin typeface="Arial MT"/>
                <a:cs typeface="Arial MT"/>
              </a:rPr>
              <a:t>N</a:t>
            </a:r>
            <a:r>
              <a:rPr sz="10275" spc="112" baseline="1622" dirty="0">
                <a:solidFill>
                  <a:srgbClr val="DAFF6B"/>
                </a:solidFill>
                <a:latin typeface="Arial MT"/>
                <a:cs typeface="Arial MT"/>
              </a:rPr>
              <a:t>A</a:t>
            </a:r>
            <a:r>
              <a:rPr sz="10275" spc="112" baseline="1216" dirty="0">
                <a:solidFill>
                  <a:srgbClr val="DAFF6B"/>
                </a:solidFill>
                <a:latin typeface="Arial MT"/>
                <a:cs typeface="Arial MT"/>
              </a:rPr>
              <a:t>LY</a:t>
            </a:r>
            <a:r>
              <a:rPr sz="6850" spc="75" dirty="0">
                <a:solidFill>
                  <a:srgbClr val="DAFF6B"/>
                </a:solidFill>
                <a:latin typeface="Arial MT"/>
                <a:cs typeface="Arial MT"/>
              </a:rPr>
              <a:t>SIS</a:t>
            </a:r>
            <a:r>
              <a:rPr sz="6850" spc="285" dirty="0">
                <a:solidFill>
                  <a:srgbClr val="DAFF6B"/>
                </a:solidFill>
                <a:latin typeface="Arial MT"/>
                <a:cs typeface="Arial MT"/>
              </a:rPr>
              <a:t> </a:t>
            </a:r>
            <a:r>
              <a:rPr sz="6850" spc="-114" dirty="0">
                <a:solidFill>
                  <a:srgbClr val="DAFF6B"/>
                </a:solidFill>
                <a:latin typeface="Arial MT"/>
                <a:cs typeface="Arial MT"/>
              </a:rPr>
              <a:t>PROC</a:t>
            </a:r>
            <a:r>
              <a:rPr sz="10275" spc="-172" baseline="-1216" dirty="0">
                <a:solidFill>
                  <a:srgbClr val="DAFF6B"/>
                </a:solidFill>
                <a:latin typeface="Arial MT"/>
                <a:cs typeface="Arial MT"/>
              </a:rPr>
              <a:t>E</a:t>
            </a:r>
            <a:r>
              <a:rPr sz="10275" spc="-172" baseline="-1622" dirty="0">
                <a:solidFill>
                  <a:srgbClr val="DAFF6B"/>
                </a:solidFill>
                <a:latin typeface="Arial MT"/>
                <a:cs typeface="Arial MT"/>
              </a:rPr>
              <a:t>SS</a:t>
            </a:r>
            <a:r>
              <a:rPr sz="10275" spc="-172" baseline="-2027" dirty="0">
                <a:solidFill>
                  <a:srgbClr val="DAFF6B"/>
                </a:solidFill>
                <a:latin typeface="Arial MT"/>
                <a:cs typeface="Arial MT"/>
              </a:rPr>
              <a:t>:</a:t>
            </a:r>
            <a:endParaRPr sz="10275" baseline="-2027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 rot="240000">
            <a:off x="11783176" y="2394376"/>
            <a:ext cx="5839981" cy="869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715"/>
              </a:lnSpc>
            </a:pPr>
            <a:r>
              <a:rPr sz="10275" spc="-15" baseline="1622" dirty="0">
                <a:solidFill>
                  <a:srgbClr val="DAFF6B"/>
                </a:solidFill>
                <a:latin typeface="Arial MT"/>
                <a:cs typeface="Arial MT"/>
              </a:rPr>
              <a:t>Q</a:t>
            </a:r>
            <a:r>
              <a:rPr sz="10275" spc="-15" baseline="1216" dirty="0">
                <a:solidFill>
                  <a:srgbClr val="DAFF6B"/>
                </a:solidFill>
                <a:latin typeface="Arial MT"/>
                <a:cs typeface="Arial MT"/>
              </a:rPr>
              <a:t>U</a:t>
            </a:r>
            <a:r>
              <a:rPr sz="6850" spc="-10" dirty="0">
                <a:solidFill>
                  <a:srgbClr val="DAFF6B"/>
                </a:solidFill>
                <a:latin typeface="Arial MT"/>
                <a:cs typeface="Arial MT"/>
              </a:rPr>
              <a:t>ALITATIVE</a:t>
            </a:r>
            <a:endParaRPr sz="685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 rot="240000">
            <a:off x="8755260" y="3118315"/>
            <a:ext cx="8795838" cy="8743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884"/>
              </a:lnSpc>
            </a:pPr>
            <a:r>
              <a:rPr sz="10275" spc="-254" baseline="4055" dirty="0">
                <a:solidFill>
                  <a:srgbClr val="DAFF6B"/>
                </a:solidFill>
                <a:latin typeface="Arial MT"/>
                <a:cs typeface="Arial MT"/>
              </a:rPr>
              <a:t>C</a:t>
            </a:r>
            <a:r>
              <a:rPr sz="10275" spc="-254" baseline="3649" dirty="0">
                <a:solidFill>
                  <a:srgbClr val="DAFF6B"/>
                </a:solidFill>
                <a:latin typeface="Arial MT"/>
                <a:cs typeface="Arial MT"/>
              </a:rPr>
              <a:t>O</a:t>
            </a:r>
            <a:r>
              <a:rPr sz="10275" spc="-254" baseline="3244" dirty="0">
                <a:solidFill>
                  <a:srgbClr val="DAFF6B"/>
                </a:solidFill>
                <a:latin typeface="Arial MT"/>
                <a:cs typeface="Arial MT"/>
              </a:rPr>
              <a:t>NT</a:t>
            </a:r>
            <a:r>
              <a:rPr sz="10275" spc="-254" baseline="2838" dirty="0">
                <a:solidFill>
                  <a:srgbClr val="DAFF6B"/>
                </a:solidFill>
                <a:latin typeface="Arial MT"/>
                <a:cs typeface="Arial MT"/>
              </a:rPr>
              <a:t>E</a:t>
            </a:r>
            <a:r>
              <a:rPr sz="10275" spc="-254" baseline="2433" dirty="0">
                <a:solidFill>
                  <a:srgbClr val="DAFF6B"/>
                </a:solidFill>
                <a:latin typeface="Arial MT"/>
                <a:cs typeface="Arial MT"/>
              </a:rPr>
              <a:t>NT</a:t>
            </a:r>
            <a:r>
              <a:rPr sz="10275" spc="-434" baseline="2433" dirty="0">
                <a:solidFill>
                  <a:srgbClr val="DAFF6B"/>
                </a:solidFill>
                <a:latin typeface="Arial MT"/>
                <a:cs typeface="Arial MT"/>
              </a:rPr>
              <a:t> </a:t>
            </a:r>
            <a:r>
              <a:rPr sz="10275" spc="97" baseline="2027" dirty="0">
                <a:solidFill>
                  <a:srgbClr val="DAFF6B"/>
                </a:solidFill>
                <a:latin typeface="Arial MT"/>
                <a:cs typeface="Arial MT"/>
              </a:rPr>
              <a:t>A</a:t>
            </a:r>
            <a:r>
              <a:rPr sz="10275" spc="97" baseline="1622" dirty="0">
                <a:solidFill>
                  <a:srgbClr val="DAFF6B"/>
                </a:solidFill>
                <a:latin typeface="Arial MT"/>
                <a:cs typeface="Arial MT"/>
              </a:rPr>
              <a:t>N</a:t>
            </a:r>
            <a:r>
              <a:rPr sz="10275" spc="97" baseline="1216" dirty="0">
                <a:solidFill>
                  <a:srgbClr val="DAFF6B"/>
                </a:solidFill>
                <a:latin typeface="Arial MT"/>
                <a:cs typeface="Arial MT"/>
              </a:rPr>
              <a:t>A</a:t>
            </a:r>
            <a:r>
              <a:rPr sz="6850" spc="65" dirty="0">
                <a:solidFill>
                  <a:srgbClr val="DAFF6B"/>
                </a:solidFill>
                <a:latin typeface="Arial MT"/>
                <a:cs typeface="Arial MT"/>
              </a:rPr>
              <a:t>LYSIS</a:t>
            </a:r>
            <a:endParaRPr sz="68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21401" y="1518948"/>
            <a:ext cx="7115174" cy="7743824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689927" y="1174812"/>
            <a:ext cx="5495925" cy="2341880"/>
          </a:xfrm>
          <a:custGeom>
            <a:avLst/>
            <a:gdLst/>
            <a:ahLst/>
            <a:cxnLst/>
            <a:rect l="l" t="t" r="r" b="b"/>
            <a:pathLst>
              <a:path w="5495925" h="2341879">
                <a:moveTo>
                  <a:pt x="5495417" y="1174051"/>
                </a:moveTo>
                <a:lnTo>
                  <a:pt x="5455069" y="0"/>
                </a:lnTo>
                <a:lnTo>
                  <a:pt x="0" y="187502"/>
                </a:lnTo>
                <a:lnTo>
                  <a:pt x="40347" y="1361567"/>
                </a:lnTo>
                <a:lnTo>
                  <a:pt x="74028" y="2341422"/>
                </a:lnTo>
                <a:lnTo>
                  <a:pt x="4995278" y="2172271"/>
                </a:lnTo>
                <a:lnTo>
                  <a:pt x="4961598" y="1192403"/>
                </a:lnTo>
                <a:lnTo>
                  <a:pt x="5495417" y="1174051"/>
                </a:lnTo>
                <a:close/>
              </a:path>
            </a:pathLst>
          </a:custGeom>
          <a:solidFill>
            <a:srgbClr val="3B0A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 rot="21540000">
            <a:off x="999360" y="1458231"/>
            <a:ext cx="4607954" cy="838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315"/>
              </a:lnSpc>
            </a:pPr>
            <a:r>
              <a:rPr sz="9900" baseline="-2946" dirty="0">
                <a:solidFill>
                  <a:srgbClr val="DAFF6B"/>
                </a:solidFill>
                <a:latin typeface="Arial MT"/>
                <a:cs typeface="Arial MT"/>
              </a:rPr>
              <a:t>R</a:t>
            </a:r>
            <a:r>
              <a:rPr sz="9900" baseline="-2104" dirty="0">
                <a:solidFill>
                  <a:srgbClr val="DAFF6B"/>
                </a:solidFill>
                <a:latin typeface="Arial MT"/>
                <a:cs typeface="Arial MT"/>
              </a:rPr>
              <a:t>E</a:t>
            </a:r>
            <a:r>
              <a:rPr sz="9900" baseline="-1683" dirty="0">
                <a:solidFill>
                  <a:srgbClr val="DAFF6B"/>
                </a:solidFill>
                <a:latin typeface="Arial MT"/>
                <a:cs typeface="Arial MT"/>
              </a:rPr>
              <a:t>A</a:t>
            </a:r>
            <a:r>
              <a:rPr sz="6600" dirty="0">
                <a:solidFill>
                  <a:srgbClr val="DAFF6B"/>
                </a:solidFill>
                <a:latin typeface="Arial MT"/>
                <a:cs typeface="Arial MT"/>
              </a:rPr>
              <a:t>D</a:t>
            </a:r>
            <a:r>
              <a:rPr sz="6600" spc="85" dirty="0">
                <a:solidFill>
                  <a:srgbClr val="DAFF6B"/>
                </a:solidFill>
                <a:latin typeface="Arial MT"/>
                <a:cs typeface="Arial MT"/>
              </a:rPr>
              <a:t> </a:t>
            </a:r>
            <a:r>
              <a:rPr sz="6600" spc="165" dirty="0">
                <a:solidFill>
                  <a:srgbClr val="DAFF6B"/>
                </a:solidFill>
                <a:latin typeface="Arial MT"/>
                <a:cs typeface="Arial MT"/>
              </a:rPr>
              <a:t>AN</a:t>
            </a:r>
            <a:r>
              <a:rPr sz="9900" spc="247" baseline="1262" dirty="0">
                <a:solidFill>
                  <a:srgbClr val="DAFF6B"/>
                </a:solidFill>
                <a:latin typeface="Arial MT"/>
                <a:cs typeface="Arial MT"/>
              </a:rPr>
              <a:t>D</a:t>
            </a:r>
            <a:endParaRPr sz="9900" baseline="1262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 rot="21540000">
            <a:off x="1030750" y="2442152"/>
            <a:ext cx="4347865" cy="838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245"/>
              </a:lnSpc>
            </a:pPr>
            <a:r>
              <a:rPr sz="9900" spc="-187" baseline="-3367" dirty="0">
                <a:solidFill>
                  <a:srgbClr val="DAFF6B"/>
                </a:solidFill>
                <a:latin typeface="Arial MT"/>
                <a:cs typeface="Arial MT"/>
              </a:rPr>
              <a:t>D</a:t>
            </a:r>
            <a:r>
              <a:rPr sz="9900" spc="-187" baseline="-2946" dirty="0">
                <a:solidFill>
                  <a:srgbClr val="DAFF6B"/>
                </a:solidFill>
                <a:latin typeface="Arial MT"/>
                <a:cs typeface="Arial MT"/>
              </a:rPr>
              <a:t>I</a:t>
            </a:r>
            <a:r>
              <a:rPr sz="9900" spc="-187" baseline="-2525" dirty="0">
                <a:solidFill>
                  <a:srgbClr val="DAFF6B"/>
                </a:solidFill>
                <a:latin typeface="Arial MT"/>
                <a:cs typeface="Arial MT"/>
              </a:rPr>
              <a:t>S</a:t>
            </a:r>
            <a:r>
              <a:rPr sz="9900" spc="-187" baseline="-2104" dirty="0">
                <a:solidFill>
                  <a:srgbClr val="DAFF6B"/>
                </a:solidFill>
                <a:latin typeface="Arial MT"/>
                <a:cs typeface="Arial MT"/>
              </a:rPr>
              <a:t>C</a:t>
            </a:r>
            <a:r>
              <a:rPr sz="9900" spc="-187" baseline="-1262" dirty="0">
                <a:solidFill>
                  <a:srgbClr val="DAFF6B"/>
                </a:solidFill>
                <a:latin typeface="Arial MT"/>
                <a:cs typeface="Arial MT"/>
              </a:rPr>
              <a:t>O</a:t>
            </a:r>
            <a:r>
              <a:rPr sz="6600" spc="-125" dirty="0">
                <a:solidFill>
                  <a:srgbClr val="DAFF6B"/>
                </a:solidFill>
                <a:latin typeface="Arial MT"/>
                <a:cs typeface="Arial MT"/>
              </a:rPr>
              <a:t>VER</a:t>
            </a:r>
            <a:endParaRPr sz="66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32364" y="4093033"/>
            <a:ext cx="2889885" cy="395986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95885" marR="88900" algn="ctr">
              <a:lnSpc>
                <a:spcPts val="3829"/>
              </a:lnSpc>
              <a:spcBef>
                <a:spcPts val="535"/>
              </a:spcBef>
            </a:pPr>
            <a:r>
              <a:rPr sz="3500" b="1" spc="105" dirty="0">
                <a:solidFill>
                  <a:srgbClr val="0AF409"/>
                </a:solidFill>
                <a:latin typeface="Trebuchet MS"/>
                <a:cs typeface="Trebuchet MS"/>
              </a:rPr>
              <a:t>Engagement </a:t>
            </a:r>
            <a:r>
              <a:rPr sz="3500" b="1" spc="40" dirty="0">
                <a:solidFill>
                  <a:srgbClr val="0AF409"/>
                </a:solidFill>
                <a:latin typeface="Trebuchet MS"/>
                <a:cs typeface="Trebuchet MS"/>
              </a:rPr>
              <a:t>offers</a:t>
            </a:r>
            <a:endParaRPr sz="3500">
              <a:latin typeface="Trebuchet MS"/>
              <a:cs typeface="Trebuchet MS"/>
            </a:endParaRPr>
          </a:p>
          <a:p>
            <a:pPr marL="192405" marR="184785" algn="ctr">
              <a:lnSpc>
                <a:spcPts val="3829"/>
              </a:lnSpc>
              <a:spcBef>
                <a:spcPts val="3815"/>
              </a:spcBef>
            </a:pPr>
            <a:r>
              <a:rPr sz="3500" b="1" spc="80" dirty="0">
                <a:solidFill>
                  <a:srgbClr val="F012F0"/>
                </a:solidFill>
                <a:latin typeface="Trebuchet MS"/>
                <a:cs typeface="Trebuchet MS"/>
              </a:rPr>
              <a:t>Motivation/ </a:t>
            </a:r>
            <a:r>
              <a:rPr sz="3500" b="1" spc="170" dirty="0">
                <a:solidFill>
                  <a:srgbClr val="F012F0"/>
                </a:solidFill>
                <a:latin typeface="Trebuchet MS"/>
                <a:cs typeface="Trebuchet MS"/>
              </a:rPr>
              <a:t>Obstacles</a:t>
            </a:r>
            <a:endParaRPr sz="3500">
              <a:latin typeface="Trebuchet MS"/>
              <a:cs typeface="Trebuchet MS"/>
            </a:endParaRPr>
          </a:p>
          <a:p>
            <a:pPr marL="12700" marR="5080" algn="ctr">
              <a:lnSpc>
                <a:spcPts val="3829"/>
              </a:lnSpc>
              <a:spcBef>
                <a:spcPts val="3815"/>
              </a:spcBef>
            </a:pPr>
            <a:r>
              <a:rPr sz="3500" b="1" spc="95" dirty="0">
                <a:solidFill>
                  <a:srgbClr val="0CBFDE"/>
                </a:solidFill>
                <a:latin typeface="Trebuchet MS"/>
                <a:cs typeface="Trebuchet MS"/>
              </a:rPr>
              <a:t>Opportunity/ </a:t>
            </a:r>
            <a:r>
              <a:rPr sz="3500" b="1" spc="55" dirty="0">
                <a:solidFill>
                  <a:srgbClr val="0CBFDE"/>
                </a:solidFill>
                <a:latin typeface="Trebuchet MS"/>
                <a:cs typeface="Trebuchet MS"/>
              </a:rPr>
              <a:t>Network</a:t>
            </a:r>
            <a:endParaRPr sz="35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84722" y="430553"/>
            <a:ext cx="2507615" cy="859790"/>
          </a:xfrm>
          <a:prstGeom prst="rect">
            <a:avLst/>
          </a:prstGeom>
          <a:solidFill>
            <a:srgbClr val="DAFF6B"/>
          </a:solidFill>
        </p:spPr>
        <p:txBody>
          <a:bodyPr vert="horz" wrap="square" lIns="0" tIns="94615" rIns="0" bIns="0" rtlCol="0">
            <a:spAutoFit/>
          </a:bodyPr>
          <a:lstStyle/>
          <a:p>
            <a:pPr marL="201930">
              <a:lnSpc>
                <a:spcPct val="100000"/>
              </a:lnSpc>
              <a:spcBef>
                <a:spcPts val="745"/>
              </a:spcBef>
            </a:pPr>
            <a:r>
              <a:rPr sz="3950" spc="100" dirty="0"/>
              <a:t>Example</a:t>
            </a:r>
            <a:endParaRPr sz="395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07052" y="1816336"/>
            <a:ext cx="10296524" cy="770572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 rot="21540000">
            <a:off x="477596" y="531434"/>
            <a:ext cx="8085368" cy="698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780"/>
              </a:lnSpc>
            </a:pPr>
            <a:r>
              <a:rPr sz="8250" baseline="-9090" dirty="0">
                <a:solidFill>
                  <a:srgbClr val="DAFF6B"/>
                </a:solidFill>
                <a:latin typeface="Arial MT"/>
                <a:cs typeface="Arial MT"/>
              </a:rPr>
              <a:t>B</a:t>
            </a:r>
            <a:r>
              <a:rPr sz="8250" baseline="-8585" dirty="0">
                <a:solidFill>
                  <a:srgbClr val="DAFF6B"/>
                </a:solidFill>
                <a:latin typeface="Arial MT"/>
                <a:cs typeface="Arial MT"/>
              </a:rPr>
              <a:t>U</a:t>
            </a:r>
            <a:r>
              <a:rPr sz="8250" baseline="-8080" dirty="0">
                <a:solidFill>
                  <a:srgbClr val="DAFF6B"/>
                </a:solidFill>
                <a:latin typeface="Arial MT"/>
                <a:cs typeface="Arial MT"/>
              </a:rPr>
              <a:t>I</a:t>
            </a:r>
            <a:r>
              <a:rPr sz="8250" baseline="-7575" dirty="0">
                <a:solidFill>
                  <a:srgbClr val="DAFF6B"/>
                </a:solidFill>
                <a:latin typeface="Arial MT"/>
                <a:cs typeface="Arial MT"/>
              </a:rPr>
              <a:t>L</a:t>
            </a:r>
            <a:r>
              <a:rPr sz="8250" baseline="-7070" dirty="0">
                <a:solidFill>
                  <a:srgbClr val="DAFF6B"/>
                </a:solidFill>
                <a:latin typeface="Arial MT"/>
                <a:cs typeface="Arial MT"/>
              </a:rPr>
              <a:t>D</a:t>
            </a:r>
            <a:r>
              <a:rPr sz="8250" baseline="-6565" dirty="0">
                <a:solidFill>
                  <a:srgbClr val="DAFF6B"/>
                </a:solidFill>
                <a:latin typeface="Arial MT"/>
                <a:cs typeface="Arial MT"/>
              </a:rPr>
              <a:t>I</a:t>
            </a:r>
            <a:r>
              <a:rPr sz="8250" baseline="-6060" dirty="0">
                <a:solidFill>
                  <a:srgbClr val="DAFF6B"/>
                </a:solidFill>
                <a:latin typeface="Arial MT"/>
                <a:cs typeface="Arial MT"/>
              </a:rPr>
              <a:t>N</a:t>
            </a:r>
            <a:r>
              <a:rPr sz="8250" baseline="-5555" dirty="0">
                <a:solidFill>
                  <a:srgbClr val="DAFF6B"/>
                </a:solidFill>
                <a:latin typeface="Arial MT"/>
                <a:cs typeface="Arial MT"/>
              </a:rPr>
              <a:t>G</a:t>
            </a:r>
            <a:r>
              <a:rPr sz="8250" spc="67" baseline="-5555" dirty="0">
                <a:solidFill>
                  <a:srgbClr val="DAFF6B"/>
                </a:solidFill>
                <a:latin typeface="Arial MT"/>
                <a:cs typeface="Arial MT"/>
              </a:rPr>
              <a:t> </a:t>
            </a:r>
            <a:r>
              <a:rPr sz="8250" spc="-150" baseline="-4545" dirty="0">
                <a:solidFill>
                  <a:srgbClr val="DAFF6B"/>
                </a:solidFill>
                <a:latin typeface="Arial MT"/>
                <a:cs typeface="Arial MT"/>
              </a:rPr>
              <a:t>C</a:t>
            </a:r>
            <a:r>
              <a:rPr sz="8250" spc="-150" baseline="-4040" dirty="0">
                <a:solidFill>
                  <a:srgbClr val="DAFF6B"/>
                </a:solidFill>
                <a:latin typeface="Arial MT"/>
                <a:cs typeface="Arial MT"/>
              </a:rPr>
              <a:t>A</a:t>
            </a:r>
            <a:r>
              <a:rPr sz="8250" spc="-150" baseline="-3030" dirty="0">
                <a:solidFill>
                  <a:srgbClr val="DAFF6B"/>
                </a:solidFill>
                <a:latin typeface="Arial MT"/>
                <a:cs typeface="Arial MT"/>
              </a:rPr>
              <a:t>T</a:t>
            </a:r>
            <a:r>
              <a:rPr sz="8250" spc="-150" baseline="-2525" dirty="0">
                <a:solidFill>
                  <a:srgbClr val="DAFF6B"/>
                </a:solidFill>
                <a:latin typeface="Arial MT"/>
                <a:cs typeface="Arial MT"/>
              </a:rPr>
              <a:t>E</a:t>
            </a:r>
            <a:r>
              <a:rPr sz="8250" spc="-150" baseline="-2020" dirty="0">
                <a:solidFill>
                  <a:srgbClr val="DAFF6B"/>
                </a:solidFill>
                <a:latin typeface="Arial MT"/>
                <a:cs typeface="Arial MT"/>
              </a:rPr>
              <a:t>G</a:t>
            </a:r>
            <a:r>
              <a:rPr sz="8250" spc="-150" baseline="-1515" dirty="0">
                <a:solidFill>
                  <a:srgbClr val="DAFF6B"/>
                </a:solidFill>
                <a:latin typeface="Arial MT"/>
                <a:cs typeface="Arial MT"/>
              </a:rPr>
              <a:t>O</a:t>
            </a:r>
            <a:r>
              <a:rPr sz="5500" spc="-100" dirty="0">
                <a:solidFill>
                  <a:srgbClr val="DAFF6B"/>
                </a:solidFill>
                <a:latin typeface="Arial MT"/>
                <a:cs typeface="Arial MT"/>
              </a:rPr>
              <a:t>RIE</a:t>
            </a:r>
            <a:r>
              <a:rPr sz="8250" spc="-150" baseline="1010" dirty="0">
                <a:solidFill>
                  <a:srgbClr val="DAFF6B"/>
                </a:solidFill>
                <a:latin typeface="Arial MT"/>
                <a:cs typeface="Arial MT"/>
              </a:rPr>
              <a:t>S</a:t>
            </a:r>
            <a:endParaRPr sz="8250" baseline="101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 rot="21540000">
            <a:off x="502648" y="1357645"/>
            <a:ext cx="6773658" cy="698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970"/>
              </a:lnSpc>
            </a:pPr>
            <a:r>
              <a:rPr sz="8250" spc="240" baseline="-7070" dirty="0">
                <a:solidFill>
                  <a:srgbClr val="DAFF6B"/>
                </a:solidFill>
                <a:latin typeface="Arial MT"/>
                <a:cs typeface="Arial MT"/>
              </a:rPr>
              <a:t>A</a:t>
            </a:r>
            <a:r>
              <a:rPr sz="8250" spc="240" baseline="-6060" dirty="0">
                <a:solidFill>
                  <a:srgbClr val="DAFF6B"/>
                </a:solidFill>
                <a:latin typeface="Arial MT"/>
                <a:cs typeface="Arial MT"/>
              </a:rPr>
              <a:t>N</a:t>
            </a:r>
            <a:r>
              <a:rPr sz="8250" spc="240" baseline="-5555" dirty="0">
                <a:solidFill>
                  <a:srgbClr val="DAFF6B"/>
                </a:solidFill>
                <a:latin typeface="Arial MT"/>
                <a:cs typeface="Arial MT"/>
              </a:rPr>
              <a:t>D</a:t>
            </a:r>
            <a:r>
              <a:rPr sz="8250" spc="-89" baseline="-5555" dirty="0">
                <a:solidFill>
                  <a:srgbClr val="DAFF6B"/>
                </a:solidFill>
                <a:latin typeface="Arial MT"/>
                <a:cs typeface="Arial MT"/>
              </a:rPr>
              <a:t> </a:t>
            </a:r>
            <a:r>
              <a:rPr sz="8250" spc="-157" baseline="-4545" dirty="0">
                <a:solidFill>
                  <a:srgbClr val="DAFF6B"/>
                </a:solidFill>
                <a:latin typeface="Arial MT"/>
                <a:cs typeface="Arial MT"/>
              </a:rPr>
              <a:t>C</a:t>
            </a:r>
            <a:r>
              <a:rPr sz="8250" spc="-157" baseline="-4040" dirty="0">
                <a:solidFill>
                  <a:srgbClr val="DAFF6B"/>
                </a:solidFill>
                <a:latin typeface="Arial MT"/>
                <a:cs typeface="Arial MT"/>
              </a:rPr>
              <a:t>O</a:t>
            </a:r>
            <a:r>
              <a:rPr sz="8250" spc="-157" baseline="-3030" dirty="0">
                <a:solidFill>
                  <a:srgbClr val="DAFF6B"/>
                </a:solidFill>
                <a:latin typeface="Arial MT"/>
                <a:cs typeface="Arial MT"/>
              </a:rPr>
              <a:t>D</a:t>
            </a:r>
            <a:r>
              <a:rPr sz="8250" spc="-157" baseline="-2525" dirty="0">
                <a:solidFill>
                  <a:srgbClr val="DAFF6B"/>
                </a:solidFill>
                <a:latin typeface="Arial MT"/>
                <a:cs typeface="Arial MT"/>
              </a:rPr>
              <a:t>I</a:t>
            </a:r>
            <a:r>
              <a:rPr sz="8250" spc="-157" baseline="-2020" dirty="0">
                <a:solidFill>
                  <a:srgbClr val="DAFF6B"/>
                </a:solidFill>
                <a:latin typeface="Arial MT"/>
                <a:cs typeface="Arial MT"/>
              </a:rPr>
              <a:t>N</a:t>
            </a:r>
            <a:r>
              <a:rPr sz="8250" spc="-157" baseline="-1515" dirty="0">
                <a:solidFill>
                  <a:srgbClr val="DAFF6B"/>
                </a:solidFill>
                <a:latin typeface="Arial MT"/>
                <a:cs typeface="Arial MT"/>
              </a:rPr>
              <a:t>G</a:t>
            </a:r>
            <a:r>
              <a:rPr sz="8250" spc="-82" baseline="-1515" dirty="0">
                <a:solidFill>
                  <a:srgbClr val="DAFF6B"/>
                </a:solidFill>
                <a:latin typeface="Arial MT"/>
                <a:cs typeface="Arial MT"/>
              </a:rPr>
              <a:t> </a:t>
            </a:r>
            <a:r>
              <a:rPr sz="5500" spc="-20" dirty="0">
                <a:solidFill>
                  <a:srgbClr val="DAFF6B"/>
                </a:solidFill>
                <a:latin typeface="Arial MT"/>
                <a:cs typeface="Arial MT"/>
              </a:rPr>
              <a:t>THE</a:t>
            </a:r>
            <a:r>
              <a:rPr sz="8250" spc="-30" baseline="1515" dirty="0">
                <a:solidFill>
                  <a:srgbClr val="DAFF6B"/>
                </a:solidFill>
                <a:latin typeface="Arial MT"/>
                <a:cs typeface="Arial MT"/>
              </a:rPr>
              <a:t>M</a:t>
            </a:r>
            <a:endParaRPr sz="8250" baseline="1515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153970" y="2622594"/>
            <a:ext cx="2956560" cy="6388735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312420" marR="305435" algn="ctr">
              <a:lnSpc>
                <a:spcPts val="3829"/>
              </a:lnSpc>
              <a:spcBef>
                <a:spcPts val="535"/>
              </a:spcBef>
            </a:pPr>
            <a:r>
              <a:rPr sz="3500" b="1" dirty="0">
                <a:solidFill>
                  <a:srgbClr val="DAFF6B"/>
                </a:solidFill>
                <a:latin typeface="Trebuchet MS"/>
                <a:cs typeface="Trebuchet MS"/>
              </a:rPr>
              <a:t>Feeling</a:t>
            </a:r>
            <a:r>
              <a:rPr sz="3500" b="1" spc="-170" dirty="0">
                <a:solidFill>
                  <a:srgbClr val="DAFF6B"/>
                </a:solidFill>
                <a:latin typeface="Trebuchet MS"/>
                <a:cs typeface="Trebuchet MS"/>
              </a:rPr>
              <a:t> </a:t>
            </a:r>
            <a:r>
              <a:rPr sz="3500" b="1" spc="-25" dirty="0">
                <a:solidFill>
                  <a:srgbClr val="DAFF6B"/>
                </a:solidFill>
                <a:latin typeface="Trebuchet MS"/>
                <a:cs typeface="Trebuchet MS"/>
              </a:rPr>
              <a:t>in </a:t>
            </a:r>
            <a:r>
              <a:rPr sz="3500" b="1" spc="95" dirty="0">
                <a:solidFill>
                  <a:srgbClr val="DAFF6B"/>
                </a:solidFill>
                <a:latin typeface="Trebuchet MS"/>
                <a:cs typeface="Trebuchet MS"/>
              </a:rPr>
              <a:t>Düsseldorf</a:t>
            </a:r>
            <a:endParaRPr sz="3500">
              <a:latin typeface="Trebuchet MS"/>
              <a:cs typeface="Trebuchet MS"/>
            </a:endParaRPr>
          </a:p>
          <a:p>
            <a:pPr marL="12700" marR="5080" algn="ctr">
              <a:lnSpc>
                <a:spcPts val="3829"/>
              </a:lnSpc>
              <a:spcBef>
                <a:spcPts val="3815"/>
              </a:spcBef>
            </a:pPr>
            <a:r>
              <a:rPr sz="3500" b="1" spc="145" dirty="0">
                <a:solidFill>
                  <a:srgbClr val="0AF409"/>
                </a:solidFill>
                <a:latin typeface="Trebuchet MS"/>
                <a:cs typeface="Trebuchet MS"/>
              </a:rPr>
              <a:t>Engagement- </a:t>
            </a:r>
            <a:r>
              <a:rPr sz="3500" b="1" spc="40" dirty="0">
                <a:solidFill>
                  <a:srgbClr val="0AF409"/>
                </a:solidFill>
                <a:latin typeface="Trebuchet MS"/>
                <a:cs typeface="Trebuchet MS"/>
              </a:rPr>
              <a:t>offers</a:t>
            </a:r>
            <a:endParaRPr sz="3500">
              <a:latin typeface="Trebuchet MS"/>
              <a:cs typeface="Trebuchet MS"/>
            </a:endParaRPr>
          </a:p>
          <a:p>
            <a:pPr marL="226060" marR="218440" algn="ctr">
              <a:lnSpc>
                <a:spcPts val="3829"/>
              </a:lnSpc>
              <a:spcBef>
                <a:spcPts val="3815"/>
              </a:spcBef>
            </a:pPr>
            <a:r>
              <a:rPr sz="3500" b="1" spc="80" dirty="0">
                <a:solidFill>
                  <a:srgbClr val="F012F0"/>
                </a:solidFill>
                <a:latin typeface="Trebuchet MS"/>
                <a:cs typeface="Trebuchet MS"/>
              </a:rPr>
              <a:t>Motivation/ </a:t>
            </a:r>
            <a:r>
              <a:rPr sz="3500" b="1" spc="-10" dirty="0">
                <a:solidFill>
                  <a:srgbClr val="F012F0"/>
                </a:solidFill>
                <a:latin typeface="Trebuchet MS"/>
                <a:cs typeface="Trebuchet MS"/>
              </a:rPr>
              <a:t>Barriers</a:t>
            </a:r>
            <a:endParaRPr sz="35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3379"/>
              </a:spcBef>
            </a:pPr>
            <a:r>
              <a:rPr sz="3500" b="1" spc="75" dirty="0">
                <a:solidFill>
                  <a:srgbClr val="9DA8A8"/>
                </a:solidFill>
                <a:latin typeface="Trebuchet MS"/>
                <a:cs typeface="Trebuchet MS"/>
              </a:rPr>
              <a:t>Knowledge</a:t>
            </a:r>
            <a:endParaRPr sz="3500">
              <a:latin typeface="Trebuchet MS"/>
              <a:cs typeface="Trebuchet MS"/>
            </a:endParaRPr>
          </a:p>
          <a:p>
            <a:pPr marL="45720" marR="38100" algn="ctr">
              <a:lnSpc>
                <a:spcPts val="3829"/>
              </a:lnSpc>
              <a:spcBef>
                <a:spcPts val="3885"/>
              </a:spcBef>
            </a:pPr>
            <a:r>
              <a:rPr sz="3500" b="1" spc="95" dirty="0">
                <a:solidFill>
                  <a:srgbClr val="0CBFDE"/>
                </a:solidFill>
                <a:latin typeface="Trebuchet MS"/>
                <a:cs typeface="Trebuchet MS"/>
              </a:rPr>
              <a:t>Opportunity/ </a:t>
            </a:r>
            <a:r>
              <a:rPr sz="3500" b="1" spc="55" dirty="0">
                <a:solidFill>
                  <a:srgbClr val="0CBFDE"/>
                </a:solidFill>
                <a:latin typeface="Trebuchet MS"/>
                <a:cs typeface="Trebuchet MS"/>
              </a:rPr>
              <a:t>Network</a:t>
            </a:r>
            <a:endParaRPr sz="35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 rot="21300000">
            <a:off x="1593493" y="2352492"/>
            <a:ext cx="9412764" cy="1346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125"/>
              </a:lnSpc>
            </a:pPr>
            <a:r>
              <a:rPr sz="15900" spc="-644" baseline="-2882" dirty="0">
                <a:solidFill>
                  <a:srgbClr val="DAFF6B"/>
                </a:solidFill>
                <a:latin typeface="Arial MT"/>
                <a:cs typeface="Arial MT"/>
              </a:rPr>
              <a:t>C</a:t>
            </a:r>
            <a:r>
              <a:rPr sz="15900" spc="-644" baseline="-2358" dirty="0">
                <a:solidFill>
                  <a:srgbClr val="DAFF6B"/>
                </a:solidFill>
                <a:latin typeface="Arial MT"/>
                <a:cs typeface="Arial MT"/>
              </a:rPr>
              <a:t>O</a:t>
            </a:r>
            <a:r>
              <a:rPr sz="15900" spc="-644" baseline="-2096" dirty="0">
                <a:solidFill>
                  <a:srgbClr val="DAFF6B"/>
                </a:solidFill>
                <a:latin typeface="Arial MT"/>
                <a:cs typeface="Arial MT"/>
              </a:rPr>
              <a:t>-</a:t>
            </a:r>
            <a:r>
              <a:rPr sz="15900" spc="-15" baseline="-1834" dirty="0">
                <a:solidFill>
                  <a:srgbClr val="DAFF6B"/>
                </a:solidFill>
                <a:latin typeface="Arial MT"/>
                <a:cs typeface="Arial MT"/>
              </a:rPr>
              <a:t>C</a:t>
            </a:r>
            <a:r>
              <a:rPr sz="15900" spc="-15" baseline="-1572" dirty="0">
                <a:solidFill>
                  <a:srgbClr val="DAFF6B"/>
                </a:solidFill>
                <a:latin typeface="Arial MT"/>
                <a:cs typeface="Arial MT"/>
              </a:rPr>
              <a:t>R</a:t>
            </a:r>
            <a:r>
              <a:rPr sz="15900" spc="-15" baseline="-1048" dirty="0">
                <a:solidFill>
                  <a:srgbClr val="DAFF6B"/>
                </a:solidFill>
                <a:latin typeface="Arial MT"/>
                <a:cs typeface="Arial MT"/>
              </a:rPr>
              <a:t>E</a:t>
            </a:r>
            <a:r>
              <a:rPr sz="10600" spc="-10" dirty="0">
                <a:solidFill>
                  <a:srgbClr val="DAFF6B"/>
                </a:solidFill>
                <a:latin typeface="Arial MT"/>
                <a:cs typeface="Arial MT"/>
              </a:rPr>
              <a:t>ATING</a:t>
            </a:r>
            <a:endParaRPr sz="106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 rot="21300000">
            <a:off x="1702987" y="3779267"/>
            <a:ext cx="6472045" cy="1346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235"/>
              </a:lnSpc>
            </a:pPr>
            <a:r>
              <a:rPr sz="15900" spc="-592" baseline="-1834" dirty="0">
                <a:solidFill>
                  <a:srgbClr val="DAFF6B"/>
                </a:solidFill>
                <a:latin typeface="Arial MT"/>
                <a:cs typeface="Arial MT"/>
              </a:rPr>
              <a:t>O</a:t>
            </a:r>
            <a:r>
              <a:rPr sz="15900" spc="-592" baseline="-1572" dirty="0">
                <a:solidFill>
                  <a:srgbClr val="DAFF6B"/>
                </a:solidFill>
                <a:latin typeface="Arial MT"/>
                <a:cs typeface="Arial MT"/>
              </a:rPr>
              <a:t>U</a:t>
            </a:r>
            <a:r>
              <a:rPr sz="15900" spc="-592" baseline="-1048" dirty="0">
                <a:solidFill>
                  <a:srgbClr val="DAFF6B"/>
                </a:solidFill>
                <a:latin typeface="Arial MT"/>
                <a:cs typeface="Arial MT"/>
              </a:rPr>
              <a:t>R</a:t>
            </a:r>
            <a:r>
              <a:rPr sz="15900" spc="547" baseline="-1048" dirty="0">
                <a:solidFill>
                  <a:srgbClr val="DAFF6B"/>
                </a:solidFill>
                <a:latin typeface="Arial MT"/>
                <a:cs typeface="Arial MT"/>
              </a:rPr>
              <a:t> </a:t>
            </a:r>
            <a:r>
              <a:rPr sz="10600" spc="-275" dirty="0">
                <a:solidFill>
                  <a:srgbClr val="DAFF6B"/>
                </a:solidFill>
                <a:latin typeface="Arial MT"/>
                <a:cs typeface="Arial MT"/>
              </a:rPr>
              <a:t>CITY</a:t>
            </a:r>
            <a:endParaRPr sz="106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389247" y="1260053"/>
            <a:ext cx="4286885" cy="859790"/>
          </a:xfrm>
          <a:prstGeom prst="rect">
            <a:avLst/>
          </a:prstGeom>
          <a:solidFill>
            <a:srgbClr val="DAFF6B"/>
          </a:solidFill>
        </p:spPr>
        <p:txBody>
          <a:bodyPr vert="horz" wrap="square" lIns="0" tIns="94615" rIns="0" bIns="0" rtlCol="0">
            <a:spAutoFit/>
          </a:bodyPr>
          <a:lstStyle/>
          <a:p>
            <a:pPr marL="201930">
              <a:lnSpc>
                <a:spcPct val="100000"/>
              </a:lnSpc>
              <a:spcBef>
                <a:spcPts val="745"/>
              </a:spcBef>
            </a:pPr>
            <a:r>
              <a:rPr sz="3950" spc="165" dirty="0"/>
              <a:t>DISSEMINATION</a:t>
            </a:r>
            <a:endParaRPr sz="3950"/>
          </a:p>
        </p:txBody>
      </p:sp>
      <p:sp>
        <p:nvSpPr>
          <p:cNvPr id="5" name="object 5"/>
          <p:cNvSpPr txBox="1"/>
          <p:nvPr/>
        </p:nvSpPr>
        <p:spPr>
          <a:xfrm>
            <a:off x="9131300" y="5095906"/>
            <a:ext cx="7988300" cy="3149600"/>
          </a:xfrm>
          <a:prstGeom prst="rect">
            <a:avLst/>
          </a:prstGeom>
        </p:spPr>
        <p:txBody>
          <a:bodyPr vert="horz" wrap="square" lIns="0" tIns="55879" rIns="0" bIns="0" rtlCol="0">
            <a:spAutoFit/>
          </a:bodyPr>
          <a:lstStyle/>
          <a:p>
            <a:pPr marL="12700" marR="219710">
              <a:lnSpc>
                <a:spcPts val="2700"/>
              </a:lnSpc>
              <a:spcBef>
                <a:spcPts val="439"/>
              </a:spcBef>
            </a:pP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sz="2500" spc="-10" dirty="0">
                <a:solidFill>
                  <a:srgbClr val="FFFFFF"/>
                </a:solidFill>
                <a:latin typeface="Trebuchet MS"/>
                <a:cs typeface="Trebuchet MS"/>
              </a:rPr>
              <a:t> following </a:t>
            </a:r>
            <a:r>
              <a:rPr sz="2500" spc="60" dirty="0">
                <a:solidFill>
                  <a:srgbClr val="FFFFFF"/>
                </a:solidFill>
                <a:latin typeface="Trebuchet MS"/>
                <a:cs typeface="Trebuchet MS"/>
              </a:rPr>
              <a:t>slides</a:t>
            </a:r>
            <a:r>
              <a:rPr sz="2500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55" dirty="0">
                <a:solidFill>
                  <a:srgbClr val="FFFFFF"/>
                </a:solidFill>
                <a:latin typeface="Trebuchet MS"/>
                <a:cs typeface="Trebuchet MS"/>
              </a:rPr>
              <a:t>provide</a:t>
            </a:r>
            <a:r>
              <a:rPr sz="2500" spc="-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an</a:t>
            </a:r>
            <a:r>
              <a:rPr sz="2500" spc="-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introduction</a:t>
            </a:r>
            <a:r>
              <a:rPr sz="2500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sz="2500" spc="-10" dirty="0">
                <a:solidFill>
                  <a:srgbClr val="FFFFFF"/>
                </a:solidFill>
                <a:latin typeface="Trebuchet MS"/>
                <a:cs typeface="Trebuchet MS"/>
              </a:rPr>
              <a:t> useful </a:t>
            </a:r>
            <a:r>
              <a:rPr sz="2500" spc="95" dirty="0">
                <a:solidFill>
                  <a:srgbClr val="FFFFFF"/>
                </a:solidFill>
                <a:latin typeface="Trebuchet MS"/>
                <a:cs typeface="Trebuchet MS"/>
              </a:rPr>
              <a:t>approaches</a:t>
            </a:r>
            <a:r>
              <a:rPr sz="25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from</a:t>
            </a:r>
            <a:r>
              <a:rPr sz="25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85" dirty="0">
                <a:solidFill>
                  <a:srgbClr val="FFFFFF"/>
                </a:solidFill>
                <a:latin typeface="Trebuchet MS"/>
                <a:cs typeface="Trebuchet MS"/>
              </a:rPr>
              <a:t>science</a:t>
            </a:r>
            <a:r>
              <a:rPr sz="25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60" dirty="0">
                <a:solidFill>
                  <a:srgbClr val="FFFFFF"/>
                </a:solidFill>
                <a:latin typeface="Trebuchet MS"/>
                <a:cs typeface="Trebuchet MS"/>
              </a:rPr>
              <a:t>communication</a:t>
            </a:r>
            <a:r>
              <a:rPr sz="25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-25" dirty="0">
                <a:solidFill>
                  <a:srgbClr val="FFFFFF"/>
                </a:solidFill>
                <a:latin typeface="Trebuchet MS"/>
                <a:cs typeface="Trebuchet MS"/>
              </a:rPr>
              <a:t>to </a:t>
            </a:r>
            <a:r>
              <a:rPr sz="2500" spc="70" dirty="0">
                <a:solidFill>
                  <a:srgbClr val="FFFFFF"/>
                </a:solidFill>
                <a:latin typeface="Trebuchet MS"/>
                <a:cs typeface="Trebuchet MS"/>
              </a:rPr>
              <a:t>communicate</a:t>
            </a:r>
            <a:r>
              <a:rPr sz="2500" spc="-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60" dirty="0">
                <a:solidFill>
                  <a:srgbClr val="FFFFFF"/>
                </a:solidFill>
                <a:latin typeface="Trebuchet MS"/>
                <a:cs typeface="Trebuchet MS"/>
              </a:rPr>
              <a:t>your</a:t>
            </a:r>
            <a:r>
              <a:rPr sz="2500" spc="-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project’s</a:t>
            </a:r>
            <a:r>
              <a:rPr sz="2500" spc="-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Trebuchet MS"/>
                <a:cs typeface="Trebuchet MS"/>
              </a:rPr>
              <a:t>findings.</a:t>
            </a:r>
            <a:endParaRPr sz="2500">
              <a:latin typeface="Trebuchet MS"/>
              <a:cs typeface="Trebuchet MS"/>
            </a:endParaRPr>
          </a:p>
          <a:p>
            <a:pPr marL="12700" marR="5080">
              <a:lnSpc>
                <a:spcPts val="2700"/>
              </a:lnSpc>
              <a:spcBef>
                <a:spcPts val="2700"/>
              </a:spcBef>
            </a:pP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sz="25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75" dirty="0">
                <a:solidFill>
                  <a:srgbClr val="FFFFFF"/>
                </a:solidFill>
                <a:latin typeface="Trebuchet MS"/>
                <a:cs typeface="Trebuchet MS"/>
              </a:rPr>
              <a:t>adapt</a:t>
            </a:r>
            <a:r>
              <a:rPr sz="25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65" dirty="0">
                <a:solidFill>
                  <a:srgbClr val="FFFFFF"/>
                </a:solidFill>
                <a:latin typeface="Trebuchet MS"/>
                <a:cs typeface="Trebuchet MS"/>
              </a:rPr>
              <a:t>these</a:t>
            </a:r>
            <a:r>
              <a:rPr sz="25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sz="25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60" dirty="0">
                <a:solidFill>
                  <a:srgbClr val="FFFFFF"/>
                </a:solidFill>
                <a:latin typeface="Trebuchet MS"/>
                <a:cs typeface="Trebuchet MS"/>
              </a:rPr>
              <a:t>your</a:t>
            </a:r>
            <a:r>
              <a:rPr sz="25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65" dirty="0">
                <a:solidFill>
                  <a:srgbClr val="FFFFFF"/>
                </a:solidFill>
                <a:latin typeface="Trebuchet MS"/>
                <a:cs typeface="Trebuchet MS"/>
              </a:rPr>
              <a:t>own</a:t>
            </a:r>
            <a:r>
              <a:rPr sz="25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260" dirty="0">
                <a:solidFill>
                  <a:srgbClr val="FFFFFF"/>
                </a:solidFill>
                <a:latin typeface="Trebuchet MS"/>
                <a:cs typeface="Trebuchet MS"/>
              </a:rPr>
              <a:t>Co-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Creating</a:t>
            </a:r>
            <a:r>
              <a:rPr sz="25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80" dirty="0">
                <a:solidFill>
                  <a:srgbClr val="FFFFFF"/>
                </a:solidFill>
                <a:latin typeface="Trebuchet MS"/>
                <a:cs typeface="Trebuchet MS"/>
              </a:rPr>
              <a:t>Our</a:t>
            </a:r>
            <a:r>
              <a:rPr sz="25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50" dirty="0">
                <a:solidFill>
                  <a:srgbClr val="FFFFFF"/>
                </a:solidFill>
                <a:latin typeface="Trebuchet MS"/>
                <a:cs typeface="Trebuchet MS"/>
              </a:rPr>
              <a:t>City </a:t>
            </a:r>
            <a:r>
              <a:rPr sz="2500" spc="-40" dirty="0">
                <a:solidFill>
                  <a:srgbClr val="FFFFFF"/>
                </a:solidFill>
                <a:latin typeface="Trebuchet MS"/>
                <a:cs typeface="Trebuchet MS"/>
              </a:rPr>
              <a:t>project,</a:t>
            </a:r>
            <a:r>
              <a:rPr sz="2500" spc="-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75" dirty="0">
                <a:solidFill>
                  <a:srgbClr val="FFFFFF"/>
                </a:solidFill>
                <a:latin typeface="Trebuchet MS"/>
                <a:cs typeface="Trebuchet MS"/>
              </a:rPr>
              <a:t>consider</a:t>
            </a:r>
            <a:r>
              <a:rPr sz="2500" spc="-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70" dirty="0">
                <a:solidFill>
                  <a:srgbClr val="FFFFFF"/>
                </a:solidFill>
                <a:latin typeface="Trebuchet MS"/>
                <a:cs typeface="Trebuchet MS"/>
              </a:rPr>
              <a:t>adding</a:t>
            </a:r>
            <a:r>
              <a:rPr sz="2500" spc="-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60" dirty="0">
                <a:solidFill>
                  <a:srgbClr val="FFFFFF"/>
                </a:solidFill>
                <a:latin typeface="Trebuchet MS"/>
                <a:cs typeface="Trebuchet MS"/>
              </a:rPr>
              <a:t>examples</a:t>
            </a:r>
            <a:r>
              <a:rPr sz="2500" spc="-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that</a:t>
            </a:r>
            <a:r>
              <a:rPr sz="2500" spc="-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are</a:t>
            </a:r>
            <a:r>
              <a:rPr sz="2500" spc="-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relevant</a:t>
            </a:r>
            <a:r>
              <a:rPr sz="2500" spc="-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-25" dirty="0">
                <a:solidFill>
                  <a:srgbClr val="FFFFFF"/>
                </a:solidFill>
                <a:latin typeface="Trebuchet MS"/>
                <a:cs typeface="Trebuchet MS"/>
              </a:rPr>
              <a:t>to </a:t>
            </a:r>
            <a:r>
              <a:rPr sz="2500" spc="60" dirty="0">
                <a:solidFill>
                  <a:srgbClr val="FFFFFF"/>
                </a:solidFill>
                <a:latin typeface="Trebuchet MS"/>
                <a:cs typeface="Trebuchet MS"/>
              </a:rPr>
              <a:t>your</a:t>
            </a:r>
            <a:r>
              <a:rPr sz="2500" spc="-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220" dirty="0">
                <a:solidFill>
                  <a:srgbClr val="FFFFFF"/>
                </a:solidFill>
                <a:latin typeface="Trebuchet MS"/>
                <a:cs typeface="Trebuchet MS"/>
              </a:rPr>
              <a:t>co-</a:t>
            </a:r>
            <a:r>
              <a:rPr sz="2500" spc="55" dirty="0">
                <a:solidFill>
                  <a:srgbClr val="FFFFFF"/>
                </a:solidFill>
                <a:latin typeface="Trebuchet MS"/>
                <a:cs typeface="Trebuchet MS"/>
              </a:rPr>
              <a:t>researchers</a:t>
            </a:r>
            <a:r>
              <a:rPr sz="2500" spc="-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85" dirty="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sz="2500" spc="-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that</a:t>
            </a:r>
            <a:r>
              <a:rPr sz="2500" spc="-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85" dirty="0">
                <a:solidFill>
                  <a:srgbClr val="FFFFFF"/>
                </a:solidFill>
                <a:latin typeface="Trebuchet MS"/>
                <a:cs typeface="Trebuchet MS"/>
              </a:rPr>
              <a:t>can</a:t>
            </a:r>
            <a:r>
              <a:rPr sz="2500" spc="-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65" dirty="0">
                <a:solidFill>
                  <a:srgbClr val="FFFFFF"/>
                </a:solidFill>
                <a:latin typeface="Trebuchet MS"/>
                <a:cs typeface="Trebuchet MS"/>
              </a:rPr>
              <a:t>serve</a:t>
            </a:r>
            <a:r>
              <a:rPr sz="2500" spc="-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130" dirty="0">
                <a:solidFill>
                  <a:srgbClr val="FFFFFF"/>
                </a:solidFill>
                <a:latin typeface="Trebuchet MS"/>
                <a:cs typeface="Trebuchet MS"/>
              </a:rPr>
              <a:t>as</a:t>
            </a:r>
            <a:r>
              <a:rPr sz="2500" spc="-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Trebuchet MS"/>
                <a:cs typeface="Trebuchet MS"/>
              </a:rPr>
              <a:t>inspiration 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for</a:t>
            </a:r>
            <a:r>
              <a:rPr sz="25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60" dirty="0">
                <a:solidFill>
                  <a:srgbClr val="FFFFFF"/>
                </a:solidFill>
                <a:latin typeface="Trebuchet MS"/>
                <a:cs typeface="Trebuchet MS"/>
              </a:rPr>
              <a:t>communicating</a:t>
            </a:r>
            <a:r>
              <a:rPr sz="25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60" dirty="0">
                <a:solidFill>
                  <a:srgbClr val="FFFFFF"/>
                </a:solidFill>
                <a:latin typeface="Trebuchet MS"/>
                <a:cs typeface="Trebuchet MS"/>
              </a:rPr>
              <a:t>your</a:t>
            </a:r>
            <a:r>
              <a:rPr sz="25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65" dirty="0">
                <a:solidFill>
                  <a:srgbClr val="FFFFFF"/>
                </a:solidFill>
                <a:latin typeface="Trebuchet MS"/>
                <a:cs typeface="Trebuchet MS"/>
              </a:rPr>
              <a:t>own</a:t>
            </a:r>
            <a:r>
              <a:rPr sz="25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260" dirty="0">
                <a:solidFill>
                  <a:srgbClr val="FFFFFF"/>
                </a:solidFill>
                <a:latin typeface="Trebuchet MS"/>
                <a:cs typeface="Trebuchet MS"/>
              </a:rPr>
              <a:t>Co-</a:t>
            </a:r>
            <a:r>
              <a:rPr sz="2500" dirty="0">
                <a:solidFill>
                  <a:srgbClr val="FFFFFF"/>
                </a:solidFill>
                <a:latin typeface="Trebuchet MS"/>
                <a:cs typeface="Trebuchet MS"/>
              </a:rPr>
              <a:t>Creating</a:t>
            </a:r>
            <a:r>
              <a:rPr sz="25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80" dirty="0">
                <a:solidFill>
                  <a:srgbClr val="FFFFFF"/>
                </a:solidFill>
                <a:latin typeface="Trebuchet MS"/>
                <a:cs typeface="Trebuchet MS"/>
              </a:rPr>
              <a:t>Our</a:t>
            </a:r>
            <a:r>
              <a:rPr sz="25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50" dirty="0">
                <a:solidFill>
                  <a:srgbClr val="FFFFFF"/>
                </a:solidFill>
                <a:latin typeface="Trebuchet MS"/>
                <a:cs typeface="Trebuchet MS"/>
              </a:rPr>
              <a:t>City </a:t>
            </a:r>
            <a:r>
              <a:rPr sz="2500" spc="-10" dirty="0">
                <a:solidFill>
                  <a:srgbClr val="FFFFFF"/>
                </a:solidFill>
                <a:latin typeface="Trebuchet MS"/>
                <a:cs typeface="Trebuchet MS"/>
              </a:rPr>
              <a:t>project.</a:t>
            </a:r>
            <a:endParaRPr sz="25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D0C2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45401" y="698054"/>
            <a:ext cx="7145020" cy="2037080"/>
          </a:xfrm>
          <a:custGeom>
            <a:avLst/>
            <a:gdLst/>
            <a:ahLst/>
            <a:cxnLst/>
            <a:rect l="l" t="t" r="r" b="b"/>
            <a:pathLst>
              <a:path w="7145020" h="2037080">
                <a:moveTo>
                  <a:pt x="7144436" y="1793341"/>
                </a:moveTo>
                <a:lnTo>
                  <a:pt x="7110755" y="813485"/>
                </a:lnTo>
                <a:lnTo>
                  <a:pt x="6886130" y="821207"/>
                </a:lnTo>
                <a:lnTo>
                  <a:pt x="6857898" y="0"/>
                </a:lnTo>
                <a:lnTo>
                  <a:pt x="0" y="235724"/>
                </a:lnTo>
                <a:lnTo>
                  <a:pt x="28219" y="1056932"/>
                </a:lnTo>
                <a:lnTo>
                  <a:pt x="61899" y="2036787"/>
                </a:lnTo>
                <a:lnTo>
                  <a:pt x="7144436" y="1793341"/>
                </a:lnTo>
                <a:close/>
              </a:path>
            </a:pathLst>
          </a:custGeom>
          <a:solidFill>
            <a:srgbClr val="3B0A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 rot="21540000">
            <a:off x="1016539" y="977318"/>
            <a:ext cx="6350291" cy="698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105"/>
              </a:lnSpc>
            </a:pPr>
            <a:r>
              <a:rPr sz="8250" spc="195" baseline="-5555" dirty="0">
                <a:solidFill>
                  <a:srgbClr val="DAFF6B"/>
                </a:solidFill>
                <a:latin typeface="Arial MT"/>
                <a:cs typeface="Arial MT"/>
              </a:rPr>
              <a:t>W</a:t>
            </a:r>
            <a:r>
              <a:rPr sz="8250" spc="195" baseline="-4545" dirty="0">
                <a:solidFill>
                  <a:srgbClr val="DAFF6B"/>
                </a:solidFill>
                <a:latin typeface="Arial MT"/>
                <a:cs typeface="Arial MT"/>
              </a:rPr>
              <a:t>H</a:t>
            </a:r>
            <a:r>
              <a:rPr sz="8250" spc="195" baseline="-4040" dirty="0">
                <a:solidFill>
                  <a:srgbClr val="DAFF6B"/>
                </a:solidFill>
                <a:latin typeface="Arial MT"/>
                <a:cs typeface="Arial MT"/>
              </a:rPr>
              <a:t>A</a:t>
            </a:r>
            <a:r>
              <a:rPr sz="8250" spc="195" baseline="-3030" dirty="0">
                <a:solidFill>
                  <a:srgbClr val="DAFF6B"/>
                </a:solidFill>
                <a:latin typeface="Arial MT"/>
                <a:cs typeface="Arial MT"/>
              </a:rPr>
              <a:t>T</a:t>
            </a:r>
            <a:r>
              <a:rPr sz="8250" spc="307" baseline="-3030" dirty="0">
                <a:solidFill>
                  <a:srgbClr val="DAFF6B"/>
                </a:solidFill>
                <a:latin typeface="Arial MT"/>
                <a:cs typeface="Arial MT"/>
              </a:rPr>
              <a:t> </a:t>
            </a:r>
            <a:r>
              <a:rPr sz="8250" baseline="-2525" dirty="0">
                <a:solidFill>
                  <a:srgbClr val="DAFF6B"/>
                </a:solidFill>
                <a:latin typeface="Arial MT"/>
                <a:cs typeface="Arial MT"/>
              </a:rPr>
              <a:t>I</a:t>
            </a:r>
            <a:r>
              <a:rPr sz="8250" baseline="-2020" dirty="0">
                <a:solidFill>
                  <a:srgbClr val="DAFF6B"/>
                </a:solidFill>
                <a:latin typeface="Arial MT"/>
                <a:cs typeface="Arial MT"/>
              </a:rPr>
              <a:t>S</a:t>
            </a:r>
            <a:r>
              <a:rPr sz="8250" spc="307" baseline="-2020" dirty="0">
                <a:solidFill>
                  <a:srgbClr val="DAFF6B"/>
                </a:solidFill>
                <a:latin typeface="Arial MT"/>
                <a:cs typeface="Arial MT"/>
              </a:rPr>
              <a:t> </a:t>
            </a:r>
            <a:r>
              <a:rPr sz="8250" spc="-97" baseline="-1010" dirty="0">
                <a:solidFill>
                  <a:srgbClr val="DAFF6B"/>
                </a:solidFill>
                <a:latin typeface="Arial MT"/>
                <a:cs typeface="Arial MT"/>
              </a:rPr>
              <a:t>S</a:t>
            </a:r>
            <a:r>
              <a:rPr sz="5500" spc="-65" dirty="0">
                <a:solidFill>
                  <a:srgbClr val="DAFF6B"/>
                </a:solidFill>
                <a:latin typeface="Arial MT"/>
                <a:cs typeface="Arial MT"/>
              </a:rPr>
              <a:t>CIE</a:t>
            </a:r>
            <a:r>
              <a:rPr sz="8250" spc="-97" baseline="1010" dirty="0">
                <a:solidFill>
                  <a:srgbClr val="DAFF6B"/>
                </a:solidFill>
                <a:latin typeface="Arial MT"/>
                <a:cs typeface="Arial MT"/>
              </a:rPr>
              <a:t>N</a:t>
            </a:r>
            <a:r>
              <a:rPr sz="8250" spc="-97" baseline="1515" dirty="0">
                <a:solidFill>
                  <a:srgbClr val="DAFF6B"/>
                </a:solidFill>
                <a:latin typeface="Arial MT"/>
                <a:cs typeface="Arial MT"/>
              </a:rPr>
              <a:t>C</a:t>
            </a:r>
            <a:r>
              <a:rPr sz="8250" spc="-97" baseline="2020" dirty="0">
                <a:solidFill>
                  <a:srgbClr val="DAFF6B"/>
                </a:solidFill>
                <a:latin typeface="Arial MT"/>
                <a:cs typeface="Arial MT"/>
              </a:rPr>
              <a:t>E</a:t>
            </a:r>
            <a:endParaRPr sz="8250" baseline="202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 rot="21540000">
            <a:off x="1045367" y="1794657"/>
            <a:ext cx="6573746" cy="698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075"/>
              </a:lnSpc>
            </a:pPr>
            <a:r>
              <a:rPr sz="8250" spc="-15" baseline="-6060" dirty="0">
                <a:solidFill>
                  <a:srgbClr val="DAFF6B"/>
                </a:solidFill>
                <a:latin typeface="Arial MT"/>
                <a:cs typeface="Arial MT"/>
              </a:rPr>
              <a:t>C</a:t>
            </a:r>
            <a:r>
              <a:rPr sz="8250" spc="-15" baseline="-5555" dirty="0">
                <a:solidFill>
                  <a:srgbClr val="DAFF6B"/>
                </a:solidFill>
                <a:latin typeface="Arial MT"/>
                <a:cs typeface="Arial MT"/>
              </a:rPr>
              <a:t>O</a:t>
            </a:r>
            <a:r>
              <a:rPr sz="8250" spc="-15" baseline="-4545" dirty="0">
                <a:solidFill>
                  <a:srgbClr val="DAFF6B"/>
                </a:solidFill>
                <a:latin typeface="Arial MT"/>
                <a:cs typeface="Arial MT"/>
              </a:rPr>
              <a:t>M</a:t>
            </a:r>
            <a:r>
              <a:rPr sz="8250" spc="-15" baseline="-4040" dirty="0">
                <a:solidFill>
                  <a:srgbClr val="DAFF6B"/>
                </a:solidFill>
                <a:latin typeface="Arial MT"/>
                <a:cs typeface="Arial MT"/>
              </a:rPr>
              <a:t>M</a:t>
            </a:r>
            <a:r>
              <a:rPr sz="8250" spc="-15" baseline="-3030" dirty="0">
                <a:solidFill>
                  <a:srgbClr val="DAFF6B"/>
                </a:solidFill>
                <a:latin typeface="Arial MT"/>
                <a:cs typeface="Arial MT"/>
              </a:rPr>
              <a:t>U</a:t>
            </a:r>
            <a:r>
              <a:rPr sz="8250" spc="-15" baseline="-2525" dirty="0">
                <a:solidFill>
                  <a:srgbClr val="DAFF6B"/>
                </a:solidFill>
                <a:latin typeface="Arial MT"/>
                <a:cs typeface="Arial MT"/>
              </a:rPr>
              <a:t>N</a:t>
            </a:r>
            <a:r>
              <a:rPr sz="8250" spc="-15" baseline="-1515" dirty="0">
                <a:solidFill>
                  <a:srgbClr val="DAFF6B"/>
                </a:solidFill>
                <a:latin typeface="Arial MT"/>
                <a:cs typeface="Arial MT"/>
              </a:rPr>
              <a:t>IC</a:t>
            </a:r>
            <a:r>
              <a:rPr sz="5500" spc="-10" dirty="0">
                <a:solidFill>
                  <a:srgbClr val="DAFF6B"/>
                </a:solidFill>
                <a:latin typeface="Arial MT"/>
                <a:cs typeface="Arial MT"/>
              </a:rPr>
              <a:t>ATI</a:t>
            </a:r>
            <a:r>
              <a:rPr sz="8250" spc="-15" baseline="1010" dirty="0">
                <a:solidFill>
                  <a:srgbClr val="DAFF6B"/>
                </a:solidFill>
                <a:latin typeface="Arial MT"/>
                <a:cs typeface="Arial MT"/>
              </a:rPr>
              <a:t>O</a:t>
            </a:r>
            <a:r>
              <a:rPr sz="8250" spc="-15" baseline="1515" dirty="0">
                <a:solidFill>
                  <a:srgbClr val="DAFF6B"/>
                </a:solidFill>
                <a:latin typeface="Arial MT"/>
                <a:cs typeface="Arial MT"/>
              </a:rPr>
              <a:t>N</a:t>
            </a:r>
            <a:r>
              <a:rPr sz="8250" spc="-15" baseline="2525" dirty="0">
                <a:solidFill>
                  <a:srgbClr val="DAFF6B"/>
                </a:solidFill>
                <a:latin typeface="Arial MT"/>
                <a:cs typeface="Arial MT"/>
              </a:rPr>
              <a:t>?</a:t>
            </a:r>
            <a:endParaRPr sz="8250" baseline="2525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713141" y="2561522"/>
            <a:ext cx="7098030" cy="624840"/>
          </a:xfrm>
          <a:custGeom>
            <a:avLst/>
            <a:gdLst/>
            <a:ahLst/>
            <a:cxnLst/>
            <a:rect l="l" t="t" r="r" b="b"/>
            <a:pathLst>
              <a:path w="7098030" h="624839">
                <a:moveTo>
                  <a:pt x="0" y="0"/>
                </a:moveTo>
                <a:lnTo>
                  <a:pt x="7098019" y="0"/>
                </a:lnTo>
                <a:lnTo>
                  <a:pt x="7098019" y="624839"/>
                </a:lnTo>
                <a:lnTo>
                  <a:pt x="0" y="624839"/>
                </a:lnTo>
                <a:lnTo>
                  <a:pt x="0" y="0"/>
                </a:lnTo>
                <a:close/>
              </a:path>
            </a:pathLst>
          </a:custGeom>
          <a:solidFill>
            <a:srgbClr val="DAFF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847761" y="2616831"/>
            <a:ext cx="6828790" cy="4673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To</a:t>
            </a:r>
            <a:r>
              <a:rPr spc="-120" dirty="0"/>
              <a:t> </a:t>
            </a:r>
            <a:r>
              <a:rPr dirty="0"/>
              <a:t>inform</a:t>
            </a:r>
            <a:r>
              <a:rPr spc="-114" dirty="0"/>
              <a:t> </a:t>
            </a:r>
            <a:r>
              <a:rPr spc="110" dirty="0"/>
              <a:t>and</a:t>
            </a:r>
            <a:r>
              <a:rPr spc="-114" dirty="0"/>
              <a:t> </a:t>
            </a:r>
            <a:r>
              <a:rPr dirty="0"/>
              <a:t>inspire</a:t>
            </a:r>
            <a:r>
              <a:rPr spc="-114" dirty="0"/>
              <a:t> </a:t>
            </a:r>
            <a:r>
              <a:rPr spc="50" dirty="0"/>
              <a:t>the</a:t>
            </a:r>
            <a:r>
              <a:rPr spc="-114" dirty="0"/>
              <a:t> </a:t>
            </a:r>
            <a:r>
              <a:rPr spc="75" dirty="0"/>
              <a:t>public</a:t>
            </a:r>
            <a:r>
              <a:rPr spc="-114" dirty="0"/>
              <a:t> </a:t>
            </a:r>
            <a:r>
              <a:rPr spc="90" dirty="0"/>
              <a:t>about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713141" y="3186362"/>
            <a:ext cx="3626485" cy="398780"/>
          </a:xfrm>
          <a:prstGeom prst="rect">
            <a:avLst/>
          </a:prstGeom>
          <a:solidFill>
            <a:srgbClr val="DAFF6B"/>
          </a:solidFill>
        </p:spPr>
        <p:txBody>
          <a:bodyPr vert="horz" wrap="square" lIns="0" tIns="0" rIns="0" bIns="0" rtlCol="0">
            <a:spAutoFit/>
          </a:bodyPr>
          <a:lstStyle/>
          <a:p>
            <a:pPr marL="147320">
              <a:lnSpc>
                <a:spcPts val="2245"/>
              </a:lnSpc>
            </a:pPr>
            <a:r>
              <a:rPr sz="2900" b="1" spc="50" dirty="0">
                <a:solidFill>
                  <a:srgbClr val="3B0A85"/>
                </a:solidFill>
                <a:latin typeface="Trebuchet MS"/>
                <a:cs typeface="Trebuchet MS"/>
              </a:rPr>
              <a:t>scientific</a:t>
            </a:r>
            <a:r>
              <a:rPr sz="2900" b="1" spc="-15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900" b="1" spc="55" dirty="0">
                <a:solidFill>
                  <a:srgbClr val="3B0A85"/>
                </a:solidFill>
                <a:latin typeface="Trebuchet MS"/>
                <a:cs typeface="Trebuchet MS"/>
              </a:rPr>
              <a:t>research</a:t>
            </a:r>
            <a:endParaRPr sz="2900">
              <a:latin typeface="Trebuchet MS"/>
              <a:cs typeface="Trebuchet MS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23717" y="4619855"/>
            <a:ext cx="104775" cy="10477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23717" y="5305655"/>
            <a:ext cx="104775" cy="10477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23717" y="5991455"/>
            <a:ext cx="104775" cy="10477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23717" y="6677255"/>
            <a:ext cx="104775" cy="104774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9499086" y="2740255"/>
            <a:ext cx="6242685" cy="1023619"/>
          </a:xfrm>
          <a:custGeom>
            <a:avLst/>
            <a:gdLst/>
            <a:ahLst/>
            <a:cxnLst/>
            <a:rect l="l" t="t" r="r" b="b"/>
            <a:pathLst>
              <a:path w="6242684" h="1023620">
                <a:moveTo>
                  <a:pt x="0" y="0"/>
                </a:moveTo>
                <a:lnTo>
                  <a:pt x="6242555" y="0"/>
                </a:lnTo>
                <a:lnTo>
                  <a:pt x="6242555" y="1023619"/>
                </a:lnTo>
                <a:lnTo>
                  <a:pt x="0" y="1023619"/>
                </a:lnTo>
                <a:lnTo>
                  <a:pt x="0" y="0"/>
                </a:lnTo>
                <a:close/>
              </a:path>
            </a:pathLst>
          </a:custGeom>
          <a:solidFill>
            <a:srgbClr val="A2BE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9633705" y="2795564"/>
            <a:ext cx="5973445" cy="86741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480"/>
              </a:spcBef>
            </a:pPr>
            <a:r>
              <a:rPr sz="2900" b="1" dirty="0">
                <a:solidFill>
                  <a:srgbClr val="3B0A85"/>
                </a:solidFill>
                <a:latin typeface="Trebuchet MS"/>
                <a:cs typeface="Trebuchet MS"/>
              </a:rPr>
              <a:t>External</a:t>
            </a:r>
            <a:r>
              <a:rPr sz="2900" b="1" spc="-14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900" b="1" spc="110" dirty="0">
                <a:solidFill>
                  <a:srgbClr val="3B0A85"/>
                </a:solidFill>
                <a:latin typeface="Trebuchet MS"/>
                <a:cs typeface="Trebuchet MS"/>
              </a:rPr>
              <a:t>science</a:t>
            </a:r>
            <a:r>
              <a:rPr sz="2900" b="1" spc="-14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900" b="1" spc="45" dirty="0">
                <a:solidFill>
                  <a:srgbClr val="3B0A85"/>
                </a:solidFill>
                <a:latin typeface="Trebuchet MS"/>
                <a:cs typeface="Trebuchet MS"/>
              </a:rPr>
              <a:t>communication: </a:t>
            </a:r>
            <a:r>
              <a:rPr sz="2900" b="1" spc="65" dirty="0">
                <a:solidFill>
                  <a:srgbClr val="3B0A85"/>
                </a:solidFill>
                <a:latin typeface="Trebuchet MS"/>
                <a:cs typeface="Trebuchet MS"/>
              </a:rPr>
              <a:t>researchers</a:t>
            </a:r>
            <a:r>
              <a:rPr sz="2900" b="1" spc="-17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900" b="1" spc="110" dirty="0">
                <a:solidFill>
                  <a:srgbClr val="3B0A85"/>
                </a:solidFill>
                <a:latin typeface="Trebuchet MS"/>
                <a:cs typeface="Trebuchet MS"/>
              </a:rPr>
              <a:t>and</a:t>
            </a:r>
            <a:r>
              <a:rPr sz="2900" b="1" spc="-17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900" b="1" spc="50" dirty="0">
                <a:solidFill>
                  <a:srgbClr val="3B0A85"/>
                </a:solidFill>
                <a:latin typeface="Trebuchet MS"/>
                <a:cs typeface="Trebuchet MS"/>
              </a:rPr>
              <a:t>the</a:t>
            </a:r>
            <a:r>
              <a:rPr sz="2900" b="1" spc="-17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900" b="1" spc="75" dirty="0">
                <a:solidFill>
                  <a:srgbClr val="3B0A85"/>
                </a:solidFill>
                <a:latin typeface="Trebuchet MS"/>
                <a:cs typeface="Trebuchet MS"/>
              </a:rPr>
              <a:t>public</a:t>
            </a:r>
            <a:r>
              <a:rPr sz="2900" b="1" spc="-17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900" b="1" spc="-10" dirty="0">
                <a:solidFill>
                  <a:srgbClr val="3B0A85"/>
                </a:solidFill>
                <a:latin typeface="Trebuchet MS"/>
                <a:cs typeface="Trebuchet MS"/>
              </a:rPr>
              <a:t>enter</a:t>
            </a:r>
            <a:endParaRPr sz="29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499086" y="3763875"/>
            <a:ext cx="2606040" cy="400050"/>
          </a:xfrm>
          <a:prstGeom prst="rect">
            <a:avLst/>
          </a:prstGeom>
          <a:solidFill>
            <a:srgbClr val="A2BEEC"/>
          </a:solidFill>
        </p:spPr>
        <p:txBody>
          <a:bodyPr vert="horz" wrap="square" lIns="0" tIns="0" rIns="0" bIns="0" rtlCol="0">
            <a:spAutoFit/>
          </a:bodyPr>
          <a:lstStyle/>
          <a:p>
            <a:pPr marL="147320">
              <a:lnSpc>
                <a:spcPts val="2255"/>
              </a:lnSpc>
            </a:pPr>
            <a:r>
              <a:rPr sz="2900" b="1" dirty="0">
                <a:solidFill>
                  <a:srgbClr val="3B0A85"/>
                </a:solidFill>
                <a:latin typeface="Trebuchet MS"/>
                <a:cs typeface="Trebuchet MS"/>
              </a:rPr>
              <a:t>into</a:t>
            </a:r>
            <a:r>
              <a:rPr sz="2900" b="1" spc="-8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900" b="1" spc="50" dirty="0">
                <a:solidFill>
                  <a:srgbClr val="3B0A85"/>
                </a:solidFill>
                <a:latin typeface="Trebuchet MS"/>
                <a:cs typeface="Trebuchet MS"/>
              </a:rPr>
              <a:t>dialogue</a:t>
            </a:r>
            <a:endParaRPr sz="2900">
              <a:latin typeface="Trebuchet MS"/>
              <a:cs typeface="Trebuchet MS"/>
            </a:endParaRPr>
          </a:p>
        </p:txBody>
      </p:sp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23717" y="8670924"/>
            <a:ext cx="104775" cy="104774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23717" y="9013824"/>
            <a:ext cx="104775" cy="104774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10074443" y="8493156"/>
            <a:ext cx="6943090" cy="749300"/>
          </a:xfrm>
          <a:prstGeom prst="rect">
            <a:avLst/>
          </a:prstGeom>
        </p:spPr>
        <p:txBody>
          <a:bodyPr vert="horz" wrap="square" lIns="0" tIns="55879" rIns="0" bIns="0" rtlCol="0">
            <a:spAutoFit/>
          </a:bodyPr>
          <a:lstStyle/>
          <a:p>
            <a:pPr marL="12700" marR="5080">
              <a:lnSpc>
                <a:spcPts val="2700"/>
              </a:lnSpc>
              <a:spcBef>
                <a:spcPts val="439"/>
              </a:spcBef>
            </a:pPr>
            <a:r>
              <a:rPr sz="2500" spc="65" dirty="0">
                <a:solidFill>
                  <a:srgbClr val="3B0A85"/>
                </a:solidFill>
                <a:latin typeface="Trebuchet MS"/>
                <a:cs typeface="Trebuchet MS"/>
              </a:rPr>
              <a:t>Researchers</a:t>
            </a:r>
            <a:r>
              <a:rPr sz="2500" spc="-10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65" dirty="0">
                <a:solidFill>
                  <a:srgbClr val="3B0A85"/>
                </a:solidFill>
                <a:latin typeface="Trebuchet MS"/>
                <a:cs typeface="Trebuchet MS"/>
              </a:rPr>
              <a:t>exchange</a:t>
            </a:r>
            <a:r>
              <a:rPr sz="2500" spc="-9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70" dirty="0">
                <a:solidFill>
                  <a:srgbClr val="3B0A85"/>
                </a:solidFill>
                <a:latin typeface="Trebuchet MS"/>
                <a:cs typeface="Trebuchet MS"/>
              </a:rPr>
              <a:t>ideas</a:t>
            </a:r>
            <a:r>
              <a:rPr sz="2500" spc="-10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3B0A85"/>
                </a:solidFill>
                <a:latin typeface="Trebuchet MS"/>
                <a:cs typeface="Trebuchet MS"/>
              </a:rPr>
              <a:t>with</a:t>
            </a:r>
            <a:r>
              <a:rPr sz="2500" spc="-9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75" dirty="0">
                <a:solidFill>
                  <a:srgbClr val="3B0A85"/>
                </a:solidFill>
                <a:latin typeface="Trebuchet MS"/>
                <a:cs typeface="Trebuchet MS"/>
              </a:rPr>
              <a:t>each</a:t>
            </a:r>
            <a:r>
              <a:rPr sz="2500" spc="-10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-10" dirty="0">
                <a:solidFill>
                  <a:srgbClr val="3B0A85"/>
                </a:solidFill>
                <a:latin typeface="Trebuchet MS"/>
                <a:cs typeface="Trebuchet MS"/>
              </a:rPr>
              <a:t>other </a:t>
            </a:r>
            <a:r>
              <a:rPr sz="2500" dirty="0">
                <a:solidFill>
                  <a:srgbClr val="3B0A85"/>
                </a:solidFill>
                <a:latin typeface="Trebuchet MS"/>
                <a:cs typeface="Trebuchet MS"/>
              </a:rPr>
              <a:t>Focus:</a:t>
            </a:r>
            <a:r>
              <a:rPr sz="2500" spc="-3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70" dirty="0">
                <a:solidFill>
                  <a:srgbClr val="3B0A85"/>
                </a:solidFill>
                <a:latin typeface="Trebuchet MS"/>
                <a:cs typeface="Trebuchet MS"/>
              </a:rPr>
              <a:t>conferences</a:t>
            </a:r>
            <a:r>
              <a:rPr sz="2500" spc="-3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85" dirty="0">
                <a:solidFill>
                  <a:srgbClr val="3B0A85"/>
                </a:solidFill>
                <a:latin typeface="Trebuchet MS"/>
                <a:cs typeface="Trebuchet MS"/>
              </a:rPr>
              <a:t>and</a:t>
            </a:r>
            <a:r>
              <a:rPr sz="2500" spc="-3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80" dirty="0">
                <a:solidFill>
                  <a:srgbClr val="3B0A85"/>
                </a:solidFill>
                <a:latin typeface="Trebuchet MS"/>
                <a:cs typeface="Trebuchet MS"/>
              </a:rPr>
              <a:t>academic</a:t>
            </a:r>
            <a:r>
              <a:rPr sz="2500" spc="-3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35" dirty="0">
                <a:solidFill>
                  <a:srgbClr val="3B0A85"/>
                </a:solidFill>
                <a:latin typeface="Trebuchet MS"/>
                <a:cs typeface="Trebuchet MS"/>
              </a:rPr>
              <a:t>publications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9499086" y="7190739"/>
            <a:ext cx="6144895" cy="624840"/>
          </a:xfrm>
          <a:custGeom>
            <a:avLst/>
            <a:gdLst/>
            <a:ahLst/>
            <a:cxnLst/>
            <a:rect l="l" t="t" r="r" b="b"/>
            <a:pathLst>
              <a:path w="6144894" h="624840">
                <a:moveTo>
                  <a:pt x="0" y="0"/>
                </a:moveTo>
                <a:lnTo>
                  <a:pt x="6144329" y="0"/>
                </a:lnTo>
                <a:lnTo>
                  <a:pt x="6144329" y="624839"/>
                </a:lnTo>
                <a:lnTo>
                  <a:pt x="0" y="624839"/>
                </a:lnTo>
                <a:lnTo>
                  <a:pt x="0" y="0"/>
                </a:lnTo>
                <a:close/>
              </a:path>
            </a:pathLst>
          </a:custGeom>
          <a:solidFill>
            <a:srgbClr val="A2BE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9633705" y="4442087"/>
            <a:ext cx="6790055" cy="3271520"/>
          </a:xfrm>
          <a:prstGeom prst="rect">
            <a:avLst/>
          </a:prstGeom>
        </p:spPr>
        <p:txBody>
          <a:bodyPr vert="horz" wrap="square" lIns="0" tIns="55879" rIns="0" bIns="0" rtlCol="0">
            <a:spAutoFit/>
          </a:bodyPr>
          <a:lstStyle/>
          <a:p>
            <a:pPr marL="453390" marR="5080">
              <a:lnSpc>
                <a:spcPts val="2700"/>
              </a:lnSpc>
              <a:spcBef>
                <a:spcPts val="439"/>
              </a:spcBef>
            </a:pPr>
            <a:r>
              <a:rPr sz="2500" spc="70" dirty="0">
                <a:solidFill>
                  <a:srgbClr val="3B0A85"/>
                </a:solidFill>
                <a:latin typeface="Trebuchet MS"/>
                <a:cs typeface="Trebuchet MS"/>
              </a:rPr>
              <a:t>Communication</a:t>
            </a:r>
            <a:r>
              <a:rPr sz="2500" spc="-6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65" dirty="0">
                <a:solidFill>
                  <a:srgbClr val="3B0A85"/>
                </a:solidFill>
                <a:latin typeface="Trebuchet MS"/>
                <a:cs typeface="Trebuchet MS"/>
              </a:rPr>
              <a:t>departments</a:t>
            </a:r>
            <a:r>
              <a:rPr sz="2500" spc="-6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3B0A85"/>
                </a:solidFill>
                <a:latin typeface="Trebuchet MS"/>
                <a:cs typeface="Trebuchet MS"/>
              </a:rPr>
              <a:t>of</a:t>
            </a:r>
            <a:r>
              <a:rPr sz="2500" spc="-6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45" dirty="0">
                <a:solidFill>
                  <a:srgbClr val="3B0A85"/>
                </a:solidFill>
                <a:latin typeface="Trebuchet MS"/>
                <a:cs typeface="Trebuchet MS"/>
              </a:rPr>
              <a:t>research </a:t>
            </a:r>
            <a:r>
              <a:rPr sz="2500" dirty="0">
                <a:solidFill>
                  <a:srgbClr val="3B0A85"/>
                </a:solidFill>
                <a:latin typeface="Trebuchet MS"/>
                <a:cs typeface="Trebuchet MS"/>
              </a:rPr>
              <a:t>institutions</a:t>
            </a:r>
            <a:r>
              <a:rPr sz="2500" spc="4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-145" dirty="0">
                <a:solidFill>
                  <a:srgbClr val="3B0A85"/>
                </a:solidFill>
                <a:latin typeface="Trebuchet MS"/>
                <a:cs typeface="Trebuchet MS"/>
              </a:rPr>
              <a:t>(e.g.</a:t>
            </a:r>
            <a:r>
              <a:rPr sz="2500" spc="4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3B0A85"/>
                </a:solidFill>
                <a:latin typeface="Trebuchet MS"/>
                <a:cs typeface="Trebuchet MS"/>
              </a:rPr>
              <a:t>university</a:t>
            </a:r>
            <a:r>
              <a:rPr sz="2500" spc="5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120" dirty="0">
                <a:solidFill>
                  <a:srgbClr val="3B0A85"/>
                </a:solidFill>
                <a:latin typeface="Trebuchet MS"/>
                <a:cs typeface="Trebuchet MS"/>
              </a:rPr>
              <a:t>press</a:t>
            </a:r>
            <a:r>
              <a:rPr sz="2500" spc="4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-10" dirty="0">
                <a:solidFill>
                  <a:srgbClr val="3B0A85"/>
                </a:solidFill>
                <a:latin typeface="Trebuchet MS"/>
                <a:cs typeface="Trebuchet MS"/>
              </a:rPr>
              <a:t>offices) </a:t>
            </a:r>
            <a:r>
              <a:rPr sz="2500" spc="65" dirty="0">
                <a:solidFill>
                  <a:srgbClr val="3B0A85"/>
                </a:solidFill>
                <a:latin typeface="Trebuchet MS"/>
                <a:cs typeface="Trebuchet MS"/>
              </a:rPr>
              <a:t>Researchers</a:t>
            </a:r>
            <a:r>
              <a:rPr sz="2500" spc="-7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3B0A85"/>
                </a:solidFill>
                <a:latin typeface="Trebuchet MS"/>
                <a:cs typeface="Trebuchet MS"/>
              </a:rPr>
              <a:t>via</a:t>
            </a:r>
            <a:r>
              <a:rPr sz="2500" spc="-6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3B0A85"/>
                </a:solidFill>
                <a:latin typeface="Trebuchet MS"/>
                <a:cs typeface="Trebuchet MS"/>
              </a:rPr>
              <a:t>the</a:t>
            </a:r>
            <a:r>
              <a:rPr sz="2500" spc="-6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55" dirty="0">
                <a:solidFill>
                  <a:srgbClr val="3B0A85"/>
                </a:solidFill>
                <a:latin typeface="Trebuchet MS"/>
                <a:cs typeface="Trebuchet MS"/>
              </a:rPr>
              <a:t>media</a:t>
            </a:r>
            <a:r>
              <a:rPr sz="2500" spc="-7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-145" dirty="0">
                <a:solidFill>
                  <a:srgbClr val="3B0A85"/>
                </a:solidFill>
                <a:latin typeface="Trebuchet MS"/>
                <a:cs typeface="Trebuchet MS"/>
              </a:rPr>
              <a:t>(e.g.</a:t>
            </a:r>
            <a:r>
              <a:rPr sz="2500" spc="-6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-10" dirty="0">
                <a:solidFill>
                  <a:srgbClr val="3B0A85"/>
                </a:solidFill>
                <a:latin typeface="Trebuchet MS"/>
                <a:cs typeface="Trebuchet MS"/>
              </a:rPr>
              <a:t>newspaper, </a:t>
            </a:r>
            <a:r>
              <a:rPr sz="2500" spc="70" dirty="0">
                <a:solidFill>
                  <a:srgbClr val="3B0A85"/>
                </a:solidFill>
                <a:latin typeface="Trebuchet MS"/>
                <a:cs typeface="Trebuchet MS"/>
              </a:rPr>
              <a:t>TV</a:t>
            </a:r>
            <a:r>
              <a:rPr sz="2500" spc="-2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3B0A85"/>
                </a:solidFill>
                <a:latin typeface="Trebuchet MS"/>
                <a:cs typeface="Trebuchet MS"/>
              </a:rPr>
              <a:t>or</a:t>
            </a:r>
            <a:r>
              <a:rPr sz="2500" spc="-2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3B0A85"/>
                </a:solidFill>
                <a:latin typeface="Trebuchet MS"/>
                <a:cs typeface="Trebuchet MS"/>
              </a:rPr>
              <a:t>radio</a:t>
            </a:r>
            <a:r>
              <a:rPr sz="2500" spc="-2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-10" dirty="0">
                <a:solidFill>
                  <a:srgbClr val="3B0A85"/>
                </a:solidFill>
                <a:latin typeface="Trebuchet MS"/>
                <a:cs typeface="Trebuchet MS"/>
              </a:rPr>
              <a:t>interviews)</a:t>
            </a:r>
            <a:endParaRPr sz="2500">
              <a:latin typeface="Trebuchet MS"/>
              <a:cs typeface="Trebuchet MS"/>
            </a:endParaRPr>
          </a:p>
          <a:p>
            <a:pPr marL="453390" marR="1281430">
              <a:lnSpc>
                <a:spcPts val="2700"/>
              </a:lnSpc>
            </a:pPr>
            <a:r>
              <a:rPr sz="2500" spc="70" dirty="0">
                <a:solidFill>
                  <a:srgbClr val="3B0A85"/>
                </a:solidFill>
                <a:latin typeface="Trebuchet MS"/>
                <a:cs typeface="Trebuchet MS"/>
              </a:rPr>
              <a:t>Events</a:t>
            </a:r>
            <a:r>
              <a:rPr sz="2500" spc="-6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80" dirty="0">
                <a:solidFill>
                  <a:srgbClr val="3B0A85"/>
                </a:solidFill>
                <a:latin typeface="Trebuchet MS"/>
                <a:cs typeface="Trebuchet MS"/>
              </a:rPr>
              <a:t>(open</a:t>
            </a:r>
            <a:r>
              <a:rPr sz="2500" spc="-5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3B0A85"/>
                </a:solidFill>
                <a:latin typeface="Trebuchet MS"/>
                <a:cs typeface="Trebuchet MS"/>
              </a:rPr>
              <a:t>days,</a:t>
            </a:r>
            <a:r>
              <a:rPr sz="2500" spc="-6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85" dirty="0">
                <a:solidFill>
                  <a:srgbClr val="3B0A85"/>
                </a:solidFill>
                <a:latin typeface="Trebuchet MS"/>
                <a:cs typeface="Trebuchet MS"/>
              </a:rPr>
              <a:t>science</a:t>
            </a:r>
            <a:r>
              <a:rPr sz="2500" spc="-5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-10" dirty="0">
                <a:solidFill>
                  <a:srgbClr val="3B0A85"/>
                </a:solidFill>
                <a:latin typeface="Trebuchet MS"/>
                <a:cs typeface="Trebuchet MS"/>
              </a:rPr>
              <a:t>nights, </a:t>
            </a:r>
            <a:r>
              <a:rPr sz="2500" dirty="0">
                <a:solidFill>
                  <a:srgbClr val="3B0A85"/>
                </a:solidFill>
                <a:latin typeface="Trebuchet MS"/>
                <a:cs typeface="Trebuchet MS"/>
              </a:rPr>
              <a:t>interactive</a:t>
            </a:r>
            <a:r>
              <a:rPr sz="2500" spc="-4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-10" dirty="0">
                <a:solidFill>
                  <a:srgbClr val="3B0A85"/>
                </a:solidFill>
                <a:latin typeface="Trebuchet MS"/>
                <a:cs typeface="Trebuchet MS"/>
              </a:rPr>
              <a:t>exhibits)</a:t>
            </a:r>
            <a:endParaRPr sz="2500">
              <a:latin typeface="Trebuchet MS"/>
              <a:cs typeface="Trebuchet MS"/>
            </a:endParaRPr>
          </a:p>
          <a:p>
            <a:pPr marL="453390">
              <a:lnSpc>
                <a:spcPts val="2660"/>
              </a:lnSpc>
            </a:pPr>
            <a:r>
              <a:rPr sz="2500" dirty="0">
                <a:solidFill>
                  <a:srgbClr val="3B0A85"/>
                </a:solidFill>
                <a:latin typeface="Trebuchet MS"/>
                <a:cs typeface="Trebuchet MS"/>
              </a:rPr>
              <a:t>Directly</a:t>
            </a:r>
            <a:r>
              <a:rPr sz="2500" spc="-1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3B0A85"/>
                </a:solidFill>
                <a:latin typeface="Trebuchet MS"/>
                <a:cs typeface="Trebuchet MS"/>
              </a:rPr>
              <a:t>via</a:t>
            </a:r>
            <a:r>
              <a:rPr sz="2500" spc="-1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3B0A85"/>
                </a:solidFill>
                <a:latin typeface="Trebuchet MS"/>
                <a:cs typeface="Trebuchet MS"/>
              </a:rPr>
              <a:t>social</a:t>
            </a:r>
            <a:r>
              <a:rPr sz="2500" spc="-1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55" dirty="0">
                <a:solidFill>
                  <a:srgbClr val="3B0A85"/>
                </a:solidFill>
                <a:latin typeface="Trebuchet MS"/>
                <a:cs typeface="Trebuchet MS"/>
              </a:rPr>
              <a:t>media</a:t>
            </a:r>
            <a:r>
              <a:rPr sz="2500" spc="-1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85" dirty="0">
                <a:solidFill>
                  <a:srgbClr val="3B0A85"/>
                </a:solidFill>
                <a:latin typeface="Trebuchet MS"/>
                <a:cs typeface="Trebuchet MS"/>
              </a:rPr>
              <a:t>and</a:t>
            </a:r>
            <a:r>
              <a:rPr sz="2500" spc="-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500" spc="70" dirty="0">
                <a:solidFill>
                  <a:srgbClr val="3B0A85"/>
                </a:solidFill>
                <a:latin typeface="Trebuchet MS"/>
                <a:cs typeface="Trebuchet MS"/>
              </a:rPr>
              <a:t>blogs</a:t>
            </a:r>
            <a:endParaRPr sz="2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875"/>
              </a:spcBef>
            </a:pPr>
            <a:r>
              <a:rPr sz="2900" b="1" dirty="0">
                <a:solidFill>
                  <a:srgbClr val="3B0A85"/>
                </a:solidFill>
                <a:latin typeface="Trebuchet MS"/>
                <a:cs typeface="Trebuchet MS"/>
              </a:rPr>
              <a:t>Internal</a:t>
            </a:r>
            <a:r>
              <a:rPr sz="2900" b="1" spc="-17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900" b="1" spc="110" dirty="0">
                <a:solidFill>
                  <a:srgbClr val="3B0A85"/>
                </a:solidFill>
                <a:latin typeface="Trebuchet MS"/>
                <a:cs typeface="Trebuchet MS"/>
              </a:rPr>
              <a:t>science</a:t>
            </a:r>
            <a:r>
              <a:rPr sz="2900" b="1" spc="-16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900" b="1" spc="45" dirty="0">
                <a:solidFill>
                  <a:srgbClr val="3B0A85"/>
                </a:solidFill>
                <a:latin typeface="Trebuchet MS"/>
                <a:cs typeface="Trebuchet MS"/>
              </a:rPr>
              <a:t>communication:</a:t>
            </a:r>
            <a:endParaRPr sz="2900">
              <a:latin typeface="Trebuchet MS"/>
              <a:cs typeface="Trebuchet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499086" y="7815579"/>
            <a:ext cx="4499610" cy="398780"/>
          </a:xfrm>
          <a:prstGeom prst="rect">
            <a:avLst/>
          </a:prstGeom>
          <a:solidFill>
            <a:srgbClr val="A2BEEC"/>
          </a:solidFill>
        </p:spPr>
        <p:txBody>
          <a:bodyPr vert="horz" wrap="square" lIns="0" tIns="0" rIns="0" bIns="0" rtlCol="0">
            <a:spAutoFit/>
          </a:bodyPr>
          <a:lstStyle/>
          <a:p>
            <a:pPr marL="147320">
              <a:lnSpc>
                <a:spcPts val="2245"/>
              </a:lnSpc>
            </a:pPr>
            <a:r>
              <a:rPr sz="2900" b="1" dirty="0">
                <a:solidFill>
                  <a:srgbClr val="3B0A85"/>
                </a:solidFill>
                <a:latin typeface="Trebuchet MS"/>
                <a:cs typeface="Trebuchet MS"/>
              </a:rPr>
              <a:t>within</a:t>
            </a:r>
            <a:r>
              <a:rPr sz="2900" b="1" spc="-18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900" b="1" spc="50" dirty="0">
                <a:solidFill>
                  <a:srgbClr val="3B0A85"/>
                </a:solidFill>
                <a:latin typeface="Trebuchet MS"/>
                <a:cs typeface="Trebuchet MS"/>
              </a:rPr>
              <a:t>scientific</a:t>
            </a:r>
            <a:r>
              <a:rPr sz="2900" b="1" spc="-18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900" b="1" spc="40" dirty="0">
                <a:solidFill>
                  <a:srgbClr val="3B0A85"/>
                </a:solidFill>
                <a:latin typeface="Trebuchet MS"/>
                <a:cs typeface="Trebuchet MS"/>
              </a:rPr>
              <a:t>field(s)</a:t>
            </a:r>
            <a:endParaRPr sz="29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D0C2F5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360184"/>
            <a:ext cx="18287999" cy="721994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261734" y="127977"/>
            <a:ext cx="9992360" cy="2040255"/>
          </a:xfrm>
          <a:custGeom>
            <a:avLst/>
            <a:gdLst/>
            <a:ahLst/>
            <a:cxnLst/>
            <a:rect l="l" t="t" r="r" b="b"/>
            <a:pathLst>
              <a:path w="9992360" h="2040255">
                <a:moveTo>
                  <a:pt x="6968972" y="821194"/>
                </a:moveTo>
                <a:lnTo>
                  <a:pt x="6940740" y="0"/>
                </a:lnTo>
                <a:lnTo>
                  <a:pt x="0" y="238569"/>
                </a:lnTo>
                <a:lnTo>
                  <a:pt x="28232" y="1059776"/>
                </a:lnTo>
                <a:lnTo>
                  <a:pt x="6968972" y="821194"/>
                </a:lnTo>
                <a:close/>
              </a:path>
              <a:path w="9992360" h="2040255">
                <a:moveTo>
                  <a:pt x="9991852" y="1698307"/>
                </a:moveTo>
                <a:lnTo>
                  <a:pt x="9958159" y="718451"/>
                </a:lnTo>
                <a:lnTo>
                  <a:pt x="28232" y="1059776"/>
                </a:lnTo>
                <a:lnTo>
                  <a:pt x="61912" y="2039632"/>
                </a:lnTo>
                <a:lnTo>
                  <a:pt x="9991852" y="1698307"/>
                </a:lnTo>
                <a:close/>
              </a:path>
            </a:pathLst>
          </a:custGeom>
          <a:solidFill>
            <a:srgbClr val="3B0A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 rot="21540000">
            <a:off x="533117" y="409007"/>
            <a:ext cx="6432340" cy="698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020"/>
              </a:lnSpc>
            </a:pPr>
            <a:r>
              <a:rPr sz="8250" spc="-172" baseline="-6565" dirty="0">
                <a:solidFill>
                  <a:srgbClr val="DAFF6B"/>
                </a:solidFill>
                <a:latin typeface="Arial MT"/>
                <a:cs typeface="Arial MT"/>
              </a:rPr>
              <a:t>D</a:t>
            </a:r>
            <a:r>
              <a:rPr sz="8250" spc="-172" baseline="-6060" dirty="0">
                <a:solidFill>
                  <a:srgbClr val="DAFF6B"/>
                </a:solidFill>
                <a:latin typeface="Arial MT"/>
                <a:cs typeface="Arial MT"/>
              </a:rPr>
              <a:t>E</a:t>
            </a:r>
            <a:r>
              <a:rPr sz="8250" spc="-172" baseline="-5050" dirty="0">
                <a:solidFill>
                  <a:srgbClr val="DAFF6B"/>
                </a:solidFill>
                <a:latin typeface="Arial MT"/>
                <a:cs typeface="Arial MT"/>
              </a:rPr>
              <a:t>V</a:t>
            </a:r>
            <a:r>
              <a:rPr sz="8250" spc="-172" baseline="-4545" dirty="0">
                <a:solidFill>
                  <a:srgbClr val="DAFF6B"/>
                </a:solidFill>
                <a:latin typeface="Arial MT"/>
                <a:cs typeface="Arial MT"/>
              </a:rPr>
              <a:t>E</a:t>
            </a:r>
            <a:r>
              <a:rPr sz="8250" spc="-172" baseline="-4040" dirty="0">
                <a:solidFill>
                  <a:srgbClr val="DAFF6B"/>
                </a:solidFill>
                <a:latin typeface="Arial MT"/>
                <a:cs typeface="Arial MT"/>
              </a:rPr>
              <a:t>L</a:t>
            </a:r>
            <a:r>
              <a:rPr sz="8250" spc="-172" baseline="-3535" dirty="0">
                <a:solidFill>
                  <a:srgbClr val="DAFF6B"/>
                </a:solidFill>
                <a:latin typeface="Arial MT"/>
                <a:cs typeface="Arial MT"/>
              </a:rPr>
              <a:t>O</a:t>
            </a:r>
            <a:r>
              <a:rPr sz="8250" spc="-172" baseline="-3030" dirty="0">
                <a:solidFill>
                  <a:srgbClr val="DAFF6B"/>
                </a:solidFill>
                <a:latin typeface="Arial MT"/>
                <a:cs typeface="Arial MT"/>
              </a:rPr>
              <a:t>P</a:t>
            </a:r>
            <a:r>
              <a:rPr sz="8250" spc="-172" baseline="-2020" dirty="0">
                <a:solidFill>
                  <a:srgbClr val="DAFF6B"/>
                </a:solidFill>
                <a:latin typeface="Arial MT"/>
                <a:cs typeface="Arial MT"/>
              </a:rPr>
              <a:t>M</a:t>
            </a:r>
            <a:r>
              <a:rPr sz="8250" spc="-172" baseline="-1515" dirty="0">
                <a:solidFill>
                  <a:srgbClr val="DAFF6B"/>
                </a:solidFill>
                <a:latin typeface="Arial MT"/>
                <a:cs typeface="Arial MT"/>
              </a:rPr>
              <a:t>E</a:t>
            </a:r>
            <a:r>
              <a:rPr sz="5500" spc="-114" dirty="0">
                <a:solidFill>
                  <a:srgbClr val="DAFF6B"/>
                </a:solidFill>
                <a:latin typeface="Arial MT"/>
                <a:cs typeface="Arial MT"/>
              </a:rPr>
              <a:t>NT</a:t>
            </a:r>
            <a:r>
              <a:rPr sz="5500" spc="-180" dirty="0">
                <a:solidFill>
                  <a:srgbClr val="DAFF6B"/>
                </a:solidFill>
                <a:latin typeface="Arial MT"/>
                <a:cs typeface="Arial MT"/>
              </a:rPr>
              <a:t> </a:t>
            </a:r>
            <a:r>
              <a:rPr sz="8250" spc="-37" baseline="1010" dirty="0">
                <a:solidFill>
                  <a:srgbClr val="DAFF6B"/>
                </a:solidFill>
                <a:latin typeface="Arial MT"/>
                <a:cs typeface="Arial MT"/>
              </a:rPr>
              <a:t>O</a:t>
            </a:r>
            <a:r>
              <a:rPr sz="8250" spc="-37" baseline="1515" dirty="0">
                <a:solidFill>
                  <a:srgbClr val="DAFF6B"/>
                </a:solidFill>
                <a:latin typeface="Arial MT"/>
                <a:cs typeface="Arial MT"/>
              </a:rPr>
              <a:t>F</a:t>
            </a:r>
            <a:endParaRPr sz="8250" baseline="1515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 rot="21540000">
            <a:off x="566981" y="1190522"/>
            <a:ext cx="9410954" cy="698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740"/>
              </a:lnSpc>
            </a:pPr>
            <a:r>
              <a:rPr sz="8250" spc="-270" baseline="-10101" dirty="0">
                <a:solidFill>
                  <a:srgbClr val="DAFF6B"/>
                </a:solidFill>
                <a:latin typeface="Arial MT"/>
                <a:cs typeface="Arial MT"/>
              </a:rPr>
              <a:t>S</a:t>
            </a:r>
            <a:r>
              <a:rPr sz="8250" spc="-270" baseline="-9595" dirty="0">
                <a:solidFill>
                  <a:srgbClr val="DAFF6B"/>
                </a:solidFill>
                <a:latin typeface="Arial MT"/>
                <a:cs typeface="Arial MT"/>
              </a:rPr>
              <a:t>C</a:t>
            </a:r>
            <a:r>
              <a:rPr sz="8250" spc="-270" baseline="-9090" dirty="0">
                <a:solidFill>
                  <a:srgbClr val="DAFF6B"/>
                </a:solidFill>
                <a:latin typeface="Arial MT"/>
                <a:cs typeface="Arial MT"/>
              </a:rPr>
              <a:t>I</a:t>
            </a:r>
            <a:r>
              <a:rPr sz="8250" spc="-270" baseline="-8585" dirty="0">
                <a:solidFill>
                  <a:srgbClr val="DAFF6B"/>
                </a:solidFill>
                <a:latin typeface="Arial MT"/>
                <a:cs typeface="Arial MT"/>
              </a:rPr>
              <a:t>E</a:t>
            </a:r>
            <a:r>
              <a:rPr sz="8250" spc="-270" baseline="-8080" dirty="0">
                <a:solidFill>
                  <a:srgbClr val="DAFF6B"/>
                </a:solidFill>
                <a:latin typeface="Arial MT"/>
                <a:cs typeface="Arial MT"/>
              </a:rPr>
              <a:t>N</a:t>
            </a:r>
            <a:r>
              <a:rPr sz="8250" spc="-270" baseline="-7575" dirty="0">
                <a:solidFill>
                  <a:srgbClr val="DAFF6B"/>
                </a:solidFill>
                <a:latin typeface="Arial MT"/>
                <a:cs typeface="Arial MT"/>
              </a:rPr>
              <a:t>C</a:t>
            </a:r>
            <a:r>
              <a:rPr sz="8250" spc="-270" baseline="-7070" dirty="0">
                <a:solidFill>
                  <a:srgbClr val="DAFF6B"/>
                </a:solidFill>
                <a:latin typeface="Arial MT"/>
                <a:cs typeface="Arial MT"/>
              </a:rPr>
              <a:t>E </a:t>
            </a:r>
            <a:r>
              <a:rPr sz="8250" spc="-15" baseline="-6060" dirty="0">
                <a:solidFill>
                  <a:srgbClr val="DAFF6B"/>
                </a:solidFill>
                <a:latin typeface="Arial MT"/>
                <a:cs typeface="Arial MT"/>
              </a:rPr>
              <a:t>C</a:t>
            </a:r>
            <a:r>
              <a:rPr sz="8250" spc="-15" baseline="-5555" dirty="0">
                <a:solidFill>
                  <a:srgbClr val="DAFF6B"/>
                </a:solidFill>
                <a:latin typeface="Arial MT"/>
                <a:cs typeface="Arial MT"/>
              </a:rPr>
              <a:t>O</a:t>
            </a:r>
            <a:r>
              <a:rPr sz="8250" spc="-15" baseline="-4545" dirty="0">
                <a:solidFill>
                  <a:srgbClr val="DAFF6B"/>
                </a:solidFill>
                <a:latin typeface="Arial MT"/>
                <a:cs typeface="Arial MT"/>
              </a:rPr>
              <a:t>M</a:t>
            </a:r>
            <a:r>
              <a:rPr sz="8250" spc="-15" baseline="-4040" dirty="0">
                <a:solidFill>
                  <a:srgbClr val="DAFF6B"/>
                </a:solidFill>
                <a:latin typeface="Arial MT"/>
                <a:cs typeface="Arial MT"/>
              </a:rPr>
              <a:t>M</a:t>
            </a:r>
            <a:r>
              <a:rPr sz="8250" spc="-15" baseline="-3030" dirty="0">
                <a:solidFill>
                  <a:srgbClr val="DAFF6B"/>
                </a:solidFill>
                <a:latin typeface="Arial MT"/>
                <a:cs typeface="Arial MT"/>
              </a:rPr>
              <a:t>U</a:t>
            </a:r>
            <a:r>
              <a:rPr sz="8250" spc="-15" baseline="-2525" dirty="0">
                <a:solidFill>
                  <a:srgbClr val="DAFF6B"/>
                </a:solidFill>
                <a:latin typeface="Arial MT"/>
                <a:cs typeface="Arial MT"/>
              </a:rPr>
              <a:t>N</a:t>
            </a:r>
            <a:r>
              <a:rPr sz="8250" spc="-15" baseline="-1515" dirty="0">
                <a:solidFill>
                  <a:srgbClr val="DAFF6B"/>
                </a:solidFill>
                <a:latin typeface="Arial MT"/>
                <a:cs typeface="Arial MT"/>
              </a:rPr>
              <a:t>IC</a:t>
            </a:r>
            <a:r>
              <a:rPr sz="5500" spc="-10" dirty="0">
                <a:solidFill>
                  <a:srgbClr val="DAFF6B"/>
                </a:solidFill>
                <a:latin typeface="Arial MT"/>
                <a:cs typeface="Arial MT"/>
              </a:rPr>
              <a:t>ATI</a:t>
            </a:r>
            <a:r>
              <a:rPr sz="8250" spc="-15" baseline="1010" dirty="0">
                <a:solidFill>
                  <a:srgbClr val="DAFF6B"/>
                </a:solidFill>
                <a:latin typeface="Arial MT"/>
                <a:cs typeface="Arial MT"/>
              </a:rPr>
              <a:t>O</a:t>
            </a:r>
            <a:r>
              <a:rPr sz="8250" spc="-15" baseline="1515" dirty="0">
                <a:solidFill>
                  <a:srgbClr val="DAFF6B"/>
                </a:solidFill>
                <a:latin typeface="Arial MT"/>
                <a:cs typeface="Arial MT"/>
              </a:rPr>
              <a:t>N</a:t>
            </a:r>
            <a:endParaRPr sz="8250" baseline="1515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655636" y="9833531"/>
            <a:ext cx="741235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latin typeface="Tahoma"/>
                <a:cs typeface="Tahoma"/>
              </a:rPr>
              <a:t>https://makinggood.design/thoughts/phd-part-</a:t>
            </a:r>
            <a:r>
              <a:rPr sz="1600" spc="-20" dirty="0">
                <a:latin typeface="Tahoma"/>
                <a:cs typeface="Tahoma"/>
              </a:rPr>
              <a:t>08-</a:t>
            </a:r>
            <a:r>
              <a:rPr sz="1600" spc="-10" dirty="0">
                <a:latin typeface="Tahoma"/>
                <a:cs typeface="Tahoma"/>
              </a:rPr>
              <a:t>what-is-science-communication/</a:t>
            </a:r>
            <a:endParaRPr sz="1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 rot="21540000">
            <a:off x="1019434" y="1083073"/>
            <a:ext cx="9746980" cy="825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675"/>
              </a:lnSpc>
            </a:pPr>
            <a:r>
              <a:rPr sz="9750" spc="217" baseline="-8974" dirty="0">
                <a:solidFill>
                  <a:srgbClr val="3B0A85"/>
                </a:solidFill>
                <a:latin typeface="Arial MT"/>
                <a:cs typeface="Arial MT"/>
              </a:rPr>
              <a:t>W</a:t>
            </a:r>
            <a:r>
              <a:rPr sz="9750" spc="217" baseline="-8119" dirty="0">
                <a:solidFill>
                  <a:srgbClr val="3B0A85"/>
                </a:solidFill>
                <a:latin typeface="Arial MT"/>
                <a:cs typeface="Arial MT"/>
              </a:rPr>
              <a:t>H</a:t>
            </a:r>
            <a:r>
              <a:rPr sz="9750" spc="217" baseline="-7692" dirty="0">
                <a:solidFill>
                  <a:srgbClr val="3B0A85"/>
                </a:solidFill>
                <a:latin typeface="Arial MT"/>
                <a:cs typeface="Arial MT"/>
              </a:rPr>
              <a:t>A</a:t>
            </a:r>
            <a:r>
              <a:rPr sz="9750" spc="217" baseline="-6837" dirty="0">
                <a:solidFill>
                  <a:srgbClr val="3B0A85"/>
                </a:solidFill>
                <a:latin typeface="Arial MT"/>
                <a:cs typeface="Arial MT"/>
              </a:rPr>
              <a:t>T</a:t>
            </a:r>
            <a:r>
              <a:rPr sz="9750" spc="292" baseline="-6837" dirty="0">
                <a:solidFill>
                  <a:srgbClr val="3B0A85"/>
                </a:solidFill>
                <a:latin typeface="Arial MT"/>
                <a:cs typeface="Arial MT"/>
              </a:rPr>
              <a:t> </a:t>
            </a:r>
            <a:r>
              <a:rPr sz="9750" baseline="-5982" dirty="0">
                <a:solidFill>
                  <a:srgbClr val="3B0A85"/>
                </a:solidFill>
                <a:latin typeface="Arial MT"/>
                <a:cs typeface="Arial MT"/>
              </a:rPr>
              <a:t>I</a:t>
            </a:r>
            <a:r>
              <a:rPr sz="9750" baseline="-5555" dirty="0">
                <a:solidFill>
                  <a:srgbClr val="3B0A85"/>
                </a:solidFill>
                <a:latin typeface="Arial MT"/>
                <a:cs typeface="Arial MT"/>
              </a:rPr>
              <a:t>S</a:t>
            </a:r>
            <a:r>
              <a:rPr sz="9750" spc="300" baseline="-5555" dirty="0">
                <a:solidFill>
                  <a:srgbClr val="3B0A85"/>
                </a:solidFill>
                <a:latin typeface="Arial MT"/>
                <a:cs typeface="Arial MT"/>
              </a:rPr>
              <a:t> </a:t>
            </a:r>
            <a:r>
              <a:rPr sz="9750" spc="-382" baseline="-4700" dirty="0">
                <a:solidFill>
                  <a:srgbClr val="3B0A85"/>
                </a:solidFill>
                <a:latin typeface="Arial MT"/>
                <a:cs typeface="Arial MT"/>
              </a:rPr>
              <a:t>T</a:t>
            </a:r>
            <a:r>
              <a:rPr sz="9750" spc="-382" baseline="-4273" dirty="0">
                <a:solidFill>
                  <a:srgbClr val="3B0A85"/>
                </a:solidFill>
                <a:latin typeface="Arial MT"/>
                <a:cs typeface="Arial MT"/>
              </a:rPr>
              <a:t>H</a:t>
            </a:r>
            <a:r>
              <a:rPr sz="9750" spc="-382" baseline="-3418" dirty="0">
                <a:solidFill>
                  <a:srgbClr val="3B0A85"/>
                </a:solidFill>
                <a:latin typeface="Arial MT"/>
                <a:cs typeface="Arial MT"/>
              </a:rPr>
              <a:t>E</a:t>
            </a:r>
            <a:r>
              <a:rPr sz="9750" spc="300" baseline="-3418" dirty="0">
                <a:solidFill>
                  <a:srgbClr val="3B0A85"/>
                </a:solidFill>
                <a:latin typeface="Arial MT"/>
                <a:cs typeface="Arial MT"/>
              </a:rPr>
              <a:t> </a:t>
            </a:r>
            <a:r>
              <a:rPr sz="9750" spc="-82" baseline="-2564" dirty="0">
                <a:solidFill>
                  <a:srgbClr val="3B0A85"/>
                </a:solidFill>
                <a:latin typeface="Arial MT"/>
                <a:cs typeface="Arial MT"/>
              </a:rPr>
              <a:t>P</a:t>
            </a:r>
            <a:r>
              <a:rPr sz="9750" spc="-82" baseline="-2136" dirty="0">
                <a:solidFill>
                  <a:srgbClr val="3B0A85"/>
                </a:solidFill>
                <a:latin typeface="Arial MT"/>
                <a:cs typeface="Arial MT"/>
              </a:rPr>
              <a:t>U</a:t>
            </a:r>
            <a:r>
              <a:rPr sz="9750" spc="-82" baseline="-1282" dirty="0">
                <a:solidFill>
                  <a:srgbClr val="3B0A85"/>
                </a:solidFill>
                <a:latin typeface="Arial MT"/>
                <a:cs typeface="Arial MT"/>
              </a:rPr>
              <a:t>R</a:t>
            </a:r>
            <a:r>
              <a:rPr sz="6500" spc="-55" dirty="0">
                <a:solidFill>
                  <a:srgbClr val="3B0A85"/>
                </a:solidFill>
                <a:latin typeface="Arial MT"/>
                <a:cs typeface="Arial MT"/>
              </a:rPr>
              <a:t>POS</a:t>
            </a:r>
            <a:r>
              <a:rPr sz="9750" spc="-82" baseline="1282" dirty="0">
                <a:solidFill>
                  <a:srgbClr val="3B0A85"/>
                </a:solidFill>
                <a:latin typeface="Arial MT"/>
                <a:cs typeface="Arial MT"/>
              </a:rPr>
              <a:t>E</a:t>
            </a:r>
            <a:endParaRPr sz="9750" baseline="1282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 rot="21540000">
            <a:off x="1052203" y="2046664"/>
            <a:ext cx="9582488" cy="825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695"/>
              </a:lnSpc>
            </a:pPr>
            <a:r>
              <a:rPr sz="9750" spc="-412" baseline="-8974" dirty="0">
                <a:solidFill>
                  <a:srgbClr val="3B0A85"/>
                </a:solidFill>
                <a:latin typeface="Arial MT"/>
                <a:cs typeface="Arial MT"/>
              </a:rPr>
              <a:t>O</a:t>
            </a:r>
            <a:r>
              <a:rPr sz="9750" spc="-412" baseline="-8119" dirty="0">
                <a:solidFill>
                  <a:srgbClr val="3B0A85"/>
                </a:solidFill>
                <a:latin typeface="Arial MT"/>
                <a:cs typeface="Arial MT"/>
              </a:rPr>
              <a:t>F</a:t>
            </a:r>
            <a:r>
              <a:rPr sz="9750" spc="-165" baseline="-8119" dirty="0">
                <a:solidFill>
                  <a:srgbClr val="3B0A85"/>
                </a:solidFill>
                <a:latin typeface="Arial MT"/>
                <a:cs typeface="Arial MT"/>
              </a:rPr>
              <a:t> </a:t>
            </a:r>
            <a:r>
              <a:rPr sz="9750" spc="-44" baseline="-7264" dirty="0">
                <a:solidFill>
                  <a:srgbClr val="3B0A85"/>
                </a:solidFill>
                <a:latin typeface="Arial MT"/>
                <a:cs typeface="Arial MT"/>
              </a:rPr>
              <a:t>E</a:t>
            </a:r>
            <a:r>
              <a:rPr sz="9750" spc="-44" baseline="-6837" dirty="0">
                <a:solidFill>
                  <a:srgbClr val="3B0A85"/>
                </a:solidFill>
                <a:latin typeface="Arial MT"/>
                <a:cs typeface="Arial MT"/>
              </a:rPr>
              <a:t>X</a:t>
            </a:r>
            <a:r>
              <a:rPr sz="9750" spc="-44" baseline="-5982" dirty="0">
                <a:solidFill>
                  <a:srgbClr val="3B0A85"/>
                </a:solidFill>
                <a:latin typeface="Arial MT"/>
                <a:cs typeface="Arial MT"/>
              </a:rPr>
              <a:t>T</a:t>
            </a:r>
            <a:r>
              <a:rPr sz="9750" spc="-44" baseline="-5555" dirty="0">
                <a:solidFill>
                  <a:srgbClr val="3B0A85"/>
                </a:solidFill>
                <a:latin typeface="Arial MT"/>
                <a:cs typeface="Arial MT"/>
              </a:rPr>
              <a:t>E</a:t>
            </a:r>
            <a:r>
              <a:rPr sz="9750" spc="-44" baseline="-5128" dirty="0">
                <a:solidFill>
                  <a:srgbClr val="3B0A85"/>
                </a:solidFill>
                <a:latin typeface="Arial MT"/>
                <a:cs typeface="Arial MT"/>
              </a:rPr>
              <a:t>R</a:t>
            </a:r>
            <a:r>
              <a:rPr sz="9750" spc="-44" baseline="-4273" dirty="0">
                <a:solidFill>
                  <a:srgbClr val="3B0A85"/>
                </a:solidFill>
                <a:latin typeface="Arial MT"/>
                <a:cs typeface="Arial MT"/>
              </a:rPr>
              <a:t>N</a:t>
            </a:r>
            <a:r>
              <a:rPr sz="9750" spc="-44" baseline="-3418" dirty="0">
                <a:solidFill>
                  <a:srgbClr val="3B0A85"/>
                </a:solidFill>
                <a:latin typeface="Arial MT"/>
                <a:cs typeface="Arial MT"/>
              </a:rPr>
              <a:t>A</a:t>
            </a:r>
            <a:r>
              <a:rPr sz="9750" spc="-44" baseline="-2991" dirty="0">
                <a:solidFill>
                  <a:srgbClr val="3B0A85"/>
                </a:solidFill>
                <a:latin typeface="Arial MT"/>
                <a:cs typeface="Arial MT"/>
              </a:rPr>
              <a:t>L</a:t>
            </a:r>
            <a:r>
              <a:rPr sz="9750" spc="-157" baseline="-2991" dirty="0">
                <a:solidFill>
                  <a:srgbClr val="3B0A85"/>
                </a:solidFill>
                <a:latin typeface="Arial MT"/>
                <a:cs typeface="Arial MT"/>
              </a:rPr>
              <a:t> </a:t>
            </a:r>
            <a:r>
              <a:rPr sz="9750" spc="-450" baseline="-2136" dirty="0">
                <a:solidFill>
                  <a:srgbClr val="3B0A85"/>
                </a:solidFill>
                <a:latin typeface="Arial MT"/>
                <a:cs typeface="Arial MT"/>
              </a:rPr>
              <a:t>S</a:t>
            </a:r>
            <a:r>
              <a:rPr sz="9750" spc="-450" baseline="-1709" dirty="0">
                <a:solidFill>
                  <a:srgbClr val="3B0A85"/>
                </a:solidFill>
                <a:latin typeface="Arial MT"/>
                <a:cs typeface="Arial MT"/>
              </a:rPr>
              <a:t>C</a:t>
            </a:r>
            <a:r>
              <a:rPr sz="6500" spc="-300" dirty="0">
                <a:solidFill>
                  <a:srgbClr val="3B0A85"/>
                </a:solidFill>
                <a:latin typeface="Arial MT"/>
                <a:cs typeface="Arial MT"/>
              </a:rPr>
              <a:t>IENC</a:t>
            </a:r>
            <a:r>
              <a:rPr sz="9750" spc="-450" baseline="1282" dirty="0">
                <a:solidFill>
                  <a:srgbClr val="3B0A85"/>
                </a:solidFill>
                <a:latin typeface="Arial MT"/>
                <a:cs typeface="Arial MT"/>
              </a:rPr>
              <a:t>E</a:t>
            </a:r>
            <a:endParaRPr sz="9750" baseline="1282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 rot="21540000">
            <a:off x="1081253" y="3032004"/>
            <a:ext cx="7746998" cy="825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880"/>
              </a:lnSpc>
            </a:pPr>
            <a:r>
              <a:rPr sz="9750" spc="-15" baseline="-6837" dirty="0">
                <a:solidFill>
                  <a:srgbClr val="3B0A85"/>
                </a:solidFill>
                <a:latin typeface="Arial MT"/>
                <a:cs typeface="Arial MT"/>
              </a:rPr>
              <a:t>C</a:t>
            </a:r>
            <a:r>
              <a:rPr sz="9750" spc="-15" baseline="-6410" dirty="0">
                <a:solidFill>
                  <a:srgbClr val="3B0A85"/>
                </a:solidFill>
                <a:latin typeface="Arial MT"/>
                <a:cs typeface="Arial MT"/>
              </a:rPr>
              <a:t>O</a:t>
            </a:r>
            <a:r>
              <a:rPr sz="9750" spc="-15" baseline="-5555" dirty="0">
                <a:solidFill>
                  <a:srgbClr val="3B0A85"/>
                </a:solidFill>
                <a:latin typeface="Arial MT"/>
                <a:cs typeface="Arial MT"/>
              </a:rPr>
              <a:t>M</a:t>
            </a:r>
            <a:r>
              <a:rPr sz="9750" spc="-15" baseline="-4700" dirty="0">
                <a:solidFill>
                  <a:srgbClr val="3B0A85"/>
                </a:solidFill>
                <a:latin typeface="Arial MT"/>
                <a:cs typeface="Arial MT"/>
              </a:rPr>
              <a:t>M</a:t>
            </a:r>
            <a:r>
              <a:rPr sz="9750" spc="-15" baseline="-3846" dirty="0">
                <a:solidFill>
                  <a:srgbClr val="3B0A85"/>
                </a:solidFill>
                <a:latin typeface="Arial MT"/>
                <a:cs typeface="Arial MT"/>
              </a:rPr>
              <a:t>U</a:t>
            </a:r>
            <a:r>
              <a:rPr sz="9750" spc="-15" baseline="-3418" dirty="0">
                <a:solidFill>
                  <a:srgbClr val="3B0A85"/>
                </a:solidFill>
                <a:latin typeface="Arial MT"/>
                <a:cs typeface="Arial MT"/>
              </a:rPr>
              <a:t>N</a:t>
            </a:r>
            <a:r>
              <a:rPr sz="9750" spc="-15" baseline="-2564" dirty="0">
                <a:solidFill>
                  <a:srgbClr val="3B0A85"/>
                </a:solidFill>
                <a:latin typeface="Arial MT"/>
                <a:cs typeface="Arial MT"/>
              </a:rPr>
              <a:t>I</a:t>
            </a:r>
            <a:r>
              <a:rPr sz="9750" spc="-15" baseline="-2136" dirty="0">
                <a:solidFill>
                  <a:srgbClr val="3B0A85"/>
                </a:solidFill>
                <a:latin typeface="Arial MT"/>
                <a:cs typeface="Arial MT"/>
              </a:rPr>
              <a:t>C</a:t>
            </a:r>
            <a:r>
              <a:rPr sz="9750" spc="-15" baseline="-1709" dirty="0">
                <a:solidFill>
                  <a:srgbClr val="3B0A85"/>
                </a:solidFill>
                <a:latin typeface="Arial MT"/>
                <a:cs typeface="Arial MT"/>
              </a:rPr>
              <a:t>A</a:t>
            </a:r>
            <a:r>
              <a:rPr sz="6500" spc="-10" dirty="0">
                <a:solidFill>
                  <a:srgbClr val="3B0A85"/>
                </a:solidFill>
                <a:latin typeface="Arial MT"/>
                <a:cs typeface="Arial MT"/>
              </a:rPr>
              <a:t>TION</a:t>
            </a:r>
            <a:r>
              <a:rPr sz="9750" spc="-15" baseline="1282" dirty="0">
                <a:solidFill>
                  <a:srgbClr val="3B0A85"/>
                </a:solidFill>
                <a:latin typeface="Arial MT"/>
                <a:cs typeface="Arial MT"/>
              </a:rPr>
              <a:t>?</a:t>
            </a:r>
            <a:endParaRPr sz="9750" baseline="1282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00560" y="4836248"/>
            <a:ext cx="123825" cy="12382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00560" y="5398223"/>
            <a:ext cx="123825" cy="12382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00560" y="6522173"/>
            <a:ext cx="123825" cy="12382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00560" y="7646123"/>
            <a:ext cx="123825" cy="123824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8189981" y="4516196"/>
            <a:ext cx="7178675" cy="39592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7200"/>
              </a:lnSpc>
              <a:spcBef>
                <a:spcPts val="95"/>
              </a:spcBef>
            </a:pPr>
            <a:r>
              <a:rPr b="0" dirty="0">
                <a:solidFill>
                  <a:srgbClr val="FFFFFF"/>
                </a:solidFill>
                <a:latin typeface="Trebuchet MS"/>
                <a:cs typeface="Trebuchet MS"/>
              </a:rPr>
              <a:t>Central</a:t>
            </a:r>
            <a:r>
              <a:rPr b="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b="0" dirty="0">
                <a:solidFill>
                  <a:srgbClr val="FFFFFF"/>
                </a:solidFill>
                <a:latin typeface="Trebuchet MS"/>
                <a:cs typeface="Trebuchet MS"/>
              </a:rPr>
              <a:t>element</a:t>
            </a:r>
            <a:r>
              <a:rPr b="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b="0" dirty="0">
                <a:solidFill>
                  <a:srgbClr val="FFFFFF"/>
                </a:solidFill>
                <a:latin typeface="Trebuchet MS"/>
                <a:cs typeface="Trebuchet MS"/>
              </a:rPr>
              <a:t>of</a:t>
            </a:r>
            <a:r>
              <a:rPr b="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b="0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b="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b="0" spc="70" dirty="0">
                <a:solidFill>
                  <a:srgbClr val="FFFFFF"/>
                </a:solidFill>
                <a:latin typeface="Trebuchet MS"/>
                <a:cs typeface="Trebuchet MS"/>
              </a:rPr>
              <a:t>democratic</a:t>
            </a:r>
            <a:r>
              <a:rPr b="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b="0" spc="80" dirty="0">
                <a:solidFill>
                  <a:srgbClr val="FFFFFF"/>
                </a:solidFill>
                <a:latin typeface="Trebuchet MS"/>
                <a:cs typeface="Trebuchet MS"/>
              </a:rPr>
              <a:t>society </a:t>
            </a:r>
            <a:r>
              <a:rPr b="0" spc="145" dirty="0">
                <a:solidFill>
                  <a:srgbClr val="FFFFFF"/>
                </a:solidFill>
                <a:latin typeface="Trebuchet MS"/>
                <a:cs typeface="Trebuchet MS"/>
              </a:rPr>
              <a:t>Can</a:t>
            </a:r>
            <a:r>
              <a:rPr b="0" spc="-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b="0" dirty="0">
                <a:solidFill>
                  <a:srgbClr val="FFFFFF"/>
                </a:solidFill>
                <a:latin typeface="Trebuchet MS"/>
                <a:cs typeface="Trebuchet MS"/>
              </a:rPr>
              <a:t>enable</a:t>
            </a:r>
            <a:r>
              <a:rPr b="0" spc="-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b="0" dirty="0">
                <a:solidFill>
                  <a:srgbClr val="FFFFFF"/>
                </a:solidFill>
                <a:latin typeface="Trebuchet MS"/>
                <a:cs typeface="Trebuchet MS"/>
              </a:rPr>
              <a:t>citizens</a:t>
            </a:r>
            <a:r>
              <a:rPr b="0" spc="-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b="0" spc="55" dirty="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b="0" spc="-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b="0" spc="-20" dirty="0">
                <a:solidFill>
                  <a:srgbClr val="FFFFFF"/>
                </a:solidFill>
                <a:latin typeface="Trebuchet MS"/>
                <a:cs typeface="Trebuchet MS"/>
              </a:rPr>
              <a:t>reflect</a:t>
            </a:r>
            <a:r>
              <a:rPr b="0" spc="-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b="0" spc="105" dirty="0">
                <a:solidFill>
                  <a:srgbClr val="FFFFFF"/>
                </a:solidFill>
                <a:latin typeface="Trebuchet MS"/>
                <a:cs typeface="Trebuchet MS"/>
              </a:rPr>
              <a:t>on</a:t>
            </a:r>
            <a:r>
              <a:rPr b="0" spc="-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b="0" spc="-10" dirty="0">
                <a:solidFill>
                  <a:srgbClr val="FFFFFF"/>
                </a:solidFill>
                <a:latin typeface="Trebuchet MS"/>
                <a:cs typeface="Trebuchet MS"/>
              </a:rPr>
              <a:t>scientific </a:t>
            </a:r>
            <a:r>
              <a:rPr b="0" spc="65" dirty="0">
                <a:solidFill>
                  <a:srgbClr val="FFFFFF"/>
                </a:solidFill>
                <a:latin typeface="Trebuchet MS"/>
                <a:cs typeface="Trebuchet MS"/>
              </a:rPr>
              <a:t>facts</a:t>
            </a:r>
            <a:r>
              <a:rPr b="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b="0" spc="90" dirty="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b="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b="0" spc="50" dirty="0">
                <a:solidFill>
                  <a:srgbClr val="FFFFFF"/>
                </a:solidFill>
                <a:latin typeface="Trebuchet MS"/>
                <a:cs typeface="Trebuchet MS"/>
              </a:rPr>
              <a:t>make</a:t>
            </a:r>
            <a:r>
              <a:rPr b="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b="0" dirty="0">
                <a:solidFill>
                  <a:srgbClr val="FFFFFF"/>
                </a:solidFill>
                <a:latin typeface="Trebuchet MS"/>
                <a:cs typeface="Trebuchet MS"/>
              </a:rPr>
              <a:t>informed</a:t>
            </a:r>
            <a:r>
              <a:rPr b="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b="0" spc="85" dirty="0">
                <a:solidFill>
                  <a:srgbClr val="FFFFFF"/>
                </a:solidFill>
                <a:latin typeface="Trebuchet MS"/>
                <a:cs typeface="Trebuchet MS"/>
              </a:rPr>
              <a:t>decisions </a:t>
            </a:r>
            <a:r>
              <a:rPr b="0" spc="60" dirty="0">
                <a:solidFill>
                  <a:srgbClr val="FFFFFF"/>
                </a:solidFill>
                <a:latin typeface="Trebuchet MS"/>
                <a:cs typeface="Trebuchet MS"/>
              </a:rPr>
              <a:t>Enables</a:t>
            </a:r>
            <a:r>
              <a:rPr b="0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b="0" dirty="0">
                <a:solidFill>
                  <a:srgbClr val="FFFFFF"/>
                </a:solidFill>
                <a:latin typeface="Trebuchet MS"/>
                <a:cs typeface="Trebuchet MS"/>
              </a:rPr>
              <a:t>participation</a:t>
            </a:r>
            <a:r>
              <a:rPr b="0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b="0" dirty="0">
                <a:solidFill>
                  <a:srgbClr val="FFFFFF"/>
                </a:solidFill>
                <a:latin typeface="Trebuchet MS"/>
                <a:cs typeface="Trebuchet MS"/>
              </a:rPr>
              <a:t>in</a:t>
            </a:r>
            <a:r>
              <a:rPr b="0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b="0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b="0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b="0" spc="45" dirty="0">
                <a:solidFill>
                  <a:srgbClr val="FFFFFF"/>
                </a:solidFill>
                <a:latin typeface="Trebuchet MS"/>
                <a:cs typeface="Trebuchet MS"/>
              </a:rPr>
              <a:t>knowledge</a:t>
            </a:r>
            <a:r>
              <a:rPr b="0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b="0" spc="-25" dirty="0">
                <a:solidFill>
                  <a:srgbClr val="FFFFFF"/>
                </a:solidFill>
                <a:latin typeface="Trebuchet MS"/>
                <a:cs typeface="Trebuchet MS"/>
              </a:rPr>
              <a:t>of </a:t>
            </a:r>
            <a:r>
              <a:rPr b="0" spc="80" dirty="0">
                <a:solidFill>
                  <a:srgbClr val="FFFFFF"/>
                </a:solidFill>
                <a:latin typeface="Trebuchet MS"/>
                <a:cs typeface="Trebuchet MS"/>
              </a:rPr>
              <a:t>society</a:t>
            </a:r>
          </a:p>
          <a:p>
            <a:pPr marL="12700" marR="1474470">
              <a:lnSpc>
                <a:spcPts val="4420"/>
              </a:lnSpc>
              <a:spcBef>
                <a:spcPts val="110"/>
              </a:spcBef>
            </a:pPr>
            <a:r>
              <a:rPr b="0" dirty="0">
                <a:solidFill>
                  <a:srgbClr val="FFFFFF"/>
                </a:solidFill>
                <a:latin typeface="Trebuchet MS"/>
                <a:cs typeface="Trebuchet MS"/>
              </a:rPr>
              <a:t>Important</a:t>
            </a:r>
            <a:r>
              <a:rPr b="0" spc="-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b="0" spc="55" dirty="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b="0" spc="-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b="0" spc="55" dirty="0">
                <a:solidFill>
                  <a:srgbClr val="FFFFFF"/>
                </a:solidFill>
                <a:latin typeface="Trebuchet MS"/>
                <a:cs typeface="Trebuchet MS"/>
              </a:rPr>
              <a:t>counter</a:t>
            </a:r>
            <a:r>
              <a:rPr b="0" spc="-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b="0" dirty="0">
                <a:solidFill>
                  <a:srgbClr val="FFFFFF"/>
                </a:solidFill>
                <a:latin typeface="Trebuchet MS"/>
                <a:cs typeface="Trebuchet MS"/>
              </a:rPr>
              <a:t>for</a:t>
            </a:r>
            <a:r>
              <a:rPr b="0" spc="-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b="0" spc="185" dirty="0">
                <a:solidFill>
                  <a:srgbClr val="FFFFFF"/>
                </a:solidFill>
                <a:latin typeface="Trebuchet MS"/>
                <a:cs typeface="Trebuchet MS"/>
              </a:rPr>
              <a:t>dis-</a:t>
            </a:r>
            <a:r>
              <a:rPr b="0" spc="-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b="0" spc="65" dirty="0">
                <a:solidFill>
                  <a:srgbClr val="FFFFFF"/>
                </a:solidFill>
                <a:latin typeface="Trebuchet MS"/>
                <a:cs typeface="Trebuchet MS"/>
              </a:rPr>
              <a:t>and </a:t>
            </a:r>
            <a:r>
              <a:rPr b="0" spc="-10" dirty="0">
                <a:solidFill>
                  <a:srgbClr val="FFFFFF"/>
                </a:solidFill>
                <a:latin typeface="Trebuchet MS"/>
                <a:cs typeface="Trebuchet MS"/>
              </a:rPr>
              <a:t>misinformation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D0C2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76046" y="647016"/>
            <a:ext cx="2269490" cy="623570"/>
          </a:xfrm>
          <a:custGeom>
            <a:avLst/>
            <a:gdLst/>
            <a:ahLst/>
            <a:cxnLst/>
            <a:rect l="l" t="t" r="r" b="b"/>
            <a:pathLst>
              <a:path w="2269490" h="623569">
                <a:moveTo>
                  <a:pt x="2269440" y="623570"/>
                </a:moveTo>
                <a:lnTo>
                  <a:pt x="0" y="623570"/>
                </a:lnTo>
                <a:lnTo>
                  <a:pt x="0" y="0"/>
                </a:lnTo>
                <a:lnTo>
                  <a:pt x="2269440" y="0"/>
                </a:lnTo>
                <a:lnTo>
                  <a:pt x="2269440" y="623570"/>
                </a:lnTo>
                <a:close/>
              </a:path>
            </a:pathLst>
          </a:custGeom>
          <a:solidFill>
            <a:srgbClr val="DAFF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21635" rIns="0" bIns="0" rtlCol="0">
            <a:spAutoFit/>
          </a:bodyPr>
          <a:lstStyle/>
          <a:p>
            <a:pPr marL="145415">
              <a:lnSpc>
                <a:spcPct val="100000"/>
              </a:lnSpc>
              <a:spcBef>
                <a:spcPts val="100"/>
              </a:spcBef>
            </a:pPr>
            <a:r>
              <a:rPr spc="90" dirty="0"/>
              <a:t>Arguments</a:t>
            </a:r>
          </a:p>
        </p:txBody>
      </p:sp>
      <p:sp>
        <p:nvSpPr>
          <p:cNvPr id="5" name="object 5"/>
          <p:cNvSpPr/>
          <p:nvPr/>
        </p:nvSpPr>
        <p:spPr>
          <a:xfrm>
            <a:off x="745401" y="987691"/>
            <a:ext cx="7172959" cy="2835275"/>
          </a:xfrm>
          <a:custGeom>
            <a:avLst/>
            <a:gdLst/>
            <a:ahLst/>
            <a:cxnLst/>
            <a:rect l="l" t="t" r="r" b="b"/>
            <a:pathLst>
              <a:path w="7172959" h="2835275">
                <a:moveTo>
                  <a:pt x="7172617" y="2591435"/>
                </a:moveTo>
                <a:lnTo>
                  <a:pt x="7138937" y="1611566"/>
                </a:lnTo>
                <a:lnTo>
                  <a:pt x="3607536" y="1732953"/>
                </a:lnTo>
                <a:lnTo>
                  <a:pt x="3584854" y="1072946"/>
                </a:lnTo>
                <a:lnTo>
                  <a:pt x="6256058" y="981125"/>
                </a:lnTo>
                <a:lnTo>
                  <a:pt x="6222339" y="0"/>
                </a:lnTo>
                <a:lnTo>
                  <a:pt x="0" y="213880"/>
                </a:lnTo>
                <a:lnTo>
                  <a:pt x="33718" y="1195006"/>
                </a:lnTo>
                <a:lnTo>
                  <a:pt x="56400" y="1855012"/>
                </a:lnTo>
                <a:lnTo>
                  <a:pt x="90093" y="2834881"/>
                </a:lnTo>
                <a:lnTo>
                  <a:pt x="7172617" y="2591435"/>
                </a:lnTo>
                <a:close/>
              </a:path>
            </a:pathLst>
          </a:custGeom>
          <a:solidFill>
            <a:srgbClr val="3B0A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 rot="21540000">
            <a:off x="1014461" y="1253337"/>
            <a:ext cx="5718365" cy="698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075"/>
              </a:lnSpc>
            </a:pPr>
            <a:r>
              <a:rPr sz="8250" spc="247" baseline="-5555" dirty="0">
                <a:solidFill>
                  <a:srgbClr val="DAFF6B"/>
                </a:solidFill>
                <a:latin typeface="Arial MT"/>
                <a:cs typeface="Arial MT"/>
              </a:rPr>
              <a:t>W</a:t>
            </a:r>
            <a:r>
              <a:rPr sz="8250" spc="247" baseline="-4545" dirty="0">
                <a:solidFill>
                  <a:srgbClr val="DAFF6B"/>
                </a:solidFill>
                <a:latin typeface="Arial MT"/>
                <a:cs typeface="Arial MT"/>
              </a:rPr>
              <a:t>H</a:t>
            </a:r>
            <a:r>
              <a:rPr sz="8250" spc="247" baseline="-4040" dirty="0">
                <a:solidFill>
                  <a:srgbClr val="DAFF6B"/>
                </a:solidFill>
                <a:latin typeface="Arial MT"/>
                <a:cs typeface="Arial MT"/>
              </a:rPr>
              <a:t>Y</a:t>
            </a:r>
            <a:r>
              <a:rPr sz="8250" spc="225" baseline="-4040" dirty="0">
                <a:solidFill>
                  <a:srgbClr val="DAFF6B"/>
                </a:solidFill>
                <a:latin typeface="Arial MT"/>
                <a:cs typeface="Arial MT"/>
              </a:rPr>
              <a:t> </a:t>
            </a:r>
            <a:r>
              <a:rPr sz="8250" spc="-15" baseline="-3030" dirty="0">
                <a:solidFill>
                  <a:srgbClr val="DAFF6B"/>
                </a:solidFill>
                <a:latin typeface="Arial MT"/>
                <a:cs typeface="Arial MT"/>
              </a:rPr>
              <a:t>E</a:t>
            </a:r>
            <a:r>
              <a:rPr sz="8250" spc="-15" baseline="-2525" dirty="0">
                <a:solidFill>
                  <a:srgbClr val="DAFF6B"/>
                </a:solidFill>
                <a:latin typeface="Arial MT"/>
                <a:cs typeface="Arial MT"/>
              </a:rPr>
              <a:t>X</a:t>
            </a:r>
            <a:r>
              <a:rPr sz="8250" spc="-15" baseline="-2020" dirty="0">
                <a:solidFill>
                  <a:srgbClr val="DAFF6B"/>
                </a:solidFill>
                <a:latin typeface="Arial MT"/>
                <a:cs typeface="Arial MT"/>
              </a:rPr>
              <a:t>T</a:t>
            </a:r>
            <a:r>
              <a:rPr sz="8250" spc="-15" baseline="-1515" dirty="0">
                <a:solidFill>
                  <a:srgbClr val="DAFF6B"/>
                </a:solidFill>
                <a:latin typeface="Arial MT"/>
                <a:cs typeface="Arial MT"/>
              </a:rPr>
              <a:t>E</a:t>
            </a:r>
            <a:r>
              <a:rPr sz="5500" spc="-10" dirty="0">
                <a:solidFill>
                  <a:srgbClr val="DAFF6B"/>
                </a:solidFill>
                <a:latin typeface="Arial MT"/>
                <a:cs typeface="Arial MT"/>
              </a:rPr>
              <a:t>RNA</a:t>
            </a:r>
            <a:r>
              <a:rPr sz="8250" spc="-15" baseline="1515" dirty="0">
                <a:solidFill>
                  <a:srgbClr val="DAFF6B"/>
                </a:solidFill>
                <a:latin typeface="Arial MT"/>
                <a:cs typeface="Arial MT"/>
              </a:rPr>
              <a:t>L</a:t>
            </a:r>
            <a:endParaRPr sz="8250" baseline="1515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 rot="21540000">
            <a:off x="1024152" y="2108203"/>
            <a:ext cx="3084093" cy="698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435"/>
              </a:lnSpc>
            </a:pPr>
            <a:r>
              <a:rPr sz="8250" spc="-195" baseline="-1010" dirty="0">
                <a:solidFill>
                  <a:srgbClr val="DAFF6B"/>
                </a:solidFill>
                <a:latin typeface="Arial MT"/>
                <a:cs typeface="Arial MT"/>
              </a:rPr>
              <a:t>S</a:t>
            </a:r>
            <a:r>
              <a:rPr sz="5500" spc="-130" dirty="0">
                <a:solidFill>
                  <a:srgbClr val="DAFF6B"/>
                </a:solidFill>
                <a:latin typeface="Arial MT"/>
                <a:cs typeface="Arial MT"/>
              </a:rPr>
              <a:t>CIE</a:t>
            </a:r>
            <a:r>
              <a:rPr sz="8250" spc="-195" baseline="1010" dirty="0">
                <a:solidFill>
                  <a:srgbClr val="DAFF6B"/>
                </a:solidFill>
                <a:latin typeface="Arial MT"/>
                <a:cs typeface="Arial MT"/>
              </a:rPr>
              <a:t>N</a:t>
            </a:r>
            <a:r>
              <a:rPr sz="8250" spc="-195" baseline="1515" dirty="0">
                <a:solidFill>
                  <a:srgbClr val="DAFF6B"/>
                </a:solidFill>
                <a:latin typeface="Arial MT"/>
                <a:cs typeface="Arial MT"/>
              </a:rPr>
              <a:t>C</a:t>
            </a:r>
            <a:r>
              <a:rPr sz="8250" spc="-195" baseline="2020" dirty="0">
                <a:solidFill>
                  <a:srgbClr val="DAFF6B"/>
                </a:solidFill>
                <a:latin typeface="Arial MT"/>
                <a:cs typeface="Arial MT"/>
              </a:rPr>
              <a:t>E</a:t>
            </a:r>
            <a:endParaRPr sz="8250" baseline="202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 rot="21540000">
            <a:off x="1073560" y="2882694"/>
            <a:ext cx="6573746" cy="698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075"/>
              </a:lnSpc>
            </a:pPr>
            <a:r>
              <a:rPr sz="8250" spc="-15" baseline="-6060" dirty="0">
                <a:solidFill>
                  <a:srgbClr val="DAFF6B"/>
                </a:solidFill>
                <a:latin typeface="Arial MT"/>
                <a:cs typeface="Arial MT"/>
              </a:rPr>
              <a:t>C</a:t>
            </a:r>
            <a:r>
              <a:rPr sz="8250" spc="-15" baseline="-5555" dirty="0">
                <a:solidFill>
                  <a:srgbClr val="DAFF6B"/>
                </a:solidFill>
                <a:latin typeface="Arial MT"/>
                <a:cs typeface="Arial MT"/>
              </a:rPr>
              <a:t>O</a:t>
            </a:r>
            <a:r>
              <a:rPr sz="8250" spc="-15" baseline="-4545" dirty="0">
                <a:solidFill>
                  <a:srgbClr val="DAFF6B"/>
                </a:solidFill>
                <a:latin typeface="Arial MT"/>
                <a:cs typeface="Arial MT"/>
              </a:rPr>
              <a:t>M</a:t>
            </a:r>
            <a:r>
              <a:rPr sz="8250" spc="-15" baseline="-4040" dirty="0">
                <a:solidFill>
                  <a:srgbClr val="DAFF6B"/>
                </a:solidFill>
                <a:latin typeface="Arial MT"/>
                <a:cs typeface="Arial MT"/>
              </a:rPr>
              <a:t>M</a:t>
            </a:r>
            <a:r>
              <a:rPr sz="8250" spc="-15" baseline="-3030" dirty="0">
                <a:solidFill>
                  <a:srgbClr val="DAFF6B"/>
                </a:solidFill>
                <a:latin typeface="Arial MT"/>
                <a:cs typeface="Arial MT"/>
              </a:rPr>
              <a:t>U</a:t>
            </a:r>
            <a:r>
              <a:rPr sz="8250" spc="-15" baseline="-2525" dirty="0">
                <a:solidFill>
                  <a:srgbClr val="DAFF6B"/>
                </a:solidFill>
                <a:latin typeface="Arial MT"/>
                <a:cs typeface="Arial MT"/>
              </a:rPr>
              <a:t>N</a:t>
            </a:r>
            <a:r>
              <a:rPr sz="8250" spc="-15" baseline="-1515" dirty="0">
                <a:solidFill>
                  <a:srgbClr val="DAFF6B"/>
                </a:solidFill>
                <a:latin typeface="Arial MT"/>
                <a:cs typeface="Arial MT"/>
              </a:rPr>
              <a:t>IC</a:t>
            </a:r>
            <a:r>
              <a:rPr sz="5500" spc="-10" dirty="0">
                <a:solidFill>
                  <a:srgbClr val="DAFF6B"/>
                </a:solidFill>
                <a:latin typeface="Arial MT"/>
                <a:cs typeface="Arial MT"/>
              </a:rPr>
              <a:t>ATI</a:t>
            </a:r>
            <a:r>
              <a:rPr sz="8250" spc="-15" baseline="1010" dirty="0">
                <a:solidFill>
                  <a:srgbClr val="DAFF6B"/>
                </a:solidFill>
                <a:latin typeface="Arial MT"/>
                <a:cs typeface="Arial MT"/>
              </a:rPr>
              <a:t>O</a:t>
            </a:r>
            <a:r>
              <a:rPr sz="8250" spc="-15" baseline="1515" dirty="0">
                <a:solidFill>
                  <a:srgbClr val="DAFF6B"/>
                </a:solidFill>
                <a:latin typeface="Arial MT"/>
                <a:cs typeface="Arial MT"/>
              </a:rPr>
              <a:t>N</a:t>
            </a:r>
            <a:r>
              <a:rPr sz="8250" spc="-15" baseline="2525" dirty="0">
                <a:solidFill>
                  <a:srgbClr val="DAFF6B"/>
                </a:solidFill>
                <a:latin typeface="Arial MT"/>
                <a:cs typeface="Arial MT"/>
              </a:rPr>
              <a:t>?</a:t>
            </a:r>
            <a:endParaRPr sz="8250" baseline="2525">
              <a:latin typeface="Arial MT"/>
              <a:cs typeface="Arial MT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39274" y="3133938"/>
            <a:ext cx="114300" cy="11429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39274" y="3505413"/>
            <a:ext cx="114300" cy="11429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39274" y="3876888"/>
            <a:ext cx="114300" cy="11429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39274" y="4248363"/>
            <a:ext cx="114300" cy="114299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9714110" y="2940263"/>
            <a:ext cx="6501765" cy="15513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085"/>
              </a:lnSpc>
              <a:spcBef>
                <a:spcPts val="100"/>
              </a:spcBef>
            </a:pPr>
            <a:r>
              <a:rPr sz="2700" spc="105" dirty="0">
                <a:solidFill>
                  <a:srgbClr val="3B0A85"/>
                </a:solidFill>
                <a:latin typeface="Trebuchet MS"/>
                <a:cs typeface="Trebuchet MS"/>
              </a:rPr>
              <a:t>topics</a:t>
            </a:r>
            <a:r>
              <a:rPr sz="2700" spc="-1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dirty="0">
                <a:solidFill>
                  <a:srgbClr val="3B0A85"/>
                </a:solidFill>
                <a:latin typeface="Trebuchet MS"/>
                <a:cs typeface="Trebuchet MS"/>
              </a:rPr>
              <a:t>of</a:t>
            </a:r>
            <a:r>
              <a:rPr sz="2700" spc="-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dirty="0">
                <a:solidFill>
                  <a:srgbClr val="3B0A85"/>
                </a:solidFill>
                <a:latin typeface="Trebuchet MS"/>
                <a:cs typeface="Trebuchet MS"/>
              </a:rPr>
              <a:t>scientific</a:t>
            </a:r>
            <a:r>
              <a:rPr sz="2700" spc="-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spc="55" dirty="0">
                <a:solidFill>
                  <a:srgbClr val="3B0A85"/>
                </a:solidFill>
                <a:latin typeface="Trebuchet MS"/>
                <a:cs typeface="Trebuchet MS"/>
              </a:rPr>
              <a:t>research</a:t>
            </a:r>
            <a:endParaRPr sz="2700">
              <a:latin typeface="Trebuchet MS"/>
              <a:cs typeface="Trebuchet MS"/>
            </a:endParaRPr>
          </a:p>
          <a:p>
            <a:pPr marL="12700" marR="5080">
              <a:lnSpc>
                <a:spcPts val="2930"/>
              </a:lnSpc>
              <a:spcBef>
                <a:spcPts val="195"/>
              </a:spcBef>
            </a:pPr>
            <a:r>
              <a:rPr sz="2700" dirty="0">
                <a:solidFill>
                  <a:srgbClr val="3B0A85"/>
                </a:solidFill>
                <a:latin typeface="Trebuchet MS"/>
                <a:cs typeface="Trebuchet MS"/>
              </a:rPr>
              <a:t>current</a:t>
            </a:r>
            <a:r>
              <a:rPr sz="2700" spc="-7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spc="95" dirty="0">
                <a:solidFill>
                  <a:srgbClr val="3B0A85"/>
                </a:solidFill>
                <a:latin typeface="Trebuchet MS"/>
                <a:cs typeface="Trebuchet MS"/>
              </a:rPr>
              <a:t>and</a:t>
            </a:r>
            <a:r>
              <a:rPr sz="2700" spc="-7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dirty="0">
                <a:solidFill>
                  <a:srgbClr val="3B0A85"/>
                </a:solidFill>
                <a:latin typeface="Trebuchet MS"/>
                <a:cs typeface="Trebuchet MS"/>
              </a:rPr>
              <a:t>relevant</a:t>
            </a:r>
            <a:r>
              <a:rPr sz="2700" spc="-7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spc="110" dirty="0">
                <a:solidFill>
                  <a:srgbClr val="3B0A85"/>
                </a:solidFill>
                <a:latin typeface="Trebuchet MS"/>
                <a:cs typeface="Trebuchet MS"/>
              </a:rPr>
              <a:t>debates</a:t>
            </a:r>
            <a:r>
              <a:rPr sz="2700" spc="-7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dirty="0">
                <a:solidFill>
                  <a:srgbClr val="3B0A85"/>
                </a:solidFill>
                <a:latin typeface="Trebuchet MS"/>
                <a:cs typeface="Trebuchet MS"/>
              </a:rPr>
              <a:t>in</a:t>
            </a:r>
            <a:r>
              <a:rPr sz="2700" spc="-7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spc="55" dirty="0">
                <a:solidFill>
                  <a:srgbClr val="3B0A85"/>
                </a:solidFill>
                <a:latin typeface="Trebuchet MS"/>
                <a:cs typeface="Trebuchet MS"/>
              </a:rPr>
              <a:t>research </a:t>
            </a:r>
            <a:r>
              <a:rPr sz="2700" dirty="0">
                <a:solidFill>
                  <a:srgbClr val="3B0A85"/>
                </a:solidFill>
                <a:latin typeface="Trebuchet MS"/>
                <a:cs typeface="Trebuchet MS"/>
              </a:rPr>
              <a:t>the</a:t>
            </a:r>
            <a:r>
              <a:rPr sz="2700" spc="-6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spc="120" dirty="0">
                <a:solidFill>
                  <a:srgbClr val="3B0A85"/>
                </a:solidFill>
                <a:latin typeface="Trebuchet MS"/>
                <a:cs typeface="Trebuchet MS"/>
              </a:rPr>
              <a:t>use</a:t>
            </a:r>
            <a:r>
              <a:rPr sz="2700" spc="-6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dirty="0">
                <a:solidFill>
                  <a:srgbClr val="3B0A85"/>
                </a:solidFill>
                <a:latin typeface="Trebuchet MS"/>
                <a:cs typeface="Trebuchet MS"/>
              </a:rPr>
              <a:t>of</a:t>
            </a:r>
            <a:r>
              <a:rPr sz="2700" spc="-5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spc="110" dirty="0">
                <a:solidFill>
                  <a:srgbClr val="3B0A85"/>
                </a:solidFill>
                <a:latin typeface="Trebuchet MS"/>
                <a:cs typeface="Trebuchet MS"/>
              </a:rPr>
              <a:t>methods</a:t>
            </a:r>
            <a:endParaRPr sz="2700">
              <a:latin typeface="Trebuchet MS"/>
              <a:cs typeface="Trebuchet MS"/>
            </a:endParaRPr>
          </a:p>
          <a:p>
            <a:pPr marL="12700">
              <a:lnSpc>
                <a:spcPts val="2875"/>
              </a:lnSpc>
            </a:pPr>
            <a:r>
              <a:rPr sz="2700" dirty="0">
                <a:solidFill>
                  <a:srgbClr val="3B0A85"/>
                </a:solidFill>
                <a:latin typeface="Trebuchet MS"/>
                <a:cs typeface="Trebuchet MS"/>
              </a:rPr>
              <a:t>results</a:t>
            </a:r>
            <a:r>
              <a:rPr sz="2700" spc="6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spc="95" dirty="0">
                <a:solidFill>
                  <a:srgbClr val="3B0A85"/>
                </a:solidFill>
                <a:latin typeface="Trebuchet MS"/>
                <a:cs typeface="Trebuchet MS"/>
              </a:rPr>
              <a:t>and</a:t>
            </a:r>
            <a:r>
              <a:rPr sz="2700" spc="6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spc="-10" dirty="0">
                <a:solidFill>
                  <a:srgbClr val="3B0A85"/>
                </a:solidFill>
                <a:latin typeface="Trebuchet MS"/>
                <a:cs typeface="Trebuchet MS"/>
              </a:rPr>
              <a:t>findings</a:t>
            </a:r>
            <a:endParaRPr sz="27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144099" y="2188423"/>
            <a:ext cx="6019165" cy="671830"/>
          </a:xfrm>
          <a:prstGeom prst="rect">
            <a:avLst/>
          </a:prstGeom>
          <a:solidFill>
            <a:srgbClr val="A2BEEC"/>
          </a:solidFill>
        </p:spPr>
        <p:txBody>
          <a:bodyPr vert="horz" wrap="square" lIns="0" tIns="75565" rIns="0" bIns="0" rtlCol="0">
            <a:spAutoFit/>
          </a:bodyPr>
          <a:lstStyle/>
          <a:p>
            <a:pPr marL="156845">
              <a:lnSpc>
                <a:spcPct val="100000"/>
              </a:lnSpc>
              <a:spcBef>
                <a:spcPts val="595"/>
              </a:spcBef>
            </a:pPr>
            <a:r>
              <a:rPr sz="3100" b="1" dirty="0">
                <a:solidFill>
                  <a:srgbClr val="3B0A85"/>
                </a:solidFill>
                <a:latin typeface="Trebuchet MS"/>
                <a:cs typeface="Trebuchet MS"/>
              </a:rPr>
              <a:t>The</a:t>
            </a:r>
            <a:r>
              <a:rPr sz="3100" b="1" spc="-19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b="1" spc="80" dirty="0">
                <a:solidFill>
                  <a:srgbClr val="3B0A85"/>
                </a:solidFill>
                <a:latin typeface="Trebuchet MS"/>
                <a:cs typeface="Trebuchet MS"/>
              </a:rPr>
              <a:t>public</a:t>
            </a:r>
            <a:r>
              <a:rPr sz="3100" b="1" spc="-19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b="1" spc="145" dirty="0">
                <a:solidFill>
                  <a:srgbClr val="3B0A85"/>
                </a:solidFill>
                <a:latin typeface="Trebuchet MS"/>
                <a:cs typeface="Trebuchet MS"/>
              </a:rPr>
              <a:t>gets</a:t>
            </a:r>
            <a:r>
              <a:rPr sz="3100" b="1" spc="-19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b="1" spc="90" dirty="0">
                <a:solidFill>
                  <a:srgbClr val="3B0A85"/>
                </a:solidFill>
                <a:latin typeface="Trebuchet MS"/>
                <a:cs typeface="Trebuchet MS"/>
              </a:rPr>
              <a:t>an</a:t>
            </a:r>
            <a:r>
              <a:rPr sz="3100" b="1" spc="-19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b="1" spc="60" dirty="0">
                <a:solidFill>
                  <a:srgbClr val="3B0A85"/>
                </a:solidFill>
                <a:latin typeface="Trebuchet MS"/>
                <a:cs typeface="Trebuchet MS"/>
              </a:rPr>
              <a:t>insight</a:t>
            </a:r>
            <a:r>
              <a:rPr sz="3100" b="1" spc="-19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b="1" spc="-20" dirty="0">
                <a:solidFill>
                  <a:srgbClr val="3B0A85"/>
                </a:solidFill>
                <a:latin typeface="Trebuchet MS"/>
                <a:cs typeface="Trebuchet MS"/>
              </a:rPr>
              <a:t>into</a:t>
            </a:r>
            <a:endParaRPr sz="3100">
              <a:latin typeface="Trebuchet MS"/>
              <a:cs typeface="Trebuchet MS"/>
            </a:endParaRPr>
          </a:p>
        </p:txBody>
      </p:sp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39274" y="6088379"/>
            <a:ext cx="114300" cy="114299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39274" y="6459854"/>
            <a:ext cx="114300" cy="114299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9714110" y="5894704"/>
            <a:ext cx="4765675" cy="808355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12700" marR="5080">
              <a:lnSpc>
                <a:spcPts val="2930"/>
              </a:lnSpc>
              <a:spcBef>
                <a:spcPts val="455"/>
              </a:spcBef>
            </a:pPr>
            <a:r>
              <a:rPr sz="2700" spc="75" dirty="0">
                <a:solidFill>
                  <a:srgbClr val="3B0A85"/>
                </a:solidFill>
                <a:latin typeface="Trebuchet MS"/>
                <a:cs typeface="Trebuchet MS"/>
              </a:rPr>
              <a:t>Not</a:t>
            </a:r>
            <a:r>
              <a:rPr sz="2700" spc="-114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dirty="0">
                <a:solidFill>
                  <a:srgbClr val="3B0A85"/>
                </a:solidFill>
                <a:latin typeface="Trebuchet MS"/>
                <a:cs typeface="Trebuchet MS"/>
              </a:rPr>
              <a:t>just</a:t>
            </a:r>
            <a:r>
              <a:rPr sz="2700" spc="-11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spc="50" dirty="0">
                <a:solidFill>
                  <a:srgbClr val="3B0A85"/>
                </a:solidFill>
                <a:latin typeface="Trebuchet MS"/>
                <a:cs typeface="Trebuchet MS"/>
              </a:rPr>
              <a:t>providing</a:t>
            </a:r>
            <a:r>
              <a:rPr sz="2700" spc="-11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spc="-10" dirty="0">
                <a:solidFill>
                  <a:srgbClr val="3B0A85"/>
                </a:solidFill>
                <a:latin typeface="Trebuchet MS"/>
                <a:cs typeface="Trebuchet MS"/>
              </a:rPr>
              <a:t>information </a:t>
            </a:r>
            <a:r>
              <a:rPr sz="2700" dirty="0">
                <a:solidFill>
                  <a:srgbClr val="3B0A85"/>
                </a:solidFill>
                <a:latin typeface="Trebuchet MS"/>
                <a:cs typeface="Trebuchet MS"/>
              </a:rPr>
              <a:t>Dialogue</a:t>
            </a:r>
            <a:r>
              <a:rPr sz="2700" spc="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dirty="0">
                <a:solidFill>
                  <a:srgbClr val="3B0A85"/>
                </a:solidFill>
                <a:latin typeface="Trebuchet MS"/>
                <a:cs typeface="Trebuchet MS"/>
              </a:rPr>
              <a:t>with</a:t>
            </a:r>
            <a:r>
              <a:rPr sz="2700" spc="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dirty="0">
                <a:solidFill>
                  <a:srgbClr val="3B0A85"/>
                </a:solidFill>
                <a:latin typeface="Trebuchet MS"/>
                <a:cs typeface="Trebuchet MS"/>
              </a:rPr>
              <a:t>the</a:t>
            </a:r>
            <a:r>
              <a:rPr sz="2700" spc="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spc="40" dirty="0">
                <a:solidFill>
                  <a:srgbClr val="3B0A85"/>
                </a:solidFill>
                <a:latin typeface="Trebuchet MS"/>
                <a:cs typeface="Trebuchet MS"/>
              </a:rPr>
              <a:t>public</a:t>
            </a:r>
            <a:endParaRPr sz="270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144099" y="5142864"/>
            <a:ext cx="4375150" cy="671830"/>
          </a:xfrm>
          <a:prstGeom prst="rect">
            <a:avLst/>
          </a:prstGeom>
          <a:solidFill>
            <a:srgbClr val="A2BEEC"/>
          </a:solidFill>
        </p:spPr>
        <p:txBody>
          <a:bodyPr vert="horz" wrap="square" lIns="0" tIns="75565" rIns="0" bIns="0" rtlCol="0">
            <a:spAutoFit/>
          </a:bodyPr>
          <a:lstStyle/>
          <a:p>
            <a:pPr marL="156845">
              <a:lnSpc>
                <a:spcPct val="100000"/>
              </a:lnSpc>
              <a:spcBef>
                <a:spcPts val="595"/>
              </a:spcBef>
            </a:pPr>
            <a:r>
              <a:rPr sz="3100" b="1" spc="110" dirty="0">
                <a:solidFill>
                  <a:srgbClr val="3B0A85"/>
                </a:solidFill>
                <a:latin typeface="Trebuchet MS"/>
                <a:cs typeface="Trebuchet MS"/>
              </a:rPr>
              <a:t>Not</a:t>
            </a:r>
            <a:r>
              <a:rPr sz="3100" b="1" spc="-20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b="1" spc="130" dirty="0">
                <a:solidFill>
                  <a:srgbClr val="3B0A85"/>
                </a:solidFill>
                <a:latin typeface="Trebuchet MS"/>
                <a:cs typeface="Trebuchet MS"/>
              </a:rPr>
              <a:t>a</a:t>
            </a:r>
            <a:r>
              <a:rPr sz="3100" b="1" spc="-19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b="1" spc="175" dirty="0">
                <a:solidFill>
                  <a:srgbClr val="3B0A85"/>
                </a:solidFill>
                <a:latin typeface="Trebuchet MS"/>
                <a:cs typeface="Trebuchet MS"/>
              </a:rPr>
              <a:t>one-</a:t>
            </a:r>
            <a:r>
              <a:rPr sz="3100" b="1" spc="120" dirty="0">
                <a:solidFill>
                  <a:srgbClr val="3B0A85"/>
                </a:solidFill>
                <a:latin typeface="Trebuchet MS"/>
                <a:cs typeface="Trebuchet MS"/>
              </a:rPr>
              <a:t>way</a:t>
            </a:r>
            <a:r>
              <a:rPr sz="3100" b="1" spc="-19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b="1" spc="55" dirty="0">
                <a:solidFill>
                  <a:srgbClr val="3B0A85"/>
                </a:solidFill>
                <a:latin typeface="Trebuchet MS"/>
                <a:cs typeface="Trebuchet MS"/>
              </a:rPr>
              <a:t>street</a:t>
            </a:r>
            <a:endParaRPr sz="3100">
              <a:latin typeface="Trebuchet MS"/>
              <a:cs typeface="Trebuchet MS"/>
            </a:endParaRPr>
          </a:p>
        </p:txBody>
      </p:sp>
      <p:pic>
        <p:nvPicPr>
          <p:cNvPr id="19" name="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39274" y="8260078"/>
            <a:ext cx="114300" cy="114299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39274" y="8631553"/>
            <a:ext cx="114300" cy="114299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9714110" y="8066404"/>
            <a:ext cx="6937375" cy="117983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 marR="5080">
              <a:lnSpc>
                <a:spcPts val="2920"/>
              </a:lnSpc>
              <a:spcBef>
                <a:spcPts val="459"/>
              </a:spcBef>
            </a:pPr>
            <a:r>
              <a:rPr sz="2700" spc="170" dirty="0">
                <a:solidFill>
                  <a:srgbClr val="3B0A85"/>
                </a:solidFill>
                <a:latin typeface="Trebuchet MS"/>
                <a:cs typeface="Trebuchet MS"/>
              </a:rPr>
              <a:t>Much</a:t>
            </a:r>
            <a:r>
              <a:rPr sz="2700" spc="-8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spc="65" dirty="0">
                <a:solidFill>
                  <a:srgbClr val="3B0A85"/>
                </a:solidFill>
                <a:latin typeface="Trebuchet MS"/>
                <a:cs typeface="Trebuchet MS"/>
              </a:rPr>
              <a:t>research</a:t>
            </a:r>
            <a:r>
              <a:rPr sz="2700" spc="-8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spc="60" dirty="0">
                <a:solidFill>
                  <a:srgbClr val="3B0A85"/>
                </a:solidFill>
                <a:latin typeface="Trebuchet MS"/>
                <a:cs typeface="Trebuchet MS"/>
              </a:rPr>
              <a:t>is</a:t>
            </a:r>
            <a:r>
              <a:rPr sz="2700" spc="-8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spc="75" dirty="0">
                <a:solidFill>
                  <a:srgbClr val="3B0A85"/>
                </a:solidFill>
                <a:latin typeface="Trebuchet MS"/>
                <a:cs typeface="Trebuchet MS"/>
              </a:rPr>
              <a:t>funded</a:t>
            </a:r>
            <a:r>
              <a:rPr sz="2700" spc="-8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spc="175" dirty="0">
                <a:solidFill>
                  <a:srgbClr val="3B0A85"/>
                </a:solidFill>
                <a:latin typeface="Trebuchet MS"/>
                <a:cs typeface="Trebuchet MS"/>
              </a:rPr>
              <a:t>by</a:t>
            </a:r>
            <a:r>
              <a:rPr sz="2700" spc="-8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dirty="0">
                <a:solidFill>
                  <a:srgbClr val="3B0A85"/>
                </a:solidFill>
                <a:latin typeface="Trebuchet MS"/>
                <a:cs typeface="Trebuchet MS"/>
              </a:rPr>
              <a:t>the</a:t>
            </a:r>
            <a:r>
              <a:rPr sz="2700" spc="-8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spc="50" dirty="0">
                <a:solidFill>
                  <a:srgbClr val="3B0A85"/>
                </a:solidFill>
                <a:latin typeface="Trebuchet MS"/>
                <a:cs typeface="Trebuchet MS"/>
              </a:rPr>
              <a:t>public</a:t>
            </a:r>
            <a:r>
              <a:rPr sz="2700" spc="-8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spc="-370" dirty="0">
                <a:solidFill>
                  <a:srgbClr val="3B0A85"/>
                </a:solidFill>
                <a:latin typeface="Trebuchet MS"/>
                <a:cs typeface="Trebuchet MS"/>
              </a:rPr>
              <a:t>/</a:t>
            </a:r>
            <a:r>
              <a:rPr sz="2700" spc="-8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spc="-25" dirty="0">
                <a:solidFill>
                  <a:srgbClr val="3B0A85"/>
                </a:solidFill>
                <a:latin typeface="Trebuchet MS"/>
                <a:cs typeface="Trebuchet MS"/>
              </a:rPr>
              <a:t>tax </a:t>
            </a:r>
            <a:r>
              <a:rPr sz="2700" spc="75" dirty="0">
                <a:solidFill>
                  <a:srgbClr val="3B0A85"/>
                </a:solidFill>
                <a:latin typeface="Trebuchet MS"/>
                <a:cs typeface="Trebuchet MS"/>
              </a:rPr>
              <a:t>Researchers</a:t>
            </a:r>
            <a:r>
              <a:rPr sz="2700" spc="-8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spc="110" dirty="0">
                <a:solidFill>
                  <a:srgbClr val="3B0A85"/>
                </a:solidFill>
                <a:latin typeface="Trebuchet MS"/>
                <a:cs typeface="Trebuchet MS"/>
              </a:rPr>
              <a:t>must</a:t>
            </a:r>
            <a:r>
              <a:rPr sz="2700" spc="-8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spc="125" dirty="0">
                <a:solidFill>
                  <a:srgbClr val="3B0A85"/>
                </a:solidFill>
                <a:latin typeface="Trebuchet MS"/>
                <a:cs typeface="Trebuchet MS"/>
              </a:rPr>
              <a:t>be</a:t>
            </a:r>
            <a:r>
              <a:rPr sz="2700" spc="-8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spc="65" dirty="0">
                <a:solidFill>
                  <a:srgbClr val="3B0A85"/>
                </a:solidFill>
                <a:latin typeface="Trebuchet MS"/>
                <a:cs typeface="Trebuchet MS"/>
              </a:rPr>
              <a:t>accountable</a:t>
            </a:r>
            <a:r>
              <a:rPr sz="2700" spc="-8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spc="55" dirty="0">
                <a:solidFill>
                  <a:srgbClr val="3B0A85"/>
                </a:solidFill>
                <a:latin typeface="Trebuchet MS"/>
                <a:cs typeface="Trebuchet MS"/>
              </a:rPr>
              <a:t>to</a:t>
            </a:r>
            <a:r>
              <a:rPr sz="2700" spc="-8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spc="-25" dirty="0">
                <a:solidFill>
                  <a:srgbClr val="3B0A85"/>
                </a:solidFill>
                <a:latin typeface="Trebuchet MS"/>
                <a:cs typeface="Trebuchet MS"/>
              </a:rPr>
              <a:t>the </a:t>
            </a:r>
            <a:r>
              <a:rPr sz="2700" spc="50" dirty="0">
                <a:solidFill>
                  <a:srgbClr val="3B0A85"/>
                </a:solidFill>
                <a:latin typeface="Trebuchet MS"/>
                <a:cs typeface="Trebuchet MS"/>
              </a:rPr>
              <a:t>public</a:t>
            </a:r>
            <a:r>
              <a:rPr sz="2700" spc="-13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dirty="0">
                <a:solidFill>
                  <a:srgbClr val="3B0A85"/>
                </a:solidFill>
                <a:latin typeface="Trebuchet MS"/>
                <a:cs typeface="Trebuchet MS"/>
              </a:rPr>
              <a:t>for</a:t>
            </a:r>
            <a:r>
              <a:rPr sz="2700" spc="-13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spc="-10" dirty="0">
                <a:solidFill>
                  <a:srgbClr val="3B0A85"/>
                </a:solidFill>
                <a:latin typeface="Trebuchet MS"/>
                <a:cs typeface="Trebuchet MS"/>
              </a:rPr>
              <a:t>their</a:t>
            </a:r>
            <a:r>
              <a:rPr sz="2700" spc="-13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spc="55" dirty="0">
                <a:solidFill>
                  <a:srgbClr val="3B0A85"/>
                </a:solidFill>
                <a:latin typeface="Trebuchet MS"/>
                <a:cs typeface="Trebuchet MS"/>
              </a:rPr>
              <a:t>research</a:t>
            </a:r>
            <a:endParaRPr sz="270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144099" y="7314564"/>
            <a:ext cx="5660390" cy="671830"/>
          </a:xfrm>
          <a:prstGeom prst="rect">
            <a:avLst/>
          </a:prstGeom>
          <a:solidFill>
            <a:srgbClr val="A2BEEC"/>
          </a:solidFill>
        </p:spPr>
        <p:txBody>
          <a:bodyPr vert="horz" wrap="square" lIns="0" tIns="75565" rIns="0" bIns="0" rtlCol="0">
            <a:spAutoFit/>
          </a:bodyPr>
          <a:lstStyle/>
          <a:p>
            <a:pPr marL="156845">
              <a:lnSpc>
                <a:spcPct val="100000"/>
              </a:lnSpc>
              <a:spcBef>
                <a:spcPts val="595"/>
              </a:spcBef>
            </a:pPr>
            <a:r>
              <a:rPr sz="3100" b="1" spc="50" dirty="0">
                <a:solidFill>
                  <a:srgbClr val="3B0A85"/>
                </a:solidFill>
                <a:latin typeface="Trebuchet MS"/>
                <a:cs typeface="Trebuchet MS"/>
              </a:rPr>
              <a:t>Requirement</a:t>
            </a:r>
            <a:r>
              <a:rPr sz="3100" b="1" spc="-19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b="1" dirty="0">
                <a:solidFill>
                  <a:srgbClr val="3B0A85"/>
                </a:solidFill>
                <a:latin typeface="Trebuchet MS"/>
                <a:cs typeface="Trebuchet MS"/>
              </a:rPr>
              <a:t>or</a:t>
            </a:r>
            <a:r>
              <a:rPr sz="3100" b="1" spc="-19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b="1" spc="-10" dirty="0">
                <a:solidFill>
                  <a:srgbClr val="3B0A85"/>
                </a:solidFill>
                <a:latin typeface="Trebuchet MS"/>
                <a:cs typeface="Trebuchet MS"/>
              </a:rPr>
              <a:t>justification</a:t>
            </a:r>
            <a:endParaRPr sz="31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D0C2F5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39274" y="3796848"/>
            <a:ext cx="114300" cy="1142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39274" y="4168323"/>
            <a:ext cx="114300" cy="114299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144099" y="2432113"/>
            <a:ext cx="6024245" cy="671830"/>
          </a:xfrm>
          <a:custGeom>
            <a:avLst/>
            <a:gdLst/>
            <a:ahLst/>
            <a:cxnLst/>
            <a:rect l="l" t="t" r="r" b="b"/>
            <a:pathLst>
              <a:path w="6024244" h="671830">
                <a:moveTo>
                  <a:pt x="0" y="0"/>
                </a:moveTo>
                <a:lnTo>
                  <a:pt x="6023708" y="0"/>
                </a:lnTo>
                <a:lnTo>
                  <a:pt x="6023708" y="671829"/>
                </a:lnTo>
                <a:lnTo>
                  <a:pt x="0" y="671829"/>
                </a:lnTo>
                <a:lnTo>
                  <a:pt x="0" y="0"/>
                </a:lnTo>
                <a:close/>
              </a:path>
            </a:pathLst>
          </a:custGeom>
          <a:solidFill>
            <a:srgbClr val="A2BE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288878" y="2495010"/>
            <a:ext cx="5734685" cy="497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100" b="1" dirty="0">
                <a:solidFill>
                  <a:srgbClr val="3B0A85"/>
                </a:solidFill>
                <a:latin typeface="Trebuchet MS"/>
                <a:cs typeface="Trebuchet MS"/>
              </a:rPr>
              <a:t>Finding</a:t>
            </a:r>
            <a:r>
              <a:rPr sz="3100" b="1" spc="-9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b="1" spc="50" dirty="0">
                <a:solidFill>
                  <a:srgbClr val="3B0A85"/>
                </a:solidFill>
                <a:latin typeface="Trebuchet MS"/>
                <a:cs typeface="Trebuchet MS"/>
              </a:rPr>
              <a:t>the</a:t>
            </a:r>
            <a:r>
              <a:rPr sz="3100" b="1" spc="-9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b="1" dirty="0">
                <a:solidFill>
                  <a:srgbClr val="3B0A85"/>
                </a:solidFill>
                <a:latin typeface="Trebuchet MS"/>
                <a:cs typeface="Trebuchet MS"/>
              </a:rPr>
              <a:t>next</a:t>
            </a:r>
            <a:r>
              <a:rPr sz="3100" b="1" spc="-9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b="1" spc="45" dirty="0">
                <a:solidFill>
                  <a:srgbClr val="3B0A85"/>
                </a:solidFill>
                <a:latin typeface="Trebuchet MS"/>
                <a:cs typeface="Trebuchet MS"/>
              </a:rPr>
              <a:t>generation</a:t>
            </a:r>
            <a:r>
              <a:rPr sz="3100" b="1" spc="-9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b="1" spc="-25" dirty="0">
                <a:solidFill>
                  <a:srgbClr val="3B0A85"/>
                </a:solidFill>
                <a:latin typeface="Trebuchet MS"/>
                <a:cs typeface="Trebuchet MS"/>
              </a:rPr>
              <a:t>of</a:t>
            </a:r>
            <a:endParaRPr sz="31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44099" y="3103943"/>
            <a:ext cx="2605405" cy="427990"/>
          </a:xfrm>
          <a:prstGeom prst="rect">
            <a:avLst/>
          </a:prstGeom>
          <a:solidFill>
            <a:srgbClr val="A2BEEC"/>
          </a:solidFill>
        </p:spPr>
        <p:txBody>
          <a:bodyPr vert="horz" wrap="square" lIns="0" tIns="0" rIns="0" bIns="0" rtlCol="0">
            <a:spAutoFit/>
          </a:bodyPr>
          <a:lstStyle/>
          <a:p>
            <a:pPr marL="156845">
              <a:lnSpc>
                <a:spcPts val="2400"/>
              </a:lnSpc>
            </a:pPr>
            <a:r>
              <a:rPr sz="3100" b="1" spc="60" dirty="0">
                <a:solidFill>
                  <a:srgbClr val="3B0A85"/>
                </a:solidFill>
                <a:latin typeface="Trebuchet MS"/>
                <a:cs typeface="Trebuchet MS"/>
              </a:rPr>
              <a:t>researchers</a:t>
            </a:r>
            <a:endParaRPr sz="3100">
              <a:latin typeface="Trebuchet MS"/>
              <a:cs typeface="Trebuchet MS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39274" y="6378511"/>
            <a:ext cx="114300" cy="11429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39274" y="7121461"/>
            <a:ext cx="114300" cy="11429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9714110" y="6184836"/>
            <a:ext cx="7200265" cy="1551305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12700" marR="1445260">
              <a:lnSpc>
                <a:spcPts val="2930"/>
              </a:lnSpc>
              <a:spcBef>
                <a:spcPts val="455"/>
              </a:spcBef>
            </a:pPr>
            <a:r>
              <a:rPr sz="2700" dirty="0">
                <a:solidFill>
                  <a:srgbClr val="3B0A85"/>
                </a:solidFill>
                <a:latin typeface="Trebuchet MS"/>
                <a:cs typeface="Trebuchet MS"/>
              </a:rPr>
              <a:t>Citizens</a:t>
            </a:r>
            <a:r>
              <a:rPr sz="2700" spc="-3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dirty="0">
                <a:solidFill>
                  <a:srgbClr val="3B0A85"/>
                </a:solidFill>
                <a:latin typeface="Trebuchet MS"/>
                <a:cs typeface="Trebuchet MS"/>
              </a:rPr>
              <a:t>think</a:t>
            </a:r>
            <a:r>
              <a:rPr sz="2700" spc="-1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spc="75" dirty="0">
                <a:solidFill>
                  <a:srgbClr val="3B0A85"/>
                </a:solidFill>
                <a:latin typeface="Trebuchet MS"/>
                <a:cs typeface="Trebuchet MS"/>
              </a:rPr>
              <a:t>outside</a:t>
            </a:r>
            <a:r>
              <a:rPr sz="2700" spc="-1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dirty="0">
                <a:solidFill>
                  <a:srgbClr val="3B0A85"/>
                </a:solidFill>
                <a:latin typeface="Trebuchet MS"/>
                <a:cs typeface="Trebuchet MS"/>
              </a:rPr>
              <a:t>of</a:t>
            </a:r>
            <a:r>
              <a:rPr sz="2700" spc="-1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spc="-10" dirty="0">
                <a:solidFill>
                  <a:srgbClr val="3B0A85"/>
                </a:solidFill>
                <a:latin typeface="Trebuchet MS"/>
                <a:cs typeface="Trebuchet MS"/>
              </a:rPr>
              <a:t>disciplinary </a:t>
            </a:r>
            <a:r>
              <a:rPr sz="2700" spc="90" dirty="0">
                <a:solidFill>
                  <a:srgbClr val="3B0A85"/>
                </a:solidFill>
                <a:latin typeface="Trebuchet MS"/>
                <a:cs typeface="Trebuchet MS"/>
              </a:rPr>
              <a:t>standards</a:t>
            </a:r>
            <a:endParaRPr sz="2700">
              <a:latin typeface="Trebuchet MS"/>
              <a:cs typeface="Trebuchet MS"/>
            </a:endParaRPr>
          </a:p>
          <a:p>
            <a:pPr marL="12700">
              <a:lnSpc>
                <a:spcPts val="2715"/>
              </a:lnSpc>
            </a:pPr>
            <a:r>
              <a:rPr sz="2700" spc="-20" dirty="0">
                <a:solidFill>
                  <a:srgbClr val="3B0A85"/>
                </a:solidFill>
                <a:latin typeface="Trebuchet MS"/>
                <a:cs typeface="Trebuchet MS"/>
              </a:rPr>
              <a:t>Their</a:t>
            </a:r>
            <a:r>
              <a:rPr sz="2700" spc="-5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spc="90" dirty="0">
                <a:solidFill>
                  <a:srgbClr val="3B0A85"/>
                </a:solidFill>
                <a:latin typeface="Trebuchet MS"/>
                <a:cs typeface="Trebuchet MS"/>
              </a:rPr>
              <a:t>perspectives</a:t>
            </a:r>
            <a:r>
              <a:rPr sz="2700" spc="-5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spc="100" dirty="0">
                <a:solidFill>
                  <a:srgbClr val="3B0A85"/>
                </a:solidFill>
                <a:latin typeface="Trebuchet MS"/>
                <a:cs typeface="Trebuchet MS"/>
              </a:rPr>
              <a:t>can</a:t>
            </a:r>
            <a:r>
              <a:rPr sz="2700" spc="-5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dirty="0">
                <a:solidFill>
                  <a:srgbClr val="3B0A85"/>
                </a:solidFill>
                <a:latin typeface="Trebuchet MS"/>
                <a:cs typeface="Trebuchet MS"/>
              </a:rPr>
              <a:t>inspire</a:t>
            </a:r>
            <a:r>
              <a:rPr sz="2700" spc="-5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spc="65" dirty="0">
                <a:solidFill>
                  <a:srgbClr val="3B0A85"/>
                </a:solidFill>
                <a:latin typeface="Trebuchet MS"/>
                <a:cs typeface="Trebuchet MS"/>
              </a:rPr>
              <a:t>researchers</a:t>
            </a:r>
            <a:r>
              <a:rPr sz="2700" spc="-5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spc="30" dirty="0">
                <a:solidFill>
                  <a:srgbClr val="3B0A85"/>
                </a:solidFill>
                <a:latin typeface="Trebuchet MS"/>
                <a:cs typeface="Trebuchet MS"/>
              </a:rPr>
              <a:t>to</a:t>
            </a:r>
            <a:endParaRPr sz="2700">
              <a:latin typeface="Trebuchet MS"/>
              <a:cs typeface="Trebuchet MS"/>
            </a:endParaRPr>
          </a:p>
          <a:p>
            <a:pPr marL="12700">
              <a:lnSpc>
                <a:spcPts val="3085"/>
              </a:lnSpc>
            </a:pPr>
            <a:r>
              <a:rPr sz="2700" dirty="0">
                <a:solidFill>
                  <a:srgbClr val="3B0A85"/>
                </a:solidFill>
                <a:latin typeface="Trebuchet MS"/>
                <a:cs typeface="Trebuchet MS"/>
              </a:rPr>
              <a:t>think</a:t>
            </a:r>
            <a:r>
              <a:rPr sz="2700" spc="-7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spc="95" dirty="0">
                <a:solidFill>
                  <a:srgbClr val="3B0A85"/>
                </a:solidFill>
                <a:latin typeface="Trebuchet MS"/>
                <a:cs typeface="Trebuchet MS"/>
              </a:rPr>
              <a:t>and</a:t>
            </a:r>
            <a:r>
              <a:rPr sz="2700" spc="-6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spc="65" dirty="0">
                <a:solidFill>
                  <a:srgbClr val="3B0A85"/>
                </a:solidFill>
                <a:latin typeface="Trebuchet MS"/>
                <a:cs typeface="Trebuchet MS"/>
              </a:rPr>
              <a:t>research</a:t>
            </a:r>
            <a:r>
              <a:rPr sz="2700" spc="-6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dirty="0">
                <a:solidFill>
                  <a:srgbClr val="3B0A85"/>
                </a:solidFill>
                <a:latin typeface="Trebuchet MS"/>
                <a:cs typeface="Trebuchet MS"/>
              </a:rPr>
              <a:t>‘outside</a:t>
            </a:r>
            <a:r>
              <a:rPr sz="2700" spc="-6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dirty="0">
                <a:solidFill>
                  <a:srgbClr val="3B0A85"/>
                </a:solidFill>
                <a:latin typeface="Trebuchet MS"/>
                <a:cs typeface="Trebuchet MS"/>
              </a:rPr>
              <a:t>the</a:t>
            </a:r>
            <a:r>
              <a:rPr sz="2700" spc="-6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spc="-20" dirty="0">
                <a:solidFill>
                  <a:srgbClr val="3B0A85"/>
                </a:solidFill>
                <a:latin typeface="Trebuchet MS"/>
                <a:cs typeface="Trebuchet MS"/>
              </a:rPr>
              <a:t>box’</a:t>
            </a:r>
            <a:endParaRPr sz="2700">
              <a:latin typeface="Trebuchet MS"/>
              <a:cs typeface="Trebuchet M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144099" y="5015166"/>
            <a:ext cx="7175500" cy="671830"/>
          </a:xfrm>
          <a:custGeom>
            <a:avLst/>
            <a:gdLst/>
            <a:ahLst/>
            <a:cxnLst/>
            <a:rect l="l" t="t" r="r" b="b"/>
            <a:pathLst>
              <a:path w="7175500" h="671829">
                <a:moveTo>
                  <a:pt x="0" y="0"/>
                </a:moveTo>
                <a:lnTo>
                  <a:pt x="7175191" y="0"/>
                </a:lnTo>
                <a:lnTo>
                  <a:pt x="7175191" y="671829"/>
                </a:lnTo>
                <a:lnTo>
                  <a:pt x="0" y="671829"/>
                </a:lnTo>
                <a:lnTo>
                  <a:pt x="0" y="0"/>
                </a:lnTo>
                <a:close/>
              </a:path>
            </a:pathLst>
          </a:custGeom>
          <a:solidFill>
            <a:srgbClr val="A2BE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9288878" y="3603173"/>
            <a:ext cx="7044055" cy="19729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7515">
              <a:lnSpc>
                <a:spcPts val="3080"/>
              </a:lnSpc>
              <a:spcBef>
                <a:spcPts val="100"/>
              </a:spcBef>
            </a:pPr>
            <a:r>
              <a:rPr sz="2700" spc="45" dirty="0">
                <a:solidFill>
                  <a:srgbClr val="3B0A85"/>
                </a:solidFill>
                <a:latin typeface="Trebuchet MS"/>
                <a:cs typeface="Trebuchet MS"/>
              </a:rPr>
              <a:t>Stimulates</a:t>
            </a:r>
            <a:r>
              <a:rPr sz="2700" spc="-11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spc="80" dirty="0">
                <a:solidFill>
                  <a:srgbClr val="3B0A85"/>
                </a:solidFill>
                <a:latin typeface="Trebuchet MS"/>
                <a:cs typeface="Trebuchet MS"/>
              </a:rPr>
              <a:t>enthusiasm</a:t>
            </a:r>
            <a:r>
              <a:rPr sz="2700" spc="-11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dirty="0">
                <a:solidFill>
                  <a:srgbClr val="3B0A85"/>
                </a:solidFill>
                <a:latin typeface="Trebuchet MS"/>
                <a:cs typeface="Trebuchet MS"/>
              </a:rPr>
              <a:t>for</a:t>
            </a:r>
            <a:r>
              <a:rPr sz="2700" spc="-10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spc="55" dirty="0">
                <a:solidFill>
                  <a:srgbClr val="3B0A85"/>
                </a:solidFill>
                <a:latin typeface="Trebuchet MS"/>
                <a:cs typeface="Trebuchet MS"/>
              </a:rPr>
              <a:t>research</a:t>
            </a:r>
            <a:endParaRPr sz="2700">
              <a:latin typeface="Trebuchet MS"/>
              <a:cs typeface="Trebuchet MS"/>
            </a:endParaRPr>
          </a:p>
          <a:p>
            <a:pPr marL="437515" marR="5080">
              <a:lnSpc>
                <a:spcPts val="2930"/>
              </a:lnSpc>
              <a:spcBef>
                <a:spcPts val="195"/>
              </a:spcBef>
            </a:pPr>
            <a:r>
              <a:rPr sz="2700" spc="140" dirty="0">
                <a:solidFill>
                  <a:srgbClr val="3B0A85"/>
                </a:solidFill>
                <a:latin typeface="Trebuchet MS"/>
                <a:cs typeface="Trebuchet MS"/>
              </a:rPr>
              <a:t>Can</a:t>
            </a:r>
            <a:r>
              <a:rPr sz="2700" spc="-9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spc="60" dirty="0">
                <a:solidFill>
                  <a:srgbClr val="3B0A85"/>
                </a:solidFill>
                <a:latin typeface="Trebuchet MS"/>
                <a:cs typeface="Trebuchet MS"/>
              </a:rPr>
              <a:t>motivates</a:t>
            </a:r>
            <a:r>
              <a:rPr sz="2700" spc="-8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spc="70" dirty="0">
                <a:solidFill>
                  <a:srgbClr val="3B0A85"/>
                </a:solidFill>
                <a:latin typeface="Trebuchet MS"/>
                <a:cs typeface="Trebuchet MS"/>
              </a:rPr>
              <a:t>people</a:t>
            </a:r>
            <a:r>
              <a:rPr sz="2700" spc="-8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spc="55" dirty="0">
                <a:solidFill>
                  <a:srgbClr val="3B0A85"/>
                </a:solidFill>
                <a:latin typeface="Trebuchet MS"/>
                <a:cs typeface="Trebuchet MS"/>
              </a:rPr>
              <a:t>to</a:t>
            </a:r>
            <a:r>
              <a:rPr sz="2700" spc="-9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spc="90" dirty="0">
                <a:solidFill>
                  <a:srgbClr val="3B0A85"/>
                </a:solidFill>
                <a:latin typeface="Trebuchet MS"/>
                <a:cs typeface="Trebuchet MS"/>
              </a:rPr>
              <a:t>pursue</a:t>
            </a:r>
            <a:r>
              <a:rPr sz="2700" spc="-8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spc="55" dirty="0">
                <a:solidFill>
                  <a:srgbClr val="3B0A85"/>
                </a:solidFill>
                <a:latin typeface="Trebuchet MS"/>
                <a:cs typeface="Trebuchet MS"/>
              </a:rPr>
              <a:t>research careers</a:t>
            </a:r>
            <a:endParaRPr sz="2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475"/>
              </a:spcBef>
            </a:pPr>
            <a:r>
              <a:rPr sz="3100" b="1" dirty="0">
                <a:solidFill>
                  <a:srgbClr val="3B0A85"/>
                </a:solidFill>
                <a:latin typeface="Trebuchet MS"/>
                <a:cs typeface="Trebuchet MS"/>
              </a:rPr>
              <a:t>Citizen</a:t>
            </a:r>
            <a:r>
              <a:rPr sz="3100" b="1" spc="-16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b="1" spc="55" dirty="0">
                <a:solidFill>
                  <a:srgbClr val="3B0A85"/>
                </a:solidFill>
                <a:latin typeface="Trebuchet MS"/>
                <a:cs typeface="Trebuchet MS"/>
              </a:rPr>
              <a:t>science:</a:t>
            </a:r>
            <a:r>
              <a:rPr sz="3100" b="1" spc="-16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b="1" spc="55" dirty="0">
                <a:solidFill>
                  <a:srgbClr val="3B0A85"/>
                </a:solidFill>
                <a:latin typeface="Trebuchet MS"/>
                <a:cs typeface="Trebuchet MS"/>
              </a:rPr>
              <a:t>Citizens</a:t>
            </a:r>
            <a:r>
              <a:rPr sz="3100" b="1" spc="-16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b="1" spc="200" dirty="0">
                <a:solidFill>
                  <a:srgbClr val="3B0A85"/>
                </a:solidFill>
                <a:latin typeface="Trebuchet MS"/>
                <a:cs typeface="Trebuchet MS"/>
              </a:rPr>
              <a:t>as</a:t>
            </a:r>
            <a:r>
              <a:rPr sz="3100" b="1" spc="-16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b="1" spc="130" dirty="0">
                <a:solidFill>
                  <a:srgbClr val="3B0A85"/>
                </a:solidFill>
                <a:latin typeface="Trebuchet MS"/>
                <a:cs typeface="Trebuchet MS"/>
              </a:rPr>
              <a:t>a</a:t>
            </a:r>
            <a:r>
              <a:rPr sz="3100" b="1" spc="-16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b="1" spc="120" dirty="0">
                <a:solidFill>
                  <a:srgbClr val="3B0A85"/>
                </a:solidFill>
                <a:latin typeface="Trebuchet MS"/>
                <a:cs typeface="Trebuchet MS"/>
              </a:rPr>
              <a:t>way</a:t>
            </a:r>
            <a:r>
              <a:rPr sz="3100" b="1" spc="-16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b="1" spc="70" dirty="0">
                <a:solidFill>
                  <a:srgbClr val="3B0A85"/>
                </a:solidFill>
                <a:latin typeface="Trebuchet MS"/>
                <a:cs typeface="Trebuchet MS"/>
              </a:rPr>
              <a:t>to</a:t>
            </a:r>
            <a:endParaRPr sz="31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144099" y="5686996"/>
            <a:ext cx="5895975" cy="427990"/>
          </a:xfrm>
          <a:prstGeom prst="rect">
            <a:avLst/>
          </a:prstGeom>
          <a:solidFill>
            <a:srgbClr val="A2BEEC"/>
          </a:solidFill>
        </p:spPr>
        <p:txBody>
          <a:bodyPr vert="horz" wrap="square" lIns="0" tIns="0" rIns="0" bIns="0" rtlCol="0">
            <a:spAutoFit/>
          </a:bodyPr>
          <a:lstStyle/>
          <a:p>
            <a:pPr marL="156845">
              <a:lnSpc>
                <a:spcPts val="2400"/>
              </a:lnSpc>
            </a:pPr>
            <a:r>
              <a:rPr sz="3100" b="1" dirty="0">
                <a:solidFill>
                  <a:srgbClr val="3B0A85"/>
                </a:solidFill>
                <a:latin typeface="Trebuchet MS"/>
                <a:cs typeface="Trebuchet MS"/>
              </a:rPr>
              <a:t>enrich</a:t>
            </a:r>
            <a:r>
              <a:rPr sz="3100" b="1" spc="-13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b="1" spc="85" dirty="0">
                <a:solidFill>
                  <a:srgbClr val="3B0A85"/>
                </a:solidFill>
                <a:latin typeface="Trebuchet MS"/>
                <a:cs typeface="Trebuchet MS"/>
              </a:rPr>
              <a:t>insights</a:t>
            </a:r>
            <a:r>
              <a:rPr sz="3100" b="1" spc="-13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b="1" spc="50" dirty="0">
                <a:solidFill>
                  <a:srgbClr val="3B0A85"/>
                </a:solidFill>
                <a:latin typeface="Trebuchet MS"/>
                <a:cs typeface="Trebuchet MS"/>
              </a:rPr>
              <a:t>from</a:t>
            </a:r>
            <a:r>
              <a:rPr sz="3100" b="1" spc="-13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b="1" spc="60" dirty="0">
                <a:solidFill>
                  <a:srgbClr val="3B0A85"/>
                </a:solidFill>
                <a:latin typeface="Trebuchet MS"/>
                <a:cs typeface="Trebuchet MS"/>
              </a:rPr>
              <a:t>research</a:t>
            </a:r>
            <a:endParaRPr sz="3100">
              <a:latin typeface="Trebuchet MS"/>
              <a:cs typeface="Trebuchet M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76046" y="647016"/>
            <a:ext cx="2269490" cy="623570"/>
          </a:xfrm>
          <a:custGeom>
            <a:avLst/>
            <a:gdLst/>
            <a:ahLst/>
            <a:cxnLst/>
            <a:rect l="l" t="t" r="r" b="b"/>
            <a:pathLst>
              <a:path w="2269490" h="623569">
                <a:moveTo>
                  <a:pt x="2269440" y="623570"/>
                </a:moveTo>
                <a:lnTo>
                  <a:pt x="0" y="623570"/>
                </a:lnTo>
                <a:lnTo>
                  <a:pt x="0" y="0"/>
                </a:lnTo>
                <a:lnTo>
                  <a:pt x="2269440" y="0"/>
                </a:lnTo>
                <a:lnTo>
                  <a:pt x="2269440" y="623570"/>
                </a:lnTo>
                <a:close/>
              </a:path>
            </a:pathLst>
          </a:custGeom>
          <a:solidFill>
            <a:srgbClr val="DAFF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21635" rIns="0" bIns="0" rtlCol="0">
            <a:spAutoFit/>
          </a:bodyPr>
          <a:lstStyle/>
          <a:p>
            <a:pPr marL="145415">
              <a:lnSpc>
                <a:spcPct val="100000"/>
              </a:lnSpc>
              <a:spcBef>
                <a:spcPts val="100"/>
              </a:spcBef>
            </a:pPr>
            <a:r>
              <a:rPr spc="90" dirty="0"/>
              <a:t>Arguments</a:t>
            </a:r>
          </a:p>
        </p:txBody>
      </p:sp>
      <p:sp>
        <p:nvSpPr>
          <p:cNvPr id="16" name="object 16"/>
          <p:cNvSpPr/>
          <p:nvPr/>
        </p:nvSpPr>
        <p:spPr>
          <a:xfrm>
            <a:off x="895299" y="995920"/>
            <a:ext cx="7172959" cy="2835275"/>
          </a:xfrm>
          <a:custGeom>
            <a:avLst/>
            <a:gdLst/>
            <a:ahLst/>
            <a:cxnLst/>
            <a:rect l="l" t="t" r="r" b="b"/>
            <a:pathLst>
              <a:path w="7172959" h="2835275">
                <a:moveTo>
                  <a:pt x="7172617" y="2591435"/>
                </a:moveTo>
                <a:lnTo>
                  <a:pt x="7138937" y="1611566"/>
                </a:lnTo>
                <a:lnTo>
                  <a:pt x="3607536" y="1732953"/>
                </a:lnTo>
                <a:lnTo>
                  <a:pt x="3584854" y="1072946"/>
                </a:lnTo>
                <a:lnTo>
                  <a:pt x="6256071" y="981125"/>
                </a:lnTo>
                <a:lnTo>
                  <a:pt x="6222339" y="0"/>
                </a:lnTo>
                <a:lnTo>
                  <a:pt x="0" y="213880"/>
                </a:lnTo>
                <a:lnTo>
                  <a:pt x="33718" y="1195006"/>
                </a:lnTo>
                <a:lnTo>
                  <a:pt x="56413" y="1855012"/>
                </a:lnTo>
                <a:lnTo>
                  <a:pt x="90093" y="2834881"/>
                </a:lnTo>
                <a:lnTo>
                  <a:pt x="7172617" y="2591435"/>
                </a:lnTo>
                <a:close/>
              </a:path>
            </a:pathLst>
          </a:custGeom>
          <a:solidFill>
            <a:srgbClr val="3B0A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 rot="21540000">
            <a:off x="1164363" y="1261566"/>
            <a:ext cx="5718365" cy="698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075"/>
              </a:lnSpc>
            </a:pPr>
            <a:r>
              <a:rPr sz="8250" spc="247" baseline="-5555" dirty="0">
                <a:solidFill>
                  <a:srgbClr val="DAFF6B"/>
                </a:solidFill>
                <a:latin typeface="Arial MT"/>
                <a:cs typeface="Arial MT"/>
              </a:rPr>
              <a:t>W</a:t>
            </a:r>
            <a:r>
              <a:rPr sz="8250" spc="247" baseline="-4545" dirty="0">
                <a:solidFill>
                  <a:srgbClr val="DAFF6B"/>
                </a:solidFill>
                <a:latin typeface="Arial MT"/>
                <a:cs typeface="Arial MT"/>
              </a:rPr>
              <a:t>H</a:t>
            </a:r>
            <a:r>
              <a:rPr sz="8250" spc="247" baseline="-4040" dirty="0">
                <a:solidFill>
                  <a:srgbClr val="DAFF6B"/>
                </a:solidFill>
                <a:latin typeface="Arial MT"/>
                <a:cs typeface="Arial MT"/>
              </a:rPr>
              <a:t>Y</a:t>
            </a:r>
            <a:r>
              <a:rPr sz="8250" spc="225" baseline="-4040" dirty="0">
                <a:solidFill>
                  <a:srgbClr val="DAFF6B"/>
                </a:solidFill>
                <a:latin typeface="Arial MT"/>
                <a:cs typeface="Arial MT"/>
              </a:rPr>
              <a:t> </a:t>
            </a:r>
            <a:r>
              <a:rPr sz="8250" spc="-15" baseline="-3030" dirty="0">
                <a:solidFill>
                  <a:srgbClr val="DAFF6B"/>
                </a:solidFill>
                <a:latin typeface="Arial MT"/>
                <a:cs typeface="Arial MT"/>
              </a:rPr>
              <a:t>E</a:t>
            </a:r>
            <a:r>
              <a:rPr sz="8250" spc="-15" baseline="-2525" dirty="0">
                <a:solidFill>
                  <a:srgbClr val="DAFF6B"/>
                </a:solidFill>
                <a:latin typeface="Arial MT"/>
                <a:cs typeface="Arial MT"/>
              </a:rPr>
              <a:t>X</a:t>
            </a:r>
            <a:r>
              <a:rPr sz="8250" spc="-15" baseline="-2020" dirty="0">
                <a:solidFill>
                  <a:srgbClr val="DAFF6B"/>
                </a:solidFill>
                <a:latin typeface="Arial MT"/>
                <a:cs typeface="Arial MT"/>
              </a:rPr>
              <a:t>T</a:t>
            </a:r>
            <a:r>
              <a:rPr sz="8250" spc="-15" baseline="-1515" dirty="0">
                <a:solidFill>
                  <a:srgbClr val="DAFF6B"/>
                </a:solidFill>
                <a:latin typeface="Arial MT"/>
                <a:cs typeface="Arial MT"/>
              </a:rPr>
              <a:t>E</a:t>
            </a:r>
            <a:r>
              <a:rPr sz="5500" spc="-10" dirty="0">
                <a:solidFill>
                  <a:srgbClr val="DAFF6B"/>
                </a:solidFill>
                <a:latin typeface="Arial MT"/>
                <a:cs typeface="Arial MT"/>
              </a:rPr>
              <a:t>RNA</a:t>
            </a:r>
            <a:r>
              <a:rPr sz="8250" spc="-15" baseline="1515" dirty="0">
                <a:solidFill>
                  <a:srgbClr val="DAFF6B"/>
                </a:solidFill>
                <a:latin typeface="Arial MT"/>
                <a:cs typeface="Arial MT"/>
              </a:rPr>
              <a:t>L</a:t>
            </a:r>
            <a:endParaRPr sz="8250" baseline="1515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 rot="21540000">
            <a:off x="1174054" y="2116432"/>
            <a:ext cx="3084093" cy="698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435"/>
              </a:lnSpc>
            </a:pPr>
            <a:r>
              <a:rPr sz="8250" spc="-195" baseline="-1010" dirty="0">
                <a:solidFill>
                  <a:srgbClr val="DAFF6B"/>
                </a:solidFill>
                <a:latin typeface="Arial MT"/>
                <a:cs typeface="Arial MT"/>
              </a:rPr>
              <a:t>S</a:t>
            </a:r>
            <a:r>
              <a:rPr sz="5500" spc="-130" dirty="0">
                <a:solidFill>
                  <a:srgbClr val="DAFF6B"/>
                </a:solidFill>
                <a:latin typeface="Arial MT"/>
                <a:cs typeface="Arial MT"/>
              </a:rPr>
              <a:t>CIE</a:t>
            </a:r>
            <a:r>
              <a:rPr sz="8250" spc="-195" baseline="1010" dirty="0">
                <a:solidFill>
                  <a:srgbClr val="DAFF6B"/>
                </a:solidFill>
                <a:latin typeface="Arial MT"/>
                <a:cs typeface="Arial MT"/>
              </a:rPr>
              <a:t>N</a:t>
            </a:r>
            <a:r>
              <a:rPr sz="8250" spc="-195" baseline="1515" dirty="0">
                <a:solidFill>
                  <a:srgbClr val="DAFF6B"/>
                </a:solidFill>
                <a:latin typeface="Arial MT"/>
                <a:cs typeface="Arial MT"/>
              </a:rPr>
              <a:t>C</a:t>
            </a:r>
            <a:r>
              <a:rPr sz="8250" spc="-195" baseline="2020" dirty="0">
                <a:solidFill>
                  <a:srgbClr val="DAFF6B"/>
                </a:solidFill>
                <a:latin typeface="Arial MT"/>
                <a:cs typeface="Arial MT"/>
              </a:rPr>
              <a:t>E</a:t>
            </a:r>
            <a:endParaRPr sz="8250" baseline="202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 rot="21540000">
            <a:off x="1223462" y="2890922"/>
            <a:ext cx="6573746" cy="698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075"/>
              </a:lnSpc>
            </a:pPr>
            <a:r>
              <a:rPr sz="8250" spc="-15" baseline="-6060" dirty="0">
                <a:solidFill>
                  <a:srgbClr val="DAFF6B"/>
                </a:solidFill>
                <a:latin typeface="Arial MT"/>
                <a:cs typeface="Arial MT"/>
              </a:rPr>
              <a:t>C</a:t>
            </a:r>
            <a:r>
              <a:rPr sz="8250" spc="-15" baseline="-5555" dirty="0">
                <a:solidFill>
                  <a:srgbClr val="DAFF6B"/>
                </a:solidFill>
                <a:latin typeface="Arial MT"/>
                <a:cs typeface="Arial MT"/>
              </a:rPr>
              <a:t>O</a:t>
            </a:r>
            <a:r>
              <a:rPr sz="8250" spc="-15" baseline="-4545" dirty="0">
                <a:solidFill>
                  <a:srgbClr val="DAFF6B"/>
                </a:solidFill>
                <a:latin typeface="Arial MT"/>
                <a:cs typeface="Arial MT"/>
              </a:rPr>
              <a:t>M</a:t>
            </a:r>
            <a:r>
              <a:rPr sz="8250" spc="-15" baseline="-4040" dirty="0">
                <a:solidFill>
                  <a:srgbClr val="DAFF6B"/>
                </a:solidFill>
                <a:latin typeface="Arial MT"/>
                <a:cs typeface="Arial MT"/>
              </a:rPr>
              <a:t>M</a:t>
            </a:r>
            <a:r>
              <a:rPr sz="8250" spc="-15" baseline="-3030" dirty="0">
                <a:solidFill>
                  <a:srgbClr val="DAFF6B"/>
                </a:solidFill>
                <a:latin typeface="Arial MT"/>
                <a:cs typeface="Arial MT"/>
              </a:rPr>
              <a:t>U</a:t>
            </a:r>
            <a:r>
              <a:rPr sz="8250" spc="-15" baseline="-2525" dirty="0">
                <a:solidFill>
                  <a:srgbClr val="DAFF6B"/>
                </a:solidFill>
                <a:latin typeface="Arial MT"/>
                <a:cs typeface="Arial MT"/>
              </a:rPr>
              <a:t>N</a:t>
            </a:r>
            <a:r>
              <a:rPr sz="8250" spc="-15" baseline="-1515" dirty="0">
                <a:solidFill>
                  <a:srgbClr val="DAFF6B"/>
                </a:solidFill>
                <a:latin typeface="Arial MT"/>
                <a:cs typeface="Arial MT"/>
              </a:rPr>
              <a:t>IC</a:t>
            </a:r>
            <a:r>
              <a:rPr sz="5500" spc="-10" dirty="0">
                <a:solidFill>
                  <a:srgbClr val="DAFF6B"/>
                </a:solidFill>
                <a:latin typeface="Arial MT"/>
                <a:cs typeface="Arial MT"/>
              </a:rPr>
              <a:t>ATI</a:t>
            </a:r>
            <a:r>
              <a:rPr sz="8250" spc="-15" baseline="1010" dirty="0">
                <a:solidFill>
                  <a:srgbClr val="DAFF6B"/>
                </a:solidFill>
                <a:latin typeface="Arial MT"/>
                <a:cs typeface="Arial MT"/>
              </a:rPr>
              <a:t>O</a:t>
            </a:r>
            <a:r>
              <a:rPr sz="8250" spc="-15" baseline="1515" dirty="0">
                <a:solidFill>
                  <a:srgbClr val="DAFF6B"/>
                </a:solidFill>
                <a:latin typeface="Arial MT"/>
                <a:cs typeface="Arial MT"/>
              </a:rPr>
              <a:t>N</a:t>
            </a:r>
            <a:r>
              <a:rPr sz="8250" spc="-15" baseline="2525" dirty="0">
                <a:solidFill>
                  <a:srgbClr val="DAFF6B"/>
                </a:solidFill>
                <a:latin typeface="Arial MT"/>
                <a:cs typeface="Arial MT"/>
              </a:rPr>
              <a:t>?</a:t>
            </a:r>
            <a:endParaRPr sz="8250" baseline="2525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D0C2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45401" y="1508949"/>
            <a:ext cx="7579359" cy="3668395"/>
          </a:xfrm>
          <a:custGeom>
            <a:avLst/>
            <a:gdLst/>
            <a:ahLst/>
            <a:cxnLst/>
            <a:rect l="l" t="t" r="r" b="b"/>
            <a:pathLst>
              <a:path w="7579359" h="3668395">
                <a:moveTo>
                  <a:pt x="7579233" y="2590495"/>
                </a:moveTo>
                <a:lnTo>
                  <a:pt x="7545552" y="1610639"/>
                </a:lnTo>
                <a:lnTo>
                  <a:pt x="4947323" y="1699945"/>
                </a:lnTo>
                <a:lnTo>
                  <a:pt x="4924641" y="1039939"/>
                </a:lnTo>
                <a:lnTo>
                  <a:pt x="6635293" y="981125"/>
                </a:lnTo>
                <a:lnTo>
                  <a:pt x="6601574" y="0"/>
                </a:lnTo>
                <a:lnTo>
                  <a:pt x="0" y="226910"/>
                </a:lnTo>
                <a:lnTo>
                  <a:pt x="33718" y="1208049"/>
                </a:lnTo>
                <a:lnTo>
                  <a:pt x="56400" y="1868055"/>
                </a:lnTo>
                <a:lnTo>
                  <a:pt x="90081" y="2847924"/>
                </a:lnTo>
                <a:lnTo>
                  <a:pt x="118275" y="3667849"/>
                </a:lnTo>
                <a:lnTo>
                  <a:pt x="6833578" y="3437026"/>
                </a:lnTo>
                <a:lnTo>
                  <a:pt x="6805384" y="2617101"/>
                </a:lnTo>
                <a:lnTo>
                  <a:pt x="7579233" y="2590495"/>
                </a:lnTo>
                <a:close/>
              </a:path>
            </a:pathLst>
          </a:custGeom>
          <a:solidFill>
            <a:srgbClr val="3B0A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 rot="21540000">
            <a:off x="1015754" y="1782724"/>
            <a:ext cx="6095393" cy="698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385"/>
              </a:lnSpc>
            </a:pPr>
            <a:r>
              <a:rPr sz="8250" spc="-120" baseline="-2525" dirty="0">
                <a:solidFill>
                  <a:srgbClr val="DAFF6B"/>
                </a:solidFill>
                <a:latin typeface="Arial MT"/>
                <a:cs typeface="Arial MT"/>
              </a:rPr>
              <a:t>C</a:t>
            </a:r>
            <a:r>
              <a:rPr sz="8250" spc="-120" baseline="-2020" dirty="0">
                <a:solidFill>
                  <a:srgbClr val="DAFF6B"/>
                </a:solidFill>
                <a:latin typeface="Arial MT"/>
                <a:cs typeface="Arial MT"/>
              </a:rPr>
              <a:t>O</a:t>
            </a:r>
            <a:r>
              <a:rPr sz="8250" spc="-120" baseline="-1515" dirty="0">
                <a:solidFill>
                  <a:srgbClr val="DAFF6B"/>
                </a:solidFill>
                <a:latin typeface="Arial MT"/>
                <a:cs typeface="Arial MT"/>
              </a:rPr>
              <a:t>N</a:t>
            </a:r>
            <a:r>
              <a:rPr sz="5500" spc="-80" dirty="0">
                <a:solidFill>
                  <a:srgbClr val="DAFF6B"/>
                </a:solidFill>
                <a:latin typeface="Arial MT"/>
                <a:cs typeface="Arial MT"/>
              </a:rPr>
              <a:t>DIT</a:t>
            </a:r>
            <a:r>
              <a:rPr sz="8250" spc="-120" baseline="1010" dirty="0">
                <a:solidFill>
                  <a:srgbClr val="DAFF6B"/>
                </a:solidFill>
                <a:latin typeface="Arial MT"/>
                <a:cs typeface="Arial MT"/>
              </a:rPr>
              <a:t>IO</a:t>
            </a:r>
            <a:r>
              <a:rPr sz="8250" spc="-120" baseline="2020" dirty="0">
                <a:solidFill>
                  <a:srgbClr val="DAFF6B"/>
                </a:solidFill>
                <a:latin typeface="Arial MT"/>
                <a:cs typeface="Arial MT"/>
              </a:rPr>
              <a:t>N</a:t>
            </a:r>
            <a:r>
              <a:rPr sz="8250" spc="-120" baseline="2525" dirty="0">
                <a:solidFill>
                  <a:srgbClr val="DAFF6B"/>
                </a:solidFill>
                <a:latin typeface="Arial MT"/>
                <a:cs typeface="Arial MT"/>
              </a:rPr>
              <a:t>S</a:t>
            </a:r>
            <a:r>
              <a:rPr sz="8250" spc="-330" baseline="2525" dirty="0">
                <a:solidFill>
                  <a:srgbClr val="DAFF6B"/>
                </a:solidFill>
                <a:latin typeface="Arial MT"/>
                <a:cs typeface="Arial MT"/>
              </a:rPr>
              <a:t> </a:t>
            </a:r>
            <a:r>
              <a:rPr sz="8250" spc="-37" baseline="3535" dirty="0">
                <a:solidFill>
                  <a:srgbClr val="DAFF6B"/>
                </a:solidFill>
                <a:latin typeface="Arial MT"/>
                <a:cs typeface="Arial MT"/>
              </a:rPr>
              <a:t>F</a:t>
            </a:r>
            <a:r>
              <a:rPr sz="8250" spc="-37" baseline="4040" dirty="0">
                <a:solidFill>
                  <a:srgbClr val="DAFF6B"/>
                </a:solidFill>
                <a:latin typeface="Arial MT"/>
                <a:cs typeface="Arial MT"/>
              </a:rPr>
              <a:t>O</a:t>
            </a:r>
            <a:r>
              <a:rPr sz="8250" spc="-37" baseline="4545" dirty="0">
                <a:solidFill>
                  <a:srgbClr val="DAFF6B"/>
                </a:solidFill>
                <a:latin typeface="Arial MT"/>
                <a:cs typeface="Arial MT"/>
              </a:rPr>
              <a:t>R</a:t>
            </a:r>
            <a:endParaRPr sz="8250" baseline="4545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 rot="21540000">
            <a:off x="1036282" y="2625142"/>
            <a:ext cx="4399915" cy="698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125"/>
              </a:lnSpc>
            </a:pPr>
            <a:r>
              <a:rPr sz="8250" spc="-615" baseline="-4545" dirty="0">
                <a:solidFill>
                  <a:srgbClr val="DAFF6B"/>
                </a:solidFill>
                <a:latin typeface="Arial MT"/>
                <a:cs typeface="Arial MT"/>
              </a:rPr>
              <a:t>S</a:t>
            </a:r>
            <a:r>
              <a:rPr sz="8250" spc="-615" baseline="-4040" dirty="0">
                <a:solidFill>
                  <a:srgbClr val="DAFF6B"/>
                </a:solidFill>
                <a:latin typeface="Arial MT"/>
                <a:cs typeface="Arial MT"/>
              </a:rPr>
              <a:t>U</a:t>
            </a:r>
            <a:r>
              <a:rPr sz="8250" spc="-615" baseline="-3535" dirty="0">
                <a:solidFill>
                  <a:srgbClr val="DAFF6B"/>
                </a:solidFill>
                <a:latin typeface="Arial MT"/>
                <a:cs typeface="Arial MT"/>
              </a:rPr>
              <a:t>C</a:t>
            </a:r>
            <a:r>
              <a:rPr sz="8250" spc="-615" baseline="-3030" dirty="0">
                <a:solidFill>
                  <a:srgbClr val="DAFF6B"/>
                </a:solidFill>
                <a:latin typeface="Arial MT"/>
                <a:cs typeface="Arial MT"/>
              </a:rPr>
              <a:t>C</a:t>
            </a:r>
            <a:r>
              <a:rPr sz="8250" spc="-615" baseline="-2525" dirty="0">
                <a:solidFill>
                  <a:srgbClr val="DAFF6B"/>
                </a:solidFill>
                <a:latin typeface="Arial MT"/>
                <a:cs typeface="Arial MT"/>
              </a:rPr>
              <a:t>E</a:t>
            </a:r>
            <a:r>
              <a:rPr sz="8250" spc="-615" baseline="-1515" dirty="0">
                <a:solidFill>
                  <a:srgbClr val="DAFF6B"/>
                </a:solidFill>
                <a:latin typeface="Arial MT"/>
                <a:cs typeface="Arial MT"/>
              </a:rPr>
              <a:t>S</a:t>
            </a:r>
            <a:r>
              <a:rPr sz="8250" spc="-615" baseline="-1010" dirty="0">
                <a:solidFill>
                  <a:srgbClr val="DAFF6B"/>
                </a:solidFill>
                <a:latin typeface="Arial MT"/>
                <a:cs typeface="Arial MT"/>
              </a:rPr>
              <a:t>S</a:t>
            </a:r>
            <a:r>
              <a:rPr sz="5500" spc="-409" dirty="0">
                <a:solidFill>
                  <a:srgbClr val="DAFF6B"/>
                </a:solidFill>
                <a:latin typeface="Arial MT"/>
                <a:cs typeface="Arial MT"/>
              </a:rPr>
              <a:t>FUL</a:t>
            </a:r>
            <a:endParaRPr sz="55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 rot="21540000">
            <a:off x="1074596" y="3411726"/>
            <a:ext cx="6977951" cy="698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040"/>
              </a:lnSpc>
            </a:pPr>
            <a:r>
              <a:rPr sz="8250" spc="-15" baseline="-6565" dirty="0">
                <a:solidFill>
                  <a:srgbClr val="DAFF6B"/>
                </a:solidFill>
                <a:latin typeface="Arial MT"/>
                <a:cs typeface="Arial MT"/>
              </a:rPr>
              <a:t>E</a:t>
            </a:r>
            <a:r>
              <a:rPr sz="8250" spc="-15" baseline="-6060" dirty="0">
                <a:solidFill>
                  <a:srgbClr val="DAFF6B"/>
                </a:solidFill>
                <a:latin typeface="Arial MT"/>
                <a:cs typeface="Arial MT"/>
              </a:rPr>
              <a:t>X</a:t>
            </a:r>
            <a:r>
              <a:rPr sz="8250" spc="-15" baseline="-5050" dirty="0">
                <a:solidFill>
                  <a:srgbClr val="DAFF6B"/>
                </a:solidFill>
                <a:latin typeface="Arial MT"/>
                <a:cs typeface="Arial MT"/>
              </a:rPr>
              <a:t>T</a:t>
            </a:r>
            <a:r>
              <a:rPr sz="8250" spc="-15" baseline="-4545" dirty="0">
                <a:solidFill>
                  <a:srgbClr val="DAFF6B"/>
                </a:solidFill>
                <a:latin typeface="Arial MT"/>
                <a:cs typeface="Arial MT"/>
              </a:rPr>
              <a:t>E</a:t>
            </a:r>
            <a:r>
              <a:rPr sz="8250" spc="-15" baseline="-4040" dirty="0">
                <a:solidFill>
                  <a:srgbClr val="DAFF6B"/>
                </a:solidFill>
                <a:latin typeface="Arial MT"/>
                <a:cs typeface="Arial MT"/>
              </a:rPr>
              <a:t>R</a:t>
            </a:r>
            <a:r>
              <a:rPr sz="8250" spc="-15" baseline="-3535" dirty="0">
                <a:solidFill>
                  <a:srgbClr val="DAFF6B"/>
                </a:solidFill>
                <a:latin typeface="Arial MT"/>
                <a:cs typeface="Arial MT"/>
              </a:rPr>
              <a:t>N</a:t>
            </a:r>
            <a:r>
              <a:rPr sz="8250" spc="-15" baseline="-2525" dirty="0">
                <a:solidFill>
                  <a:srgbClr val="DAFF6B"/>
                </a:solidFill>
                <a:latin typeface="Arial MT"/>
                <a:cs typeface="Arial MT"/>
              </a:rPr>
              <a:t>A</a:t>
            </a:r>
            <a:r>
              <a:rPr sz="8250" spc="-15" baseline="-2020" dirty="0">
                <a:solidFill>
                  <a:srgbClr val="DAFF6B"/>
                </a:solidFill>
                <a:latin typeface="Arial MT"/>
                <a:cs typeface="Arial MT"/>
              </a:rPr>
              <a:t>L</a:t>
            </a:r>
            <a:r>
              <a:rPr sz="8250" spc="-547" baseline="-2020" dirty="0">
                <a:solidFill>
                  <a:srgbClr val="DAFF6B"/>
                </a:solidFill>
                <a:latin typeface="Arial MT"/>
                <a:cs typeface="Arial MT"/>
              </a:rPr>
              <a:t> </a:t>
            </a:r>
            <a:r>
              <a:rPr sz="8250" spc="-89" baseline="-1010" dirty="0">
                <a:solidFill>
                  <a:srgbClr val="DAFF6B"/>
                </a:solidFill>
                <a:latin typeface="Arial MT"/>
                <a:cs typeface="Arial MT"/>
              </a:rPr>
              <a:t>S</a:t>
            </a:r>
            <a:r>
              <a:rPr sz="5500" spc="-60" dirty="0">
                <a:solidFill>
                  <a:srgbClr val="DAFF6B"/>
                </a:solidFill>
                <a:latin typeface="Arial MT"/>
                <a:cs typeface="Arial MT"/>
              </a:rPr>
              <a:t>CIE</a:t>
            </a:r>
            <a:r>
              <a:rPr sz="8250" spc="-89" baseline="1010" dirty="0">
                <a:solidFill>
                  <a:srgbClr val="DAFF6B"/>
                </a:solidFill>
                <a:latin typeface="Arial MT"/>
                <a:cs typeface="Arial MT"/>
              </a:rPr>
              <a:t>N</a:t>
            </a:r>
            <a:r>
              <a:rPr sz="8250" spc="-89" baseline="1515" dirty="0">
                <a:solidFill>
                  <a:srgbClr val="DAFF6B"/>
                </a:solidFill>
                <a:latin typeface="Arial MT"/>
                <a:cs typeface="Arial MT"/>
              </a:rPr>
              <a:t>C</a:t>
            </a:r>
            <a:r>
              <a:rPr sz="8250" spc="-89" baseline="2020" dirty="0">
                <a:solidFill>
                  <a:srgbClr val="DAFF6B"/>
                </a:solidFill>
                <a:latin typeface="Arial MT"/>
                <a:cs typeface="Arial MT"/>
              </a:rPr>
              <a:t>E</a:t>
            </a:r>
            <a:endParaRPr sz="8250" baseline="202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 rot="21540000">
            <a:off x="1100693" y="4242005"/>
            <a:ext cx="6208314" cy="698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060"/>
              </a:lnSpc>
            </a:pPr>
            <a:r>
              <a:rPr sz="8250" spc="-15" baseline="-6060" dirty="0">
                <a:solidFill>
                  <a:srgbClr val="DAFF6B"/>
                </a:solidFill>
                <a:latin typeface="Arial MT"/>
                <a:cs typeface="Arial MT"/>
              </a:rPr>
              <a:t>C</a:t>
            </a:r>
            <a:r>
              <a:rPr sz="8250" spc="-15" baseline="-5555" dirty="0">
                <a:solidFill>
                  <a:srgbClr val="DAFF6B"/>
                </a:solidFill>
                <a:latin typeface="Arial MT"/>
                <a:cs typeface="Arial MT"/>
              </a:rPr>
              <a:t>O</a:t>
            </a:r>
            <a:r>
              <a:rPr sz="8250" spc="-15" baseline="-4545" dirty="0">
                <a:solidFill>
                  <a:srgbClr val="DAFF6B"/>
                </a:solidFill>
                <a:latin typeface="Arial MT"/>
                <a:cs typeface="Arial MT"/>
              </a:rPr>
              <a:t>M</a:t>
            </a:r>
            <a:r>
              <a:rPr sz="8250" spc="-15" baseline="-4040" dirty="0">
                <a:solidFill>
                  <a:srgbClr val="DAFF6B"/>
                </a:solidFill>
                <a:latin typeface="Arial MT"/>
                <a:cs typeface="Arial MT"/>
              </a:rPr>
              <a:t>M</a:t>
            </a:r>
            <a:r>
              <a:rPr sz="8250" spc="-15" baseline="-3030" dirty="0">
                <a:solidFill>
                  <a:srgbClr val="DAFF6B"/>
                </a:solidFill>
                <a:latin typeface="Arial MT"/>
                <a:cs typeface="Arial MT"/>
              </a:rPr>
              <a:t>U</a:t>
            </a:r>
            <a:r>
              <a:rPr sz="8250" spc="-15" baseline="-2525" dirty="0">
                <a:solidFill>
                  <a:srgbClr val="DAFF6B"/>
                </a:solidFill>
                <a:latin typeface="Arial MT"/>
                <a:cs typeface="Arial MT"/>
              </a:rPr>
              <a:t>N</a:t>
            </a:r>
            <a:r>
              <a:rPr sz="8250" spc="-15" baseline="-1515" dirty="0">
                <a:solidFill>
                  <a:srgbClr val="DAFF6B"/>
                </a:solidFill>
                <a:latin typeface="Arial MT"/>
                <a:cs typeface="Arial MT"/>
              </a:rPr>
              <a:t>IC</a:t>
            </a:r>
            <a:r>
              <a:rPr sz="5500" spc="-10" dirty="0">
                <a:solidFill>
                  <a:srgbClr val="DAFF6B"/>
                </a:solidFill>
                <a:latin typeface="Arial MT"/>
                <a:cs typeface="Arial MT"/>
              </a:rPr>
              <a:t>ATI</a:t>
            </a:r>
            <a:r>
              <a:rPr sz="8250" spc="-15" baseline="1010" dirty="0">
                <a:solidFill>
                  <a:srgbClr val="DAFF6B"/>
                </a:solidFill>
                <a:latin typeface="Arial MT"/>
                <a:cs typeface="Arial MT"/>
              </a:rPr>
              <a:t>O</a:t>
            </a:r>
            <a:r>
              <a:rPr sz="8250" spc="-15" baseline="1515" dirty="0">
                <a:solidFill>
                  <a:srgbClr val="DAFF6B"/>
                </a:solidFill>
                <a:latin typeface="Arial MT"/>
                <a:cs typeface="Arial MT"/>
              </a:rPr>
              <a:t>N</a:t>
            </a:r>
            <a:endParaRPr sz="8250" baseline="1515">
              <a:latin typeface="Arial MT"/>
              <a:cs typeface="Arial MT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39274" y="2393606"/>
            <a:ext cx="114300" cy="11429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39274" y="2765081"/>
            <a:ext cx="114300" cy="114299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9144099" y="1448092"/>
            <a:ext cx="4570730" cy="671830"/>
          </a:xfrm>
          <a:prstGeom prst="rect">
            <a:avLst/>
          </a:prstGeom>
          <a:solidFill>
            <a:srgbClr val="A2BEEC"/>
          </a:solidFill>
        </p:spPr>
        <p:txBody>
          <a:bodyPr vert="horz" wrap="square" lIns="0" tIns="75565" rIns="0" bIns="0" rtlCol="0">
            <a:spAutoFit/>
          </a:bodyPr>
          <a:lstStyle/>
          <a:p>
            <a:pPr marL="156845">
              <a:lnSpc>
                <a:spcPct val="100000"/>
              </a:lnSpc>
              <a:spcBef>
                <a:spcPts val="595"/>
              </a:spcBef>
            </a:pPr>
            <a:r>
              <a:rPr sz="3100" spc="65" dirty="0"/>
              <a:t>Know</a:t>
            </a:r>
            <a:r>
              <a:rPr sz="3100" spc="-195" dirty="0"/>
              <a:t> </a:t>
            </a:r>
            <a:r>
              <a:rPr sz="3100" spc="50" dirty="0"/>
              <a:t>the</a:t>
            </a:r>
            <a:r>
              <a:rPr sz="3100" spc="-190" dirty="0"/>
              <a:t> </a:t>
            </a:r>
            <a:r>
              <a:rPr sz="3100" spc="65" dirty="0"/>
              <a:t>target</a:t>
            </a:r>
            <a:r>
              <a:rPr sz="3100" spc="-190" dirty="0"/>
              <a:t> </a:t>
            </a:r>
            <a:r>
              <a:rPr sz="3100" spc="70" dirty="0"/>
              <a:t>group</a:t>
            </a:r>
            <a:endParaRPr sz="3100"/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39274" y="5169680"/>
            <a:ext cx="114300" cy="11429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39274" y="5912630"/>
            <a:ext cx="114300" cy="114299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9714110" y="4976005"/>
            <a:ext cx="7396480" cy="1551305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12700" marR="687705">
              <a:lnSpc>
                <a:spcPts val="2930"/>
              </a:lnSpc>
              <a:spcBef>
                <a:spcPts val="455"/>
              </a:spcBef>
            </a:pPr>
            <a:r>
              <a:rPr sz="2700" spc="80" dirty="0">
                <a:solidFill>
                  <a:srgbClr val="3B0A85"/>
                </a:solidFill>
                <a:latin typeface="Trebuchet MS"/>
                <a:cs typeface="Trebuchet MS"/>
              </a:rPr>
              <a:t>Content</a:t>
            </a:r>
            <a:r>
              <a:rPr sz="2700" spc="-9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spc="110" dirty="0">
                <a:solidFill>
                  <a:srgbClr val="3B0A85"/>
                </a:solidFill>
                <a:latin typeface="Trebuchet MS"/>
                <a:cs typeface="Trebuchet MS"/>
              </a:rPr>
              <a:t>must</a:t>
            </a:r>
            <a:r>
              <a:rPr sz="2700" spc="-9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spc="125" dirty="0">
                <a:solidFill>
                  <a:srgbClr val="3B0A85"/>
                </a:solidFill>
                <a:latin typeface="Trebuchet MS"/>
                <a:cs typeface="Trebuchet MS"/>
              </a:rPr>
              <a:t>be</a:t>
            </a:r>
            <a:r>
              <a:rPr sz="2700" spc="-8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spc="60" dirty="0">
                <a:solidFill>
                  <a:srgbClr val="3B0A85"/>
                </a:solidFill>
                <a:latin typeface="Trebuchet MS"/>
                <a:cs typeface="Trebuchet MS"/>
              </a:rPr>
              <a:t>understandable</a:t>
            </a:r>
            <a:r>
              <a:rPr sz="2700" spc="-9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dirty="0">
                <a:solidFill>
                  <a:srgbClr val="3B0A85"/>
                </a:solidFill>
                <a:latin typeface="Trebuchet MS"/>
                <a:cs typeface="Trebuchet MS"/>
              </a:rPr>
              <a:t>for</a:t>
            </a:r>
            <a:r>
              <a:rPr sz="2700" spc="-9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spc="140" dirty="0">
                <a:solidFill>
                  <a:srgbClr val="3B0A85"/>
                </a:solidFill>
                <a:latin typeface="Trebuchet MS"/>
                <a:cs typeface="Trebuchet MS"/>
              </a:rPr>
              <a:t>non- </a:t>
            </a:r>
            <a:r>
              <a:rPr sz="2700" spc="55" dirty="0">
                <a:solidFill>
                  <a:srgbClr val="3B0A85"/>
                </a:solidFill>
                <a:latin typeface="Trebuchet MS"/>
                <a:cs typeface="Trebuchet MS"/>
              </a:rPr>
              <a:t>experts</a:t>
            </a:r>
            <a:endParaRPr sz="2700">
              <a:latin typeface="Trebuchet MS"/>
              <a:cs typeface="Trebuchet MS"/>
            </a:endParaRPr>
          </a:p>
          <a:p>
            <a:pPr marL="12700">
              <a:lnSpc>
                <a:spcPts val="2715"/>
              </a:lnSpc>
            </a:pPr>
            <a:r>
              <a:rPr sz="2700" spc="60" dirty="0">
                <a:solidFill>
                  <a:srgbClr val="3B0A85"/>
                </a:solidFill>
                <a:latin typeface="Trebuchet MS"/>
                <a:cs typeface="Trebuchet MS"/>
              </a:rPr>
              <a:t>Reduction</a:t>
            </a:r>
            <a:r>
              <a:rPr sz="2700" spc="-8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dirty="0">
                <a:solidFill>
                  <a:srgbClr val="3B0A85"/>
                </a:solidFill>
                <a:latin typeface="Trebuchet MS"/>
                <a:cs typeface="Trebuchet MS"/>
              </a:rPr>
              <a:t>of</a:t>
            </a:r>
            <a:r>
              <a:rPr sz="2700" spc="-7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spc="55" dirty="0">
                <a:solidFill>
                  <a:srgbClr val="3B0A85"/>
                </a:solidFill>
                <a:latin typeface="Trebuchet MS"/>
                <a:cs typeface="Trebuchet MS"/>
              </a:rPr>
              <a:t>complexity</a:t>
            </a:r>
            <a:r>
              <a:rPr sz="2700" spc="-7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spc="55" dirty="0">
                <a:solidFill>
                  <a:srgbClr val="3B0A85"/>
                </a:solidFill>
                <a:latin typeface="Trebuchet MS"/>
                <a:cs typeface="Trebuchet MS"/>
              </a:rPr>
              <a:t>not</a:t>
            </a:r>
            <a:r>
              <a:rPr sz="2700" spc="-7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dirty="0">
                <a:solidFill>
                  <a:srgbClr val="3B0A85"/>
                </a:solidFill>
                <a:latin typeface="Trebuchet MS"/>
                <a:cs typeface="Trebuchet MS"/>
              </a:rPr>
              <a:t>at</a:t>
            </a:r>
            <a:r>
              <a:rPr sz="2700" spc="-7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dirty="0">
                <a:solidFill>
                  <a:srgbClr val="3B0A85"/>
                </a:solidFill>
                <a:latin typeface="Trebuchet MS"/>
                <a:cs typeface="Trebuchet MS"/>
              </a:rPr>
              <a:t>the</a:t>
            </a:r>
            <a:r>
              <a:rPr sz="2700" spc="-7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spc="95" dirty="0">
                <a:solidFill>
                  <a:srgbClr val="3B0A85"/>
                </a:solidFill>
                <a:latin typeface="Trebuchet MS"/>
                <a:cs typeface="Trebuchet MS"/>
              </a:rPr>
              <a:t>expense</a:t>
            </a:r>
            <a:r>
              <a:rPr sz="2700" spc="-7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spc="-25" dirty="0">
                <a:solidFill>
                  <a:srgbClr val="3B0A85"/>
                </a:solidFill>
                <a:latin typeface="Trebuchet MS"/>
                <a:cs typeface="Trebuchet MS"/>
              </a:rPr>
              <a:t>of</a:t>
            </a:r>
            <a:endParaRPr sz="2700">
              <a:latin typeface="Trebuchet MS"/>
              <a:cs typeface="Trebuchet MS"/>
            </a:endParaRPr>
          </a:p>
          <a:p>
            <a:pPr marL="12700">
              <a:lnSpc>
                <a:spcPts val="3080"/>
              </a:lnSpc>
            </a:pPr>
            <a:r>
              <a:rPr sz="2700" spc="95" dirty="0">
                <a:solidFill>
                  <a:srgbClr val="3B0A85"/>
                </a:solidFill>
                <a:latin typeface="Trebuchet MS"/>
                <a:cs typeface="Trebuchet MS"/>
              </a:rPr>
              <a:t>correctness</a:t>
            </a:r>
            <a:r>
              <a:rPr sz="2700" spc="-7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dirty="0">
                <a:solidFill>
                  <a:srgbClr val="3B0A85"/>
                </a:solidFill>
                <a:latin typeface="Trebuchet MS"/>
                <a:cs typeface="Trebuchet MS"/>
              </a:rPr>
              <a:t>of</a:t>
            </a:r>
            <a:r>
              <a:rPr sz="2700" spc="-7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spc="55" dirty="0">
                <a:solidFill>
                  <a:srgbClr val="3B0A85"/>
                </a:solidFill>
                <a:latin typeface="Trebuchet MS"/>
                <a:cs typeface="Trebuchet MS"/>
              </a:rPr>
              <a:t>content</a:t>
            </a:r>
            <a:endParaRPr sz="2700">
              <a:latin typeface="Trebuchet MS"/>
              <a:cs typeface="Trebuchet M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144099" y="3796810"/>
            <a:ext cx="7832090" cy="671830"/>
          </a:xfrm>
          <a:custGeom>
            <a:avLst/>
            <a:gdLst/>
            <a:ahLst/>
            <a:cxnLst/>
            <a:rect l="l" t="t" r="r" b="b"/>
            <a:pathLst>
              <a:path w="7832090" h="671829">
                <a:moveTo>
                  <a:pt x="0" y="0"/>
                </a:moveTo>
                <a:lnTo>
                  <a:pt x="7831821" y="0"/>
                </a:lnTo>
                <a:lnTo>
                  <a:pt x="7831821" y="671830"/>
                </a:lnTo>
                <a:lnTo>
                  <a:pt x="0" y="671830"/>
                </a:lnTo>
                <a:lnTo>
                  <a:pt x="0" y="0"/>
                </a:lnTo>
                <a:close/>
              </a:path>
            </a:pathLst>
          </a:custGeom>
          <a:solidFill>
            <a:srgbClr val="A2BE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7515">
              <a:lnSpc>
                <a:spcPts val="3085"/>
              </a:lnSpc>
              <a:spcBef>
                <a:spcPts val="100"/>
              </a:spcBef>
            </a:pPr>
            <a:r>
              <a:rPr spc="165" dirty="0"/>
              <a:t>Who</a:t>
            </a:r>
            <a:r>
              <a:rPr spc="-90" dirty="0"/>
              <a:t> </a:t>
            </a:r>
            <a:r>
              <a:rPr spc="170" dirty="0"/>
              <a:t>do</a:t>
            </a:r>
            <a:r>
              <a:rPr spc="-90" dirty="0"/>
              <a:t> </a:t>
            </a:r>
            <a:r>
              <a:rPr spc="-130" dirty="0"/>
              <a:t>I</a:t>
            </a:r>
            <a:r>
              <a:rPr spc="-90" dirty="0"/>
              <a:t> </a:t>
            </a:r>
            <a:r>
              <a:rPr spc="130" dirty="0"/>
              <a:t>address</a:t>
            </a:r>
            <a:r>
              <a:rPr spc="-90" dirty="0"/>
              <a:t> </a:t>
            </a:r>
            <a:r>
              <a:rPr spc="95" dirty="0"/>
              <a:t>and</a:t>
            </a:r>
            <a:r>
              <a:rPr spc="-90" dirty="0"/>
              <a:t> </a:t>
            </a:r>
            <a:r>
              <a:rPr spc="135" dirty="0"/>
              <a:t>how?</a:t>
            </a:r>
          </a:p>
          <a:p>
            <a:pPr marL="437515" marR="448945">
              <a:lnSpc>
                <a:spcPts val="2930"/>
              </a:lnSpc>
              <a:spcBef>
                <a:spcPts val="195"/>
              </a:spcBef>
            </a:pPr>
            <a:r>
              <a:rPr spc="95" dirty="0"/>
              <a:t>Which</a:t>
            </a:r>
            <a:r>
              <a:rPr spc="-100" dirty="0"/>
              <a:t> </a:t>
            </a:r>
            <a:r>
              <a:rPr spc="85" dirty="0"/>
              <a:t>medium</a:t>
            </a:r>
            <a:r>
              <a:rPr spc="-95" dirty="0"/>
              <a:t> </a:t>
            </a:r>
            <a:r>
              <a:rPr spc="170" dirty="0"/>
              <a:t>do</a:t>
            </a:r>
            <a:r>
              <a:rPr spc="-95" dirty="0"/>
              <a:t> </a:t>
            </a:r>
            <a:r>
              <a:rPr spc="-130" dirty="0"/>
              <a:t>I</a:t>
            </a:r>
            <a:r>
              <a:rPr spc="-95" dirty="0"/>
              <a:t> </a:t>
            </a:r>
            <a:r>
              <a:rPr spc="140" dirty="0"/>
              <a:t>choose</a:t>
            </a:r>
            <a:r>
              <a:rPr spc="-95" dirty="0"/>
              <a:t> </a:t>
            </a:r>
            <a:r>
              <a:rPr dirty="0"/>
              <a:t>for</a:t>
            </a:r>
            <a:r>
              <a:rPr spc="-95" dirty="0"/>
              <a:t> </a:t>
            </a:r>
            <a:r>
              <a:rPr spc="165" dirty="0"/>
              <a:t>my</a:t>
            </a:r>
            <a:r>
              <a:rPr spc="-95" dirty="0"/>
              <a:t> </a:t>
            </a:r>
            <a:r>
              <a:rPr spc="-10" dirty="0"/>
              <a:t>target </a:t>
            </a:r>
            <a:r>
              <a:rPr spc="140" dirty="0"/>
              <a:t>group?</a:t>
            </a:r>
            <a:r>
              <a:rPr spc="-100" dirty="0"/>
              <a:t> </a:t>
            </a:r>
            <a:r>
              <a:rPr spc="-150" dirty="0"/>
              <a:t>(e.g.</a:t>
            </a:r>
            <a:r>
              <a:rPr spc="-95" dirty="0"/>
              <a:t> </a:t>
            </a:r>
            <a:r>
              <a:rPr spc="50" dirty="0"/>
              <a:t>social</a:t>
            </a:r>
            <a:r>
              <a:rPr spc="-100" dirty="0"/>
              <a:t> </a:t>
            </a:r>
            <a:r>
              <a:rPr spc="-20" dirty="0"/>
              <a:t>media,</a:t>
            </a:r>
            <a:r>
              <a:rPr spc="-95" dirty="0"/>
              <a:t> </a:t>
            </a:r>
            <a:r>
              <a:rPr spc="60" dirty="0"/>
              <a:t>podcast,</a:t>
            </a:r>
            <a:r>
              <a:rPr spc="-95" dirty="0"/>
              <a:t> </a:t>
            </a:r>
            <a:r>
              <a:rPr spc="65" dirty="0"/>
              <a:t>blog</a:t>
            </a:r>
            <a:r>
              <a:rPr spc="-100" dirty="0"/>
              <a:t> </a:t>
            </a:r>
            <a:r>
              <a:rPr spc="-370" dirty="0"/>
              <a:t>...)</a:t>
            </a:r>
          </a:p>
          <a:p>
            <a:pPr>
              <a:lnSpc>
                <a:spcPct val="100000"/>
              </a:lnSpc>
              <a:spcBef>
                <a:spcPts val="795"/>
              </a:spcBef>
            </a:pPr>
            <a:endParaRPr spc="-370" dirty="0"/>
          </a:p>
          <a:p>
            <a:pPr marL="12700">
              <a:lnSpc>
                <a:spcPct val="100000"/>
              </a:lnSpc>
            </a:pPr>
            <a:r>
              <a:rPr sz="3100" b="1" spc="80" dirty="0">
                <a:latin typeface="Trebuchet MS"/>
                <a:cs typeface="Trebuchet MS"/>
              </a:rPr>
              <a:t>Balance</a:t>
            </a:r>
            <a:r>
              <a:rPr sz="3100" b="1" spc="-170" dirty="0">
                <a:latin typeface="Trebuchet MS"/>
                <a:cs typeface="Trebuchet MS"/>
              </a:rPr>
              <a:t> </a:t>
            </a:r>
            <a:r>
              <a:rPr sz="3100" b="1" spc="70" dirty="0">
                <a:latin typeface="Trebuchet MS"/>
                <a:cs typeface="Trebuchet MS"/>
              </a:rPr>
              <a:t>between</a:t>
            </a:r>
            <a:r>
              <a:rPr sz="3100" b="1" spc="-165" dirty="0">
                <a:latin typeface="Trebuchet MS"/>
                <a:cs typeface="Trebuchet MS"/>
              </a:rPr>
              <a:t> </a:t>
            </a:r>
            <a:r>
              <a:rPr sz="3100" b="1" spc="90" dirty="0">
                <a:latin typeface="Trebuchet MS"/>
                <a:cs typeface="Trebuchet MS"/>
              </a:rPr>
              <a:t>complexity</a:t>
            </a:r>
            <a:r>
              <a:rPr sz="3100" b="1" spc="-170" dirty="0">
                <a:latin typeface="Trebuchet MS"/>
                <a:cs typeface="Trebuchet MS"/>
              </a:rPr>
              <a:t> </a:t>
            </a:r>
            <a:r>
              <a:rPr sz="3100" b="1" spc="50" dirty="0">
                <a:latin typeface="Trebuchet MS"/>
                <a:cs typeface="Trebuchet MS"/>
              </a:rPr>
              <a:t>reduction</a:t>
            </a:r>
            <a:endParaRPr sz="310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144099" y="4468640"/>
            <a:ext cx="3735070" cy="427990"/>
          </a:xfrm>
          <a:prstGeom prst="rect">
            <a:avLst/>
          </a:prstGeom>
          <a:solidFill>
            <a:srgbClr val="A2BEEC"/>
          </a:solidFill>
        </p:spPr>
        <p:txBody>
          <a:bodyPr vert="horz" wrap="square" lIns="0" tIns="0" rIns="0" bIns="0" rtlCol="0">
            <a:spAutoFit/>
          </a:bodyPr>
          <a:lstStyle/>
          <a:p>
            <a:pPr marL="156845">
              <a:lnSpc>
                <a:spcPts val="2400"/>
              </a:lnSpc>
            </a:pPr>
            <a:r>
              <a:rPr sz="3100" b="1" spc="130" dirty="0">
                <a:solidFill>
                  <a:srgbClr val="3B0A85"/>
                </a:solidFill>
                <a:latin typeface="Trebuchet MS"/>
                <a:cs typeface="Trebuchet MS"/>
              </a:rPr>
              <a:t>and</a:t>
            </a:r>
            <a:r>
              <a:rPr sz="3100" b="1" spc="-20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b="1" spc="45" dirty="0">
                <a:solidFill>
                  <a:srgbClr val="3B0A85"/>
                </a:solidFill>
                <a:latin typeface="Trebuchet MS"/>
                <a:cs typeface="Trebuchet MS"/>
              </a:rPr>
              <a:t>simplification</a:t>
            </a:r>
            <a:endParaRPr sz="3100">
              <a:latin typeface="Trebuchet MS"/>
              <a:cs typeface="Trebuchet MS"/>
            </a:endParaRPr>
          </a:p>
        </p:txBody>
      </p:sp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39274" y="7888603"/>
            <a:ext cx="114300" cy="114299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39274" y="8631553"/>
            <a:ext cx="114300" cy="114299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39274" y="9003028"/>
            <a:ext cx="114300" cy="114299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9714110" y="7694929"/>
            <a:ext cx="7273290" cy="1551305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12700" marR="323850">
              <a:lnSpc>
                <a:spcPts val="2930"/>
              </a:lnSpc>
              <a:spcBef>
                <a:spcPts val="455"/>
              </a:spcBef>
            </a:pPr>
            <a:r>
              <a:rPr sz="2700" spc="-120" dirty="0">
                <a:solidFill>
                  <a:srgbClr val="3B0A85"/>
                </a:solidFill>
                <a:latin typeface="Trebuchet MS"/>
                <a:cs typeface="Trebuchet MS"/>
              </a:rPr>
              <a:t>If</a:t>
            </a:r>
            <a:r>
              <a:rPr sz="2700" spc="-9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spc="120" dirty="0">
                <a:solidFill>
                  <a:srgbClr val="3B0A85"/>
                </a:solidFill>
                <a:latin typeface="Trebuchet MS"/>
                <a:cs typeface="Trebuchet MS"/>
              </a:rPr>
              <a:t>you</a:t>
            </a:r>
            <a:r>
              <a:rPr sz="2700" spc="-9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dirty="0">
                <a:solidFill>
                  <a:srgbClr val="3B0A85"/>
                </a:solidFill>
                <a:latin typeface="Trebuchet MS"/>
                <a:cs typeface="Trebuchet MS"/>
              </a:rPr>
              <a:t>are</a:t>
            </a:r>
            <a:r>
              <a:rPr sz="2700" spc="-9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spc="85" dirty="0">
                <a:solidFill>
                  <a:srgbClr val="3B0A85"/>
                </a:solidFill>
                <a:latin typeface="Trebuchet MS"/>
                <a:cs typeface="Trebuchet MS"/>
              </a:rPr>
              <a:t>passionate</a:t>
            </a:r>
            <a:r>
              <a:rPr sz="2700" spc="-9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spc="80" dirty="0">
                <a:solidFill>
                  <a:srgbClr val="3B0A85"/>
                </a:solidFill>
                <a:latin typeface="Trebuchet MS"/>
                <a:cs typeface="Trebuchet MS"/>
              </a:rPr>
              <a:t>about</a:t>
            </a:r>
            <a:r>
              <a:rPr sz="2700" spc="-9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dirty="0">
                <a:solidFill>
                  <a:srgbClr val="3B0A85"/>
                </a:solidFill>
                <a:latin typeface="Trebuchet MS"/>
                <a:cs typeface="Trebuchet MS"/>
              </a:rPr>
              <a:t>a</a:t>
            </a:r>
            <a:r>
              <a:rPr sz="2700" spc="-9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spc="-10" dirty="0">
                <a:solidFill>
                  <a:srgbClr val="3B0A85"/>
                </a:solidFill>
                <a:latin typeface="Trebuchet MS"/>
                <a:cs typeface="Trebuchet MS"/>
              </a:rPr>
              <a:t>topic,</a:t>
            </a:r>
            <a:r>
              <a:rPr sz="2700" spc="-9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spc="120" dirty="0">
                <a:solidFill>
                  <a:srgbClr val="3B0A85"/>
                </a:solidFill>
                <a:latin typeface="Trebuchet MS"/>
                <a:cs typeface="Trebuchet MS"/>
              </a:rPr>
              <a:t>you</a:t>
            </a:r>
            <a:r>
              <a:rPr sz="2700" spc="-9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spc="75" dirty="0">
                <a:solidFill>
                  <a:srgbClr val="3B0A85"/>
                </a:solidFill>
                <a:latin typeface="Trebuchet MS"/>
                <a:cs typeface="Trebuchet MS"/>
              </a:rPr>
              <a:t>can </a:t>
            </a:r>
            <a:r>
              <a:rPr sz="2700" dirty="0">
                <a:solidFill>
                  <a:srgbClr val="3B0A85"/>
                </a:solidFill>
                <a:latin typeface="Trebuchet MS"/>
                <a:cs typeface="Trebuchet MS"/>
              </a:rPr>
              <a:t>inspire</a:t>
            </a:r>
            <a:r>
              <a:rPr sz="2700" spc="114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spc="-10" dirty="0">
                <a:solidFill>
                  <a:srgbClr val="3B0A85"/>
                </a:solidFill>
                <a:latin typeface="Trebuchet MS"/>
                <a:cs typeface="Trebuchet MS"/>
              </a:rPr>
              <a:t>others!</a:t>
            </a:r>
            <a:endParaRPr sz="2700">
              <a:latin typeface="Trebuchet MS"/>
              <a:cs typeface="Trebuchet MS"/>
            </a:endParaRPr>
          </a:p>
          <a:p>
            <a:pPr marL="12700">
              <a:lnSpc>
                <a:spcPts val="2715"/>
              </a:lnSpc>
            </a:pPr>
            <a:r>
              <a:rPr sz="2700" spc="170" dirty="0">
                <a:solidFill>
                  <a:srgbClr val="3B0A85"/>
                </a:solidFill>
                <a:latin typeface="Trebuchet MS"/>
                <a:cs typeface="Trebuchet MS"/>
              </a:rPr>
              <a:t>Why</a:t>
            </a:r>
            <a:r>
              <a:rPr sz="2700" spc="-7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spc="60" dirty="0">
                <a:solidFill>
                  <a:srgbClr val="3B0A85"/>
                </a:solidFill>
                <a:latin typeface="Trebuchet MS"/>
                <a:cs typeface="Trebuchet MS"/>
              </a:rPr>
              <a:t>is</a:t>
            </a:r>
            <a:r>
              <a:rPr sz="2700" spc="-7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dirty="0">
                <a:solidFill>
                  <a:srgbClr val="3B0A85"/>
                </a:solidFill>
                <a:latin typeface="Trebuchet MS"/>
                <a:cs typeface="Trebuchet MS"/>
              </a:rPr>
              <a:t>the</a:t>
            </a:r>
            <a:r>
              <a:rPr sz="2700" spc="-7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spc="75" dirty="0">
                <a:solidFill>
                  <a:srgbClr val="3B0A85"/>
                </a:solidFill>
                <a:latin typeface="Trebuchet MS"/>
                <a:cs typeface="Trebuchet MS"/>
              </a:rPr>
              <a:t>topic</a:t>
            </a:r>
            <a:r>
              <a:rPr sz="2700" spc="-7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spc="65" dirty="0">
                <a:solidFill>
                  <a:srgbClr val="3B0A85"/>
                </a:solidFill>
                <a:latin typeface="Trebuchet MS"/>
                <a:cs typeface="Trebuchet MS"/>
              </a:rPr>
              <a:t>important?</a:t>
            </a:r>
            <a:endParaRPr sz="2700">
              <a:latin typeface="Trebuchet MS"/>
              <a:cs typeface="Trebuchet MS"/>
            </a:endParaRPr>
          </a:p>
          <a:p>
            <a:pPr marL="12700">
              <a:lnSpc>
                <a:spcPts val="3085"/>
              </a:lnSpc>
            </a:pPr>
            <a:r>
              <a:rPr sz="2700" spc="90" dirty="0">
                <a:solidFill>
                  <a:srgbClr val="3B0A85"/>
                </a:solidFill>
                <a:latin typeface="Trebuchet MS"/>
                <a:cs typeface="Trebuchet MS"/>
              </a:rPr>
              <a:t>What</a:t>
            </a:r>
            <a:r>
              <a:rPr sz="2700" spc="-6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spc="60" dirty="0">
                <a:solidFill>
                  <a:srgbClr val="3B0A85"/>
                </a:solidFill>
                <a:latin typeface="Trebuchet MS"/>
                <a:cs typeface="Trebuchet MS"/>
              </a:rPr>
              <a:t>is</a:t>
            </a:r>
            <a:r>
              <a:rPr sz="2700" spc="-6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dirty="0">
                <a:solidFill>
                  <a:srgbClr val="3B0A85"/>
                </a:solidFill>
                <a:latin typeface="Trebuchet MS"/>
                <a:cs typeface="Trebuchet MS"/>
              </a:rPr>
              <a:t>exciting</a:t>
            </a:r>
            <a:r>
              <a:rPr sz="2700" spc="-6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spc="80" dirty="0">
                <a:solidFill>
                  <a:srgbClr val="3B0A85"/>
                </a:solidFill>
                <a:latin typeface="Trebuchet MS"/>
                <a:cs typeface="Trebuchet MS"/>
              </a:rPr>
              <a:t>about</a:t>
            </a:r>
            <a:r>
              <a:rPr sz="2700" spc="-65" dirty="0">
                <a:solidFill>
                  <a:srgbClr val="3B0A85"/>
                </a:solidFill>
                <a:latin typeface="Trebuchet MS"/>
                <a:cs typeface="Trebuchet MS"/>
              </a:rPr>
              <a:t> it </a:t>
            </a:r>
            <a:r>
              <a:rPr sz="2700" dirty="0">
                <a:solidFill>
                  <a:srgbClr val="3B0A85"/>
                </a:solidFill>
                <a:latin typeface="Trebuchet MS"/>
                <a:cs typeface="Trebuchet MS"/>
              </a:rPr>
              <a:t>for</a:t>
            </a:r>
            <a:r>
              <a:rPr sz="2700" spc="-6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dirty="0">
                <a:solidFill>
                  <a:srgbClr val="3B0A85"/>
                </a:solidFill>
                <a:latin typeface="Trebuchet MS"/>
                <a:cs typeface="Trebuchet MS"/>
              </a:rPr>
              <a:t>the</a:t>
            </a:r>
            <a:r>
              <a:rPr sz="2700" spc="-6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dirty="0">
                <a:solidFill>
                  <a:srgbClr val="3B0A85"/>
                </a:solidFill>
                <a:latin typeface="Trebuchet MS"/>
                <a:cs typeface="Trebuchet MS"/>
              </a:rPr>
              <a:t>target</a:t>
            </a:r>
            <a:r>
              <a:rPr sz="2700" spc="-6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2700" spc="130" dirty="0">
                <a:solidFill>
                  <a:srgbClr val="3B0A85"/>
                </a:solidFill>
                <a:latin typeface="Trebuchet MS"/>
                <a:cs typeface="Trebuchet MS"/>
              </a:rPr>
              <a:t>group?</a:t>
            </a:r>
            <a:endParaRPr sz="2700">
              <a:latin typeface="Trebuchet MS"/>
              <a:cs typeface="Trebuchet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144099" y="6944359"/>
            <a:ext cx="7868920" cy="671830"/>
          </a:xfrm>
          <a:prstGeom prst="rect">
            <a:avLst/>
          </a:prstGeom>
          <a:solidFill>
            <a:srgbClr val="A2BEEC"/>
          </a:solidFill>
        </p:spPr>
        <p:txBody>
          <a:bodyPr vert="horz" wrap="square" lIns="0" tIns="75565" rIns="0" bIns="0" rtlCol="0">
            <a:spAutoFit/>
          </a:bodyPr>
          <a:lstStyle/>
          <a:p>
            <a:pPr marL="156845">
              <a:lnSpc>
                <a:spcPct val="100000"/>
              </a:lnSpc>
              <a:spcBef>
                <a:spcPts val="595"/>
              </a:spcBef>
            </a:pPr>
            <a:r>
              <a:rPr sz="3100" b="1" spc="90" dirty="0">
                <a:solidFill>
                  <a:srgbClr val="3B0A85"/>
                </a:solidFill>
                <a:latin typeface="Trebuchet MS"/>
                <a:cs typeface="Trebuchet MS"/>
              </a:rPr>
              <a:t>Create</a:t>
            </a:r>
            <a:r>
              <a:rPr sz="3100" b="1" spc="-18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b="1" spc="100" dirty="0">
                <a:solidFill>
                  <a:srgbClr val="3B0A85"/>
                </a:solidFill>
                <a:latin typeface="Trebuchet MS"/>
                <a:cs typeface="Trebuchet MS"/>
              </a:rPr>
              <a:t>enthusiasm</a:t>
            </a:r>
            <a:r>
              <a:rPr sz="3100" b="1" spc="-18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b="1" spc="130" dirty="0">
                <a:solidFill>
                  <a:srgbClr val="3B0A85"/>
                </a:solidFill>
                <a:latin typeface="Trebuchet MS"/>
                <a:cs typeface="Trebuchet MS"/>
              </a:rPr>
              <a:t>and</a:t>
            </a:r>
            <a:r>
              <a:rPr sz="3100" b="1" spc="-175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b="1" spc="125" dirty="0">
                <a:solidFill>
                  <a:srgbClr val="3B0A85"/>
                </a:solidFill>
                <a:latin typeface="Trebuchet MS"/>
                <a:cs typeface="Trebuchet MS"/>
              </a:rPr>
              <a:t>spread</a:t>
            </a:r>
            <a:r>
              <a:rPr sz="3100" b="1" spc="-180" dirty="0">
                <a:solidFill>
                  <a:srgbClr val="3B0A85"/>
                </a:solidFill>
                <a:latin typeface="Trebuchet MS"/>
                <a:cs typeface="Trebuchet MS"/>
              </a:rPr>
              <a:t> </a:t>
            </a:r>
            <a:r>
              <a:rPr sz="3100" b="1" spc="125" dirty="0">
                <a:solidFill>
                  <a:srgbClr val="3B0A85"/>
                </a:solidFill>
                <a:latin typeface="Trebuchet MS"/>
                <a:cs typeface="Trebuchet MS"/>
              </a:rPr>
              <a:t>passion</a:t>
            </a:r>
            <a:endParaRPr sz="31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13623" y="304488"/>
            <a:ext cx="16547465" cy="9437370"/>
            <a:chOff x="713623" y="304488"/>
            <a:chExt cx="16547465" cy="94373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26416" y="1641939"/>
              <a:ext cx="7600949" cy="366712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545990" y="4569747"/>
              <a:ext cx="3714749" cy="517207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73384" y="3473689"/>
              <a:ext cx="8696324" cy="579119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13613" y="304494"/>
              <a:ext cx="9753600" cy="2334895"/>
            </a:xfrm>
            <a:custGeom>
              <a:avLst/>
              <a:gdLst/>
              <a:ahLst/>
              <a:cxnLst/>
              <a:rect l="l" t="t" r="r" b="b"/>
              <a:pathLst>
                <a:path w="9753600" h="2334895">
                  <a:moveTo>
                    <a:pt x="9753219" y="1092822"/>
                  </a:moveTo>
                  <a:lnTo>
                    <a:pt x="9715652" y="0"/>
                  </a:lnTo>
                  <a:lnTo>
                    <a:pt x="0" y="333959"/>
                  </a:lnTo>
                  <a:lnTo>
                    <a:pt x="37566" y="1426781"/>
                  </a:lnTo>
                  <a:lnTo>
                    <a:pt x="68757" y="2334298"/>
                  </a:lnTo>
                  <a:lnTo>
                    <a:pt x="7534554" y="2077669"/>
                  </a:lnTo>
                  <a:lnTo>
                    <a:pt x="7503350" y="1170165"/>
                  </a:lnTo>
                  <a:lnTo>
                    <a:pt x="9753219" y="1092822"/>
                  </a:lnTo>
                  <a:close/>
                </a:path>
              </a:pathLst>
            </a:custGeom>
            <a:solidFill>
              <a:srgbClr val="DAFF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 rot="21540000">
            <a:off x="1019871" y="662759"/>
            <a:ext cx="9141920" cy="781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365"/>
              </a:lnSpc>
            </a:pPr>
            <a:r>
              <a:rPr sz="9225" spc="-44" baseline="-9033" dirty="0">
                <a:solidFill>
                  <a:srgbClr val="3B0A85"/>
                </a:solidFill>
                <a:latin typeface="Arial MT"/>
                <a:cs typeface="Arial MT"/>
              </a:rPr>
              <a:t>E</a:t>
            </a:r>
            <a:r>
              <a:rPr sz="9225" spc="-44" baseline="-8581" dirty="0">
                <a:solidFill>
                  <a:srgbClr val="3B0A85"/>
                </a:solidFill>
                <a:latin typeface="Arial MT"/>
                <a:cs typeface="Arial MT"/>
              </a:rPr>
              <a:t>X</a:t>
            </a:r>
            <a:r>
              <a:rPr sz="9225" spc="-44" baseline="-7678" dirty="0">
                <a:solidFill>
                  <a:srgbClr val="3B0A85"/>
                </a:solidFill>
                <a:latin typeface="Arial MT"/>
                <a:cs typeface="Arial MT"/>
              </a:rPr>
              <a:t>A</a:t>
            </a:r>
            <a:r>
              <a:rPr sz="9225" spc="-44" baseline="-7226" dirty="0">
                <a:solidFill>
                  <a:srgbClr val="3B0A85"/>
                </a:solidFill>
                <a:latin typeface="Arial MT"/>
                <a:cs typeface="Arial MT"/>
              </a:rPr>
              <a:t>M</a:t>
            </a:r>
            <a:r>
              <a:rPr sz="9225" spc="-44" baseline="-6323" dirty="0">
                <a:solidFill>
                  <a:srgbClr val="3B0A85"/>
                </a:solidFill>
                <a:latin typeface="Arial MT"/>
                <a:cs typeface="Arial MT"/>
              </a:rPr>
              <a:t>P</a:t>
            </a:r>
            <a:r>
              <a:rPr sz="9225" spc="-44" baseline="-5420" dirty="0">
                <a:solidFill>
                  <a:srgbClr val="3B0A85"/>
                </a:solidFill>
                <a:latin typeface="Arial MT"/>
                <a:cs typeface="Arial MT"/>
              </a:rPr>
              <a:t>L</a:t>
            </a:r>
            <a:r>
              <a:rPr sz="9225" spc="-44" baseline="-4968" dirty="0">
                <a:solidFill>
                  <a:srgbClr val="3B0A85"/>
                </a:solidFill>
                <a:latin typeface="Arial MT"/>
                <a:cs typeface="Arial MT"/>
              </a:rPr>
              <a:t>E</a:t>
            </a:r>
            <a:r>
              <a:rPr sz="9225" spc="-44" baseline="-4516" dirty="0">
                <a:solidFill>
                  <a:srgbClr val="3B0A85"/>
                </a:solidFill>
                <a:latin typeface="Arial MT"/>
                <a:cs typeface="Arial MT"/>
              </a:rPr>
              <a:t>S</a:t>
            </a:r>
            <a:r>
              <a:rPr sz="9225" spc="-142" baseline="-4516" dirty="0">
                <a:solidFill>
                  <a:srgbClr val="3B0A85"/>
                </a:solidFill>
                <a:latin typeface="Arial MT"/>
                <a:cs typeface="Arial MT"/>
              </a:rPr>
              <a:t> </a:t>
            </a:r>
            <a:r>
              <a:rPr sz="9225" spc="-390" baseline="-3613" dirty="0">
                <a:solidFill>
                  <a:srgbClr val="3B0A85"/>
                </a:solidFill>
                <a:latin typeface="Arial MT"/>
                <a:cs typeface="Arial MT"/>
              </a:rPr>
              <a:t>O</a:t>
            </a:r>
            <a:r>
              <a:rPr sz="9225" spc="-390" baseline="-3161" dirty="0">
                <a:solidFill>
                  <a:srgbClr val="3B0A85"/>
                </a:solidFill>
                <a:latin typeface="Arial MT"/>
                <a:cs typeface="Arial MT"/>
              </a:rPr>
              <a:t>F</a:t>
            </a:r>
            <a:r>
              <a:rPr sz="9225" spc="-142" baseline="-3161" dirty="0">
                <a:solidFill>
                  <a:srgbClr val="3B0A85"/>
                </a:solidFill>
                <a:latin typeface="Arial MT"/>
                <a:cs typeface="Arial MT"/>
              </a:rPr>
              <a:t> </a:t>
            </a:r>
            <a:r>
              <a:rPr sz="9225" spc="-427" baseline="-2258" dirty="0">
                <a:solidFill>
                  <a:srgbClr val="3B0A85"/>
                </a:solidFill>
                <a:latin typeface="Arial MT"/>
                <a:cs typeface="Arial MT"/>
              </a:rPr>
              <a:t>S</a:t>
            </a:r>
            <a:r>
              <a:rPr sz="9225" spc="-427" baseline="-1355" dirty="0">
                <a:solidFill>
                  <a:srgbClr val="3B0A85"/>
                </a:solidFill>
                <a:latin typeface="Arial MT"/>
                <a:cs typeface="Arial MT"/>
              </a:rPr>
              <a:t>C</a:t>
            </a:r>
            <a:r>
              <a:rPr sz="6150" spc="-285" dirty="0">
                <a:solidFill>
                  <a:srgbClr val="3B0A85"/>
                </a:solidFill>
                <a:latin typeface="Arial MT"/>
                <a:cs typeface="Arial MT"/>
              </a:rPr>
              <a:t>IENC</a:t>
            </a:r>
            <a:r>
              <a:rPr sz="9225" spc="-427" baseline="1355" dirty="0">
                <a:solidFill>
                  <a:srgbClr val="3B0A85"/>
                </a:solidFill>
                <a:latin typeface="Arial MT"/>
                <a:cs typeface="Arial MT"/>
              </a:rPr>
              <a:t>E</a:t>
            </a:r>
            <a:endParaRPr sz="9225" baseline="1355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 rot="21540000">
            <a:off x="1045922" y="1598876"/>
            <a:ext cx="6902405" cy="781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575"/>
              </a:lnSpc>
            </a:pPr>
            <a:r>
              <a:rPr sz="9225" spc="-15" baseline="-6323" dirty="0">
                <a:solidFill>
                  <a:srgbClr val="3B0A85"/>
                </a:solidFill>
                <a:latin typeface="Arial MT"/>
                <a:cs typeface="Arial MT"/>
              </a:rPr>
              <a:t>C</a:t>
            </a:r>
            <a:r>
              <a:rPr sz="9225" spc="-15" baseline="-5871" dirty="0">
                <a:solidFill>
                  <a:srgbClr val="3B0A85"/>
                </a:solidFill>
                <a:latin typeface="Arial MT"/>
                <a:cs typeface="Arial MT"/>
              </a:rPr>
              <a:t>O</a:t>
            </a:r>
            <a:r>
              <a:rPr sz="9225" spc="-15" baseline="-5420" dirty="0">
                <a:solidFill>
                  <a:srgbClr val="3B0A85"/>
                </a:solidFill>
                <a:latin typeface="Arial MT"/>
                <a:cs typeface="Arial MT"/>
              </a:rPr>
              <a:t>M</a:t>
            </a:r>
            <a:r>
              <a:rPr sz="9225" spc="-15" baseline="-4516" dirty="0">
                <a:solidFill>
                  <a:srgbClr val="3B0A85"/>
                </a:solidFill>
                <a:latin typeface="Arial MT"/>
                <a:cs typeface="Arial MT"/>
              </a:rPr>
              <a:t>M</a:t>
            </a:r>
            <a:r>
              <a:rPr sz="9225" spc="-15" baseline="-3613" dirty="0">
                <a:solidFill>
                  <a:srgbClr val="3B0A85"/>
                </a:solidFill>
                <a:latin typeface="Arial MT"/>
                <a:cs typeface="Arial MT"/>
              </a:rPr>
              <a:t>U</a:t>
            </a:r>
            <a:r>
              <a:rPr sz="9225" spc="-15" baseline="-2710" dirty="0">
                <a:solidFill>
                  <a:srgbClr val="3B0A85"/>
                </a:solidFill>
                <a:latin typeface="Arial MT"/>
                <a:cs typeface="Arial MT"/>
              </a:rPr>
              <a:t>N</a:t>
            </a:r>
            <a:r>
              <a:rPr sz="9225" spc="-15" baseline="-2258" dirty="0">
                <a:solidFill>
                  <a:srgbClr val="3B0A85"/>
                </a:solidFill>
                <a:latin typeface="Arial MT"/>
                <a:cs typeface="Arial MT"/>
              </a:rPr>
              <a:t>I</a:t>
            </a:r>
            <a:r>
              <a:rPr sz="9225" spc="-15" baseline="-1806" dirty="0">
                <a:solidFill>
                  <a:srgbClr val="3B0A85"/>
                </a:solidFill>
                <a:latin typeface="Arial MT"/>
                <a:cs typeface="Arial MT"/>
              </a:rPr>
              <a:t>C</a:t>
            </a:r>
            <a:r>
              <a:rPr sz="9225" spc="-15" baseline="-1355" dirty="0">
                <a:solidFill>
                  <a:srgbClr val="3B0A85"/>
                </a:solidFill>
                <a:latin typeface="Arial MT"/>
                <a:cs typeface="Arial MT"/>
              </a:rPr>
              <a:t>A</a:t>
            </a:r>
            <a:r>
              <a:rPr sz="6150" spc="-10" dirty="0">
                <a:solidFill>
                  <a:srgbClr val="3B0A85"/>
                </a:solidFill>
                <a:latin typeface="Arial MT"/>
                <a:cs typeface="Arial MT"/>
              </a:rPr>
              <a:t>TION</a:t>
            </a:r>
            <a:endParaRPr sz="61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774792C06CD011428D97D46ACDE97D64" ma:contentTypeVersion="14" ma:contentTypeDescription="Ein neues Dokument erstellen." ma:contentTypeScope="" ma:versionID="1e10d328f58521d45330eb656cd6920a">
  <xsd:schema xmlns:xsd="http://www.w3.org/2001/XMLSchema" xmlns:xs="http://www.w3.org/2001/XMLSchema" xmlns:p="http://schemas.microsoft.com/office/2006/metadata/properties" xmlns:ns2="8b416319-91f0-4a83-b556-c89fb3414181" xmlns:ns3="22d02308-b779-4f83-a542-1ca0111bb280" targetNamespace="http://schemas.microsoft.com/office/2006/metadata/properties" ma:root="true" ma:fieldsID="c4d1e8bff8a2b5714f4aa2ed65f52e26" ns2:_="" ns3:_="">
    <xsd:import namespace="8b416319-91f0-4a83-b556-c89fb3414181"/>
    <xsd:import namespace="22d02308-b779-4f83-a542-1ca0111bb28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b416319-91f0-4a83-b556-c89fb341418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Bildmarkierungen" ma:readOnly="false" ma:fieldId="{5cf76f15-5ced-4ddc-b409-7134ff3c332f}" ma:taxonomyMulti="true" ma:sspId="1546bd1d-5b7b-44d8-90af-36879331aaf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d02308-b779-4f83-a542-1ca0111bb280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64a498d2-229a-4001-8c9d-dfefa041cec0}" ma:internalName="TaxCatchAll" ma:showField="CatchAllData" ma:web="22d02308-b779-4f83-a542-1ca0111bb28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2d02308-b779-4f83-a542-1ca0111bb280" xsi:nil="true"/>
    <lcf76f155ced4ddcb4097134ff3c332f xmlns="8b416319-91f0-4a83-b556-c89fb3414181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767E4C4E-43FC-40FC-88C0-9AA15372AC5E}"/>
</file>

<file path=customXml/itemProps2.xml><?xml version="1.0" encoding="utf-8"?>
<ds:datastoreItem xmlns:ds="http://schemas.openxmlformats.org/officeDocument/2006/customXml" ds:itemID="{4935CC2A-AB1F-4B7B-9F2A-A0DFFC294DCB}"/>
</file>

<file path=customXml/itemProps3.xml><?xml version="1.0" encoding="utf-8"?>
<ds:datastoreItem xmlns:ds="http://schemas.openxmlformats.org/officeDocument/2006/customXml" ds:itemID="{236E4416-FD1D-414A-B3C5-9924409F5209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3664</Words>
  <Application>Microsoft Office PowerPoint</Application>
  <PresentationFormat>Benutzerdefiniert</PresentationFormat>
  <Paragraphs>648</Paragraphs>
  <Slides>69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69</vt:i4>
      </vt:variant>
    </vt:vector>
  </HeadingPairs>
  <TitlesOfParts>
    <vt:vector size="75" baseType="lpstr">
      <vt:lpstr>Arial</vt:lpstr>
      <vt:lpstr>Arial MT</vt:lpstr>
      <vt:lpstr>Tahoma</vt:lpstr>
      <vt:lpstr>Times New Roman</vt:lpstr>
      <vt:lpstr>Trebuchet MS</vt:lpstr>
      <vt:lpstr>Office Theme</vt:lpstr>
      <vt:lpstr>PowerPoint-Präsentation</vt:lpstr>
      <vt:lpstr>INTRODUCTION</vt:lpstr>
      <vt:lpstr>PowerPoint-Präsentation</vt:lpstr>
      <vt:lpstr>Young People</vt:lpstr>
      <vt:lpstr>PowerPoint-Präsentation</vt:lpstr>
      <vt:lpstr>KNOWLEDGE</vt:lpstr>
      <vt:lpstr>PowerPoint-Präsentation</vt:lpstr>
      <vt:lpstr>Co-Created</vt:lpstr>
      <vt:lpstr>PowerPoint-Präsentation</vt:lpstr>
      <vt:lpstr>PowerPoint-Präsentation</vt:lpstr>
      <vt:lpstr>Collect ideas for the research topic Literature review</vt:lpstr>
      <vt:lpstr>Choose research methods</vt:lpstr>
      <vt:lpstr>Review data that may be already be available, e.g. policies, texts, secondary data</vt:lpstr>
      <vt:lpstr>Process data to make it ready to be analyzed</vt:lpstr>
      <vt:lpstr>Compile topline findings Publication Presentation of results</vt:lpstr>
      <vt:lpstr>PowerPoint-Präsentation</vt:lpstr>
      <vt:lpstr>RESEARCH QUESTION</vt:lpstr>
      <vt:lpstr>PowerPoint-Präsentation</vt:lpstr>
      <vt:lpstr>PowerPoint-Präsentation</vt:lpstr>
      <vt:lpstr>PowerPoint-Präsentation</vt:lpstr>
      <vt:lpstr>PowerPoint-Präsentation</vt:lpstr>
      <vt:lpstr>Example</vt:lpstr>
      <vt:lpstr>Example</vt:lpstr>
      <vt:lpstr>PLANNING AND PREPARATION OF</vt:lpstr>
      <vt:lpstr>Quantitative</vt:lpstr>
      <vt:lpstr>Quantitative</vt:lpstr>
      <vt:lpstr>WHAT IS A HYPOTHESIS?</vt:lpstr>
      <vt:lpstr>EXAMPLES FOR HYPOTHESES</vt:lpstr>
      <vt:lpstr>DEVELOPING HYPOTHESES</vt:lpstr>
      <vt:lpstr>PowerPoint-Präsentation</vt:lpstr>
      <vt:lpstr>Example</vt:lpstr>
      <vt:lpstr>Observation</vt:lpstr>
      <vt:lpstr>Listening</vt:lpstr>
      <vt:lpstr>PowerPoint-Präsentation</vt:lpstr>
      <vt:lpstr>DATA COLLECTION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LISTENING SESSIONS</vt:lpstr>
      <vt:lpstr>PowerPoint-Präsentation</vt:lpstr>
      <vt:lpstr>PowerPoint-Präsentation</vt:lpstr>
      <vt:lpstr>PowerPoint-Präsentation</vt:lpstr>
      <vt:lpstr>Going Native</vt:lpstr>
      <vt:lpstr>PowerPoint-Präsentation</vt:lpstr>
      <vt:lpstr>Starting Point</vt:lpstr>
      <vt:lpstr>PowerPoint-Präsentation</vt:lpstr>
      <vt:lpstr>PowerPoint-Präsentation</vt:lpstr>
      <vt:lpstr>PowerPoint-Präsentation</vt:lpstr>
      <vt:lpstr>Simple introductory question introducing the topic Middle:</vt:lpstr>
      <vt:lpstr>PowerPoint-Präsentation</vt:lpstr>
      <vt:lpstr>PowerPoint-Präsentation</vt:lpstr>
      <vt:lpstr>1. Gather themes</vt:lpstr>
      <vt:lpstr>1. Which work steps are involved?</vt:lpstr>
      <vt:lpstr>Example</vt:lpstr>
      <vt:lpstr>DATA EVALUATION</vt:lpstr>
      <vt:lpstr>PowerPoint-Präsentation</vt:lpstr>
      <vt:lpstr>Transcribe</vt:lpstr>
      <vt:lpstr>Example</vt:lpstr>
      <vt:lpstr>PowerPoint-Präsentation</vt:lpstr>
      <vt:lpstr>DISSEMINATION</vt:lpstr>
      <vt:lpstr>To inform and inspire the public about</vt:lpstr>
      <vt:lpstr>PowerPoint-Präsentation</vt:lpstr>
      <vt:lpstr>Central element of a democratic society Can enable citizens to reflect on scientific facts and make informed decisions Enables participation in the knowledge of society Important to counter for dis- and misinformation</vt:lpstr>
      <vt:lpstr>Arguments</vt:lpstr>
      <vt:lpstr>Arguments</vt:lpstr>
      <vt:lpstr>Know the target group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Toolkit Slides Co-Creating Our City</dc:title>
  <dc:creator>dpart</dc:creator>
  <cp:keywords>DAGzISJrL2s,BAF3m6W_S_4,0</cp:keywords>
  <cp:lastModifiedBy>Lea Gronenberg</cp:lastModifiedBy>
  <cp:revision>1</cp:revision>
  <dcterms:created xsi:type="dcterms:W3CDTF">2025-10-09T14:47:26Z</dcterms:created>
  <dcterms:modified xsi:type="dcterms:W3CDTF">2025-10-09T14:48:41Z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2025-10-09T00:00:00Z</vt:filetime>
  </property>
  <property fmtid="{D5CDD505-2E9C-101B-9397-08002B2CF9AE}" pid="3" name="Creator">
    <vt:lpwstr>Canva</vt:lpwstr>
  </property>
  <property fmtid="{D5CDD505-2E9C-101B-9397-08002B2CF9AE}" pid="4" name="LastSaved">
    <vt:filetime>2025-10-09T00:00:00Z</vt:filetime>
  </property>
  <property fmtid="{D5CDD505-2E9C-101B-9397-08002B2CF9AE}" pid="5" name="Producer">
    <vt:lpwstr>Canva</vt:lpwstr>
  </property>
  <property fmtid="{D5CDD505-2E9C-101B-9397-08002B2CF9AE}" pid="6" name="ContentTypeId">
    <vt:lpwstr>0x010100774792C06CD011428D97D46ACDE97D64</vt:lpwstr>
  </property>
  <property fmtid="{D5CDD505-2E9C-101B-9397-08002B2CF9AE}" pid="7" name="MediaServiceImageTags">
    <vt:lpwstr/>
  </property>
</Properties>
</file>